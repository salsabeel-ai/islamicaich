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1810ecb870f4c24" /><Relationship Type="http://schemas.openxmlformats.org/officeDocument/2006/relationships/extended-properties" Target="/docProps/app.xml" Id="Rcebb9ad2c48344e1" /><Relationship Type="http://schemas.openxmlformats.org/officeDocument/2006/relationships/officeDocument" Target="/ppt/presentation.xml" Id="R5dc8a6f1b4ad49de" /></Relationships>
</file>

<file path=ppt/presentation.xml><?xml version="1.0" encoding="utf-8"?>
<p:presentation xmlns:p="http://schemas.openxmlformats.org/presentationml/2006/main">
  <p:sldMasterIdLst>
    <p:sldMasterId xmlns:r="http://schemas.openxmlformats.org/officeDocument/2006/relationships" id="2147483648" r:id="R75dc0cb416a740ef"/>
  </p:sldMasterIdLst>
  <p:notesMasterIdLst>
    <p:notesMasterId xmlns:r="http://schemas.openxmlformats.org/officeDocument/2006/relationships" r:id="R4b4f57fe99034659"/>
  </p:notesMasterIdLst>
  <p:sldIdLst>
    <p:sldId xmlns:r="http://schemas.openxmlformats.org/officeDocument/2006/relationships" id="256" r:id="Rfa5d383cdff84918"/>
    <p:sldId xmlns:r="http://schemas.openxmlformats.org/officeDocument/2006/relationships" id="257" r:id="Rfada8ffc9a484156"/>
    <p:sldId xmlns:r="http://schemas.openxmlformats.org/officeDocument/2006/relationships" id="258" r:id="R0021d2d483334d33"/>
    <p:sldId xmlns:r="http://schemas.openxmlformats.org/officeDocument/2006/relationships" id="259" r:id="R906fb3f49d914c80"/>
    <p:sldId xmlns:r="http://schemas.openxmlformats.org/officeDocument/2006/relationships" id="260" r:id="R20d8f94d73c34a02"/>
    <p:sldId xmlns:r="http://schemas.openxmlformats.org/officeDocument/2006/relationships" id="261" r:id="R218ae473ac6f4fcf"/>
    <p:sldId xmlns:r="http://schemas.openxmlformats.org/officeDocument/2006/relationships" id="262" r:id="Rdb8265756b6c4236"/>
    <p:sldId xmlns:r="http://schemas.openxmlformats.org/officeDocument/2006/relationships" id="263" r:id="R0d2e31915fec476b"/>
    <p:sldId xmlns:r="http://schemas.openxmlformats.org/officeDocument/2006/relationships" id="264" r:id="Rcfc3cda0a4674ea2"/>
    <p:sldId xmlns:r="http://schemas.openxmlformats.org/officeDocument/2006/relationships" id="265" r:id="Rca704a860a484e9d"/>
    <p:sldId xmlns:r="http://schemas.openxmlformats.org/officeDocument/2006/relationships" id="266" r:id="Rdeadc3c2bae242e1"/>
    <p:sldId xmlns:r="http://schemas.openxmlformats.org/officeDocument/2006/relationships" id="267" r:id="R792111ec90bd482c"/>
    <p:sldId xmlns:r="http://schemas.openxmlformats.org/officeDocument/2006/relationships" id="268" r:id="R3bc2a68f94dc4a4c"/>
    <p:sldId xmlns:r="http://schemas.openxmlformats.org/officeDocument/2006/relationships" id="269" r:id="Re84253b579e74b9c"/>
    <p:sldId xmlns:r="http://schemas.openxmlformats.org/officeDocument/2006/relationships" id="270" r:id="Rc978dcdbfbf14405"/>
    <p:sldId xmlns:r="http://schemas.openxmlformats.org/officeDocument/2006/relationships" id="271" r:id="R192eb9def30247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5bbb71b66642f1" /><Relationship Type="http://schemas.openxmlformats.org/officeDocument/2006/relationships/slideMaster" Target="/ppt/slideMasters/slideMaster1.xml" Id="R75dc0cb416a740ef" /><Relationship Type="http://schemas.openxmlformats.org/officeDocument/2006/relationships/notesMaster" Target="/ppt/notesMasters/notesMaster1.xml" Id="R4b4f57fe99034659" /><Relationship Type="http://schemas.openxmlformats.org/officeDocument/2006/relationships/presProps" Target="/ppt/presProps.xml" Id="R477fea5dbd814db7" /><Relationship Type="http://schemas.openxmlformats.org/officeDocument/2006/relationships/tableStyles" Target="/ppt/tableStyles.xml" Id="R067a0ecc8b1e44cb" /><Relationship Type="http://schemas.openxmlformats.org/officeDocument/2006/relationships/slide" Target="/ppt/slides/slide1.xml" Id="Rfa5d383cdff84918" /><Relationship Type="http://schemas.openxmlformats.org/officeDocument/2006/relationships/slide" Target="/ppt/slides/slide2.xml" Id="Rfada8ffc9a484156" /><Relationship Type="http://schemas.openxmlformats.org/officeDocument/2006/relationships/slide" Target="/ppt/slides/slide3.xml" Id="R0021d2d483334d33" /><Relationship Type="http://schemas.openxmlformats.org/officeDocument/2006/relationships/slide" Target="/ppt/slides/slide4.xml" Id="R906fb3f49d914c80" /><Relationship Type="http://schemas.openxmlformats.org/officeDocument/2006/relationships/slide" Target="/ppt/slides/slide5.xml" Id="R20d8f94d73c34a02" /><Relationship Type="http://schemas.openxmlformats.org/officeDocument/2006/relationships/slide" Target="/ppt/slides/slide6.xml" Id="R218ae473ac6f4fcf" /><Relationship Type="http://schemas.openxmlformats.org/officeDocument/2006/relationships/slide" Target="/ppt/slides/slide7.xml" Id="Rdb8265756b6c4236" /><Relationship Type="http://schemas.openxmlformats.org/officeDocument/2006/relationships/slide" Target="/ppt/slides/slide8.xml" Id="R0d2e31915fec476b" /><Relationship Type="http://schemas.openxmlformats.org/officeDocument/2006/relationships/slide" Target="/ppt/slides/slide9.xml" Id="Rcfc3cda0a4674ea2" /><Relationship Type="http://schemas.openxmlformats.org/officeDocument/2006/relationships/slide" Target="/ppt/slides/slide10.xml" Id="Rca704a860a484e9d" /><Relationship Type="http://schemas.openxmlformats.org/officeDocument/2006/relationships/slide" Target="/ppt/slides/slide11.xml" Id="Rdeadc3c2bae242e1" /><Relationship Type="http://schemas.openxmlformats.org/officeDocument/2006/relationships/slide" Target="/ppt/slides/slide12.xml" Id="R792111ec90bd482c" /><Relationship Type="http://schemas.openxmlformats.org/officeDocument/2006/relationships/slide" Target="/ppt/slides/slide13.xml" Id="R3bc2a68f94dc4a4c" /><Relationship Type="http://schemas.openxmlformats.org/officeDocument/2006/relationships/slide" Target="/ppt/slides/slide14.xml" Id="Re84253b579e74b9c" /><Relationship Type="http://schemas.openxmlformats.org/officeDocument/2006/relationships/slide" Target="/ppt/slides/slide15.xml" Id="Rc978dcdbfbf14405" /><Relationship Type="http://schemas.openxmlformats.org/officeDocument/2006/relationships/slide" Target="/ppt/slides/slide16.xml" Id="R192eb9def30247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811d41dfc64e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925b2b2da24784" /><Relationship Type="http://schemas.openxmlformats.org/officeDocument/2006/relationships/notesMaster" Target="/ppt/notesMasters/notesMaster1.xml" Id="R0c4b9f64511743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b31fe3942b425d" /><Relationship Type="http://schemas.openxmlformats.org/officeDocument/2006/relationships/notesMaster" Target="/ppt/notesMasters/notesMaster1.xml" Id="R83d5d46f3a0044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5de53ac0f74051" /><Relationship Type="http://schemas.openxmlformats.org/officeDocument/2006/relationships/notesMaster" Target="/ppt/notesMasters/notesMaster1.xml" Id="Ra47227956a9b4a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8282300ec44b53" /><Relationship Type="http://schemas.openxmlformats.org/officeDocument/2006/relationships/notesMaster" Target="/ppt/notesMasters/notesMaster1.xml" Id="Rb44adc87ccb242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aeb2326019444f" /><Relationship Type="http://schemas.openxmlformats.org/officeDocument/2006/relationships/notesMaster" Target="/ppt/notesMasters/notesMaster1.xml" Id="Rac8f373e739b49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d714173bc44fe3" /><Relationship Type="http://schemas.openxmlformats.org/officeDocument/2006/relationships/notesMaster" Target="/ppt/notesMasters/notesMaster1.xml" Id="Rfa211cb0879643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382da9e9e949e8" /><Relationship Type="http://schemas.openxmlformats.org/officeDocument/2006/relationships/notesMaster" Target="/ppt/notesMasters/notesMaster1.xml" Id="Red19be6605984e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a4e82ed6ee4e66" /><Relationship Type="http://schemas.openxmlformats.org/officeDocument/2006/relationships/notesMaster" Target="/ppt/notesMasters/notesMaster1.xml" Id="Rf5c602a219d147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5f85c375cb4141" /><Relationship Type="http://schemas.openxmlformats.org/officeDocument/2006/relationships/notesMaster" Target="/ppt/notesMasters/notesMaster1.xml" Id="R105898c1eff346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e3fcde2b874b3e" /><Relationship Type="http://schemas.openxmlformats.org/officeDocument/2006/relationships/notesMaster" Target="/ppt/notesMasters/notesMaster1.xml" Id="Rdcb119d9fddb40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987f1a227c443b" /><Relationship Type="http://schemas.openxmlformats.org/officeDocument/2006/relationships/notesMaster" Target="/ppt/notesMasters/notesMaster1.xml" Id="R8181aa4ef7fc45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8dc77663c444cd2" /><Relationship Type="http://schemas.openxmlformats.org/officeDocument/2006/relationships/notesMaster" Target="/ppt/notesMasters/notesMaster1.xml" Id="Rfb882f5a32a144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e5fc772464469a" /><Relationship Type="http://schemas.openxmlformats.org/officeDocument/2006/relationships/notesMaster" Target="/ppt/notesMasters/notesMaster1.xml" Id="Rd558433fa57d451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3a970ab70124960" /><Relationship Type="http://schemas.openxmlformats.org/officeDocument/2006/relationships/notesMaster" Target="/ppt/notesMasters/notesMaster1.xml" Id="R510a61e4738343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ac63d61e1144f20" /><Relationship Type="http://schemas.openxmlformats.org/officeDocument/2006/relationships/notesMaster" Target="/ppt/notesMasters/notesMaster1.xml" Id="R1df776d1aee94d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2cbe48f9f84c7b" /><Relationship Type="http://schemas.openxmlformats.org/officeDocument/2006/relationships/notesMaster" Target="/ppt/notesMasters/notesMaster1.xml" Id="Rb7e39f39ed8d4b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الثانية10. الصورة الأصلية محفوظة كاملة داخل PowerPoint؛ قص عرض أصلي يستبعد الشريطين الكحليين من الصورة. النصوص التوضيحية عناصر قابلة للتحرير بألوان المجلس.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لقطة حية من المجلس الرئيسي بتاريخ6أكتوبر2026: استكمل الفتى النحل90 في2.3ث في هذه العينة. evidence/screenshots/council-nmn-current.png . اللقطة تثبت استكمال النص وموضعه، ولا تثبت وحدها كل مكونات طلب البراءة أو اجتياز كل صياغات التصحيح.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لسؤال ما الفرق بين النفس والروح، بزمن4.1ث لهذه العينة. evidence/screenshots/council-adjacency-current.png . اللقطة تمرير حقيقي إلى قسم البصمة الفارقة، وتخص الدعوى هذا القسم فقط. بقي خطأ الوزن الصرفي فعّل في جزء سابق من الجواب الكامل خارج المشهد؛ لا ندّعي إصلاحه أو صحة كامل الجواب. البحث سابق للتحدي https://barq.salsabeel.ai/public/reports/barq-findings-public-ar-2026-07-07.html . قوة الاقتران إحصائية وليست حكمًا قطعيًا.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مقارنة وظيفية معلنة ببديلين محددين: توليد تتمة من السؤال فقط، وعدّ لفظ منفرد. ليست تجربة مضبوطة لتعطيل NMN أو دليل أفضلية أداء على نموذج آخر. دليل العينة الحالية evidence/current-tools-20261006.json؛ منهج الإعادة في docs/INNOVATION_AR.md. NMN ضبط الاستشهادات بذاكرة نصية متعددة السياسات: طلب SA1020268774 مسجل بحسب سجل المالك، والمنصة طلب مستقل SA1020261862؛ لا ادعاء منح أو تحقق مستقل من السجل الرسمي. تقرير المتجاور https://barq.salsabeel.ai/public/reports/quran-adjacency-discovery-ar.html بحث منشور من المالك لا ادعاء تحكيم أكاديمي. هذه أصول سابقة للتحدي، والإضافة دمجها في تجربة المشاركة.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مسألة تعليمية لزوجة وابن وبنتين وصافي تركة240000ريال. أجابت العينة في1.5ث: للزوجة30000 وللابن105000 ولكل بنت52500. الصورة من عرض المتصفح الواسع دون تغيير CSS أو المحتوى. ليست فتوى لحالة شخصية أو إثباتًا لكل مسائل الفرائض. evidence/screenshots/council-inheritance-current.png .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الفئة من التسجيل: طالب المعرفة والباحث والمعرّف بالإسلام. الحاجة: جواب واضح يصل إلى النص الذي يسنده. العينة الحالية للكعبة فتحت مصدر الجمهرة92923 وطابق النص؛ هذه مشاهدة مهمة وليست دراسة مستخدمين. لم تقاس بعد نسبة إتمام المهمة لدى الفئة أو مقدار خفض زمن التحقق. مقاييس التجربة التالية: إتمام السؤال وفتح المصدر وفهم حدود الجواب وصحة الإحالة. النموذج والخدمات والبحث سابقة للتحدي؛ إضافة4–6أكتوبر هي دمج المجلس والشخصيات والبث والمراجع والإحالة والأدلة. challenge/README.md وchallenge/baseline/manifest.json.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اختر برق الفتى في المجلس الرئيسي. كرر الأسئلة الثلاثة في محادثات جديدة وسجل النص والزمن والمصدر وكل إخفاق، لا أفضل المحاولات فقط. النتائج هنا عينات مفردة في6أكتوبر وليست متوسطًا أو نسبة نجاح. الكعبة:4.9ث والمصدر92923 فتح وطوبق. النحل90:2.3ث. النفس والروح:4.1ث ونطاق الدليل القسم الإحصائي؛ خطأ الوزن فعّل قائم خارج هذا القسم. إيصال النسخة الثابتة:368اختبارًا محليًا و60فحص تشغيل و28فحصًا عامًا. هذه أعداد تشغيل لا دقة علمية. evidence/current-tools-20261006.json وevidence/council-captures.json.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العام للأحجام والأدوار ومسار التوسع https://barq.salsabeel.ai/public/reports/barq-master-roadmap-ar.html . النسخة العامة V3 المنشورة بتاريخ27سبتمبر2026 تذكر الفتى1.5B ثم الشاب7B والمجتهد21B والعالم51B. هذه أهداف تطوير مستقبلية وليست نماذج معلنة الإطلاق أو نتائج أداء مقاسة. تبقى كل مرحلة مشروطة بقياس الجودة والأثر ومراجعة المختص.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8de9e4b9634d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10ac76a778484d" /><Relationship Type="http://schemas.openxmlformats.org/officeDocument/2006/relationships/slideLayout" Target="/ppt/slideLayouts/slideLayout1.xml" Id="R5cbd0f227a5d48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bd0f227a5d48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83a0a7eb06f43e1" /><Relationship Type="http://schemas.openxmlformats.org/officeDocument/2006/relationships/notesSlide" Target="/ppt/notesSlides/notesSlide1.xml" Id="R29761857aefb41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c0d72e8a5d43d2" /><Relationship Type="http://schemas.openxmlformats.org/officeDocument/2006/relationships/image" Target="/ppt/media/image.png" Id="R2cd5aa06301e431a" /><Relationship Type="http://schemas.openxmlformats.org/officeDocument/2006/relationships/notesSlide" Target="/ppt/notesSlides/notesSlide2.xml" Id="R5cff0dfc21e345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7c06bc077c74c25" /><Relationship Type="http://schemas.openxmlformats.org/officeDocument/2006/relationships/image" Target="/ppt/media/image.jpeg" Id="R7c0407441aac42d4" /><Relationship Type="http://schemas.openxmlformats.org/officeDocument/2006/relationships/notesSlide" Target="/ppt/notesSlides/notesSlide3.xml" Id="R9a1bb0d1848747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7f02221328d421b" /><Relationship Type="http://schemas.openxmlformats.org/officeDocument/2006/relationships/image" Target="/ppt/media/image2.jpeg" Id="R6fed4f38ee584793" /><Relationship Type="http://schemas.openxmlformats.org/officeDocument/2006/relationships/notesSlide" Target="/ppt/notesSlides/notesSlide4.xml" Id="R3c267ec757ab44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ffee6680215413e" /><Relationship Type="http://schemas.openxmlformats.org/officeDocument/2006/relationships/image" Target="/ppt/media/image3.jpeg" Id="Ra0c77fafd3dc4b9a" /><Relationship Type="http://schemas.openxmlformats.org/officeDocument/2006/relationships/notesSlide" Target="/ppt/notesSlides/notesSlide5.xml" Id="Rba7ebc729d9249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673a5df1fe4d46" /><Relationship Type="http://schemas.openxmlformats.org/officeDocument/2006/relationships/image" Target="/ppt/media/image4.jpeg" Id="R83a896c328c44f6a" /><Relationship Type="http://schemas.openxmlformats.org/officeDocument/2006/relationships/notesSlide" Target="/ppt/notesSlides/notesSlide6.xml" Id="R0965d967929c4f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d050583b204444" /><Relationship Type="http://schemas.openxmlformats.org/officeDocument/2006/relationships/notesSlide" Target="/ppt/notesSlides/notesSlide7.xml" Id="R26cf6c7b81a545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86a79b706c94d10" /><Relationship Type="http://schemas.openxmlformats.org/officeDocument/2006/relationships/image" Target="/ppt/media/image5.jpeg" Id="R13f42eb238df4f01" /><Relationship Type="http://schemas.openxmlformats.org/officeDocument/2006/relationships/notesSlide" Target="/ppt/notesSlides/notesSlide8.xml" Id="R635c045095134d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d922797dd394580" /><Relationship Type="http://schemas.openxmlformats.org/officeDocument/2006/relationships/image" Target="/ppt/media/image6.jpeg" Id="R716ea3a9f26643ed" /><Relationship Type="http://schemas.openxmlformats.org/officeDocument/2006/relationships/notesSlide" Target="/ppt/notesSlides/notesSlide9.xml" Id="Rc245785eeea94c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602226b4c764b5f" /><Relationship Type="http://schemas.openxmlformats.org/officeDocument/2006/relationships/notesSlide" Target="/ppt/notesSlides/notesSlide10.xml" Id="Rcaed02def3264e0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fef1a84c69b4665" /><Relationship Type="http://schemas.openxmlformats.org/officeDocument/2006/relationships/image" Target="/ppt/media/image7.jpeg" Id="R5e5a7e0ab29c41b4" /><Relationship Type="http://schemas.openxmlformats.org/officeDocument/2006/relationships/notesSlide" Target="/ppt/notesSlides/notesSlide11.xml" Id="R760382d7a4cd49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76e8d92169e403f" /><Relationship Type="http://schemas.openxmlformats.org/officeDocument/2006/relationships/notesSlide" Target="/ppt/notesSlides/notesSlide12.xml" Id="Rd502fb9829594d2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887d2082dc54db1" /><Relationship Type="http://schemas.openxmlformats.org/officeDocument/2006/relationships/notesSlide" Target="/ppt/notesSlides/notesSlide13.xml" Id="R4bc36451c1104e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b94db005e0849ad" /><Relationship Type="http://schemas.openxmlformats.org/officeDocument/2006/relationships/notesSlide" Target="/ppt/notesSlides/notesSlide14.xml" Id="Rb129a1546425445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004aa99044b4fa9" /><Relationship Type="http://schemas.openxmlformats.org/officeDocument/2006/relationships/notesSlide" Target="/ppt/notesSlides/notesSlide15.xml" Id="Rbf5bc13f258e465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cb74a4fb6bb451d" /><Relationship Type="http://schemas.openxmlformats.org/officeDocument/2006/relationships/notesSlide" Target="/ppt/notesSlides/notesSlide16.xml" Id="R0e455ece3f014ee0" /></Relationships>
</file>

<file path=ppt/slides/slide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shape-1">
            <a:extLst xmlns:a="http://schemas.openxmlformats.org/drawingml/2006/main">
              <a:ext uri="{FF2B5EF4-FFF2-40B4-BE49-F238E27FC236}">
                <a16:creationId xmlns:a16="http://schemas.microsoft.com/office/drawing/2014/main" id="{DC7D168A-291B-4A27-BFDC-82CEE88FF21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F12B5757-7648-4C35-A5BB-5E7F0B11EC3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7AB78005-3D6C-4989-A4BE-F7C35F922C4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1FC50CC4-45FB-4C8B-A666-F4935DCB295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D97FBDB1-3959-4F83-B13B-69E3749B078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E286F6AE-DEA5-40AD-B757-5E6EC7DAE4F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E94BD052-CF1D-4834-AD8B-42DD0C22291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00628994-A022-4FAD-8B4E-5E233BDA258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8D10BFF9-4C6B-43B9-9316-842C1A276269}"/>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DDC087"/>
                </a:solidFill>
                <a:latin typeface="Tahoma"/>
                <a:ea typeface="Tahoma"/>
                <a:cs typeface="Tahoma"/>
              </a:defRPr>
            </a:pPr>
            <a:r>
              <a:rPr sz="7350" b="1">
                <a:solidFill>
                  <a:srgbClr val="DDC087"/>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EB9FEB4D-B95A-4060-AC71-2C42383F4C53}"/>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567F3D41-7EEF-496A-81D3-F7F22499EDC3}"/>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E2554D4B-CE9B-4CB2-AA96-7438811F6DDA}"/>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A9DA1477-73A7-4F4D-90EA-1DB561EC284A}"/>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CF9EB150-79A0-47D7-A57E-C6CE90189FF4}"/>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843AC35A-94C9-4CC7-9210-80357DAAF725}"/>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36722360-B7AE-4F12-A2B6-161BA13E7EDC}"/>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2E345934-F2F7-4D44-BB0B-767E0CC9D2C9}"/>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4DDDD159-1A0F-452A-A084-43EF412FC895}"/>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A0AB0EBC-A08E-41DD-BEAD-F1BBC4EE9311}"/>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92F7BB47-95A8-43C6-B7CD-180819696308}"/>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0EF6C3F2-4F32-4121-B9E3-B2FB9A646854}"/>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EF39216D-2A51-46D9-9770-0C916C39F1B1}"/>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C8E5FEA3-6A5D-4F2C-907E-1B17F76FE071}"/>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79F89F8A-46FF-478A-9FEE-502935547420}"/>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6B181E9E-1533-4C06-891A-19FE7CA5BAEA}"/>
              </a:ext>
            </a:extLst>
          </p:cNvPr>
          <p:cNvSpPr>
            <a:spLocks xmlns:a="http://schemas.openxmlformats.org/drawingml/2006/main" noGrp="1"/>
          </p:cNvSpPr>
          <p:nvPr/>
        </p:nvSpPr>
        <p:spPr>
          <a:xfrm xmlns:a="http://schemas.openxmlformats.org/drawingml/2006/main">
            <a:off x="10929362" y="5343525"/>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230D2630-6DA1-4CA1-BE4B-DA7A461C55CA}"/>
              </a:ext>
            </a:extLst>
          </p:cNvPr>
          <p:cNvSpPr>
            <a:spLocks xmlns:a="http://schemas.openxmlformats.org/drawingml/2006/main" noGrp="1"/>
          </p:cNvSpPr>
          <p:nvPr/>
        </p:nvSpPr>
        <p:spPr>
          <a:xfrm xmlns:a="http://schemas.openxmlformats.org/drawingml/2006/main">
            <a:off x="9940014" y="5343525"/>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D5918649-F3EE-4B9D-A1C3-9CA76E40A2B2}"/>
              </a:ext>
            </a:extLst>
          </p:cNvPr>
          <p:cNvSpPr>
            <a:spLocks xmlns:a="http://schemas.openxmlformats.org/drawingml/2006/main" noGrp="1"/>
          </p:cNvSpPr>
          <p:nvPr/>
        </p:nvSpPr>
        <p:spPr>
          <a:xfrm xmlns:a="http://schemas.openxmlformats.org/drawingml/2006/main">
            <a:off x="9766331" y="53435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FA66DF85-C183-4440-A09D-21D2F4825F36}"/>
              </a:ext>
            </a:extLst>
          </p:cNvPr>
          <p:cNvSpPr>
            <a:spLocks xmlns:a="http://schemas.openxmlformats.org/drawingml/2006/main" noGrp="1"/>
          </p:cNvSpPr>
          <p:nvPr/>
        </p:nvSpPr>
        <p:spPr>
          <a:xfrm xmlns:a="http://schemas.openxmlformats.org/drawingml/2006/main">
            <a:off x="9151165" y="5343525"/>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D09B6BED-2DD7-403A-B201-C89FE50E29CA}"/>
              </a:ext>
            </a:extLst>
          </p:cNvPr>
          <p:cNvSpPr>
            <a:spLocks xmlns:a="http://schemas.openxmlformats.org/drawingml/2006/main" noGrp="1"/>
          </p:cNvSpPr>
          <p:nvPr/>
        </p:nvSpPr>
        <p:spPr>
          <a:xfrm xmlns:a="http://schemas.openxmlformats.org/drawingml/2006/main">
            <a:off x="8531093" y="5343525"/>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5E10D2DB-EC06-467D-916B-69C2CEB2AF88}"/>
              </a:ext>
            </a:extLst>
          </p:cNvPr>
          <p:cNvSpPr>
            <a:spLocks xmlns:a="http://schemas.openxmlformats.org/drawingml/2006/main" noGrp="1"/>
          </p:cNvSpPr>
          <p:nvPr/>
        </p:nvSpPr>
        <p:spPr>
          <a:xfrm xmlns:a="http://schemas.openxmlformats.org/drawingml/2006/main">
            <a:off x="7631611" y="5343525"/>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BA26611E-F982-4062-BBAB-B4B2289FA357}"/>
              </a:ext>
            </a:extLst>
          </p:cNvPr>
          <p:cNvSpPr>
            <a:spLocks xmlns:a="http://schemas.openxmlformats.org/drawingml/2006/main" noGrp="1"/>
          </p:cNvSpPr>
          <p:nvPr/>
        </p:nvSpPr>
        <p:spPr>
          <a:xfrm xmlns:a="http://schemas.openxmlformats.org/drawingml/2006/main">
            <a:off x="6692297" y="5343525"/>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4948BC44-5F62-4124-878E-0258136134F4}"/>
              </a:ext>
            </a:extLst>
          </p:cNvPr>
          <p:cNvSpPr>
            <a:spLocks xmlns:a="http://schemas.openxmlformats.org/drawingml/2006/main" noGrp="1"/>
          </p:cNvSpPr>
          <p:nvPr/>
        </p:nvSpPr>
        <p:spPr>
          <a:xfrm xmlns:a="http://schemas.openxmlformats.org/drawingml/2006/main">
            <a:off x="5829311" y="5343525"/>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الموثوقة</a:t>
            </a:r>
          </a:p>
        </p:txBody>
      </p:sp>
      <p:sp>
        <p:nvSpPr>
          <p:cNvPr id="33" name="text-33">
            <a:extLst xmlns:a="http://schemas.openxmlformats.org/drawingml/2006/main">
              <a:ext uri="{FF2B5EF4-FFF2-40B4-BE49-F238E27FC236}">
                <a16:creationId xmlns:a16="http://schemas.microsoft.com/office/drawing/2014/main" id="{F3274F82-0912-4951-A10E-E2DD59241958}"/>
              </a:ext>
            </a:extLst>
          </p:cNvPr>
          <p:cNvSpPr>
            <a:spLocks xmlns:a="http://schemas.openxmlformats.org/drawingml/2006/main" noGrp="1"/>
          </p:cNvSpPr>
          <p:nvPr/>
        </p:nvSpPr>
        <p:spPr>
          <a:xfrm xmlns:a="http://schemas.openxmlformats.org/drawingml/2006/main">
            <a:off x="11124400" y="5829300"/>
            <a:ext cx="458000"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تحدي</a:t>
            </a:r>
          </a:p>
        </p:txBody>
      </p:sp>
      <p:sp>
        <p:nvSpPr>
          <p:cNvPr id="34" name="text-34">
            <a:extLst xmlns:a="http://schemas.openxmlformats.org/drawingml/2006/main">
              <a:ext uri="{FF2B5EF4-FFF2-40B4-BE49-F238E27FC236}">
                <a16:creationId xmlns:a16="http://schemas.microsoft.com/office/drawing/2014/main" id="{4C902C4E-02F3-4B10-A2B5-C0EF435F1C4A}"/>
              </a:ext>
            </a:extLst>
          </p:cNvPr>
          <p:cNvSpPr>
            <a:spLocks xmlns:a="http://schemas.openxmlformats.org/drawingml/2006/main" noGrp="1"/>
          </p:cNvSpPr>
          <p:nvPr/>
        </p:nvSpPr>
        <p:spPr>
          <a:xfrm xmlns:a="http://schemas.openxmlformats.org/drawingml/2006/main">
            <a:off x="10658705" y="5829300"/>
            <a:ext cx="43111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الذكاء</a:t>
            </a:r>
          </a:p>
        </p:txBody>
      </p:sp>
      <p:sp>
        <p:nvSpPr>
          <p:cNvPr id="35" name="text-35">
            <a:extLst xmlns:a="http://schemas.openxmlformats.org/drawingml/2006/main">
              <a:ext uri="{FF2B5EF4-FFF2-40B4-BE49-F238E27FC236}">
                <a16:creationId xmlns:a16="http://schemas.microsoft.com/office/drawing/2014/main" id="{96ED5708-A45B-4236-B1A0-72117B4911EE}"/>
              </a:ext>
            </a:extLst>
          </p:cNvPr>
          <p:cNvSpPr>
            <a:spLocks xmlns:a="http://schemas.openxmlformats.org/drawingml/2006/main" noGrp="1"/>
          </p:cNvSpPr>
          <p:nvPr/>
        </p:nvSpPr>
        <p:spPr>
          <a:xfrm xmlns:a="http://schemas.openxmlformats.org/drawingml/2006/main">
            <a:off x="9782726" y="5829300"/>
            <a:ext cx="841404"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الاصطناعي</a:t>
            </a:r>
          </a:p>
        </p:txBody>
      </p:sp>
      <p:sp>
        <p:nvSpPr>
          <p:cNvPr id="36" name="text-36">
            <a:extLst xmlns:a="http://schemas.openxmlformats.org/drawingml/2006/main">
              <a:ext uri="{FF2B5EF4-FFF2-40B4-BE49-F238E27FC236}">
                <a16:creationId xmlns:a16="http://schemas.microsoft.com/office/drawing/2014/main" id="{AD91FB65-EFC3-4DD8-887C-B9F637F00907}"/>
              </a:ext>
            </a:extLst>
          </p:cNvPr>
          <p:cNvSpPr>
            <a:spLocks xmlns:a="http://schemas.openxmlformats.org/drawingml/2006/main" noGrp="1"/>
          </p:cNvSpPr>
          <p:nvPr/>
        </p:nvSpPr>
        <p:spPr>
          <a:xfrm xmlns:a="http://schemas.openxmlformats.org/drawingml/2006/main">
            <a:off x="9461544" y="5829300"/>
            <a:ext cx="286606"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في</a:t>
            </a:r>
          </a:p>
        </p:txBody>
      </p:sp>
      <p:sp>
        <p:nvSpPr>
          <p:cNvPr id="37" name="text-37">
            <a:extLst xmlns:a="http://schemas.openxmlformats.org/drawingml/2006/main">
              <a:ext uri="{FF2B5EF4-FFF2-40B4-BE49-F238E27FC236}">
                <a16:creationId xmlns:a16="http://schemas.microsoft.com/office/drawing/2014/main" id="{A3266864-DE40-41E7-9183-D3BDD6528C50}"/>
              </a:ext>
            </a:extLst>
          </p:cNvPr>
          <p:cNvSpPr>
            <a:spLocks xmlns:a="http://schemas.openxmlformats.org/drawingml/2006/main" noGrp="1"/>
          </p:cNvSpPr>
          <p:nvPr/>
        </p:nvSpPr>
        <p:spPr>
          <a:xfrm xmlns:a="http://schemas.openxmlformats.org/drawingml/2006/main">
            <a:off x="8984665" y="5829300"/>
            <a:ext cx="442303"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خدمة</a:t>
            </a:r>
          </a:p>
        </p:txBody>
      </p:sp>
      <p:sp>
        <p:nvSpPr>
          <p:cNvPr id="38" name="text-38">
            <a:extLst xmlns:a="http://schemas.openxmlformats.org/drawingml/2006/main">
              <a:ext uri="{FF2B5EF4-FFF2-40B4-BE49-F238E27FC236}">
                <a16:creationId xmlns:a16="http://schemas.microsoft.com/office/drawing/2014/main" id="{ABEC9C3C-7C4D-484A-ABFF-A1A3AB5022CD}"/>
              </a:ext>
            </a:extLst>
          </p:cNvPr>
          <p:cNvSpPr>
            <a:spLocks xmlns:a="http://schemas.openxmlformats.org/drawingml/2006/main" noGrp="1"/>
          </p:cNvSpPr>
          <p:nvPr/>
        </p:nvSpPr>
        <p:spPr>
          <a:xfrm xmlns:a="http://schemas.openxmlformats.org/drawingml/2006/main">
            <a:off x="8298130" y="5829300"/>
            <a:ext cx="65195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المحتوى</a:t>
            </a:r>
          </a:p>
        </p:txBody>
      </p:sp>
      <p:sp>
        <p:nvSpPr>
          <p:cNvPr id="39" name="text-39">
            <a:extLst xmlns:a="http://schemas.openxmlformats.org/drawingml/2006/main">
              <a:ext uri="{FF2B5EF4-FFF2-40B4-BE49-F238E27FC236}">
                <a16:creationId xmlns:a16="http://schemas.microsoft.com/office/drawing/2014/main" id="{E10EA0E2-CE8C-4F82-AAA9-4E63882F05B1}"/>
              </a:ext>
            </a:extLst>
          </p:cNvPr>
          <p:cNvSpPr>
            <a:spLocks xmlns:a="http://schemas.openxmlformats.org/drawingml/2006/main" noGrp="1"/>
          </p:cNvSpPr>
          <p:nvPr/>
        </p:nvSpPr>
        <p:spPr>
          <a:xfrm xmlns:a="http://schemas.openxmlformats.org/drawingml/2006/main">
            <a:off x="7510840" y="5829300"/>
            <a:ext cx="752715"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الإسلامي</a:t>
            </a:r>
          </a:p>
        </p:txBody>
      </p:sp>
    </p:spTree>
    <p:extLst>
      <p:ext uri="{BB962C8B-B14F-4D97-AF65-F5344CB8AC3E}">
        <p14:creationId xmlns:p14="http://schemas.microsoft.com/office/powerpoint/2010/main" val="1260282149"/>
      </p:ext>
    </p:extLst>
  </p:cSld>
</p:sld>
</file>

<file path=ppt/slides/slide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5" name="text-40">
            <a:extLst xmlns:a="http://schemas.openxmlformats.org/drawingml/2006/main">
              <a:ext uri="{FF2B5EF4-FFF2-40B4-BE49-F238E27FC236}">
                <a16:creationId xmlns:a16="http://schemas.microsoft.com/office/drawing/2014/main" id="{3EB649B6-6086-4F05-B619-A2901E23B0AE}"/>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معرفة</a:t>
            </a:r>
          </a:p>
        </p:txBody>
      </p:sp>
      <p:sp>
        <p:nvSpPr>
          <p:cNvPr id="2" name="text-41">
            <a:extLst xmlns:a="http://schemas.openxmlformats.org/drawingml/2006/main">
              <a:ext uri="{FF2B5EF4-FFF2-40B4-BE49-F238E27FC236}">
                <a16:creationId xmlns:a16="http://schemas.microsoft.com/office/drawing/2014/main" id="{41013237-2FD8-4A8E-A4D6-34537F743E76}"/>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الأمة</a:t>
            </a:r>
          </a:p>
        </p:txBody>
      </p:sp>
      <p:sp>
        <p:nvSpPr>
          <p:cNvPr id="3" name="text-42">
            <a:extLst xmlns:a="http://schemas.openxmlformats.org/drawingml/2006/main">
              <a:ext uri="{FF2B5EF4-FFF2-40B4-BE49-F238E27FC236}">
                <a16:creationId xmlns:a16="http://schemas.microsoft.com/office/drawing/2014/main" id="{4C8AEE5D-EF56-4B03-8732-10B7E490F31A}"/>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تستحق</a:t>
            </a:r>
          </a:p>
        </p:txBody>
      </p:sp>
      <p:sp>
        <p:nvSpPr>
          <p:cNvPr id="4" name="text-43">
            <a:extLst xmlns:a="http://schemas.openxmlformats.org/drawingml/2006/main">
              <a:ext uri="{FF2B5EF4-FFF2-40B4-BE49-F238E27FC236}">
                <a16:creationId xmlns:a16="http://schemas.microsoft.com/office/drawing/2014/main" id="{AA9A421E-8573-49A3-A988-656615D4A920}"/>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أدوات</a:t>
            </a:r>
          </a:p>
        </p:txBody>
      </p:sp>
      <p:sp>
        <p:nvSpPr>
          <p:cNvPr id="5" name="text-44">
            <a:extLst xmlns:a="http://schemas.openxmlformats.org/drawingml/2006/main">
              <a:ext uri="{FF2B5EF4-FFF2-40B4-BE49-F238E27FC236}">
                <a16:creationId xmlns:a16="http://schemas.microsoft.com/office/drawing/2014/main" id="{3ED462A6-D171-435D-8AA9-6DCD827A8F06}"/>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نملك</a:t>
            </a:r>
          </a:p>
        </p:txBody>
      </p:sp>
      <p:sp>
        <p:nvSpPr>
          <p:cNvPr id="6" name="text-45">
            <a:extLst xmlns:a="http://schemas.openxmlformats.org/drawingml/2006/main">
              <a:ext uri="{FF2B5EF4-FFF2-40B4-BE49-F238E27FC236}">
                <a16:creationId xmlns:a16="http://schemas.microsoft.com/office/drawing/2014/main" id="{ED0E603A-6726-4182-BEAF-60CF5F289349}"/>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زمامها</a:t>
            </a:r>
          </a:p>
        </p:txBody>
      </p:sp>
      <p:sp>
        <p:nvSpPr>
          <p:cNvPr id="7" name="shape-46">
            <a:extLst xmlns:a="http://schemas.openxmlformats.org/drawingml/2006/main">
              <a:ext uri="{FF2B5EF4-FFF2-40B4-BE49-F238E27FC236}">
                <a16:creationId xmlns:a16="http://schemas.microsoft.com/office/drawing/2014/main" id="{DE04D9F0-2023-4F1B-944E-8B6884F1826F}"/>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47">
            <a:extLst xmlns:a="http://schemas.openxmlformats.org/drawingml/2006/main">
              <a:ext uri="{FF2B5EF4-FFF2-40B4-BE49-F238E27FC236}">
                <a16:creationId xmlns:a16="http://schemas.microsoft.com/office/drawing/2014/main" id="{07BC242D-5CAA-4186-AF17-22400CAA1F9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48">
            <a:extLst xmlns:a="http://schemas.openxmlformats.org/drawingml/2006/main">
              <a:ext uri="{FF2B5EF4-FFF2-40B4-BE49-F238E27FC236}">
                <a16:creationId xmlns:a16="http://schemas.microsoft.com/office/drawing/2014/main" id="{4C865418-9EB4-4FA6-9FF9-EBF21ABD8F0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49">
            <a:extLst xmlns:a="http://schemas.openxmlformats.org/drawingml/2006/main">
              <a:ext uri="{FF2B5EF4-FFF2-40B4-BE49-F238E27FC236}">
                <a16:creationId xmlns:a16="http://schemas.microsoft.com/office/drawing/2014/main" id="{D9C40B25-BE3C-450D-9300-D8E26EE90E9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50">
            <a:extLst xmlns:a="http://schemas.openxmlformats.org/drawingml/2006/main">
              <a:ext uri="{FF2B5EF4-FFF2-40B4-BE49-F238E27FC236}">
                <a16:creationId xmlns:a16="http://schemas.microsoft.com/office/drawing/2014/main" id="{3D816400-03E3-478D-A206-8BA74A35F05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51">
            <a:extLst xmlns:a="http://schemas.openxmlformats.org/drawingml/2006/main">
              <a:ext uri="{FF2B5EF4-FFF2-40B4-BE49-F238E27FC236}">
                <a16:creationId xmlns:a16="http://schemas.microsoft.com/office/drawing/2014/main" id="{0A42C143-BA66-4692-B077-B08D7B614EC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52">
            <a:extLst xmlns:a="http://schemas.openxmlformats.org/drawingml/2006/main">
              <a:ext uri="{FF2B5EF4-FFF2-40B4-BE49-F238E27FC236}">
                <a16:creationId xmlns:a16="http://schemas.microsoft.com/office/drawing/2014/main" id="{AA2AF87C-36B5-46B4-9F7E-3CC1783D37C0}"/>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53">
            <a:extLst xmlns:a="http://schemas.openxmlformats.org/drawingml/2006/main">
              <a:ext uri="{FF2B5EF4-FFF2-40B4-BE49-F238E27FC236}">
                <a16:creationId xmlns:a16="http://schemas.microsoft.com/office/drawing/2014/main" id="{31C081F7-6FB9-4C56-A9A5-B5B5F59B929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02</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2cd5aa06301e431a"/>
          <a:srcRect xmlns:a="http://schemas.openxmlformats.org/drawingml/2006/main" l="0" t="23981" r="0" b="23981"/>
          <a:stretch xmlns:a="http://schemas.openxmlformats.org/drawingml/2006/main">
            <a:fillRect l="0" t="0" r="0" b="0"/>
          </a:stretch>
        </p:blipFill>
        <p:spPr>
          <a:xfrm xmlns:a="http://schemas.openxmlformats.org/drawingml/2006/main">
            <a:off x="609600" y="1285875"/>
            <a:ext cx="10972800" cy="3211830"/>
          </a:xfrm>
          <a:prstGeom xmlns:a="http://schemas.openxmlformats.org/drawingml/2006/main" prst="rect">
            <a:avLst/>
          </a:prstGeom>
        </p:spPr>
      </p:pic>
      <p:sp>
        <p:nvSpPr>
          <p:cNvPr id="16" name="text-54">
            <a:extLst xmlns:a="http://schemas.openxmlformats.org/drawingml/2006/main">
              <a:ext uri="{FF2B5EF4-FFF2-40B4-BE49-F238E27FC236}">
                <a16:creationId xmlns:a16="http://schemas.microsoft.com/office/drawing/2014/main" id="{9202ECCD-B048-4BB2-849B-497BAA4F5664}"/>
              </a:ext>
            </a:extLst>
          </p:cNvPr>
          <p:cNvSpPr>
            <a:spLocks xmlns:a="http://schemas.openxmlformats.org/drawingml/2006/main" noGrp="1"/>
          </p:cNvSpPr>
          <p:nvPr/>
        </p:nvSpPr>
        <p:spPr>
          <a:xfrm xmlns:a="http://schemas.openxmlformats.org/drawingml/2006/main">
            <a:off x="7069562" y="4676775"/>
            <a:ext cx="347041"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تصوّر</a:t>
            </a:r>
          </a:p>
        </p:txBody>
      </p:sp>
      <p:sp>
        <p:nvSpPr>
          <p:cNvPr id="17" name="text-55">
            <a:extLst xmlns:a="http://schemas.openxmlformats.org/drawingml/2006/main">
              <a:ext uri="{FF2B5EF4-FFF2-40B4-BE49-F238E27FC236}">
                <a16:creationId xmlns:a16="http://schemas.microsoft.com/office/drawing/2014/main" id="{4851FA26-4795-4F36-A5CB-467490D705A8}"/>
              </a:ext>
            </a:extLst>
          </p:cNvPr>
          <p:cNvSpPr>
            <a:spLocks xmlns:a="http://schemas.openxmlformats.org/drawingml/2006/main" noGrp="1"/>
          </p:cNvSpPr>
          <p:nvPr/>
        </p:nvSpPr>
        <p:spPr>
          <a:xfrm xmlns:a="http://schemas.openxmlformats.org/drawingml/2006/main">
            <a:off x="6706691" y="4676775"/>
            <a:ext cx="33134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فني</a:t>
            </a:r>
          </a:p>
        </p:txBody>
      </p:sp>
      <p:sp>
        <p:nvSpPr>
          <p:cNvPr id="18" name="text-56">
            <a:extLst xmlns:a="http://schemas.openxmlformats.org/drawingml/2006/main">
              <a:ext uri="{FF2B5EF4-FFF2-40B4-BE49-F238E27FC236}">
                <a16:creationId xmlns:a16="http://schemas.microsoft.com/office/drawing/2014/main" id="{87A37E51-9908-4960-AC0D-D078411DC880}"/>
              </a:ext>
            </a:extLst>
          </p:cNvPr>
          <p:cNvSpPr>
            <a:spLocks xmlns:a="http://schemas.openxmlformats.org/drawingml/2006/main" noGrp="1"/>
          </p:cNvSpPr>
          <p:nvPr/>
        </p:nvSpPr>
        <p:spPr>
          <a:xfrm xmlns:a="http://schemas.openxmlformats.org/drawingml/2006/main">
            <a:off x="6090016" y="4676775"/>
            <a:ext cx="58514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يستلهم</a:t>
            </a:r>
          </a:p>
        </p:txBody>
      </p:sp>
      <p:sp>
        <p:nvSpPr>
          <p:cNvPr id="19" name="text-57">
            <a:extLst xmlns:a="http://schemas.openxmlformats.org/drawingml/2006/main">
              <a:ext uri="{FF2B5EF4-FFF2-40B4-BE49-F238E27FC236}">
                <a16:creationId xmlns:a16="http://schemas.microsoft.com/office/drawing/2014/main" id="{A980670C-D12D-4BCA-9426-2B91167B6FFB}"/>
              </a:ext>
            </a:extLst>
          </p:cNvPr>
          <p:cNvSpPr>
            <a:spLocks xmlns:a="http://schemas.openxmlformats.org/drawingml/2006/main" noGrp="1"/>
          </p:cNvSpPr>
          <p:nvPr/>
        </p:nvSpPr>
        <p:spPr>
          <a:xfrm xmlns:a="http://schemas.openxmlformats.org/drawingml/2006/main">
            <a:off x="5785225" y="4676775"/>
            <a:ext cx="273264"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إرث</a:t>
            </a:r>
          </a:p>
        </p:txBody>
      </p:sp>
      <p:sp>
        <p:nvSpPr>
          <p:cNvPr id="20" name="text-58">
            <a:extLst xmlns:a="http://schemas.openxmlformats.org/drawingml/2006/main">
              <a:ext uri="{FF2B5EF4-FFF2-40B4-BE49-F238E27FC236}">
                <a16:creationId xmlns:a16="http://schemas.microsoft.com/office/drawing/2014/main" id="{BE362F35-14AC-4AA8-97DA-73A7E0CD5791}"/>
              </a:ext>
            </a:extLst>
          </p:cNvPr>
          <p:cNvSpPr>
            <a:spLocks xmlns:a="http://schemas.openxmlformats.org/drawingml/2006/main" noGrp="1"/>
          </p:cNvSpPr>
          <p:nvPr/>
        </p:nvSpPr>
        <p:spPr>
          <a:xfrm xmlns:a="http://schemas.openxmlformats.org/drawingml/2006/main">
            <a:off x="5275192" y="4676775"/>
            <a:ext cx="47850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العلماء</a:t>
            </a:r>
          </a:p>
        </p:txBody>
      </p:sp>
      <p:sp>
        <p:nvSpPr>
          <p:cNvPr id="21" name="text-59">
            <a:extLst xmlns:a="http://schemas.openxmlformats.org/drawingml/2006/main">
              <a:ext uri="{FF2B5EF4-FFF2-40B4-BE49-F238E27FC236}">
                <a16:creationId xmlns:a16="http://schemas.microsoft.com/office/drawing/2014/main" id="{A1B3B205-EEAB-4ACB-98A9-4793620A71A5}"/>
              </a:ext>
            </a:extLst>
          </p:cNvPr>
          <p:cNvSpPr>
            <a:spLocks xmlns:a="http://schemas.openxmlformats.org/drawingml/2006/main" noGrp="1"/>
          </p:cNvSpPr>
          <p:nvPr/>
        </p:nvSpPr>
        <p:spPr>
          <a:xfrm xmlns:a="http://schemas.openxmlformats.org/drawingml/2006/main">
            <a:off x="4737297" y="4676775"/>
            <a:ext cx="50636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والعلوم</a:t>
            </a:r>
          </a:p>
        </p:txBody>
      </p:sp>
      <p:sp>
        <p:nvSpPr>
          <p:cNvPr id="22" name="text-60">
            <a:extLst xmlns:a="http://schemas.openxmlformats.org/drawingml/2006/main">
              <a:ext uri="{FF2B5EF4-FFF2-40B4-BE49-F238E27FC236}">
                <a16:creationId xmlns:a16="http://schemas.microsoft.com/office/drawing/2014/main" id="{20FA3A78-4A22-49E3-B261-44BDEB0BD5AB}"/>
              </a:ext>
            </a:extLst>
          </p:cNvPr>
          <p:cNvSpPr>
            <a:spLocks xmlns:a="http://schemas.openxmlformats.org/drawingml/2006/main" noGrp="1"/>
          </p:cNvSpPr>
          <p:nvPr/>
        </p:nvSpPr>
        <p:spPr>
          <a:xfrm xmlns:a="http://schemas.openxmlformats.org/drawingml/2006/main">
            <a:off x="10322395" y="5038725"/>
            <a:ext cx="126000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الخوارزمي</a:t>
            </a:r>
          </a:p>
        </p:txBody>
      </p:sp>
      <p:sp>
        <p:nvSpPr>
          <p:cNvPr id="23" name="text-61">
            <a:extLst xmlns:a="http://schemas.openxmlformats.org/drawingml/2006/main">
              <a:ext uri="{FF2B5EF4-FFF2-40B4-BE49-F238E27FC236}">
                <a16:creationId xmlns:a16="http://schemas.microsoft.com/office/drawing/2014/main" id="{82CD2628-6776-45A5-A0D8-971D17462C01}"/>
              </a:ext>
            </a:extLst>
          </p:cNvPr>
          <p:cNvSpPr>
            <a:spLocks xmlns:a="http://schemas.openxmlformats.org/drawingml/2006/main" noGrp="1"/>
          </p:cNvSpPr>
          <p:nvPr/>
        </p:nvSpPr>
        <p:spPr>
          <a:xfrm xmlns:a="http://schemas.openxmlformats.org/drawingml/2006/main">
            <a:off x="10143675" y="5038725"/>
            <a:ext cx="12804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a:t>
            </a:r>
          </a:p>
        </p:txBody>
      </p:sp>
      <p:sp>
        <p:nvSpPr>
          <p:cNvPr id="24" name="text-62">
            <a:extLst xmlns:a="http://schemas.openxmlformats.org/drawingml/2006/main">
              <a:ext uri="{FF2B5EF4-FFF2-40B4-BE49-F238E27FC236}">
                <a16:creationId xmlns:a16="http://schemas.microsoft.com/office/drawing/2014/main" id="{304E9D09-2846-4DE0-BCB2-CBC3DE6C94DB}"/>
              </a:ext>
            </a:extLst>
          </p:cNvPr>
          <p:cNvSpPr>
            <a:spLocks xmlns:a="http://schemas.openxmlformats.org/drawingml/2006/main" noGrp="1"/>
          </p:cNvSpPr>
          <p:nvPr/>
        </p:nvSpPr>
        <p:spPr>
          <a:xfrm xmlns:a="http://schemas.openxmlformats.org/drawingml/2006/main">
            <a:off x="9486793" y="5038725"/>
            <a:ext cx="6062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الجبر</a:t>
            </a:r>
          </a:p>
        </p:txBody>
      </p:sp>
      <p:sp>
        <p:nvSpPr>
          <p:cNvPr id="25" name="text-63">
            <a:extLst xmlns:a="http://schemas.openxmlformats.org/drawingml/2006/main">
              <a:ext uri="{FF2B5EF4-FFF2-40B4-BE49-F238E27FC236}">
                <a16:creationId xmlns:a16="http://schemas.microsoft.com/office/drawing/2014/main" id="{38EEDD6A-FC56-44E5-85F0-D7B9D10B3A18}"/>
              </a:ext>
            </a:extLst>
          </p:cNvPr>
          <p:cNvSpPr>
            <a:spLocks xmlns:a="http://schemas.openxmlformats.org/drawingml/2006/main" noGrp="1"/>
          </p:cNvSpPr>
          <p:nvPr/>
        </p:nvSpPr>
        <p:spPr>
          <a:xfrm xmlns:a="http://schemas.openxmlformats.org/drawingml/2006/main">
            <a:off x="7918559" y="5038725"/>
            <a:ext cx="151756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والخوارزميات</a:t>
            </a:r>
          </a:p>
        </p:txBody>
      </p:sp>
      <p:sp>
        <p:nvSpPr>
          <p:cNvPr id="26" name="text-64">
            <a:extLst xmlns:a="http://schemas.openxmlformats.org/drawingml/2006/main">
              <a:ext uri="{FF2B5EF4-FFF2-40B4-BE49-F238E27FC236}">
                <a16:creationId xmlns:a16="http://schemas.microsoft.com/office/drawing/2014/main" id="{743BD59F-E7C6-46FD-A140-8D55FB5E9DB9}"/>
              </a:ext>
            </a:extLst>
          </p:cNvPr>
          <p:cNvSpPr>
            <a:spLocks xmlns:a="http://schemas.openxmlformats.org/drawingml/2006/main" noGrp="1"/>
          </p:cNvSpPr>
          <p:nvPr/>
        </p:nvSpPr>
        <p:spPr>
          <a:xfrm xmlns:a="http://schemas.openxmlformats.org/drawingml/2006/main">
            <a:off x="5488579" y="5038725"/>
            <a:ext cx="40739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ابن</a:t>
            </a:r>
          </a:p>
        </p:txBody>
      </p:sp>
      <p:sp>
        <p:nvSpPr>
          <p:cNvPr id="27" name="text-65">
            <a:extLst xmlns:a="http://schemas.openxmlformats.org/drawingml/2006/main">
              <a:ext uri="{FF2B5EF4-FFF2-40B4-BE49-F238E27FC236}">
                <a16:creationId xmlns:a16="http://schemas.microsoft.com/office/drawing/2014/main" id="{C8A63C68-7A8B-437F-A8EB-74F820723CB8}"/>
              </a:ext>
            </a:extLst>
          </p:cNvPr>
          <p:cNvSpPr>
            <a:spLocks xmlns:a="http://schemas.openxmlformats.org/drawingml/2006/main" noGrp="1"/>
          </p:cNvSpPr>
          <p:nvPr/>
        </p:nvSpPr>
        <p:spPr>
          <a:xfrm xmlns:a="http://schemas.openxmlformats.org/drawingml/2006/main">
            <a:off x="4721642" y="5038725"/>
            <a:ext cx="71626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الهيثم</a:t>
            </a:r>
          </a:p>
        </p:txBody>
      </p:sp>
      <p:sp>
        <p:nvSpPr>
          <p:cNvPr id="28" name="text-66">
            <a:extLst xmlns:a="http://schemas.openxmlformats.org/drawingml/2006/main">
              <a:ext uri="{FF2B5EF4-FFF2-40B4-BE49-F238E27FC236}">
                <a16:creationId xmlns:a16="http://schemas.microsoft.com/office/drawing/2014/main" id="{B319370F-D5E9-4E17-B86E-D87A10F0BF50}"/>
              </a:ext>
            </a:extLst>
          </p:cNvPr>
          <p:cNvSpPr>
            <a:spLocks xmlns:a="http://schemas.openxmlformats.org/drawingml/2006/main" noGrp="1"/>
          </p:cNvSpPr>
          <p:nvPr/>
        </p:nvSpPr>
        <p:spPr>
          <a:xfrm xmlns:a="http://schemas.openxmlformats.org/drawingml/2006/main">
            <a:off x="4542922" y="5038725"/>
            <a:ext cx="12804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a:t>
            </a:r>
          </a:p>
        </p:txBody>
      </p:sp>
      <p:sp>
        <p:nvSpPr>
          <p:cNvPr id="29" name="text-67">
            <a:extLst xmlns:a="http://schemas.openxmlformats.org/drawingml/2006/main">
              <a:ext uri="{FF2B5EF4-FFF2-40B4-BE49-F238E27FC236}">
                <a16:creationId xmlns:a16="http://schemas.microsoft.com/office/drawing/2014/main" id="{C027DB10-7C48-4329-A788-3A3CB68E5F68}"/>
              </a:ext>
            </a:extLst>
          </p:cNvPr>
          <p:cNvSpPr>
            <a:spLocks xmlns:a="http://schemas.openxmlformats.org/drawingml/2006/main" noGrp="1"/>
          </p:cNvSpPr>
          <p:nvPr/>
        </p:nvSpPr>
        <p:spPr>
          <a:xfrm xmlns:a="http://schemas.openxmlformats.org/drawingml/2006/main">
            <a:off x="3636904" y="5038725"/>
            <a:ext cx="8553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التجربة</a:t>
            </a:r>
          </a:p>
        </p:txBody>
      </p:sp>
      <p:sp>
        <p:nvSpPr>
          <p:cNvPr id="30" name="text-68">
            <a:extLst xmlns:a="http://schemas.openxmlformats.org/drawingml/2006/main">
              <a:ext uri="{FF2B5EF4-FFF2-40B4-BE49-F238E27FC236}">
                <a16:creationId xmlns:a16="http://schemas.microsoft.com/office/drawing/2014/main" id="{5B19DEB3-D387-4310-A77A-E3403DF43DC7}"/>
              </a:ext>
            </a:extLst>
          </p:cNvPr>
          <p:cNvSpPr>
            <a:spLocks xmlns:a="http://schemas.openxmlformats.org/drawingml/2006/main" noGrp="1"/>
          </p:cNvSpPr>
          <p:nvPr/>
        </p:nvSpPr>
        <p:spPr>
          <a:xfrm xmlns:a="http://schemas.openxmlformats.org/drawingml/2006/main">
            <a:off x="2565654" y="5038725"/>
            <a:ext cx="10205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والبرهان</a:t>
            </a:r>
          </a:p>
        </p:txBody>
      </p:sp>
      <p:sp>
        <p:nvSpPr>
          <p:cNvPr id="31" name="text-69">
            <a:extLst xmlns:a="http://schemas.openxmlformats.org/drawingml/2006/main">
              <a:ext uri="{FF2B5EF4-FFF2-40B4-BE49-F238E27FC236}">
                <a16:creationId xmlns:a16="http://schemas.microsoft.com/office/drawing/2014/main" id="{32D437C1-277B-40D8-AA98-A91751E7B230}"/>
              </a:ext>
            </a:extLst>
          </p:cNvPr>
          <p:cNvSpPr>
            <a:spLocks xmlns:a="http://schemas.openxmlformats.org/drawingml/2006/main" noGrp="1"/>
          </p:cNvSpPr>
          <p:nvPr/>
        </p:nvSpPr>
        <p:spPr>
          <a:xfrm xmlns:a="http://schemas.openxmlformats.org/drawingml/2006/main">
            <a:off x="7011777" y="5429250"/>
            <a:ext cx="64744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حساب</a:t>
            </a:r>
          </a:p>
        </p:txBody>
      </p:sp>
      <p:sp>
        <p:nvSpPr>
          <p:cNvPr id="32" name="text-70">
            <a:extLst xmlns:a="http://schemas.openxmlformats.org/drawingml/2006/main">
              <a:ext uri="{FF2B5EF4-FFF2-40B4-BE49-F238E27FC236}">
                <a16:creationId xmlns:a16="http://schemas.microsoft.com/office/drawing/2014/main" id="{EB502CB5-51E0-449E-A0CB-12408C694636}"/>
              </a:ext>
            </a:extLst>
          </p:cNvPr>
          <p:cNvSpPr>
            <a:spLocks xmlns:a="http://schemas.openxmlformats.org/drawingml/2006/main" noGrp="1"/>
          </p:cNvSpPr>
          <p:nvPr/>
        </p:nvSpPr>
        <p:spPr>
          <a:xfrm xmlns:a="http://schemas.openxmlformats.org/drawingml/2006/main">
            <a:off x="6474625" y="5429250"/>
            <a:ext cx="49067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يخدم</a:t>
            </a:r>
          </a:p>
        </p:txBody>
      </p:sp>
      <p:sp>
        <p:nvSpPr>
          <p:cNvPr id="33" name="text-71">
            <a:extLst xmlns:a="http://schemas.openxmlformats.org/drawingml/2006/main">
              <a:ext uri="{FF2B5EF4-FFF2-40B4-BE49-F238E27FC236}">
                <a16:creationId xmlns:a16="http://schemas.microsoft.com/office/drawing/2014/main" id="{3DD66ABD-2721-4406-9357-30F00802B7AE}"/>
              </a:ext>
            </a:extLst>
          </p:cNvPr>
          <p:cNvSpPr>
            <a:spLocks xmlns:a="http://schemas.openxmlformats.org/drawingml/2006/main" noGrp="1"/>
          </p:cNvSpPr>
          <p:nvPr/>
        </p:nvSpPr>
        <p:spPr>
          <a:xfrm xmlns:a="http://schemas.openxmlformats.org/drawingml/2006/main">
            <a:off x="6006443" y="5429250"/>
            <a:ext cx="4217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حياة</a:t>
            </a:r>
          </a:p>
        </p:txBody>
      </p:sp>
      <p:sp>
        <p:nvSpPr>
          <p:cNvPr id="34" name="text-72">
            <a:extLst xmlns:a="http://schemas.openxmlformats.org/drawingml/2006/main">
              <a:ext uri="{FF2B5EF4-FFF2-40B4-BE49-F238E27FC236}">
                <a16:creationId xmlns:a16="http://schemas.microsoft.com/office/drawing/2014/main" id="{400D2A13-A56E-4817-83DF-1BE88CBE5DD5}"/>
              </a:ext>
            </a:extLst>
          </p:cNvPr>
          <p:cNvSpPr>
            <a:spLocks xmlns:a="http://schemas.openxmlformats.org/drawingml/2006/main" noGrp="1"/>
          </p:cNvSpPr>
          <p:nvPr/>
        </p:nvSpPr>
        <p:spPr>
          <a:xfrm xmlns:a="http://schemas.openxmlformats.org/drawingml/2006/main">
            <a:off x="5408366" y="5429250"/>
            <a:ext cx="55159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الناس</a:t>
            </a:r>
          </a:p>
        </p:txBody>
      </p:sp>
      <p:sp>
        <p:nvSpPr>
          <p:cNvPr id="35" name="text-73">
            <a:extLst xmlns:a="http://schemas.openxmlformats.org/drawingml/2006/main">
              <a:ext uri="{FF2B5EF4-FFF2-40B4-BE49-F238E27FC236}">
                <a16:creationId xmlns:a16="http://schemas.microsoft.com/office/drawing/2014/main" id="{0074688D-432D-4B17-BCFA-B5A27E23DFD9}"/>
              </a:ext>
            </a:extLst>
          </p:cNvPr>
          <p:cNvSpPr>
            <a:spLocks xmlns:a="http://schemas.openxmlformats.org/drawingml/2006/main" noGrp="1"/>
          </p:cNvSpPr>
          <p:nvPr/>
        </p:nvSpPr>
        <p:spPr>
          <a:xfrm xmlns:a="http://schemas.openxmlformats.org/drawingml/2006/main">
            <a:off x="4494677" y="5429250"/>
            <a:ext cx="86720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ومواريثهم</a:t>
            </a:r>
          </a:p>
        </p:txBody>
      </p:sp>
      <p:sp>
        <p:nvSpPr>
          <p:cNvPr id="36" name="text-74">
            <a:extLst xmlns:a="http://schemas.openxmlformats.org/drawingml/2006/main">
              <a:ext uri="{FF2B5EF4-FFF2-40B4-BE49-F238E27FC236}">
                <a16:creationId xmlns:a16="http://schemas.microsoft.com/office/drawing/2014/main" id="{8192B7A2-A394-460C-AE4D-BD53F199112B}"/>
              </a:ext>
            </a:extLst>
          </p:cNvPr>
          <p:cNvSpPr>
            <a:spLocks xmlns:a="http://schemas.openxmlformats.org/drawingml/2006/main" noGrp="1"/>
          </p:cNvSpPr>
          <p:nvPr/>
        </p:nvSpPr>
        <p:spPr>
          <a:xfrm xmlns:a="http://schemas.openxmlformats.org/drawingml/2006/main">
            <a:off x="8339515" y="5829300"/>
            <a:ext cx="65892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المعرفة</a:t>
            </a:r>
          </a:p>
        </p:txBody>
      </p:sp>
      <p:sp>
        <p:nvSpPr>
          <p:cNvPr id="37" name="text-75">
            <a:extLst xmlns:a="http://schemas.openxmlformats.org/drawingml/2006/main">
              <a:ext uri="{FF2B5EF4-FFF2-40B4-BE49-F238E27FC236}">
                <a16:creationId xmlns:a16="http://schemas.microsoft.com/office/drawing/2014/main" id="{C02A7D7C-D6E2-4AA1-AD19-8CC870485C2C}"/>
              </a:ext>
            </a:extLst>
          </p:cNvPr>
          <p:cNvSpPr>
            <a:spLocks xmlns:a="http://schemas.openxmlformats.org/drawingml/2006/main" noGrp="1"/>
          </p:cNvSpPr>
          <p:nvPr/>
        </p:nvSpPr>
        <p:spPr>
          <a:xfrm xmlns:a="http://schemas.openxmlformats.org/drawingml/2006/main">
            <a:off x="7438979" y="5829300"/>
            <a:ext cx="8571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الإسلامية</a:t>
            </a:r>
          </a:p>
        </p:txBody>
      </p:sp>
      <p:sp>
        <p:nvSpPr>
          <p:cNvPr id="38" name="text-76">
            <a:extLst xmlns:a="http://schemas.openxmlformats.org/drawingml/2006/main">
              <a:ext uri="{FF2B5EF4-FFF2-40B4-BE49-F238E27FC236}">
                <a16:creationId xmlns:a16="http://schemas.microsoft.com/office/drawing/2014/main" id="{F1744909-0D15-421A-B8F5-1EC56285EF94}"/>
              </a:ext>
            </a:extLst>
          </p:cNvPr>
          <p:cNvSpPr>
            <a:spLocks xmlns:a="http://schemas.openxmlformats.org/drawingml/2006/main" noGrp="1"/>
          </p:cNvSpPr>
          <p:nvPr/>
        </p:nvSpPr>
        <p:spPr>
          <a:xfrm xmlns:a="http://schemas.openxmlformats.org/drawingml/2006/main">
            <a:off x="6900951" y="5829300"/>
            <a:ext cx="49459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تحتاج</a:t>
            </a:r>
          </a:p>
        </p:txBody>
      </p:sp>
      <p:sp>
        <p:nvSpPr>
          <p:cNvPr id="39" name="text-77">
            <a:extLst xmlns:a="http://schemas.openxmlformats.org/drawingml/2006/main">
              <a:ext uri="{FF2B5EF4-FFF2-40B4-BE49-F238E27FC236}">
                <a16:creationId xmlns:a16="http://schemas.microsoft.com/office/drawing/2014/main" id="{F66C0BA9-AAAF-4B04-AD4A-1D767005C06A}"/>
              </a:ext>
            </a:extLst>
          </p:cNvPr>
          <p:cNvSpPr>
            <a:spLocks xmlns:a="http://schemas.openxmlformats.org/drawingml/2006/main" noGrp="1"/>
          </p:cNvSpPr>
          <p:nvPr/>
        </p:nvSpPr>
        <p:spPr>
          <a:xfrm xmlns:a="http://schemas.openxmlformats.org/drawingml/2006/main">
            <a:off x="6290814" y="5829300"/>
            <a:ext cx="56670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سيادة</a:t>
            </a:r>
          </a:p>
        </p:txBody>
      </p:sp>
      <p:sp>
        <p:nvSpPr>
          <p:cNvPr id="40" name="text-78">
            <a:extLst xmlns:a="http://schemas.openxmlformats.org/drawingml/2006/main">
              <a:ext uri="{FF2B5EF4-FFF2-40B4-BE49-F238E27FC236}">
                <a16:creationId xmlns:a16="http://schemas.microsoft.com/office/drawing/2014/main" id="{8C0F6237-5830-4A5C-A874-603485FA9163}"/>
              </a:ext>
            </a:extLst>
          </p:cNvPr>
          <p:cNvSpPr>
            <a:spLocks xmlns:a="http://schemas.openxmlformats.org/drawingml/2006/main" noGrp="1"/>
          </p:cNvSpPr>
          <p:nvPr/>
        </p:nvSpPr>
        <p:spPr>
          <a:xfrm xmlns:a="http://schemas.openxmlformats.org/drawingml/2006/main">
            <a:off x="5809394" y="5829300"/>
            <a:ext cx="4379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على</a:t>
            </a:r>
          </a:p>
        </p:txBody>
      </p:sp>
      <p:sp>
        <p:nvSpPr>
          <p:cNvPr id="41" name="text-79">
            <a:extLst xmlns:a="http://schemas.openxmlformats.org/drawingml/2006/main">
              <a:ext uri="{FF2B5EF4-FFF2-40B4-BE49-F238E27FC236}">
                <a16:creationId xmlns:a16="http://schemas.microsoft.com/office/drawing/2014/main" id="{617A145F-C15D-4286-A27E-01E9DFCBC2E9}"/>
              </a:ext>
            </a:extLst>
          </p:cNvPr>
          <p:cNvSpPr>
            <a:spLocks xmlns:a="http://schemas.openxmlformats.org/drawingml/2006/main" noGrp="1"/>
          </p:cNvSpPr>
          <p:nvPr/>
        </p:nvSpPr>
        <p:spPr>
          <a:xfrm xmlns:a="http://schemas.openxmlformats.org/drawingml/2006/main">
            <a:off x="5269305" y="5829300"/>
            <a:ext cx="49665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الذكاء</a:t>
            </a:r>
          </a:p>
        </p:txBody>
      </p:sp>
      <p:sp>
        <p:nvSpPr>
          <p:cNvPr id="42" name="text-80">
            <a:extLst xmlns:a="http://schemas.openxmlformats.org/drawingml/2006/main">
              <a:ext uri="{FF2B5EF4-FFF2-40B4-BE49-F238E27FC236}">
                <a16:creationId xmlns:a16="http://schemas.microsoft.com/office/drawing/2014/main" id="{10B636DE-8B34-4126-87B8-83891430A4DE}"/>
              </a:ext>
            </a:extLst>
          </p:cNvPr>
          <p:cNvSpPr>
            <a:spLocks xmlns:a="http://schemas.openxmlformats.org/drawingml/2006/main" noGrp="1"/>
          </p:cNvSpPr>
          <p:nvPr/>
        </p:nvSpPr>
        <p:spPr>
          <a:xfrm xmlns:a="http://schemas.openxmlformats.org/drawingml/2006/main">
            <a:off x="4667409" y="5829300"/>
            <a:ext cx="5584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وضبطًا</a:t>
            </a:r>
          </a:p>
        </p:txBody>
      </p:sp>
      <p:sp>
        <p:nvSpPr>
          <p:cNvPr id="43" name="text-81">
            <a:extLst xmlns:a="http://schemas.openxmlformats.org/drawingml/2006/main">
              <a:ext uri="{FF2B5EF4-FFF2-40B4-BE49-F238E27FC236}">
                <a16:creationId xmlns:a16="http://schemas.microsoft.com/office/drawing/2014/main" id="{25482D38-5417-4EC9-8205-D81BB121E140}"/>
              </a:ext>
            </a:extLst>
          </p:cNvPr>
          <p:cNvSpPr>
            <a:spLocks xmlns:a="http://schemas.openxmlformats.org/drawingml/2006/main" noGrp="1"/>
          </p:cNvSpPr>
          <p:nvPr/>
        </p:nvSpPr>
        <p:spPr>
          <a:xfrm xmlns:a="http://schemas.openxmlformats.org/drawingml/2006/main">
            <a:off x="4143508" y="5829300"/>
            <a:ext cx="48046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للنص</a:t>
            </a:r>
          </a:p>
        </p:txBody>
      </p:sp>
      <p:sp>
        <p:nvSpPr>
          <p:cNvPr id="44" name="text-82">
            <a:extLst xmlns:a="http://schemas.openxmlformats.org/drawingml/2006/main">
              <a:ext uri="{FF2B5EF4-FFF2-40B4-BE49-F238E27FC236}">
                <a16:creationId xmlns:a16="http://schemas.microsoft.com/office/drawing/2014/main" id="{F0F405A4-29C3-4B54-BFEA-8BB09C53E4FA}"/>
              </a:ext>
            </a:extLst>
          </p:cNvPr>
          <p:cNvSpPr>
            <a:spLocks xmlns:a="http://schemas.openxmlformats.org/drawingml/2006/main" noGrp="1"/>
          </p:cNvSpPr>
          <p:nvPr/>
        </p:nvSpPr>
        <p:spPr>
          <a:xfrm xmlns:a="http://schemas.openxmlformats.org/drawingml/2006/main">
            <a:off x="3155461" y="5829300"/>
            <a:ext cx="94461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والاستدلال</a:t>
            </a:r>
          </a:p>
        </p:txBody>
      </p:sp>
    </p:spTree>
    <p:extLst>
      <p:ext uri="{BB962C8B-B14F-4D97-AF65-F5344CB8AC3E}">
        <p14:creationId xmlns:p14="http://schemas.microsoft.com/office/powerpoint/2010/main" val="1528657552"/>
      </p:ext>
    </p:extLst>
  </p:cSld>
</p:sld>
</file>

<file path=ppt/slides/slide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83">
            <a:extLst xmlns:a="http://schemas.openxmlformats.org/drawingml/2006/main">
              <a:ext uri="{FF2B5EF4-FFF2-40B4-BE49-F238E27FC236}">
                <a16:creationId xmlns:a16="http://schemas.microsoft.com/office/drawing/2014/main" id="{73E74D0F-21D6-47F5-A1EA-84C01AEDE0D1}"/>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لماذا</a:t>
            </a:r>
          </a:p>
        </p:txBody>
      </p:sp>
      <p:sp>
        <p:nvSpPr>
          <p:cNvPr id="2" name="text-84">
            <a:extLst xmlns:a="http://schemas.openxmlformats.org/drawingml/2006/main">
              <a:ext uri="{FF2B5EF4-FFF2-40B4-BE49-F238E27FC236}">
                <a16:creationId xmlns:a16="http://schemas.microsoft.com/office/drawing/2014/main" id="{3A695EB6-B745-4C1D-9DA5-655FBDFE6269}"/>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يعبد</a:t>
            </a:r>
          </a:p>
        </p:txBody>
      </p:sp>
      <p:sp>
        <p:nvSpPr>
          <p:cNvPr id="3" name="text-85">
            <a:extLst xmlns:a="http://schemas.openxmlformats.org/drawingml/2006/main">
              <a:ext uri="{FF2B5EF4-FFF2-40B4-BE49-F238E27FC236}">
                <a16:creationId xmlns:a16="http://schemas.microsoft.com/office/drawing/2014/main" id="{74CBD7BB-8C51-42A3-A0B5-796B6F2A8DB7}"/>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المسلمون</a:t>
            </a:r>
          </a:p>
        </p:txBody>
      </p:sp>
      <p:sp>
        <p:nvSpPr>
          <p:cNvPr id="4" name="text-86">
            <a:extLst xmlns:a="http://schemas.openxmlformats.org/drawingml/2006/main">
              <a:ext uri="{FF2B5EF4-FFF2-40B4-BE49-F238E27FC236}">
                <a16:creationId xmlns:a16="http://schemas.microsoft.com/office/drawing/2014/main" id="{914AC6A0-EDCC-462F-9D3C-721F34082E81}"/>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الكعبة؟</a:t>
            </a:r>
          </a:p>
        </p:txBody>
      </p:sp>
      <p:sp>
        <p:nvSpPr>
          <p:cNvPr id="5" name="shape-87">
            <a:extLst xmlns:a="http://schemas.openxmlformats.org/drawingml/2006/main">
              <a:ext uri="{FF2B5EF4-FFF2-40B4-BE49-F238E27FC236}">
                <a16:creationId xmlns:a16="http://schemas.microsoft.com/office/drawing/2014/main" id="{68CE68FD-9CEC-4AE3-A91E-1CA3E7DFE6F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88">
            <a:extLst xmlns:a="http://schemas.openxmlformats.org/drawingml/2006/main">
              <a:ext uri="{FF2B5EF4-FFF2-40B4-BE49-F238E27FC236}">
                <a16:creationId xmlns:a16="http://schemas.microsoft.com/office/drawing/2014/main" id="{6DB0577F-8551-4F89-85DA-A1C356CD5AB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89">
            <a:extLst xmlns:a="http://schemas.openxmlformats.org/drawingml/2006/main">
              <a:ext uri="{FF2B5EF4-FFF2-40B4-BE49-F238E27FC236}">
                <a16:creationId xmlns:a16="http://schemas.microsoft.com/office/drawing/2014/main" id="{D4C388B2-9817-46B0-9F11-CCC3E1D19B0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90">
            <a:extLst xmlns:a="http://schemas.openxmlformats.org/drawingml/2006/main">
              <a:ext uri="{FF2B5EF4-FFF2-40B4-BE49-F238E27FC236}">
                <a16:creationId xmlns:a16="http://schemas.microsoft.com/office/drawing/2014/main" id="{5C3A6506-D8E2-4401-8ECD-08B489262E0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91">
            <a:extLst xmlns:a="http://schemas.openxmlformats.org/drawingml/2006/main">
              <a:ext uri="{FF2B5EF4-FFF2-40B4-BE49-F238E27FC236}">
                <a16:creationId xmlns:a16="http://schemas.microsoft.com/office/drawing/2014/main" id="{665327DA-B8C2-40C5-9C8A-135F25DDD64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92">
            <a:extLst xmlns:a="http://schemas.openxmlformats.org/drawingml/2006/main">
              <a:ext uri="{FF2B5EF4-FFF2-40B4-BE49-F238E27FC236}">
                <a16:creationId xmlns:a16="http://schemas.microsoft.com/office/drawing/2014/main" id="{14BBDCFD-7B87-4B3C-A44E-45C5B912139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93">
            <a:extLst xmlns:a="http://schemas.openxmlformats.org/drawingml/2006/main">
              <a:ext uri="{FF2B5EF4-FFF2-40B4-BE49-F238E27FC236}">
                <a16:creationId xmlns:a16="http://schemas.microsoft.com/office/drawing/2014/main" id="{EE03D251-E79F-4420-9337-D335520C7859}"/>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94">
            <a:extLst xmlns:a="http://schemas.openxmlformats.org/drawingml/2006/main">
              <a:ext uri="{FF2B5EF4-FFF2-40B4-BE49-F238E27FC236}">
                <a16:creationId xmlns:a16="http://schemas.microsoft.com/office/drawing/2014/main" id="{D32C580B-BC69-4AD1-80B2-3EE5EF27B1E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7c0407441aac42d4"/>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95">
            <a:extLst xmlns:a="http://schemas.openxmlformats.org/drawingml/2006/main">
              <a:ext uri="{FF2B5EF4-FFF2-40B4-BE49-F238E27FC236}">
                <a16:creationId xmlns:a16="http://schemas.microsoft.com/office/drawing/2014/main" id="{D7A8EE0E-5FE4-4586-BAFD-A2AF30C10B6F}"/>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يصحح</a:t>
            </a:r>
          </a:p>
        </p:txBody>
      </p:sp>
      <p:sp>
        <p:nvSpPr>
          <p:cNvPr id="15" name="text-96">
            <a:extLst xmlns:a="http://schemas.openxmlformats.org/drawingml/2006/main">
              <a:ext uri="{FF2B5EF4-FFF2-40B4-BE49-F238E27FC236}">
                <a16:creationId xmlns:a16="http://schemas.microsoft.com/office/drawing/2014/main" id="{55EEF718-445E-4C75-B933-D200BD1EA97B}"/>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فرضية</a:t>
            </a:r>
          </a:p>
        </p:txBody>
      </p:sp>
      <p:sp>
        <p:nvSpPr>
          <p:cNvPr id="16" name="text-97">
            <a:extLst xmlns:a="http://schemas.openxmlformats.org/drawingml/2006/main">
              <a:ext uri="{FF2B5EF4-FFF2-40B4-BE49-F238E27FC236}">
                <a16:creationId xmlns:a16="http://schemas.microsoft.com/office/drawing/2014/main" id="{1D37C894-861B-4669-92A3-92EEE59E3ADB}"/>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السؤال</a:t>
            </a:r>
          </a:p>
        </p:txBody>
      </p:sp>
      <p:sp>
        <p:nvSpPr>
          <p:cNvPr id="17" name="text-98">
            <a:extLst xmlns:a="http://schemas.openxmlformats.org/drawingml/2006/main">
              <a:ext uri="{FF2B5EF4-FFF2-40B4-BE49-F238E27FC236}">
                <a16:creationId xmlns:a16="http://schemas.microsoft.com/office/drawing/2014/main" id="{1A959EB6-3947-44A3-88BD-EB1DE1A18B1F}"/>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18" name="text-99">
            <a:extLst xmlns:a="http://schemas.openxmlformats.org/drawingml/2006/main">
              <a:ext uri="{FF2B5EF4-FFF2-40B4-BE49-F238E27FC236}">
                <a16:creationId xmlns:a16="http://schemas.microsoft.com/office/drawing/2014/main" id="{E7D8D170-D8C6-439A-A2BA-5A1476419F71}"/>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يعبدون</a:t>
            </a:r>
          </a:p>
        </p:txBody>
      </p:sp>
      <p:sp>
        <p:nvSpPr>
          <p:cNvPr id="19" name="text-100">
            <a:extLst xmlns:a="http://schemas.openxmlformats.org/drawingml/2006/main">
              <a:ext uri="{FF2B5EF4-FFF2-40B4-BE49-F238E27FC236}">
                <a16:creationId xmlns:a16="http://schemas.microsoft.com/office/drawing/2014/main" id="{79B502A5-0627-4013-9C85-1A2C0925E005}"/>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الله</a:t>
            </a:r>
          </a:p>
        </p:txBody>
      </p:sp>
      <p:sp>
        <p:nvSpPr>
          <p:cNvPr id="20" name="text-101">
            <a:extLst xmlns:a="http://schemas.openxmlformats.org/drawingml/2006/main">
              <a:ext uri="{FF2B5EF4-FFF2-40B4-BE49-F238E27FC236}">
                <a16:creationId xmlns:a16="http://schemas.microsoft.com/office/drawing/2014/main" id="{E6A71FAA-6B2F-4DA0-8290-1A29171CC071}"/>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والكعبة</a:t>
            </a:r>
          </a:p>
        </p:txBody>
      </p:sp>
      <p:sp>
        <p:nvSpPr>
          <p:cNvPr id="21" name="text-102">
            <a:extLst xmlns:a="http://schemas.openxmlformats.org/drawingml/2006/main">
              <a:ext uri="{FF2B5EF4-FFF2-40B4-BE49-F238E27FC236}">
                <a16:creationId xmlns:a16="http://schemas.microsoft.com/office/drawing/2014/main" id="{3A28DB43-98C9-41D4-9CD3-793EECA363F4}"/>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قبلة</a:t>
            </a:r>
          </a:p>
        </p:txBody>
      </p:sp>
      <p:sp>
        <p:nvSpPr>
          <p:cNvPr id="22" name="text-103">
            <a:extLst xmlns:a="http://schemas.openxmlformats.org/drawingml/2006/main">
              <a:ext uri="{FF2B5EF4-FFF2-40B4-BE49-F238E27FC236}">
                <a16:creationId xmlns:a16="http://schemas.microsoft.com/office/drawing/2014/main" id="{0175F935-4290-418D-BA52-7A908E4E66F8}"/>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صلاتهم</a:t>
            </a:r>
          </a:p>
        </p:txBody>
      </p:sp>
      <p:sp>
        <p:nvSpPr>
          <p:cNvPr id="23" name="text-104">
            <a:extLst xmlns:a="http://schemas.openxmlformats.org/drawingml/2006/main">
              <a:ext uri="{FF2B5EF4-FFF2-40B4-BE49-F238E27FC236}">
                <a16:creationId xmlns:a16="http://schemas.microsoft.com/office/drawing/2014/main" id="{3621E1CF-1336-468E-B829-E0EC02033216}"/>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ثم</a:t>
            </a:r>
          </a:p>
        </p:txBody>
      </p:sp>
      <p:sp>
        <p:nvSpPr>
          <p:cNvPr id="24" name="text-105">
            <a:extLst xmlns:a="http://schemas.openxmlformats.org/drawingml/2006/main">
              <a:ext uri="{FF2B5EF4-FFF2-40B4-BE49-F238E27FC236}">
                <a16:creationId xmlns:a16="http://schemas.microsoft.com/office/drawing/2014/main" id="{D61D25B6-ED12-4380-A23C-77D64835BDFA}"/>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يتيح</a:t>
            </a:r>
          </a:p>
        </p:txBody>
      </p:sp>
      <p:sp>
        <p:nvSpPr>
          <p:cNvPr id="25" name="text-106">
            <a:extLst xmlns:a="http://schemas.openxmlformats.org/drawingml/2006/main">
              <a:ext uri="{FF2B5EF4-FFF2-40B4-BE49-F238E27FC236}">
                <a16:creationId xmlns:a16="http://schemas.microsoft.com/office/drawing/2014/main" id="{5E48FD70-9C82-46F4-9B52-1BEF790AB013}"/>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فتح</a:t>
            </a:r>
          </a:p>
        </p:txBody>
      </p:sp>
      <p:sp>
        <p:nvSpPr>
          <p:cNvPr id="26" name="text-107">
            <a:extLst xmlns:a="http://schemas.openxmlformats.org/drawingml/2006/main">
              <a:ext uri="{FF2B5EF4-FFF2-40B4-BE49-F238E27FC236}">
                <a16:creationId xmlns:a16="http://schemas.microsoft.com/office/drawing/2014/main" id="{F24EDDCD-DCB9-49A1-9F86-DBD0906531CC}"/>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المصدر</a:t>
            </a:r>
          </a:p>
        </p:txBody>
      </p:sp>
      <p:sp>
        <p:nvSpPr>
          <p:cNvPr id="27" name="text-108">
            <a:extLst xmlns:a="http://schemas.openxmlformats.org/drawingml/2006/main">
              <a:ext uri="{FF2B5EF4-FFF2-40B4-BE49-F238E27FC236}">
                <a16:creationId xmlns:a16="http://schemas.microsoft.com/office/drawing/2014/main" id="{A52BA46F-8E19-44D3-823F-F273F05D8CB6}"/>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والتحقق</a:t>
            </a:r>
          </a:p>
        </p:txBody>
      </p:sp>
      <p:sp>
        <p:nvSpPr>
          <p:cNvPr id="28" name="text-109">
            <a:extLst xmlns:a="http://schemas.openxmlformats.org/drawingml/2006/main">
              <a:ext uri="{FF2B5EF4-FFF2-40B4-BE49-F238E27FC236}">
                <a16:creationId xmlns:a16="http://schemas.microsoft.com/office/drawing/2014/main" id="{FD6C3B10-CF7F-4639-BA46-AEB74E3ED108}"/>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من</a:t>
            </a:r>
          </a:p>
        </p:txBody>
      </p:sp>
      <p:sp>
        <p:nvSpPr>
          <p:cNvPr id="29" name="text-110">
            <a:extLst xmlns:a="http://schemas.openxmlformats.org/drawingml/2006/main">
              <a:ext uri="{FF2B5EF4-FFF2-40B4-BE49-F238E27FC236}">
                <a16:creationId xmlns:a16="http://schemas.microsoft.com/office/drawing/2014/main" id="{92D7C555-E3B1-4C26-B0A5-5DAC941AEB0F}"/>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النص</a:t>
            </a:r>
          </a:p>
        </p:txBody>
      </p:sp>
      <p:sp>
        <p:nvSpPr>
          <p:cNvPr id="30" name="text-111">
            <a:extLst xmlns:a="http://schemas.openxmlformats.org/drawingml/2006/main">
              <a:ext uri="{FF2B5EF4-FFF2-40B4-BE49-F238E27FC236}">
                <a16:creationId xmlns:a16="http://schemas.microsoft.com/office/drawing/2014/main" id="{11C3D494-864C-46F6-AFFC-D0326B58B6A1}"/>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31" name="text-112">
            <a:extLst xmlns:a="http://schemas.openxmlformats.org/drawingml/2006/main">
              <a:ext uri="{FF2B5EF4-FFF2-40B4-BE49-F238E27FC236}">
                <a16:creationId xmlns:a16="http://schemas.microsoft.com/office/drawing/2014/main" id="{859988A7-7433-4AFF-8F37-B6722BE97D0D}"/>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2" name="text-113">
            <a:extLst xmlns:a="http://schemas.openxmlformats.org/drawingml/2006/main">
              <a:ext uri="{FF2B5EF4-FFF2-40B4-BE49-F238E27FC236}">
                <a16:creationId xmlns:a16="http://schemas.microsoft.com/office/drawing/2014/main" id="{4A806D8D-C14D-4B45-834A-A6261B0E7966}"/>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3" name="text-114">
            <a:extLst xmlns:a="http://schemas.openxmlformats.org/drawingml/2006/main">
              <a:ext uri="{FF2B5EF4-FFF2-40B4-BE49-F238E27FC236}">
                <a16:creationId xmlns:a16="http://schemas.microsoft.com/office/drawing/2014/main" id="{80194769-8E93-4161-9CE8-B1C75E935BA5}"/>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4" name="text-115">
            <a:extLst xmlns:a="http://schemas.openxmlformats.org/drawingml/2006/main">
              <a:ext uri="{FF2B5EF4-FFF2-40B4-BE49-F238E27FC236}">
                <a16:creationId xmlns:a16="http://schemas.microsoft.com/office/drawing/2014/main" id="{EBEFC9C6-6ECF-4871-A264-DC938FD58693}"/>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5" name="text-116">
            <a:extLst xmlns:a="http://schemas.openxmlformats.org/drawingml/2006/main">
              <a:ext uri="{FF2B5EF4-FFF2-40B4-BE49-F238E27FC236}">
                <a16:creationId xmlns:a16="http://schemas.microsoft.com/office/drawing/2014/main" id="{9A3DF18A-19AA-4690-8607-6BA33282690C}"/>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6" name="text-117">
            <a:extLst xmlns:a="http://schemas.openxmlformats.org/drawingml/2006/main">
              <a:ext uri="{FF2B5EF4-FFF2-40B4-BE49-F238E27FC236}">
                <a16:creationId xmlns:a16="http://schemas.microsoft.com/office/drawing/2014/main" id="{9CDC8E3B-C8FE-495D-875D-805C4A9E95E7}"/>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7" name="text-118">
            <a:extLst xmlns:a="http://schemas.openxmlformats.org/drawingml/2006/main">
              <a:ext uri="{FF2B5EF4-FFF2-40B4-BE49-F238E27FC236}">
                <a16:creationId xmlns:a16="http://schemas.microsoft.com/office/drawing/2014/main" id="{653E65B4-3EE7-4B05-80A2-38517E79C1DA}"/>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المصدر</a:t>
            </a:r>
          </a:p>
        </p:txBody>
      </p:sp>
      <p:sp>
        <p:nvSpPr>
          <p:cNvPr id="38" name="text-119">
            <a:extLst xmlns:a="http://schemas.openxmlformats.org/drawingml/2006/main">
              <a:ext uri="{FF2B5EF4-FFF2-40B4-BE49-F238E27FC236}">
                <a16:creationId xmlns:a16="http://schemas.microsoft.com/office/drawing/2014/main" id="{2F9A8799-3D8E-4A99-BF2F-0AD44D76C8C5}"/>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فُتح</a:t>
            </a:r>
          </a:p>
        </p:txBody>
      </p:sp>
      <p:sp>
        <p:nvSpPr>
          <p:cNvPr id="39" name="text-120">
            <a:extLst xmlns:a="http://schemas.openxmlformats.org/drawingml/2006/main">
              <a:ext uri="{FF2B5EF4-FFF2-40B4-BE49-F238E27FC236}">
                <a16:creationId xmlns:a16="http://schemas.microsoft.com/office/drawing/2014/main" id="{980DE985-7678-45D6-8ACF-11E547C1877D}"/>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وطُوبق</a:t>
            </a:r>
          </a:p>
        </p:txBody>
      </p:sp>
      <p:sp>
        <p:nvSpPr>
          <p:cNvPr id="40" name="text-121">
            <a:extLst xmlns:a="http://schemas.openxmlformats.org/drawingml/2006/main">
              <a:ext uri="{FF2B5EF4-FFF2-40B4-BE49-F238E27FC236}">
                <a16:creationId xmlns:a16="http://schemas.microsoft.com/office/drawing/2014/main" id="{B8996B61-CC30-47D7-88FE-1B8ABC350E9F}"/>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41" name="text-122">
            <a:extLst xmlns:a="http://schemas.openxmlformats.org/drawingml/2006/main">
              <a:ext uri="{FF2B5EF4-FFF2-40B4-BE49-F238E27FC236}">
                <a16:creationId xmlns:a16="http://schemas.microsoft.com/office/drawing/2014/main" id="{D0F94EA2-E121-407B-A830-1BE5B690A03B}"/>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الجواب</a:t>
            </a:r>
          </a:p>
        </p:txBody>
      </p:sp>
    </p:spTree>
    <p:extLst>
      <p:ext uri="{BB962C8B-B14F-4D97-AF65-F5344CB8AC3E}">
        <p14:creationId xmlns:p14="http://schemas.microsoft.com/office/powerpoint/2010/main" val="887081801"/>
      </p:ext>
    </p:extLst>
  </p:cSld>
</p:sld>
</file>

<file path=ppt/slides/slide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123">
            <a:extLst xmlns:a="http://schemas.openxmlformats.org/drawingml/2006/main">
              <a:ext uri="{FF2B5EF4-FFF2-40B4-BE49-F238E27FC236}">
                <a16:creationId xmlns:a16="http://schemas.microsoft.com/office/drawing/2014/main" id="{297124DC-C0D8-43F3-A8D7-3F235B848131}"/>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مجلس</a:t>
            </a:r>
          </a:p>
        </p:txBody>
      </p:sp>
      <p:sp>
        <p:nvSpPr>
          <p:cNvPr id="2" name="text-124">
            <a:extLst xmlns:a="http://schemas.openxmlformats.org/drawingml/2006/main">
              <a:ext uri="{FF2B5EF4-FFF2-40B4-BE49-F238E27FC236}">
                <a16:creationId xmlns:a16="http://schemas.microsoft.com/office/drawing/2014/main" id="{787854ED-DE37-4701-B6F9-18BF53D96C27}"/>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سلسبيل</a:t>
            </a:r>
          </a:p>
        </p:txBody>
      </p:sp>
      <p:sp>
        <p:nvSpPr>
          <p:cNvPr id="3" name="text-125">
            <a:extLst xmlns:a="http://schemas.openxmlformats.org/drawingml/2006/main">
              <a:ext uri="{FF2B5EF4-FFF2-40B4-BE49-F238E27FC236}">
                <a16:creationId xmlns:a16="http://schemas.microsoft.com/office/drawing/2014/main" id="{80049F17-AAC7-4EF5-AF09-5A54B4ED8FE0}"/>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يوضح</a:t>
            </a:r>
          </a:p>
        </p:txBody>
      </p:sp>
      <p:sp>
        <p:nvSpPr>
          <p:cNvPr id="4" name="text-126">
            <a:extLst xmlns:a="http://schemas.openxmlformats.org/drawingml/2006/main">
              <a:ext uri="{FF2B5EF4-FFF2-40B4-BE49-F238E27FC236}">
                <a16:creationId xmlns:a16="http://schemas.microsoft.com/office/drawing/2014/main" id="{F754CF70-39F5-4449-A44B-6E5C9A7C3249}"/>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دور</a:t>
            </a:r>
          </a:p>
        </p:txBody>
      </p:sp>
      <p:sp>
        <p:nvSpPr>
          <p:cNvPr id="5" name="text-127">
            <a:extLst xmlns:a="http://schemas.openxmlformats.org/drawingml/2006/main">
              <a:ext uri="{FF2B5EF4-FFF2-40B4-BE49-F238E27FC236}">
                <a16:creationId xmlns:a16="http://schemas.microsoft.com/office/drawing/2014/main" id="{1DC8DD58-E08B-4E1C-9D69-C0FB6853E455}"/>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كل</a:t>
            </a:r>
          </a:p>
        </p:txBody>
      </p:sp>
      <p:sp>
        <p:nvSpPr>
          <p:cNvPr id="6" name="text-128">
            <a:extLst xmlns:a="http://schemas.openxmlformats.org/drawingml/2006/main">
              <a:ext uri="{FF2B5EF4-FFF2-40B4-BE49-F238E27FC236}">
                <a16:creationId xmlns:a16="http://schemas.microsoft.com/office/drawing/2014/main" id="{3F1A4EBA-1059-4466-8EC7-FBB359528C9F}"/>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7" name="shape-129">
            <a:extLst xmlns:a="http://schemas.openxmlformats.org/drawingml/2006/main">
              <a:ext uri="{FF2B5EF4-FFF2-40B4-BE49-F238E27FC236}">
                <a16:creationId xmlns:a16="http://schemas.microsoft.com/office/drawing/2014/main" id="{3C15AE62-54F3-4A15-9A9B-4FC3BA75B84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30">
            <a:extLst xmlns:a="http://schemas.openxmlformats.org/drawingml/2006/main">
              <a:ext uri="{FF2B5EF4-FFF2-40B4-BE49-F238E27FC236}">
                <a16:creationId xmlns:a16="http://schemas.microsoft.com/office/drawing/2014/main" id="{569B2918-7C9D-4B09-A264-689BBFA3AC9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31">
            <a:extLst xmlns:a="http://schemas.openxmlformats.org/drawingml/2006/main">
              <a:ext uri="{FF2B5EF4-FFF2-40B4-BE49-F238E27FC236}">
                <a16:creationId xmlns:a16="http://schemas.microsoft.com/office/drawing/2014/main" id="{10DCF14D-775F-4F66-A920-87B49E758499}"/>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132">
            <a:extLst xmlns:a="http://schemas.openxmlformats.org/drawingml/2006/main">
              <a:ext uri="{FF2B5EF4-FFF2-40B4-BE49-F238E27FC236}">
                <a16:creationId xmlns:a16="http://schemas.microsoft.com/office/drawing/2014/main" id="{D51CF8FF-6BD3-4D5C-B021-CFE2B9934F90}"/>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133">
            <a:extLst xmlns:a="http://schemas.openxmlformats.org/drawingml/2006/main">
              <a:ext uri="{FF2B5EF4-FFF2-40B4-BE49-F238E27FC236}">
                <a16:creationId xmlns:a16="http://schemas.microsoft.com/office/drawing/2014/main" id="{6C1DBD69-ECBD-460A-BB92-C13DAE6799E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134">
            <a:extLst xmlns:a="http://schemas.openxmlformats.org/drawingml/2006/main">
              <a:ext uri="{FF2B5EF4-FFF2-40B4-BE49-F238E27FC236}">
                <a16:creationId xmlns:a16="http://schemas.microsoft.com/office/drawing/2014/main" id="{69C170AF-18EC-4FE9-BA7E-179C93023CD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135">
            <a:extLst xmlns:a="http://schemas.openxmlformats.org/drawingml/2006/main">
              <a:ext uri="{FF2B5EF4-FFF2-40B4-BE49-F238E27FC236}">
                <a16:creationId xmlns:a16="http://schemas.microsoft.com/office/drawing/2014/main" id="{56C26722-3D95-4C2F-BB57-1A455F6F559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136">
            <a:extLst xmlns:a="http://schemas.openxmlformats.org/drawingml/2006/main">
              <a:ext uri="{FF2B5EF4-FFF2-40B4-BE49-F238E27FC236}">
                <a16:creationId xmlns:a16="http://schemas.microsoft.com/office/drawing/2014/main" id="{CE03A492-211A-43F6-A925-D4BFC00B9DF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6fed4f38ee584793"/>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37">
            <a:extLst xmlns:a="http://schemas.openxmlformats.org/drawingml/2006/main">
              <a:ext uri="{FF2B5EF4-FFF2-40B4-BE49-F238E27FC236}">
                <a16:creationId xmlns:a16="http://schemas.microsoft.com/office/drawing/2014/main" id="{2046EC5C-DE7E-4545-91D1-9F444A4B9F1E}"/>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برق</a:t>
            </a:r>
          </a:p>
        </p:txBody>
      </p:sp>
      <p:sp>
        <p:nvSpPr>
          <p:cNvPr id="17" name="text-138">
            <a:extLst xmlns:a="http://schemas.openxmlformats.org/drawingml/2006/main">
              <a:ext uri="{FF2B5EF4-FFF2-40B4-BE49-F238E27FC236}">
                <a16:creationId xmlns:a16="http://schemas.microsoft.com/office/drawing/2014/main" id="{9BEE4E64-DEC0-441A-B51A-68C6D065BF4F}"/>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الفتى</a:t>
            </a:r>
          </a:p>
        </p:txBody>
      </p:sp>
      <p:sp>
        <p:nvSpPr>
          <p:cNvPr id="18" name="text-139">
            <a:extLst xmlns:a="http://schemas.openxmlformats.org/drawingml/2006/main">
              <a:ext uri="{FF2B5EF4-FFF2-40B4-BE49-F238E27FC236}">
                <a16:creationId xmlns:a16="http://schemas.microsoft.com/office/drawing/2014/main" id="{69B5A047-81CD-4F4D-9406-4770560C17D3}"/>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القرآن</a:t>
            </a:r>
          </a:p>
        </p:txBody>
      </p:sp>
      <p:sp>
        <p:nvSpPr>
          <p:cNvPr id="19" name="text-140">
            <a:extLst xmlns:a="http://schemas.openxmlformats.org/drawingml/2006/main">
              <a:ext uri="{FF2B5EF4-FFF2-40B4-BE49-F238E27FC236}">
                <a16:creationId xmlns:a16="http://schemas.microsoft.com/office/drawing/2014/main" id="{73BFF28D-BBB9-4553-9D5E-BD5DB0BECFE8}"/>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والحديث</a:t>
            </a:r>
          </a:p>
        </p:txBody>
      </p:sp>
      <p:sp>
        <p:nvSpPr>
          <p:cNvPr id="20" name="text-141">
            <a:extLst xmlns:a="http://schemas.openxmlformats.org/drawingml/2006/main">
              <a:ext uri="{FF2B5EF4-FFF2-40B4-BE49-F238E27FC236}">
                <a16:creationId xmlns:a16="http://schemas.microsoft.com/office/drawing/2014/main" id="{30128A72-B017-4A19-BC34-5EEB7081A7B0}"/>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واللغة</a:t>
            </a:r>
          </a:p>
        </p:txBody>
      </p:sp>
      <p:sp>
        <p:nvSpPr>
          <p:cNvPr id="21" name="text-142">
            <a:extLst xmlns:a="http://schemas.openxmlformats.org/drawingml/2006/main">
              <a:ext uri="{FF2B5EF4-FFF2-40B4-BE49-F238E27FC236}">
                <a16:creationId xmlns:a16="http://schemas.microsoft.com/office/drawing/2014/main" id="{C3F20B1E-E862-4C68-BCC2-FBF367A6C918}"/>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لينة</a:t>
            </a:r>
          </a:p>
        </p:txBody>
      </p:sp>
      <p:sp>
        <p:nvSpPr>
          <p:cNvPr id="22" name="text-143">
            <a:extLst xmlns:a="http://schemas.openxmlformats.org/drawingml/2006/main">
              <a:ext uri="{FF2B5EF4-FFF2-40B4-BE49-F238E27FC236}">
                <a16:creationId xmlns:a16="http://schemas.microsoft.com/office/drawing/2014/main" id="{D6C85942-6594-46A0-84D4-3D44A706E609}"/>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الفقه</a:t>
            </a:r>
          </a:p>
        </p:txBody>
      </p:sp>
      <p:sp>
        <p:nvSpPr>
          <p:cNvPr id="23" name="text-144">
            <a:extLst xmlns:a="http://schemas.openxmlformats.org/drawingml/2006/main">
              <a:ext uri="{FF2B5EF4-FFF2-40B4-BE49-F238E27FC236}">
                <a16:creationId xmlns:a16="http://schemas.microsoft.com/office/drawing/2014/main" id="{AD64DA51-7511-40C7-86D6-0FD6B5DE82C2}"/>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وأحكام</a:t>
            </a:r>
          </a:p>
        </p:txBody>
      </p:sp>
      <p:sp>
        <p:nvSpPr>
          <p:cNvPr id="24" name="text-145">
            <a:extLst xmlns:a="http://schemas.openxmlformats.org/drawingml/2006/main">
              <a:ext uri="{FF2B5EF4-FFF2-40B4-BE49-F238E27FC236}">
                <a16:creationId xmlns:a16="http://schemas.microsoft.com/office/drawing/2014/main" id="{079C2E31-1325-41DD-B5C6-BF3C6CD22CC5}"/>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الأسرة</a:t>
            </a:r>
          </a:p>
        </p:txBody>
      </p:sp>
      <p:sp>
        <p:nvSpPr>
          <p:cNvPr id="25" name="text-146">
            <a:extLst xmlns:a="http://schemas.openxmlformats.org/drawingml/2006/main">
              <a:ext uri="{FF2B5EF4-FFF2-40B4-BE49-F238E27FC236}">
                <a16:creationId xmlns:a16="http://schemas.microsoft.com/office/drawing/2014/main" id="{5B157B41-2338-420D-95CC-A51392ED07AF}"/>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قبس</a:t>
            </a:r>
          </a:p>
        </p:txBody>
      </p:sp>
      <p:sp>
        <p:nvSpPr>
          <p:cNvPr id="26" name="text-147">
            <a:extLst xmlns:a="http://schemas.openxmlformats.org/drawingml/2006/main">
              <a:ext uri="{FF2B5EF4-FFF2-40B4-BE49-F238E27FC236}">
                <a16:creationId xmlns:a16="http://schemas.microsoft.com/office/drawing/2014/main" id="{2C18D819-42D1-4F6B-AF0A-9EF190CC7726}"/>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البحث</a:t>
            </a:r>
          </a:p>
        </p:txBody>
      </p:sp>
      <p:sp>
        <p:nvSpPr>
          <p:cNvPr id="27" name="text-148">
            <a:extLst xmlns:a="http://schemas.openxmlformats.org/drawingml/2006/main">
              <a:ext uri="{FF2B5EF4-FFF2-40B4-BE49-F238E27FC236}">
                <a16:creationId xmlns:a16="http://schemas.microsoft.com/office/drawing/2014/main" id="{39C639AF-ABCB-4FD1-AE6F-9996D20F75D5}"/>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وربط</a:t>
            </a:r>
          </a:p>
        </p:txBody>
      </p:sp>
      <p:sp>
        <p:nvSpPr>
          <p:cNvPr id="28" name="text-149">
            <a:extLst xmlns:a="http://schemas.openxmlformats.org/drawingml/2006/main">
              <a:ext uri="{FF2B5EF4-FFF2-40B4-BE49-F238E27FC236}">
                <a16:creationId xmlns:a16="http://schemas.microsoft.com/office/drawing/2014/main" id="{00903468-AB4E-4245-B1C7-64F9A4520AAF}"/>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الأدلة</a:t>
            </a:r>
          </a:p>
        </p:txBody>
      </p:sp>
    </p:spTree>
    <p:extLst>
      <p:ext uri="{BB962C8B-B14F-4D97-AF65-F5344CB8AC3E}">
        <p14:creationId xmlns:p14="http://schemas.microsoft.com/office/powerpoint/2010/main" val="229436868"/>
      </p:ext>
    </p:extLst>
  </p:cSld>
</p:sld>
</file>

<file path=ppt/slides/slide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3" name="text-150">
            <a:extLst xmlns:a="http://schemas.openxmlformats.org/drawingml/2006/main">
              <a:ext uri="{FF2B5EF4-FFF2-40B4-BE49-F238E27FC236}">
                <a16:creationId xmlns:a16="http://schemas.microsoft.com/office/drawing/2014/main" id="{CAC431BC-AB08-4BAB-B33C-A09208D89E0B}"/>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51">
            <a:extLst xmlns:a="http://schemas.openxmlformats.org/drawingml/2006/main">
              <a:ext uri="{FF2B5EF4-FFF2-40B4-BE49-F238E27FC236}">
                <a16:creationId xmlns:a16="http://schemas.microsoft.com/office/drawing/2014/main" id="{2AE02DAB-CB31-4048-86F2-CA7656211397}"/>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تبدأ؟</a:t>
            </a:r>
          </a:p>
        </p:txBody>
      </p:sp>
      <p:sp>
        <p:nvSpPr>
          <p:cNvPr id="3" name="text-152">
            <a:extLst xmlns:a="http://schemas.openxmlformats.org/drawingml/2006/main">
              <a:ext uri="{FF2B5EF4-FFF2-40B4-BE49-F238E27FC236}">
                <a16:creationId xmlns:a16="http://schemas.microsoft.com/office/drawing/2014/main" id="{F203CDD4-84B7-4468-9A22-D5E0B201A1DB}"/>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4" name="text-153">
            <a:extLst xmlns:a="http://schemas.openxmlformats.org/drawingml/2006/main">
              <a:ext uri="{FF2B5EF4-FFF2-40B4-BE49-F238E27FC236}">
                <a16:creationId xmlns:a16="http://schemas.microsoft.com/office/drawing/2014/main" id="{521D2CAE-2649-44DF-910A-A3CC25C8AE8A}"/>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5" name="text-154">
            <a:extLst xmlns:a="http://schemas.openxmlformats.org/drawingml/2006/main">
              <a:ext uri="{FF2B5EF4-FFF2-40B4-BE49-F238E27FC236}">
                <a16:creationId xmlns:a16="http://schemas.microsoft.com/office/drawing/2014/main" id="{E5D513E0-E001-4898-80EA-E3DFC5BFAA29}"/>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سؤال</a:t>
            </a:r>
          </a:p>
        </p:txBody>
      </p:sp>
      <p:sp>
        <p:nvSpPr>
          <p:cNvPr id="6" name="shape-155">
            <a:extLst xmlns:a="http://schemas.openxmlformats.org/drawingml/2006/main">
              <a:ext uri="{FF2B5EF4-FFF2-40B4-BE49-F238E27FC236}">
                <a16:creationId xmlns:a16="http://schemas.microsoft.com/office/drawing/2014/main" id="{86E88163-7199-4A5E-AC11-6C4231764D3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156">
            <a:extLst xmlns:a="http://schemas.openxmlformats.org/drawingml/2006/main">
              <a:ext uri="{FF2B5EF4-FFF2-40B4-BE49-F238E27FC236}">
                <a16:creationId xmlns:a16="http://schemas.microsoft.com/office/drawing/2014/main" id="{980DC9B7-CC9D-4092-BD2C-454FA2079CB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157">
            <a:extLst xmlns:a="http://schemas.openxmlformats.org/drawingml/2006/main">
              <a:ext uri="{FF2B5EF4-FFF2-40B4-BE49-F238E27FC236}">
                <a16:creationId xmlns:a16="http://schemas.microsoft.com/office/drawing/2014/main" id="{0BF474D4-A615-4AE3-9775-383FA1C21B3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158">
            <a:extLst xmlns:a="http://schemas.openxmlformats.org/drawingml/2006/main">
              <a:ext uri="{FF2B5EF4-FFF2-40B4-BE49-F238E27FC236}">
                <a16:creationId xmlns:a16="http://schemas.microsoft.com/office/drawing/2014/main" id="{548ADF6F-1488-4549-9BB8-0DF1FBFCE82C}"/>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159">
            <a:extLst xmlns:a="http://schemas.openxmlformats.org/drawingml/2006/main">
              <a:ext uri="{FF2B5EF4-FFF2-40B4-BE49-F238E27FC236}">
                <a16:creationId xmlns:a16="http://schemas.microsoft.com/office/drawing/2014/main" id="{2081BAF0-B87E-4101-BDDE-7717540968E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160">
            <a:extLst xmlns:a="http://schemas.openxmlformats.org/drawingml/2006/main">
              <a:ext uri="{FF2B5EF4-FFF2-40B4-BE49-F238E27FC236}">
                <a16:creationId xmlns:a16="http://schemas.microsoft.com/office/drawing/2014/main" id="{28A75882-72C3-4F59-B748-697EA417B12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161">
            <a:extLst xmlns:a="http://schemas.openxmlformats.org/drawingml/2006/main">
              <a:ext uri="{FF2B5EF4-FFF2-40B4-BE49-F238E27FC236}">
                <a16:creationId xmlns:a16="http://schemas.microsoft.com/office/drawing/2014/main" id="{6FB63026-6642-407D-9C24-2829D1BF6CA9}"/>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162">
            <a:extLst xmlns:a="http://schemas.openxmlformats.org/drawingml/2006/main">
              <a:ext uri="{FF2B5EF4-FFF2-40B4-BE49-F238E27FC236}">
                <a16:creationId xmlns:a16="http://schemas.microsoft.com/office/drawing/2014/main" id="{69FA19F8-3978-44E9-B9A6-3F9AF599631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a0c77fafd3dc4b9a"/>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63">
            <a:extLst xmlns:a="http://schemas.openxmlformats.org/drawingml/2006/main">
              <a:ext uri="{FF2B5EF4-FFF2-40B4-BE49-F238E27FC236}">
                <a16:creationId xmlns:a16="http://schemas.microsoft.com/office/drawing/2014/main" id="{3DDF6BF9-83E5-4FC9-9842-D685813FAC32}"/>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اختر</a:t>
            </a:r>
          </a:p>
        </p:txBody>
      </p:sp>
      <p:sp>
        <p:nvSpPr>
          <p:cNvPr id="16" name="text-164">
            <a:extLst xmlns:a="http://schemas.openxmlformats.org/drawingml/2006/main">
              <a:ext uri="{FF2B5EF4-FFF2-40B4-BE49-F238E27FC236}">
                <a16:creationId xmlns:a16="http://schemas.microsoft.com/office/drawing/2014/main" id="{EF9DE46E-5A3E-4C74-AE6F-11EF01B44F51}"/>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الشخصية</a:t>
            </a:r>
          </a:p>
        </p:txBody>
      </p:sp>
      <p:sp>
        <p:nvSpPr>
          <p:cNvPr id="17" name="text-165">
            <a:extLst xmlns:a="http://schemas.openxmlformats.org/drawingml/2006/main">
              <a:ext uri="{FF2B5EF4-FFF2-40B4-BE49-F238E27FC236}">
                <a16:creationId xmlns:a16="http://schemas.microsoft.com/office/drawing/2014/main" id="{EC65DF26-4912-42FC-B5A5-A796D1065EA4}"/>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اكتب</a:t>
            </a:r>
          </a:p>
        </p:txBody>
      </p:sp>
      <p:sp>
        <p:nvSpPr>
          <p:cNvPr id="18" name="text-166">
            <a:extLst xmlns:a="http://schemas.openxmlformats.org/drawingml/2006/main">
              <a:ext uri="{FF2B5EF4-FFF2-40B4-BE49-F238E27FC236}">
                <a16:creationId xmlns:a16="http://schemas.microsoft.com/office/drawing/2014/main" id="{AC7479EF-F8A9-4623-961B-8DA24AC2B15E}"/>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19" name="text-167">
            <a:extLst xmlns:a="http://schemas.openxmlformats.org/drawingml/2006/main">
              <a:ext uri="{FF2B5EF4-FFF2-40B4-BE49-F238E27FC236}">
                <a16:creationId xmlns:a16="http://schemas.microsoft.com/office/drawing/2014/main" id="{109D21CC-62F7-443F-8350-E39DD5941023}"/>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اضغط</a:t>
            </a:r>
          </a:p>
        </p:txBody>
      </p:sp>
      <p:sp>
        <p:nvSpPr>
          <p:cNvPr id="20" name="text-168">
            <a:extLst xmlns:a="http://schemas.openxmlformats.org/drawingml/2006/main">
              <a:ext uri="{FF2B5EF4-FFF2-40B4-BE49-F238E27FC236}">
                <a16:creationId xmlns:a16="http://schemas.microsoft.com/office/drawing/2014/main" id="{5F54CE4C-2CE8-406F-9C89-62D43D1435EE}"/>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الإرسال</a:t>
            </a:r>
          </a:p>
        </p:txBody>
      </p:sp>
      <p:sp>
        <p:nvSpPr>
          <p:cNvPr id="21" name="text-169">
            <a:extLst xmlns:a="http://schemas.openxmlformats.org/drawingml/2006/main">
              <a:ext uri="{FF2B5EF4-FFF2-40B4-BE49-F238E27FC236}">
                <a16:creationId xmlns:a16="http://schemas.microsoft.com/office/drawing/2014/main" id="{BF7B7BEA-05B0-4684-AD2B-F0737AF1D951}"/>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أو</a:t>
            </a:r>
          </a:p>
        </p:txBody>
      </p:sp>
      <p:sp>
        <p:nvSpPr>
          <p:cNvPr id="22" name="text-170">
            <a:extLst xmlns:a="http://schemas.openxmlformats.org/drawingml/2006/main">
              <a:ext uri="{FF2B5EF4-FFF2-40B4-BE49-F238E27FC236}">
                <a16:creationId xmlns:a16="http://schemas.microsoft.com/office/drawing/2014/main" id="{EF395B11-8820-401F-A4A7-16D4FDADE11D}"/>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اضغط</a:t>
            </a:r>
          </a:p>
        </p:txBody>
      </p:sp>
      <p:sp>
        <p:nvSpPr>
          <p:cNvPr id="23" name="text-171">
            <a:extLst xmlns:a="http://schemas.openxmlformats.org/drawingml/2006/main">
              <a:ext uri="{FF2B5EF4-FFF2-40B4-BE49-F238E27FC236}">
                <a16:creationId xmlns:a16="http://schemas.microsoft.com/office/drawing/2014/main" id="{6F1D95EE-DF4D-41DA-8629-5EF00DF22A11}"/>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سؤالًا</a:t>
            </a:r>
          </a:p>
        </p:txBody>
      </p:sp>
      <p:sp>
        <p:nvSpPr>
          <p:cNvPr id="24" name="text-172">
            <a:extLst xmlns:a="http://schemas.openxmlformats.org/drawingml/2006/main">
              <a:ext uri="{FF2B5EF4-FFF2-40B4-BE49-F238E27FC236}">
                <a16:creationId xmlns:a16="http://schemas.microsoft.com/office/drawing/2014/main" id="{D344B8F6-1523-4770-9263-FDBD4CAE1F18}"/>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مقترحًا</a:t>
            </a:r>
          </a:p>
        </p:txBody>
      </p:sp>
      <p:sp>
        <p:nvSpPr>
          <p:cNvPr id="25" name="text-173">
            <a:extLst xmlns:a="http://schemas.openxmlformats.org/drawingml/2006/main">
              <a:ext uri="{FF2B5EF4-FFF2-40B4-BE49-F238E27FC236}">
                <a16:creationId xmlns:a16="http://schemas.microsoft.com/office/drawing/2014/main" id="{DE7AACEB-B44B-4FC8-9146-E02D82C10808}"/>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يظهر</a:t>
            </a:r>
          </a:p>
        </p:txBody>
      </p:sp>
      <p:sp>
        <p:nvSpPr>
          <p:cNvPr id="26" name="text-174">
            <a:extLst xmlns:a="http://schemas.openxmlformats.org/drawingml/2006/main">
              <a:ext uri="{FF2B5EF4-FFF2-40B4-BE49-F238E27FC236}">
                <a16:creationId xmlns:a16="http://schemas.microsoft.com/office/drawing/2014/main" id="{B5EA86FB-D6CD-4ED1-B493-C628FA3A24B9}"/>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7" name="text-175">
            <a:extLst xmlns:a="http://schemas.openxmlformats.org/drawingml/2006/main">
              <a:ext uri="{FF2B5EF4-FFF2-40B4-BE49-F238E27FC236}">
                <a16:creationId xmlns:a16="http://schemas.microsoft.com/office/drawing/2014/main" id="{93E54E9D-29C1-4DDA-BB77-F8E6C4525627}"/>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تدريجيًا</a:t>
            </a:r>
          </a:p>
        </p:txBody>
      </p:sp>
      <p:sp>
        <p:nvSpPr>
          <p:cNvPr id="28" name="text-176">
            <a:extLst xmlns:a="http://schemas.openxmlformats.org/drawingml/2006/main">
              <a:ext uri="{FF2B5EF4-FFF2-40B4-BE49-F238E27FC236}">
                <a16:creationId xmlns:a16="http://schemas.microsoft.com/office/drawing/2014/main" id="{856617AA-E6E1-4D7A-8B03-2B121488F191}"/>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انتظر</a:t>
            </a:r>
          </a:p>
        </p:txBody>
      </p:sp>
      <p:sp>
        <p:nvSpPr>
          <p:cNvPr id="29" name="text-177">
            <a:extLst xmlns:a="http://schemas.openxmlformats.org/drawingml/2006/main">
              <a:ext uri="{FF2B5EF4-FFF2-40B4-BE49-F238E27FC236}">
                <a16:creationId xmlns:a16="http://schemas.microsoft.com/office/drawing/2014/main" id="{84ED0984-2930-4A11-B301-31F8DB431394}"/>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اكتماله</a:t>
            </a:r>
          </a:p>
        </p:txBody>
      </p:sp>
      <p:sp>
        <p:nvSpPr>
          <p:cNvPr id="30" name="text-178">
            <a:extLst xmlns:a="http://schemas.openxmlformats.org/drawingml/2006/main">
              <a:ext uri="{FF2B5EF4-FFF2-40B4-BE49-F238E27FC236}">
                <a16:creationId xmlns:a16="http://schemas.microsoft.com/office/drawing/2014/main" id="{FD7A81C9-73A9-4AF0-B76D-CDA5145D106B}"/>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31" name="text-179">
            <a:extLst xmlns:a="http://schemas.openxmlformats.org/drawingml/2006/main">
              <a:ext uri="{FF2B5EF4-FFF2-40B4-BE49-F238E27FC236}">
                <a16:creationId xmlns:a16="http://schemas.microsoft.com/office/drawing/2014/main" id="{418EFAA6-E695-4074-BAF2-736EBDAF6E5F}"/>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قيّمه</a:t>
            </a:r>
          </a:p>
        </p:txBody>
      </p:sp>
      <p:sp>
        <p:nvSpPr>
          <p:cNvPr id="32" name="text-180">
            <a:extLst xmlns:a="http://schemas.openxmlformats.org/drawingml/2006/main">
              <a:ext uri="{FF2B5EF4-FFF2-40B4-BE49-F238E27FC236}">
                <a16:creationId xmlns:a16="http://schemas.microsoft.com/office/drawing/2014/main" id="{F39F7071-B1B2-4E6F-A935-7CECDE18438C}"/>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لا</a:t>
            </a:r>
          </a:p>
        </p:txBody>
      </p:sp>
      <p:sp>
        <p:nvSpPr>
          <p:cNvPr id="33" name="text-181">
            <a:extLst xmlns:a="http://schemas.openxmlformats.org/drawingml/2006/main">
              <a:ext uri="{FF2B5EF4-FFF2-40B4-BE49-F238E27FC236}">
                <a16:creationId xmlns:a16="http://schemas.microsoft.com/office/drawing/2014/main" id="{E8FD4E13-00C8-404A-89A5-7468CD5E41FD}"/>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يحتاج</a:t>
            </a:r>
          </a:p>
        </p:txBody>
      </p:sp>
      <p:sp>
        <p:nvSpPr>
          <p:cNvPr id="34" name="text-182">
            <a:extLst xmlns:a="http://schemas.openxmlformats.org/drawingml/2006/main">
              <a:ext uri="{FF2B5EF4-FFF2-40B4-BE49-F238E27FC236}">
                <a16:creationId xmlns:a16="http://schemas.microsoft.com/office/drawing/2014/main" id="{05A9A6C3-F554-4BD4-8EF3-C19821082B86}"/>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الزائر</a:t>
            </a:r>
          </a:p>
        </p:txBody>
      </p:sp>
      <p:sp>
        <p:nvSpPr>
          <p:cNvPr id="35" name="text-183">
            <a:extLst xmlns:a="http://schemas.openxmlformats.org/drawingml/2006/main">
              <a:ext uri="{FF2B5EF4-FFF2-40B4-BE49-F238E27FC236}">
                <a16:creationId xmlns:a16="http://schemas.microsoft.com/office/drawing/2014/main" id="{88F76745-9908-49B5-A058-47CF5E82669A}"/>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مفتاحًا</a:t>
            </a:r>
          </a:p>
        </p:txBody>
      </p:sp>
      <p:sp>
        <p:nvSpPr>
          <p:cNvPr id="36" name="text-184">
            <a:extLst xmlns:a="http://schemas.openxmlformats.org/drawingml/2006/main">
              <a:ext uri="{FF2B5EF4-FFF2-40B4-BE49-F238E27FC236}">
                <a16:creationId xmlns:a16="http://schemas.microsoft.com/office/drawing/2014/main" id="{CBEBAABA-AB8E-4F66-80AF-6C4F05AD0EC3}"/>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37" name="text-185">
            <a:extLst xmlns:a="http://schemas.openxmlformats.org/drawingml/2006/main">
              <a:ext uri="{FF2B5EF4-FFF2-40B4-BE49-F238E27FC236}">
                <a16:creationId xmlns:a16="http://schemas.microsoft.com/office/drawing/2014/main" id="{C2823293-3C9E-46BE-8231-AC2DC13928FD}"/>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لكل</a:t>
            </a:r>
          </a:p>
        </p:txBody>
      </p:sp>
      <p:sp>
        <p:nvSpPr>
          <p:cNvPr id="38" name="text-186">
            <a:extLst xmlns:a="http://schemas.openxmlformats.org/drawingml/2006/main">
              <a:ext uri="{FF2B5EF4-FFF2-40B4-BE49-F238E27FC236}">
                <a16:creationId xmlns:a16="http://schemas.microsoft.com/office/drawing/2014/main" id="{66FD6B77-8A70-4A6C-A09C-A52D39AF713A}"/>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شخصية</a:t>
            </a:r>
          </a:p>
        </p:txBody>
      </p:sp>
      <p:sp>
        <p:nvSpPr>
          <p:cNvPr id="39" name="text-187">
            <a:extLst xmlns:a="http://schemas.openxmlformats.org/drawingml/2006/main">
              <a:ext uri="{FF2B5EF4-FFF2-40B4-BE49-F238E27FC236}">
                <a16:creationId xmlns:a16="http://schemas.microsoft.com/office/drawing/2014/main" id="{615DDD22-C480-48CD-93C6-B64E244A859C}"/>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محادثتها</a:t>
            </a:r>
          </a:p>
        </p:txBody>
      </p:sp>
      <p:sp>
        <p:nvSpPr>
          <p:cNvPr id="40" name="text-188">
            <a:extLst xmlns:a="http://schemas.openxmlformats.org/drawingml/2006/main">
              <a:ext uri="{FF2B5EF4-FFF2-40B4-BE49-F238E27FC236}">
                <a16:creationId xmlns:a16="http://schemas.microsoft.com/office/drawing/2014/main" id="{51206A74-E5C5-465A-9E88-851F32DDDAD6}"/>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أثناء</a:t>
            </a:r>
          </a:p>
        </p:txBody>
      </p:sp>
      <p:sp>
        <p:nvSpPr>
          <p:cNvPr id="41" name="text-189">
            <a:extLst xmlns:a="http://schemas.openxmlformats.org/drawingml/2006/main">
              <a:ext uri="{FF2B5EF4-FFF2-40B4-BE49-F238E27FC236}">
                <a16:creationId xmlns:a16="http://schemas.microsoft.com/office/drawing/2014/main" id="{2615AF44-A253-43BD-9B9E-5E0BF5B75C3F}"/>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بقاء</a:t>
            </a:r>
          </a:p>
        </p:txBody>
      </p:sp>
      <p:sp>
        <p:nvSpPr>
          <p:cNvPr id="42" name="text-190">
            <a:extLst xmlns:a="http://schemas.openxmlformats.org/drawingml/2006/main">
              <a:ext uri="{FF2B5EF4-FFF2-40B4-BE49-F238E27FC236}">
                <a16:creationId xmlns:a16="http://schemas.microsoft.com/office/drawing/2014/main" id="{BF161249-60D3-43BF-B9F1-117BC5827FBF}"/>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الصفحة</a:t>
            </a:r>
          </a:p>
        </p:txBody>
      </p:sp>
    </p:spTree>
    <p:extLst>
      <p:ext uri="{BB962C8B-B14F-4D97-AF65-F5344CB8AC3E}">
        <p14:creationId xmlns:p14="http://schemas.microsoft.com/office/powerpoint/2010/main" val="3119474"/>
      </p:ext>
    </p:extLst>
  </p:cSld>
</p:sld>
</file>

<file path=ppt/slides/slide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191">
            <a:extLst xmlns:a="http://schemas.openxmlformats.org/drawingml/2006/main">
              <a:ext uri="{FF2B5EF4-FFF2-40B4-BE49-F238E27FC236}">
                <a16:creationId xmlns:a16="http://schemas.microsoft.com/office/drawing/2014/main" id="{B5910C29-44FB-4736-8074-1F5208B07B50}"/>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92">
            <a:extLst xmlns:a="http://schemas.openxmlformats.org/drawingml/2006/main">
              <a:ext uri="{FF2B5EF4-FFF2-40B4-BE49-F238E27FC236}">
                <a16:creationId xmlns:a16="http://schemas.microsoft.com/office/drawing/2014/main" id="{E207B25E-3EE6-4822-9416-E7C79F0C779D}"/>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تتحقق؟</a:t>
            </a:r>
          </a:p>
        </p:txBody>
      </p:sp>
      <p:sp>
        <p:nvSpPr>
          <p:cNvPr id="3" name="text-193">
            <a:extLst xmlns:a="http://schemas.openxmlformats.org/drawingml/2006/main">
              <a:ext uri="{FF2B5EF4-FFF2-40B4-BE49-F238E27FC236}">
                <a16:creationId xmlns:a16="http://schemas.microsoft.com/office/drawing/2014/main" id="{F06BD4E6-79CF-41B3-BD67-EFF9C2CE9A42}"/>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افتح</a:t>
            </a:r>
          </a:p>
        </p:txBody>
      </p:sp>
      <p:sp>
        <p:nvSpPr>
          <p:cNvPr id="4" name="text-194">
            <a:extLst xmlns:a="http://schemas.openxmlformats.org/drawingml/2006/main">
              <a:ext uri="{FF2B5EF4-FFF2-40B4-BE49-F238E27FC236}">
                <a16:creationId xmlns:a16="http://schemas.microsoft.com/office/drawing/2014/main" id="{819C791C-A4A8-4F95-A194-BE4E83D94B71}"/>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المرجع</a:t>
            </a:r>
          </a:p>
        </p:txBody>
      </p:sp>
      <p:sp>
        <p:nvSpPr>
          <p:cNvPr id="5" name="text-195">
            <a:extLst xmlns:a="http://schemas.openxmlformats.org/drawingml/2006/main">
              <a:ext uri="{FF2B5EF4-FFF2-40B4-BE49-F238E27FC236}">
                <a16:creationId xmlns:a16="http://schemas.microsoft.com/office/drawing/2014/main" id="{DADA513E-0366-48E7-B510-D7EDA905C6C0}"/>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6" name="text-196">
            <a:extLst xmlns:a="http://schemas.openxmlformats.org/drawingml/2006/main">
              <a:ext uri="{FF2B5EF4-FFF2-40B4-BE49-F238E27FC236}">
                <a16:creationId xmlns:a16="http://schemas.microsoft.com/office/drawing/2014/main" id="{AFF04BBE-51D5-47A7-B88A-C0C6CAA17A88}"/>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تابع</a:t>
            </a:r>
          </a:p>
        </p:txBody>
      </p:sp>
      <p:sp>
        <p:nvSpPr>
          <p:cNvPr id="7" name="shape-197">
            <a:extLst xmlns:a="http://schemas.openxmlformats.org/drawingml/2006/main">
              <a:ext uri="{FF2B5EF4-FFF2-40B4-BE49-F238E27FC236}">
                <a16:creationId xmlns:a16="http://schemas.microsoft.com/office/drawing/2014/main" id="{92C03484-929B-47F5-B63B-C47144177276}"/>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98">
            <a:extLst xmlns:a="http://schemas.openxmlformats.org/drawingml/2006/main">
              <a:ext uri="{FF2B5EF4-FFF2-40B4-BE49-F238E27FC236}">
                <a16:creationId xmlns:a16="http://schemas.microsoft.com/office/drawing/2014/main" id="{9C3E505B-951C-4618-BEF8-E0179B3F529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99">
            <a:extLst xmlns:a="http://schemas.openxmlformats.org/drawingml/2006/main">
              <a:ext uri="{FF2B5EF4-FFF2-40B4-BE49-F238E27FC236}">
                <a16:creationId xmlns:a16="http://schemas.microsoft.com/office/drawing/2014/main" id="{6A0C866F-04A3-4D62-8661-475DEDE73B2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200">
            <a:extLst xmlns:a="http://schemas.openxmlformats.org/drawingml/2006/main">
              <a:ext uri="{FF2B5EF4-FFF2-40B4-BE49-F238E27FC236}">
                <a16:creationId xmlns:a16="http://schemas.microsoft.com/office/drawing/2014/main" id="{0491EBC3-D5CD-43E0-9B71-EFF298FB002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201">
            <a:extLst xmlns:a="http://schemas.openxmlformats.org/drawingml/2006/main">
              <a:ext uri="{FF2B5EF4-FFF2-40B4-BE49-F238E27FC236}">
                <a16:creationId xmlns:a16="http://schemas.microsoft.com/office/drawing/2014/main" id="{0CF53605-00C5-4BB8-87E8-E044AA3A75A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202">
            <a:extLst xmlns:a="http://schemas.openxmlformats.org/drawingml/2006/main">
              <a:ext uri="{FF2B5EF4-FFF2-40B4-BE49-F238E27FC236}">
                <a16:creationId xmlns:a16="http://schemas.microsoft.com/office/drawing/2014/main" id="{E5EFA5AF-3CD9-4FBC-BF17-7AA7BB5DAFC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203">
            <a:extLst xmlns:a="http://schemas.openxmlformats.org/drawingml/2006/main">
              <a:ext uri="{FF2B5EF4-FFF2-40B4-BE49-F238E27FC236}">
                <a16:creationId xmlns:a16="http://schemas.microsoft.com/office/drawing/2014/main" id="{F1B63E0E-8182-4E37-8687-17D4A452B58B}"/>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204">
            <a:extLst xmlns:a="http://schemas.openxmlformats.org/drawingml/2006/main">
              <a:ext uri="{FF2B5EF4-FFF2-40B4-BE49-F238E27FC236}">
                <a16:creationId xmlns:a16="http://schemas.microsoft.com/office/drawing/2014/main" id="{D7F42391-E52D-4BD5-B8F1-7A44D51560E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83a896c328c44f6a"/>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205">
            <a:extLst xmlns:a="http://schemas.openxmlformats.org/drawingml/2006/main">
              <a:ext uri="{FF2B5EF4-FFF2-40B4-BE49-F238E27FC236}">
                <a16:creationId xmlns:a16="http://schemas.microsoft.com/office/drawing/2014/main" id="{A9761C0E-3CE3-4520-8B46-AF2548600021}"/>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اضغط</a:t>
            </a:r>
          </a:p>
        </p:txBody>
      </p:sp>
      <p:sp>
        <p:nvSpPr>
          <p:cNvPr id="17" name="text-206">
            <a:extLst xmlns:a="http://schemas.openxmlformats.org/drawingml/2006/main">
              <a:ext uri="{FF2B5EF4-FFF2-40B4-BE49-F238E27FC236}">
                <a16:creationId xmlns:a16="http://schemas.microsoft.com/office/drawing/2014/main" id="{0E93F706-7502-4DFF-8DBE-8D866A35E565}"/>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المصدر</a:t>
            </a:r>
          </a:p>
        </p:txBody>
      </p:sp>
      <p:sp>
        <p:nvSpPr>
          <p:cNvPr id="18" name="text-207">
            <a:extLst xmlns:a="http://schemas.openxmlformats.org/drawingml/2006/main">
              <a:ext uri="{FF2B5EF4-FFF2-40B4-BE49-F238E27FC236}">
                <a16:creationId xmlns:a16="http://schemas.microsoft.com/office/drawing/2014/main" id="{D2CE08CD-A2CB-4CBF-94A3-C82E40F51FE7}"/>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طابق</a:t>
            </a:r>
          </a:p>
        </p:txBody>
      </p:sp>
      <p:sp>
        <p:nvSpPr>
          <p:cNvPr id="19" name="text-208">
            <a:extLst xmlns:a="http://schemas.openxmlformats.org/drawingml/2006/main">
              <a:ext uri="{FF2B5EF4-FFF2-40B4-BE49-F238E27FC236}">
                <a16:creationId xmlns:a16="http://schemas.microsoft.com/office/drawing/2014/main" id="{89241821-5F0E-44D8-B2CB-39DEBBE925C0}"/>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النص</a:t>
            </a:r>
          </a:p>
        </p:txBody>
      </p:sp>
      <p:sp>
        <p:nvSpPr>
          <p:cNvPr id="20" name="text-209">
            <a:extLst xmlns:a="http://schemas.openxmlformats.org/drawingml/2006/main">
              <a:ext uri="{FF2B5EF4-FFF2-40B4-BE49-F238E27FC236}">
                <a16:creationId xmlns:a16="http://schemas.microsoft.com/office/drawing/2014/main" id="{167F0231-D7EC-4C6F-BDF1-6B18F56F076E}"/>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1" name="text-210">
            <a:extLst xmlns:a="http://schemas.openxmlformats.org/drawingml/2006/main">
              <a:ext uri="{FF2B5EF4-FFF2-40B4-BE49-F238E27FC236}">
                <a16:creationId xmlns:a16="http://schemas.microsoft.com/office/drawing/2014/main" id="{E554DB05-A0FE-4811-A87A-897754F5E44C}"/>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2" name="text-211">
            <a:extLst xmlns:a="http://schemas.openxmlformats.org/drawingml/2006/main">
              <a:ext uri="{FF2B5EF4-FFF2-40B4-BE49-F238E27FC236}">
                <a16:creationId xmlns:a16="http://schemas.microsoft.com/office/drawing/2014/main" id="{6D698FE5-B96B-48A9-BECA-D0C6D0681239}"/>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أغلق</a:t>
            </a:r>
          </a:p>
        </p:txBody>
      </p:sp>
      <p:sp>
        <p:nvSpPr>
          <p:cNvPr id="23" name="text-212">
            <a:extLst xmlns:a="http://schemas.openxmlformats.org/drawingml/2006/main">
              <a:ext uri="{FF2B5EF4-FFF2-40B4-BE49-F238E27FC236}">
                <a16:creationId xmlns:a16="http://schemas.microsoft.com/office/drawing/2014/main" id="{4A2E54C8-E9F8-426F-A7E1-BEE2C4F5E3BC}"/>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القارئ</a:t>
            </a:r>
          </a:p>
        </p:txBody>
      </p:sp>
      <p:sp>
        <p:nvSpPr>
          <p:cNvPr id="24" name="text-213">
            <a:extLst xmlns:a="http://schemas.openxmlformats.org/drawingml/2006/main">
              <a:ext uri="{FF2B5EF4-FFF2-40B4-BE49-F238E27FC236}">
                <a16:creationId xmlns:a16="http://schemas.microsoft.com/office/drawing/2014/main" id="{8BBF2F04-7412-4A1B-B1FE-572F71385A99}"/>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وتابع</a:t>
            </a:r>
          </a:p>
        </p:txBody>
      </p:sp>
      <p:sp>
        <p:nvSpPr>
          <p:cNvPr id="25" name="text-214">
            <a:extLst xmlns:a="http://schemas.openxmlformats.org/drawingml/2006/main">
              <a:ext uri="{FF2B5EF4-FFF2-40B4-BE49-F238E27FC236}">
                <a16:creationId xmlns:a16="http://schemas.microsoft.com/office/drawing/2014/main" id="{7819A2A4-B4C7-4AF5-993B-E0E2A180F2F9}"/>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بدّل</a:t>
            </a:r>
          </a:p>
        </p:txBody>
      </p:sp>
      <p:sp>
        <p:nvSpPr>
          <p:cNvPr id="26" name="text-215">
            <a:extLst xmlns:a="http://schemas.openxmlformats.org/drawingml/2006/main">
              <a:ext uri="{FF2B5EF4-FFF2-40B4-BE49-F238E27FC236}">
                <a16:creationId xmlns:a16="http://schemas.microsoft.com/office/drawing/2014/main" id="{889AF547-6CF1-428D-A7D1-5FF04E2E08DD}"/>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الشخصية</a:t>
            </a:r>
          </a:p>
        </p:txBody>
      </p:sp>
      <p:sp>
        <p:nvSpPr>
          <p:cNvPr id="27" name="text-216">
            <a:extLst xmlns:a="http://schemas.openxmlformats.org/drawingml/2006/main">
              <a:ext uri="{FF2B5EF4-FFF2-40B4-BE49-F238E27FC236}">
                <a16:creationId xmlns:a16="http://schemas.microsoft.com/office/drawing/2014/main" id="{D2B18DCE-9304-4E0F-A947-3B4E726160CB}"/>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ثم</a:t>
            </a:r>
          </a:p>
        </p:txBody>
      </p:sp>
      <p:sp>
        <p:nvSpPr>
          <p:cNvPr id="28" name="text-217">
            <a:extLst xmlns:a="http://schemas.openxmlformats.org/drawingml/2006/main">
              <a:ext uri="{FF2B5EF4-FFF2-40B4-BE49-F238E27FC236}">
                <a16:creationId xmlns:a16="http://schemas.microsoft.com/office/drawing/2014/main" id="{87BA1881-FB03-43D2-AFAC-3F9F2C98682C}"/>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ارجع</a:t>
            </a:r>
          </a:p>
        </p:txBody>
      </p:sp>
      <p:sp>
        <p:nvSpPr>
          <p:cNvPr id="29" name="text-218">
            <a:extLst xmlns:a="http://schemas.openxmlformats.org/drawingml/2006/main">
              <a:ext uri="{FF2B5EF4-FFF2-40B4-BE49-F238E27FC236}">
                <a16:creationId xmlns:a16="http://schemas.microsoft.com/office/drawing/2014/main" id="{495F6FBF-40E5-478B-ABF5-95F15C86A7D0}"/>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تستعيد</a:t>
            </a:r>
          </a:p>
        </p:txBody>
      </p:sp>
      <p:sp>
        <p:nvSpPr>
          <p:cNvPr id="30" name="text-219">
            <a:extLst xmlns:a="http://schemas.openxmlformats.org/drawingml/2006/main">
              <a:ext uri="{FF2B5EF4-FFF2-40B4-BE49-F238E27FC236}">
                <a16:creationId xmlns:a16="http://schemas.microsoft.com/office/drawing/2014/main" id="{AA7C7AFA-E484-4F30-880D-78A48910BADA}"/>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حوارها</a:t>
            </a:r>
          </a:p>
        </p:txBody>
      </p:sp>
      <p:sp>
        <p:nvSpPr>
          <p:cNvPr id="31" name="text-220">
            <a:extLst xmlns:a="http://schemas.openxmlformats.org/drawingml/2006/main">
              <a:ext uri="{FF2B5EF4-FFF2-40B4-BE49-F238E27FC236}">
                <a16:creationId xmlns:a16="http://schemas.microsoft.com/office/drawing/2014/main" id="{A0724569-0A28-4E99-826C-3F500E85B951}"/>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المستقل</a:t>
            </a:r>
          </a:p>
        </p:txBody>
      </p:sp>
      <p:sp>
        <p:nvSpPr>
          <p:cNvPr id="32" name="text-221">
            <a:extLst xmlns:a="http://schemas.openxmlformats.org/drawingml/2006/main">
              <a:ext uri="{FF2B5EF4-FFF2-40B4-BE49-F238E27FC236}">
                <a16:creationId xmlns:a16="http://schemas.microsoft.com/office/drawing/2014/main" id="{665ECA18-BD1B-4834-BF97-CE50178DA4BD}"/>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محادثة</a:t>
            </a:r>
          </a:p>
        </p:txBody>
      </p:sp>
      <p:sp>
        <p:nvSpPr>
          <p:cNvPr id="33" name="text-222">
            <a:extLst xmlns:a="http://schemas.openxmlformats.org/drawingml/2006/main">
              <a:ext uri="{FF2B5EF4-FFF2-40B4-BE49-F238E27FC236}">
                <a16:creationId xmlns:a16="http://schemas.microsoft.com/office/drawing/2014/main" id="{15FFB46A-CFC5-4957-98EE-278017852CB0}"/>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جديدة</a:t>
            </a:r>
          </a:p>
        </p:txBody>
      </p:sp>
      <p:sp>
        <p:nvSpPr>
          <p:cNvPr id="34" name="text-223">
            <a:extLst xmlns:a="http://schemas.openxmlformats.org/drawingml/2006/main">
              <a:ext uri="{FF2B5EF4-FFF2-40B4-BE49-F238E27FC236}">
                <a16:creationId xmlns:a16="http://schemas.microsoft.com/office/drawing/2014/main" id="{9992DEB6-9DBE-416B-BF53-9699FE715685}"/>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تمسح</a:t>
            </a:r>
          </a:p>
        </p:txBody>
      </p:sp>
      <p:sp>
        <p:nvSpPr>
          <p:cNvPr id="35" name="text-224">
            <a:extLst xmlns:a="http://schemas.openxmlformats.org/drawingml/2006/main">
              <a:ext uri="{FF2B5EF4-FFF2-40B4-BE49-F238E27FC236}">
                <a16:creationId xmlns:a16="http://schemas.microsoft.com/office/drawing/2014/main" id="{12BBDDE3-7E5A-4928-B40A-400E7C2EBB5A}"/>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حوار</a:t>
            </a:r>
          </a:p>
        </p:txBody>
      </p:sp>
      <p:sp>
        <p:nvSpPr>
          <p:cNvPr id="36" name="text-225">
            <a:extLst xmlns:a="http://schemas.openxmlformats.org/drawingml/2006/main">
              <a:ext uri="{FF2B5EF4-FFF2-40B4-BE49-F238E27FC236}">
                <a16:creationId xmlns:a16="http://schemas.microsoft.com/office/drawing/2014/main" id="{AB161B00-0848-4F40-992C-74F680E1FAC9}"/>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الشخصية</a:t>
            </a:r>
          </a:p>
        </p:txBody>
      </p:sp>
      <p:sp>
        <p:nvSpPr>
          <p:cNvPr id="37" name="text-226">
            <a:extLst xmlns:a="http://schemas.openxmlformats.org/drawingml/2006/main">
              <a:ext uri="{FF2B5EF4-FFF2-40B4-BE49-F238E27FC236}">
                <a16:creationId xmlns:a16="http://schemas.microsoft.com/office/drawing/2014/main" id="{1A9968ED-71F1-485D-AECE-0EC29FD6DB0F}"/>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المختارة</a:t>
            </a:r>
          </a:p>
        </p:txBody>
      </p:sp>
      <p:sp>
        <p:nvSpPr>
          <p:cNvPr id="38" name="text-227">
            <a:extLst xmlns:a="http://schemas.openxmlformats.org/drawingml/2006/main">
              <a:ext uri="{FF2B5EF4-FFF2-40B4-BE49-F238E27FC236}">
                <a16:creationId xmlns:a16="http://schemas.microsoft.com/office/drawing/2014/main" id="{6E06B174-95E5-4D7C-8389-0230739E4F44}"/>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فقط</a:t>
            </a:r>
          </a:p>
        </p:txBody>
      </p:sp>
      <p:sp>
        <p:nvSpPr>
          <p:cNvPr id="39" name="text-228">
            <a:extLst xmlns:a="http://schemas.openxmlformats.org/drawingml/2006/main">
              <a:ext uri="{FF2B5EF4-FFF2-40B4-BE49-F238E27FC236}">
                <a16:creationId xmlns:a16="http://schemas.microsoft.com/office/drawing/2014/main" id="{F4FF21BC-D944-49E5-BC1E-E7A3963B4C41}"/>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40" name="text-229">
            <a:extLst xmlns:a="http://schemas.openxmlformats.org/drawingml/2006/main">
              <a:ext uri="{FF2B5EF4-FFF2-40B4-BE49-F238E27FC236}">
                <a16:creationId xmlns:a16="http://schemas.microsoft.com/office/drawing/2014/main" id="{9DA00E21-7FBF-4BA4-9F1E-A3EF2EB74065}"/>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الحفظ</a:t>
            </a:r>
          </a:p>
        </p:txBody>
      </p:sp>
      <p:sp>
        <p:nvSpPr>
          <p:cNvPr id="41" name="text-230">
            <a:extLst xmlns:a="http://schemas.openxmlformats.org/drawingml/2006/main">
              <a:ext uri="{FF2B5EF4-FFF2-40B4-BE49-F238E27FC236}">
                <a16:creationId xmlns:a16="http://schemas.microsoft.com/office/drawing/2014/main" id="{3147BA8B-DBE2-45B6-9E45-CE983C2FAC29}"/>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مؤقت</a:t>
            </a:r>
          </a:p>
        </p:txBody>
      </p:sp>
    </p:spTree>
    <p:extLst>
      <p:ext uri="{BB962C8B-B14F-4D97-AF65-F5344CB8AC3E}">
        <p14:creationId xmlns:p14="http://schemas.microsoft.com/office/powerpoint/2010/main" val="20043801"/>
      </p:ext>
    </p:extLst>
  </p:cSld>
</p:sld>
</file>

<file path=ppt/slides/slide7.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4" name="text-231">
            <a:extLst xmlns:a="http://schemas.openxmlformats.org/drawingml/2006/main">
              <a:ext uri="{FF2B5EF4-FFF2-40B4-BE49-F238E27FC236}">
                <a16:creationId xmlns:a16="http://schemas.microsoft.com/office/drawing/2014/main" id="{32BAC65B-6C9E-405E-A6FC-AAF3BDABB9FF}"/>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المعمارية</a:t>
            </a:r>
          </a:p>
        </p:txBody>
      </p:sp>
      <p:sp>
        <p:nvSpPr>
          <p:cNvPr id="2" name="text-232">
            <a:extLst xmlns:a="http://schemas.openxmlformats.org/drawingml/2006/main">
              <a:ext uri="{FF2B5EF4-FFF2-40B4-BE49-F238E27FC236}">
                <a16:creationId xmlns:a16="http://schemas.microsoft.com/office/drawing/2014/main" id="{ABA01C2E-5D95-4CA6-9F6D-075DB4227A7A}"/>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ودور</a:t>
            </a:r>
          </a:p>
        </p:txBody>
      </p:sp>
      <p:sp>
        <p:nvSpPr>
          <p:cNvPr id="3" name="text-233">
            <a:extLst xmlns:a="http://schemas.openxmlformats.org/drawingml/2006/main">
              <a:ext uri="{FF2B5EF4-FFF2-40B4-BE49-F238E27FC236}">
                <a16:creationId xmlns:a16="http://schemas.microsoft.com/office/drawing/2014/main" id="{4E718862-B22F-45F2-B196-88712AFEC07B}"/>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مزوّد</a:t>
            </a:r>
          </a:p>
        </p:txBody>
      </p:sp>
      <p:sp>
        <p:nvSpPr>
          <p:cNvPr id="4" name="text-234">
            <a:extLst xmlns:a="http://schemas.openxmlformats.org/drawingml/2006/main">
              <a:ext uri="{FF2B5EF4-FFF2-40B4-BE49-F238E27FC236}">
                <a16:creationId xmlns:a16="http://schemas.microsoft.com/office/drawing/2014/main" id="{06534ECF-2959-42C1-BCC3-4AA3D666FE3E}"/>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الخدمة</a:t>
            </a:r>
          </a:p>
        </p:txBody>
      </p:sp>
      <p:sp>
        <p:nvSpPr>
          <p:cNvPr id="5" name="shape-235">
            <a:extLst xmlns:a="http://schemas.openxmlformats.org/drawingml/2006/main">
              <a:ext uri="{FF2B5EF4-FFF2-40B4-BE49-F238E27FC236}">
                <a16:creationId xmlns:a16="http://schemas.microsoft.com/office/drawing/2014/main" id="{9B1B56BF-2E68-4807-B0F0-396448F9BD26}"/>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236">
            <a:extLst xmlns:a="http://schemas.openxmlformats.org/drawingml/2006/main">
              <a:ext uri="{FF2B5EF4-FFF2-40B4-BE49-F238E27FC236}">
                <a16:creationId xmlns:a16="http://schemas.microsoft.com/office/drawing/2014/main" id="{5625A598-EFEE-493B-BE5D-CBEE9FA6370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237">
            <a:extLst xmlns:a="http://schemas.openxmlformats.org/drawingml/2006/main">
              <a:ext uri="{FF2B5EF4-FFF2-40B4-BE49-F238E27FC236}">
                <a16:creationId xmlns:a16="http://schemas.microsoft.com/office/drawing/2014/main" id="{2B8B3A48-1414-4340-A319-74F5EC4ED4E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238">
            <a:extLst xmlns:a="http://schemas.openxmlformats.org/drawingml/2006/main">
              <a:ext uri="{FF2B5EF4-FFF2-40B4-BE49-F238E27FC236}">
                <a16:creationId xmlns:a16="http://schemas.microsoft.com/office/drawing/2014/main" id="{83C6AEBF-FDD2-4007-9AFD-EF8CF08744FA}"/>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239">
            <a:extLst xmlns:a="http://schemas.openxmlformats.org/drawingml/2006/main">
              <a:ext uri="{FF2B5EF4-FFF2-40B4-BE49-F238E27FC236}">
                <a16:creationId xmlns:a16="http://schemas.microsoft.com/office/drawing/2014/main" id="{9283C61F-186D-4766-B513-3F5B982677F9}"/>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240">
            <a:extLst xmlns:a="http://schemas.openxmlformats.org/drawingml/2006/main">
              <a:ext uri="{FF2B5EF4-FFF2-40B4-BE49-F238E27FC236}">
                <a16:creationId xmlns:a16="http://schemas.microsoft.com/office/drawing/2014/main" id="{E0D36BEE-CB0D-44C0-A103-48E68E75CC7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241">
            <a:extLst xmlns:a="http://schemas.openxmlformats.org/drawingml/2006/main">
              <a:ext uri="{FF2B5EF4-FFF2-40B4-BE49-F238E27FC236}">
                <a16:creationId xmlns:a16="http://schemas.microsoft.com/office/drawing/2014/main" id="{EF1EFFD8-9F79-4A40-AC91-05B47D64F9B4}"/>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242">
            <a:extLst xmlns:a="http://schemas.openxmlformats.org/drawingml/2006/main">
              <a:ext uri="{FF2B5EF4-FFF2-40B4-BE49-F238E27FC236}">
                <a16:creationId xmlns:a16="http://schemas.microsoft.com/office/drawing/2014/main" id="{52BE9103-597F-44B4-A7B1-6E0583EFBAF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07</a:t>
            </a:r>
          </a:p>
        </p:txBody>
      </p:sp>
      <p:sp>
        <p:nvSpPr>
          <p:cNvPr id="13" name="shape-243">
            <a:extLst xmlns:a="http://schemas.openxmlformats.org/drawingml/2006/main">
              <a:ext uri="{FF2B5EF4-FFF2-40B4-BE49-F238E27FC236}">
                <a16:creationId xmlns:a16="http://schemas.microsoft.com/office/drawing/2014/main" id="{53787800-8C10-42FE-9525-04C89884B58E}"/>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text-244">
            <a:extLst xmlns:a="http://schemas.openxmlformats.org/drawingml/2006/main">
              <a:ext uri="{FF2B5EF4-FFF2-40B4-BE49-F238E27FC236}">
                <a16:creationId xmlns:a16="http://schemas.microsoft.com/office/drawing/2014/main" id="{1E3A7055-AB8C-4F71-8916-4C826B97A090}"/>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المستخدم</a:t>
            </a:r>
          </a:p>
        </p:txBody>
      </p:sp>
      <p:sp>
        <p:nvSpPr>
          <p:cNvPr id="15" name="text-245">
            <a:extLst xmlns:a="http://schemas.openxmlformats.org/drawingml/2006/main">
              <a:ext uri="{FF2B5EF4-FFF2-40B4-BE49-F238E27FC236}">
                <a16:creationId xmlns:a16="http://schemas.microsoft.com/office/drawing/2014/main" id="{5AE6700A-A6C9-4597-B8E1-8E65BAD58736}"/>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يختار</a:t>
            </a:r>
          </a:p>
        </p:txBody>
      </p:sp>
      <p:sp>
        <p:nvSpPr>
          <p:cNvPr id="16" name="text-246">
            <a:extLst xmlns:a="http://schemas.openxmlformats.org/drawingml/2006/main">
              <a:ext uri="{FF2B5EF4-FFF2-40B4-BE49-F238E27FC236}">
                <a16:creationId xmlns:a16="http://schemas.microsoft.com/office/drawing/2014/main" id="{F1C0DB70-6AE3-41E8-A2CF-CCDB6776829E}"/>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الشخصية</a:t>
            </a:r>
          </a:p>
        </p:txBody>
      </p:sp>
      <p:sp>
        <p:nvSpPr>
          <p:cNvPr id="17" name="text-247">
            <a:extLst xmlns:a="http://schemas.openxmlformats.org/drawingml/2006/main">
              <a:ext uri="{FF2B5EF4-FFF2-40B4-BE49-F238E27FC236}">
                <a16:creationId xmlns:a16="http://schemas.microsoft.com/office/drawing/2014/main" id="{2A3B6974-E808-4188-BBD4-CAFFBE8B3EDB}"/>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18" name="shape-248">
            <a:extLst xmlns:a="http://schemas.openxmlformats.org/drawingml/2006/main">
              <a:ext uri="{FF2B5EF4-FFF2-40B4-BE49-F238E27FC236}">
                <a16:creationId xmlns:a16="http://schemas.microsoft.com/office/drawing/2014/main" id="{6274808F-EA1B-4017-B12B-B0DD786A404E}"/>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9" name="text-249">
            <a:extLst xmlns:a="http://schemas.openxmlformats.org/drawingml/2006/main">
              <a:ext uri="{FF2B5EF4-FFF2-40B4-BE49-F238E27FC236}">
                <a16:creationId xmlns:a16="http://schemas.microsoft.com/office/drawing/2014/main" id="{DE054880-1222-44D3-B69E-ED95D65219BA}"/>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المجلس</a:t>
            </a:r>
          </a:p>
        </p:txBody>
      </p:sp>
      <p:sp>
        <p:nvSpPr>
          <p:cNvPr id="20" name="text-250">
            <a:extLst xmlns:a="http://schemas.openxmlformats.org/drawingml/2006/main">
              <a:ext uri="{FF2B5EF4-FFF2-40B4-BE49-F238E27FC236}">
                <a16:creationId xmlns:a16="http://schemas.microsoft.com/office/drawing/2014/main" id="{35C9177D-CBD7-46D1-9A38-8ED9670395B2}"/>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سياق</a:t>
            </a:r>
          </a:p>
        </p:txBody>
      </p:sp>
      <p:sp>
        <p:nvSpPr>
          <p:cNvPr id="21" name="text-251">
            <a:extLst xmlns:a="http://schemas.openxmlformats.org/drawingml/2006/main">
              <a:ext uri="{FF2B5EF4-FFF2-40B4-BE49-F238E27FC236}">
                <a16:creationId xmlns:a16="http://schemas.microsoft.com/office/drawing/2014/main" id="{E8594B2A-FD76-4F4C-AC5B-05D606DE905A}"/>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وبث</a:t>
            </a:r>
          </a:p>
        </p:txBody>
      </p:sp>
      <p:sp>
        <p:nvSpPr>
          <p:cNvPr id="22" name="text-252">
            <a:extLst xmlns:a="http://schemas.openxmlformats.org/drawingml/2006/main">
              <a:ext uri="{FF2B5EF4-FFF2-40B4-BE49-F238E27FC236}">
                <a16:creationId xmlns:a16="http://schemas.microsoft.com/office/drawing/2014/main" id="{D7C70423-C287-4B5B-A0A5-F10F6186EA3B}"/>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ومراجع</a:t>
            </a:r>
          </a:p>
        </p:txBody>
      </p:sp>
      <p:sp>
        <p:nvSpPr>
          <p:cNvPr id="23" name="text-253">
            <a:extLst xmlns:a="http://schemas.openxmlformats.org/drawingml/2006/main">
              <a:ext uri="{FF2B5EF4-FFF2-40B4-BE49-F238E27FC236}">
                <a16:creationId xmlns:a16="http://schemas.microsoft.com/office/drawing/2014/main" id="{FBF01323-552D-4690-BB30-DD55B8A563C2}"/>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24" name="shape-254">
            <a:extLst xmlns:a="http://schemas.openxmlformats.org/drawingml/2006/main">
              <a:ext uri="{FF2B5EF4-FFF2-40B4-BE49-F238E27FC236}">
                <a16:creationId xmlns:a16="http://schemas.microsoft.com/office/drawing/2014/main" id="{698EEFCE-E7A2-4AB0-9C84-243BC0FBAF48}"/>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25" name="text-255">
            <a:extLst xmlns:a="http://schemas.openxmlformats.org/drawingml/2006/main">
              <a:ext uri="{FF2B5EF4-FFF2-40B4-BE49-F238E27FC236}">
                <a16:creationId xmlns:a16="http://schemas.microsoft.com/office/drawing/2014/main" id="{2CCB8246-4A76-4087-829B-295955FA1EDC}"/>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خدمات</a:t>
            </a:r>
          </a:p>
        </p:txBody>
      </p:sp>
      <p:sp>
        <p:nvSpPr>
          <p:cNvPr id="26" name="text-256">
            <a:extLst xmlns:a="http://schemas.openxmlformats.org/drawingml/2006/main">
              <a:ext uri="{FF2B5EF4-FFF2-40B4-BE49-F238E27FC236}">
                <a16:creationId xmlns:a16="http://schemas.microsoft.com/office/drawing/2014/main" id="{55926038-DAAA-4B55-A68F-E54A015C1E3D}"/>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سلسبيل</a:t>
            </a:r>
          </a:p>
        </p:txBody>
      </p:sp>
      <p:sp>
        <p:nvSpPr>
          <p:cNvPr id="27" name="text-257">
            <a:extLst xmlns:a="http://schemas.openxmlformats.org/drawingml/2006/main">
              <a:ext uri="{FF2B5EF4-FFF2-40B4-BE49-F238E27FC236}">
                <a16:creationId xmlns:a16="http://schemas.microsoft.com/office/drawing/2014/main" id="{2EC41630-F9CB-4645-933B-A48038EFA40E}"/>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نماذج</a:t>
            </a:r>
          </a:p>
        </p:txBody>
      </p:sp>
      <p:sp>
        <p:nvSpPr>
          <p:cNvPr id="28" name="text-258">
            <a:extLst xmlns:a="http://schemas.openxmlformats.org/drawingml/2006/main">
              <a:ext uri="{FF2B5EF4-FFF2-40B4-BE49-F238E27FC236}">
                <a16:creationId xmlns:a16="http://schemas.microsoft.com/office/drawing/2014/main" id="{8FE4232F-A6E0-4EFA-95A4-2CD05AD285C5}"/>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وأدوات</a:t>
            </a:r>
          </a:p>
        </p:txBody>
      </p:sp>
      <p:sp>
        <p:nvSpPr>
          <p:cNvPr id="29" name="text-259">
            <a:extLst xmlns:a="http://schemas.openxmlformats.org/drawingml/2006/main">
              <a:ext uri="{FF2B5EF4-FFF2-40B4-BE49-F238E27FC236}">
                <a16:creationId xmlns:a16="http://schemas.microsoft.com/office/drawing/2014/main" id="{A1235402-9C17-4C11-BFFB-360C46CF7D20}"/>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معرفة</a:t>
            </a:r>
          </a:p>
        </p:txBody>
      </p:sp>
      <p:sp>
        <p:nvSpPr>
          <p:cNvPr id="30" name="text-260">
            <a:extLst xmlns:a="http://schemas.openxmlformats.org/drawingml/2006/main">
              <a:ext uri="{FF2B5EF4-FFF2-40B4-BE49-F238E27FC236}">
                <a16:creationId xmlns:a16="http://schemas.microsoft.com/office/drawing/2014/main" id="{0619F954-F34E-414F-8AE5-9BDEE6586E7D}"/>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1" name="shape-261">
            <a:extLst xmlns:a="http://schemas.openxmlformats.org/drawingml/2006/main">
              <a:ext uri="{FF2B5EF4-FFF2-40B4-BE49-F238E27FC236}">
                <a16:creationId xmlns:a16="http://schemas.microsoft.com/office/drawing/2014/main" id="{6E264507-2595-4845-9F6D-9767DA2734BF}"/>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2" name="text-262">
            <a:extLst xmlns:a="http://schemas.openxmlformats.org/drawingml/2006/main">
              <a:ext uri="{FF2B5EF4-FFF2-40B4-BE49-F238E27FC236}">
                <a16:creationId xmlns:a16="http://schemas.microsoft.com/office/drawing/2014/main" id="{6EEDE6EC-7F6E-41B6-9325-0701A627FA89}"/>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الجواب</a:t>
            </a:r>
          </a:p>
        </p:txBody>
      </p:sp>
      <p:sp>
        <p:nvSpPr>
          <p:cNvPr id="33" name="text-263">
            <a:extLst xmlns:a="http://schemas.openxmlformats.org/drawingml/2006/main">
              <a:ext uri="{FF2B5EF4-FFF2-40B4-BE49-F238E27FC236}">
                <a16:creationId xmlns:a16="http://schemas.microsoft.com/office/drawing/2014/main" id="{1AE0D9B3-CD16-4FD4-B336-8A5E77D53D80}"/>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نص</a:t>
            </a:r>
          </a:p>
        </p:txBody>
      </p:sp>
      <p:sp>
        <p:nvSpPr>
          <p:cNvPr id="34" name="text-264">
            <a:extLst xmlns:a="http://schemas.openxmlformats.org/drawingml/2006/main">
              <a:ext uri="{FF2B5EF4-FFF2-40B4-BE49-F238E27FC236}">
                <a16:creationId xmlns:a16="http://schemas.microsoft.com/office/drawing/2014/main" id="{C126037B-1AE3-4073-9AA9-F719B8DC2780}"/>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ومصدر</a:t>
            </a:r>
          </a:p>
        </p:txBody>
      </p:sp>
      <p:sp>
        <p:nvSpPr>
          <p:cNvPr id="35" name="text-265">
            <a:extLst xmlns:a="http://schemas.openxmlformats.org/drawingml/2006/main">
              <a:ext uri="{FF2B5EF4-FFF2-40B4-BE49-F238E27FC236}">
                <a16:creationId xmlns:a16="http://schemas.microsoft.com/office/drawing/2014/main" id="{E4614EA9-E4AE-4BBE-A97C-349F17B13220}"/>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وحدود</a:t>
            </a:r>
          </a:p>
        </p:txBody>
      </p:sp>
      <p:sp>
        <p:nvSpPr>
          <p:cNvPr id="36" name="text-266">
            <a:extLst xmlns:a="http://schemas.openxmlformats.org/drawingml/2006/main">
              <a:ext uri="{FF2B5EF4-FFF2-40B4-BE49-F238E27FC236}">
                <a16:creationId xmlns:a16="http://schemas.microsoft.com/office/drawing/2014/main" id="{7DF8C0F4-3522-4A5B-95E2-84B46BCA2A26}"/>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برق</a:t>
            </a:r>
          </a:p>
        </p:txBody>
      </p:sp>
      <p:sp>
        <p:nvSpPr>
          <p:cNvPr id="37" name="text-267">
            <a:extLst xmlns:a="http://schemas.openxmlformats.org/drawingml/2006/main">
              <a:ext uri="{FF2B5EF4-FFF2-40B4-BE49-F238E27FC236}">
                <a16:creationId xmlns:a16="http://schemas.microsoft.com/office/drawing/2014/main" id="{E54C8707-50E2-4DB6-981A-3CB623A4427F}"/>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الفتى</a:t>
            </a:r>
          </a:p>
        </p:txBody>
      </p:sp>
      <p:sp>
        <p:nvSpPr>
          <p:cNvPr id="38" name="text-268">
            <a:extLst xmlns:a="http://schemas.openxmlformats.org/drawingml/2006/main">
              <a:ext uri="{FF2B5EF4-FFF2-40B4-BE49-F238E27FC236}">
                <a16:creationId xmlns:a16="http://schemas.microsoft.com/office/drawing/2014/main" id="{72BF2EED-5E11-4443-8FB2-5D2502BED68E}"/>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نموذج</a:t>
            </a:r>
          </a:p>
        </p:txBody>
      </p:sp>
      <p:sp>
        <p:nvSpPr>
          <p:cNvPr id="39" name="text-269">
            <a:extLst xmlns:a="http://schemas.openxmlformats.org/drawingml/2006/main">
              <a:ext uri="{FF2B5EF4-FFF2-40B4-BE49-F238E27FC236}">
                <a16:creationId xmlns:a16="http://schemas.microsoft.com/office/drawing/2014/main" id="{1CCD7F33-8395-4A48-9D5C-19758C34C089}"/>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عربي</a:t>
            </a:r>
          </a:p>
        </p:txBody>
      </p:sp>
      <p:sp>
        <p:nvSpPr>
          <p:cNvPr id="40" name="text-270">
            <a:extLst xmlns:a="http://schemas.openxmlformats.org/drawingml/2006/main">
              <a:ext uri="{FF2B5EF4-FFF2-40B4-BE49-F238E27FC236}">
                <a16:creationId xmlns:a16="http://schemas.microsoft.com/office/drawing/2014/main" id="{9C762331-DC4F-44E2-9BCE-9073EBD4059C}"/>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سيادي</a:t>
            </a:r>
          </a:p>
        </p:txBody>
      </p:sp>
      <p:sp>
        <p:nvSpPr>
          <p:cNvPr id="41" name="text-271">
            <a:extLst xmlns:a="http://schemas.openxmlformats.org/drawingml/2006/main">
              <a:ext uri="{FF2B5EF4-FFF2-40B4-BE49-F238E27FC236}">
                <a16:creationId xmlns:a16="http://schemas.microsoft.com/office/drawing/2014/main" id="{254428AF-7265-441E-92D4-7DB5C2241DD9}"/>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نملك</a:t>
            </a:r>
          </a:p>
        </p:txBody>
      </p:sp>
      <p:sp>
        <p:nvSpPr>
          <p:cNvPr id="42" name="text-272">
            <a:extLst xmlns:a="http://schemas.openxmlformats.org/drawingml/2006/main">
              <a:ext uri="{FF2B5EF4-FFF2-40B4-BE49-F238E27FC236}">
                <a16:creationId xmlns:a16="http://schemas.microsoft.com/office/drawing/2014/main" id="{1B759960-F15B-4BD7-81F0-1A7103B6B1AC}"/>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أوزانه</a:t>
            </a:r>
          </a:p>
        </p:txBody>
      </p:sp>
      <p:sp>
        <p:nvSpPr>
          <p:cNvPr id="43" name="text-273">
            <a:extLst xmlns:a="http://schemas.openxmlformats.org/drawingml/2006/main">
              <a:ext uri="{FF2B5EF4-FFF2-40B4-BE49-F238E27FC236}">
                <a16:creationId xmlns:a16="http://schemas.microsoft.com/office/drawing/2014/main" id="{8D1909DC-D741-4583-9A28-BC34D538B33A}"/>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لينة</a:t>
            </a:r>
          </a:p>
        </p:txBody>
      </p:sp>
      <p:sp>
        <p:nvSpPr>
          <p:cNvPr id="44" name="text-274">
            <a:extLst xmlns:a="http://schemas.openxmlformats.org/drawingml/2006/main">
              <a:ext uri="{FF2B5EF4-FFF2-40B4-BE49-F238E27FC236}">
                <a16:creationId xmlns:a16="http://schemas.microsoft.com/office/drawing/2014/main" id="{6AEE9D8C-A9E3-4600-8B7B-17F102EC7EB4}"/>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وقبس</a:t>
            </a:r>
          </a:p>
        </p:txBody>
      </p:sp>
      <p:sp>
        <p:nvSpPr>
          <p:cNvPr id="45" name="text-275">
            <a:extLst xmlns:a="http://schemas.openxmlformats.org/drawingml/2006/main">
              <a:ext uri="{FF2B5EF4-FFF2-40B4-BE49-F238E27FC236}">
                <a16:creationId xmlns:a16="http://schemas.microsoft.com/office/drawing/2014/main" id="{280DD4C6-6F38-49E4-8F92-625596D958C0}"/>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تستفيدان</a:t>
            </a:r>
          </a:p>
        </p:txBody>
      </p:sp>
      <p:sp>
        <p:nvSpPr>
          <p:cNvPr id="46" name="text-276">
            <a:extLst xmlns:a="http://schemas.openxmlformats.org/drawingml/2006/main">
              <a:ext uri="{FF2B5EF4-FFF2-40B4-BE49-F238E27FC236}">
                <a16:creationId xmlns:a16="http://schemas.microsoft.com/office/drawing/2014/main" id="{E131997E-E398-4893-A300-B01CE8CCB43B}"/>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من</a:t>
            </a:r>
          </a:p>
        </p:txBody>
      </p:sp>
      <p:sp>
        <p:nvSpPr>
          <p:cNvPr id="47" name="text-277">
            <a:extLst xmlns:a="http://schemas.openxmlformats.org/drawingml/2006/main">
              <a:ext uri="{FF2B5EF4-FFF2-40B4-BE49-F238E27FC236}">
                <a16:creationId xmlns:a16="http://schemas.microsoft.com/office/drawing/2014/main" id="{B6538CF9-101E-4BCD-AEF2-5697630D13F6}"/>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أدوات</a:t>
            </a:r>
          </a:p>
        </p:txBody>
      </p:sp>
      <p:sp>
        <p:nvSpPr>
          <p:cNvPr id="48" name="text-278">
            <a:extLst xmlns:a="http://schemas.openxmlformats.org/drawingml/2006/main">
              <a:ext uri="{FF2B5EF4-FFF2-40B4-BE49-F238E27FC236}">
                <a16:creationId xmlns:a16="http://schemas.microsoft.com/office/drawing/2014/main" id="{2C693717-5A46-4F8E-9784-22B734AA0FFD}"/>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سلسبيل</a:t>
            </a:r>
          </a:p>
        </p:txBody>
      </p:sp>
      <p:sp>
        <p:nvSpPr>
          <p:cNvPr id="49" name="text-279">
            <a:extLst xmlns:a="http://schemas.openxmlformats.org/drawingml/2006/main">
              <a:ext uri="{FF2B5EF4-FFF2-40B4-BE49-F238E27FC236}">
                <a16:creationId xmlns:a16="http://schemas.microsoft.com/office/drawing/2014/main" id="{1BCB064B-C6D3-4894-8FE5-6DA44B3579D4}"/>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لقراءة</a:t>
            </a:r>
          </a:p>
        </p:txBody>
      </p:sp>
      <p:sp>
        <p:nvSpPr>
          <p:cNvPr id="50" name="text-280">
            <a:extLst xmlns:a="http://schemas.openxmlformats.org/drawingml/2006/main">
              <a:ext uri="{FF2B5EF4-FFF2-40B4-BE49-F238E27FC236}">
                <a16:creationId xmlns:a16="http://schemas.microsoft.com/office/drawing/2014/main" id="{55BC4E2B-DE71-4F2D-8E1D-46B7ED6AFBF1}"/>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المصادر</a:t>
            </a:r>
          </a:p>
        </p:txBody>
      </p:sp>
      <p:sp>
        <p:nvSpPr>
          <p:cNvPr id="51" name="text-281">
            <a:extLst xmlns:a="http://schemas.openxmlformats.org/drawingml/2006/main">
              <a:ext uri="{FF2B5EF4-FFF2-40B4-BE49-F238E27FC236}">
                <a16:creationId xmlns:a16="http://schemas.microsoft.com/office/drawing/2014/main" id="{A9F5537F-7A76-4F9B-8958-A72A1E9ED91C}"/>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وربط</a:t>
            </a:r>
          </a:p>
        </p:txBody>
      </p:sp>
      <p:sp>
        <p:nvSpPr>
          <p:cNvPr id="52" name="text-282">
            <a:extLst xmlns:a="http://schemas.openxmlformats.org/drawingml/2006/main">
              <a:ext uri="{FF2B5EF4-FFF2-40B4-BE49-F238E27FC236}">
                <a16:creationId xmlns:a16="http://schemas.microsoft.com/office/drawing/2014/main" id="{73CB9D4F-CD76-4F3C-ACB3-42CB1DA39930}"/>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الأدلة</a:t>
            </a:r>
          </a:p>
        </p:txBody>
      </p:sp>
      <p:sp>
        <p:nvSpPr>
          <p:cNvPr id="53" name="text-283">
            <a:extLst xmlns:a="http://schemas.openxmlformats.org/drawingml/2006/main">
              <a:ext uri="{FF2B5EF4-FFF2-40B4-BE49-F238E27FC236}">
                <a16:creationId xmlns:a16="http://schemas.microsoft.com/office/drawing/2014/main" id="{ACE527CA-B78B-4EAC-B850-FB3116A1DEF4}"/>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a:t>
            </a:r>
          </a:p>
        </p:txBody>
      </p:sp>
      <p:sp>
        <p:nvSpPr>
          <p:cNvPr id="54" name="text-284">
            <a:extLst xmlns:a="http://schemas.openxmlformats.org/drawingml/2006/main">
              <a:ext uri="{FF2B5EF4-FFF2-40B4-BE49-F238E27FC236}">
                <a16:creationId xmlns:a16="http://schemas.microsoft.com/office/drawing/2014/main" id="{5755142A-5FD1-442E-998E-4571EF89EC61}"/>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الخدمة</a:t>
            </a:r>
          </a:p>
        </p:txBody>
      </p:sp>
      <p:sp>
        <p:nvSpPr>
          <p:cNvPr id="55" name="text-285">
            <a:extLst xmlns:a="http://schemas.openxmlformats.org/drawingml/2006/main">
              <a:ext uri="{FF2B5EF4-FFF2-40B4-BE49-F238E27FC236}">
                <a16:creationId xmlns:a16="http://schemas.microsoft.com/office/drawing/2014/main" id="{1B856F96-1C1E-4851-9614-91FB191B5936}"/>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في</a:t>
            </a:r>
          </a:p>
        </p:txBody>
      </p:sp>
      <p:sp>
        <p:nvSpPr>
          <p:cNvPr id="56" name="text-286">
            <a:extLst xmlns:a="http://schemas.openxmlformats.org/drawingml/2006/main">
              <a:ext uri="{FF2B5EF4-FFF2-40B4-BE49-F238E27FC236}">
                <a16:creationId xmlns:a16="http://schemas.microsoft.com/office/drawing/2014/main" id="{47836914-0620-4243-AFBD-6E3BBB5AF363}"/>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الخادم</a:t>
            </a:r>
          </a:p>
        </p:txBody>
      </p:sp>
      <p:sp>
        <p:nvSpPr>
          <p:cNvPr id="57" name="text-287">
            <a:extLst xmlns:a="http://schemas.openxmlformats.org/drawingml/2006/main">
              <a:ext uri="{FF2B5EF4-FFF2-40B4-BE49-F238E27FC236}">
                <a16:creationId xmlns:a16="http://schemas.microsoft.com/office/drawing/2014/main" id="{916DC6F2-27F3-4EDA-9D77-96F135D12BF3}"/>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58" name="text-288">
            <a:extLst xmlns:a="http://schemas.openxmlformats.org/drawingml/2006/main">
              <a:ext uri="{FF2B5EF4-FFF2-40B4-BE49-F238E27FC236}">
                <a16:creationId xmlns:a16="http://schemas.microsoft.com/office/drawing/2014/main" id="{1479F7BD-D738-4BEC-9D70-C0958ACE8AD5}"/>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أوزان</a:t>
            </a:r>
          </a:p>
        </p:txBody>
      </p:sp>
      <p:sp>
        <p:nvSpPr>
          <p:cNvPr id="59" name="text-289">
            <a:extLst xmlns:a="http://schemas.openxmlformats.org/drawingml/2006/main">
              <a:ext uri="{FF2B5EF4-FFF2-40B4-BE49-F238E27FC236}">
                <a16:creationId xmlns:a16="http://schemas.microsoft.com/office/drawing/2014/main" id="{0BD0131A-D2BD-4381-A259-E42EFE2A89A7}"/>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النموذج</a:t>
            </a:r>
          </a:p>
        </p:txBody>
      </p:sp>
      <p:sp>
        <p:nvSpPr>
          <p:cNvPr id="60" name="text-290">
            <a:extLst xmlns:a="http://schemas.openxmlformats.org/drawingml/2006/main">
              <a:ext uri="{FF2B5EF4-FFF2-40B4-BE49-F238E27FC236}">
                <a16:creationId xmlns:a16="http://schemas.microsoft.com/office/drawing/2014/main" id="{7500CDC7-C532-4965-8E15-88489AF8006D}"/>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ومصنعه</a:t>
            </a:r>
          </a:p>
        </p:txBody>
      </p:sp>
      <p:sp>
        <p:nvSpPr>
          <p:cNvPr id="61" name="text-291">
            <a:extLst xmlns:a="http://schemas.openxmlformats.org/drawingml/2006/main">
              <a:ext uri="{FF2B5EF4-FFF2-40B4-BE49-F238E27FC236}">
                <a16:creationId xmlns:a16="http://schemas.microsoft.com/office/drawing/2014/main" id="{2F047724-89CE-4374-88E4-71305845B7FC}"/>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خارج</a:t>
            </a:r>
          </a:p>
        </p:txBody>
      </p:sp>
      <p:sp>
        <p:nvSpPr>
          <p:cNvPr id="62" name="text-292">
            <a:extLst xmlns:a="http://schemas.openxmlformats.org/drawingml/2006/main">
              <a:ext uri="{FF2B5EF4-FFF2-40B4-BE49-F238E27FC236}">
                <a16:creationId xmlns:a16="http://schemas.microsoft.com/office/drawing/2014/main" id="{F528BDF9-7F5A-4249-9C40-BFC0F3714946}"/>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نطاق</a:t>
            </a:r>
          </a:p>
        </p:txBody>
      </p:sp>
      <p:sp>
        <p:nvSpPr>
          <p:cNvPr id="63" name="text-293">
            <a:extLst xmlns:a="http://schemas.openxmlformats.org/drawingml/2006/main">
              <a:ext uri="{FF2B5EF4-FFF2-40B4-BE49-F238E27FC236}">
                <a16:creationId xmlns:a16="http://schemas.microsoft.com/office/drawing/2014/main" id="{6699CAEB-AEA8-4873-BB3F-872FD9FEEC81}"/>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التسليم</a:t>
            </a:r>
          </a:p>
        </p:txBody>
      </p:sp>
    </p:spTree>
    <p:extLst>
      <p:ext uri="{BB962C8B-B14F-4D97-AF65-F5344CB8AC3E}">
        <p14:creationId xmlns:p14="http://schemas.microsoft.com/office/powerpoint/2010/main" val="1896778463"/>
      </p:ext>
    </p:extLst>
  </p:cSld>
</p:sld>
</file>

<file path=ppt/slides/slide8.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text-294">
            <a:extLst xmlns:a="http://schemas.openxmlformats.org/drawingml/2006/main">
              <a:ext uri="{FF2B5EF4-FFF2-40B4-BE49-F238E27FC236}">
                <a16:creationId xmlns:a16="http://schemas.microsoft.com/office/drawing/2014/main" id="{DCEAAC83-EBD7-456A-A47D-D90C9FB02392}"/>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الذاكرة</a:t>
            </a:r>
          </a:p>
        </p:txBody>
      </p:sp>
      <p:sp>
        <p:nvSpPr>
          <p:cNvPr id="2" name="text-295">
            <a:extLst xmlns:a="http://schemas.openxmlformats.org/drawingml/2006/main">
              <a:ext uri="{FF2B5EF4-FFF2-40B4-BE49-F238E27FC236}">
                <a16:creationId xmlns:a16="http://schemas.microsoft.com/office/drawing/2014/main" id="{9AF6EF2B-CEA8-4CEF-91F0-65CCABA2869B}"/>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المهيكلة</a:t>
            </a:r>
          </a:p>
        </p:txBody>
      </p:sp>
      <p:sp>
        <p:nvSpPr>
          <p:cNvPr id="3" name="text-296">
            <a:extLst xmlns:a="http://schemas.openxmlformats.org/drawingml/2006/main">
              <a:ext uri="{FF2B5EF4-FFF2-40B4-BE49-F238E27FC236}">
                <a16:creationId xmlns:a16="http://schemas.microsoft.com/office/drawing/2014/main" id="{4F2C2A8B-512C-42F2-B832-366423559DF3}"/>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النص</a:t>
            </a:r>
          </a:p>
        </p:txBody>
      </p:sp>
      <p:sp>
        <p:nvSpPr>
          <p:cNvPr id="4" name="text-297">
            <a:extLst xmlns:a="http://schemas.openxmlformats.org/drawingml/2006/main">
              <a:ext uri="{FF2B5EF4-FFF2-40B4-BE49-F238E27FC236}">
                <a16:creationId xmlns:a16="http://schemas.microsoft.com/office/drawing/2014/main" id="{13BFDFAE-FD30-40AC-90FF-827AF6915F5B}"/>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5" name="text-298">
            <a:extLst xmlns:a="http://schemas.openxmlformats.org/drawingml/2006/main">
              <a:ext uri="{FF2B5EF4-FFF2-40B4-BE49-F238E27FC236}">
                <a16:creationId xmlns:a16="http://schemas.microsoft.com/office/drawing/2014/main" id="{7F132F2E-9BA3-4580-BD08-5E0CF1ACB77D}"/>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أصله</a:t>
            </a:r>
          </a:p>
        </p:txBody>
      </p:sp>
      <p:sp>
        <p:nvSpPr>
          <p:cNvPr id="6" name="shape-299">
            <a:extLst xmlns:a="http://schemas.openxmlformats.org/drawingml/2006/main">
              <a:ext uri="{FF2B5EF4-FFF2-40B4-BE49-F238E27FC236}">
                <a16:creationId xmlns:a16="http://schemas.microsoft.com/office/drawing/2014/main" id="{0A85A4BC-1E3A-4B1A-9EAF-1E0B87A9DA9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300">
            <a:extLst xmlns:a="http://schemas.openxmlformats.org/drawingml/2006/main">
              <a:ext uri="{FF2B5EF4-FFF2-40B4-BE49-F238E27FC236}">
                <a16:creationId xmlns:a16="http://schemas.microsoft.com/office/drawing/2014/main" id="{1B4BE5E6-F3CE-4FD8-B78F-01BCF881731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301">
            <a:extLst xmlns:a="http://schemas.openxmlformats.org/drawingml/2006/main">
              <a:ext uri="{FF2B5EF4-FFF2-40B4-BE49-F238E27FC236}">
                <a16:creationId xmlns:a16="http://schemas.microsoft.com/office/drawing/2014/main" id="{5470748C-465E-4957-85FD-6EF4C8382E4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302">
            <a:extLst xmlns:a="http://schemas.openxmlformats.org/drawingml/2006/main">
              <a:ext uri="{FF2B5EF4-FFF2-40B4-BE49-F238E27FC236}">
                <a16:creationId xmlns:a16="http://schemas.microsoft.com/office/drawing/2014/main" id="{4E2B097C-D913-4483-913F-8E041516E5CF}"/>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303">
            <a:extLst xmlns:a="http://schemas.openxmlformats.org/drawingml/2006/main">
              <a:ext uri="{FF2B5EF4-FFF2-40B4-BE49-F238E27FC236}">
                <a16:creationId xmlns:a16="http://schemas.microsoft.com/office/drawing/2014/main" id="{F84D5A13-561F-4179-BFD3-DDC43AA4FEA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304">
            <a:extLst xmlns:a="http://schemas.openxmlformats.org/drawingml/2006/main">
              <a:ext uri="{FF2B5EF4-FFF2-40B4-BE49-F238E27FC236}">
                <a16:creationId xmlns:a16="http://schemas.microsoft.com/office/drawing/2014/main" id="{EF50F217-5387-406C-B5F3-CE85126E592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305">
            <a:extLst xmlns:a="http://schemas.openxmlformats.org/drawingml/2006/main">
              <a:ext uri="{FF2B5EF4-FFF2-40B4-BE49-F238E27FC236}">
                <a16:creationId xmlns:a16="http://schemas.microsoft.com/office/drawing/2014/main" id="{3828142A-0ECD-459F-9C7B-F6095FBCFE4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306">
            <a:extLst xmlns:a="http://schemas.openxmlformats.org/drawingml/2006/main">
              <a:ext uri="{FF2B5EF4-FFF2-40B4-BE49-F238E27FC236}">
                <a16:creationId xmlns:a16="http://schemas.microsoft.com/office/drawing/2014/main" id="{912B0212-7BB2-4E02-9DA1-7B64AC507B3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08</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13f42eb238df4f01"/>
          <a:stretch xmlns:a="http://schemas.openxmlformats.org/drawingml/2006/main"/>
        </p:blipFill>
        <p:spPr>
          <a:xfrm xmlns:a="http://schemas.openxmlformats.org/drawingml/2006/main">
            <a:off x="609600" y="1453692"/>
            <a:ext cx="7239000" cy="4074441"/>
          </a:xfrm>
          <a:prstGeom xmlns:a="http://schemas.openxmlformats.org/drawingml/2006/main" prst="rect">
            <a:avLst/>
          </a:prstGeom>
        </p:spPr>
      </p:pic>
      <p:sp>
        <p:nvSpPr>
          <p:cNvPr id="15" name="text-307">
            <a:extLst xmlns:a="http://schemas.openxmlformats.org/drawingml/2006/main">
              <a:ext uri="{FF2B5EF4-FFF2-40B4-BE49-F238E27FC236}">
                <a16:creationId xmlns:a16="http://schemas.microsoft.com/office/drawing/2014/main" id="{7C819F07-11C6-40A6-848A-BAC669854180}"/>
              </a:ext>
            </a:extLst>
          </p:cNvPr>
          <p:cNvSpPr>
            <a:spLocks xmlns:a="http://schemas.openxmlformats.org/drawingml/2006/main" noGrp="1"/>
          </p:cNvSpPr>
          <p:nvPr/>
        </p:nvSpPr>
        <p:spPr>
          <a:xfrm xmlns:a="http://schemas.openxmlformats.org/drawingml/2006/main">
            <a:off x="10394312" y="1762125"/>
            <a:ext cx="118808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استلهمنا</a:t>
            </a:r>
          </a:p>
        </p:txBody>
      </p:sp>
      <p:sp>
        <p:nvSpPr>
          <p:cNvPr id="16" name="text-308">
            <a:extLst xmlns:a="http://schemas.openxmlformats.org/drawingml/2006/main">
              <a:ext uri="{FF2B5EF4-FFF2-40B4-BE49-F238E27FC236}">
                <a16:creationId xmlns:a16="http://schemas.microsoft.com/office/drawing/2014/main" id="{3F8B10F8-79EE-4684-9FE3-FA049AB01E09}"/>
              </a:ext>
            </a:extLst>
          </p:cNvPr>
          <p:cNvSpPr>
            <a:spLocks xmlns:a="http://schemas.openxmlformats.org/drawingml/2006/main" noGrp="1"/>
          </p:cNvSpPr>
          <p:nvPr/>
        </p:nvSpPr>
        <p:spPr>
          <a:xfrm xmlns:a="http://schemas.openxmlformats.org/drawingml/2006/main">
            <a:off x="9811466" y="1762125"/>
            <a:ext cx="5237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دقة</a:t>
            </a:r>
          </a:p>
        </p:txBody>
      </p:sp>
      <p:sp>
        <p:nvSpPr>
          <p:cNvPr id="17" name="text-309">
            <a:extLst xmlns:a="http://schemas.openxmlformats.org/drawingml/2006/main">
              <a:ext uri="{FF2B5EF4-FFF2-40B4-BE49-F238E27FC236}">
                <a16:creationId xmlns:a16="http://schemas.microsoft.com/office/drawing/2014/main" id="{2AD29BE8-89F7-48B3-BE62-952E09F3FED3}"/>
              </a:ext>
            </a:extLst>
          </p:cNvPr>
          <p:cNvSpPr>
            <a:spLocks xmlns:a="http://schemas.openxmlformats.org/drawingml/2006/main" noGrp="1"/>
          </p:cNvSpPr>
          <p:nvPr/>
        </p:nvSpPr>
        <p:spPr>
          <a:xfrm xmlns:a="http://schemas.openxmlformats.org/drawingml/2006/main">
            <a:off x="8928964" y="1762125"/>
            <a:ext cx="82344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الحفظ</a:t>
            </a:r>
          </a:p>
        </p:txBody>
      </p:sp>
      <p:sp>
        <p:nvSpPr>
          <p:cNvPr id="18" name="text-310">
            <a:extLst xmlns:a="http://schemas.openxmlformats.org/drawingml/2006/main">
              <a:ext uri="{FF2B5EF4-FFF2-40B4-BE49-F238E27FC236}">
                <a16:creationId xmlns:a16="http://schemas.microsoft.com/office/drawing/2014/main" id="{01F69A95-22AB-4F0B-8775-029DA520FC3B}"/>
              </a:ext>
            </a:extLst>
          </p:cNvPr>
          <p:cNvSpPr>
            <a:spLocks xmlns:a="http://schemas.openxmlformats.org/drawingml/2006/main" noGrp="1"/>
          </p:cNvSpPr>
          <p:nvPr/>
        </p:nvSpPr>
        <p:spPr>
          <a:xfrm xmlns:a="http://schemas.openxmlformats.org/drawingml/2006/main">
            <a:off x="11100756" y="2667000"/>
            <a:ext cx="4816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يعود</a:t>
            </a:r>
          </a:p>
        </p:txBody>
      </p:sp>
      <p:sp>
        <p:nvSpPr>
          <p:cNvPr id="19" name="text-311">
            <a:extLst xmlns:a="http://schemas.openxmlformats.org/drawingml/2006/main">
              <a:ext uri="{FF2B5EF4-FFF2-40B4-BE49-F238E27FC236}">
                <a16:creationId xmlns:a16="http://schemas.microsoft.com/office/drawing/2014/main" id="{4AB8DD6A-D764-4301-91D8-F2ACC378CB01}"/>
              </a:ext>
            </a:extLst>
          </p:cNvPr>
          <p:cNvSpPr>
            <a:spLocks xmlns:a="http://schemas.openxmlformats.org/drawingml/2006/main" noGrp="1"/>
          </p:cNvSpPr>
          <p:nvPr/>
        </p:nvSpPr>
        <p:spPr>
          <a:xfrm xmlns:a="http://schemas.openxmlformats.org/drawingml/2006/main">
            <a:off x="10461724" y="266700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النص</a:t>
            </a:r>
          </a:p>
        </p:txBody>
      </p:sp>
      <p:sp>
        <p:nvSpPr>
          <p:cNvPr id="20" name="text-312">
            <a:extLst xmlns:a="http://schemas.openxmlformats.org/drawingml/2006/main">
              <a:ext uri="{FF2B5EF4-FFF2-40B4-BE49-F238E27FC236}">
                <a16:creationId xmlns:a16="http://schemas.microsoft.com/office/drawing/2014/main" id="{9D77BAC9-FBE5-40BA-AF70-8377B23757ED}"/>
              </a:ext>
            </a:extLst>
          </p:cNvPr>
          <p:cNvSpPr>
            <a:spLocks xmlns:a="http://schemas.openxmlformats.org/drawingml/2006/main" noGrp="1"/>
          </p:cNvSpPr>
          <p:nvPr/>
        </p:nvSpPr>
        <p:spPr>
          <a:xfrm xmlns:a="http://schemas.openxmlformats.org/drawingml/2006/main">
            <a:off x="9833680" y="2667000"/>
            <a:ext cx="5667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كاملًا</a:t>
            </a:r>
          </a:p>
        </p:txBody>
      </p:sp>
      <p:sp>
        <p:nvSpPr>
          <p:cNvPr id="21" name="text-313">
            <a:extLst xmlns:a="http://schemas.openxmlformats.org/drawingml/2006/main">
              <a:ext uri="{FF2B5EF4-FFF2-40B4-BE49-F238E27FC236}">
                <a16:creationId xmlns:a16="http://schemas.microsoft.com/office/drawing/2014/main" id="{D18C4C1D-8B8C-403D-933D-ADE4B95F4EA1}"/>
              </a:ext>
            </a:extLst>
          </p:cNvPr>
          <p:cNvSpPr>
            <a:spLocks xmlns:a="http://schemas.openxmlformats.org/drawingml/2006/main" noGrp="1"/>
          </p:cNvSpPr>
          <p:nvPr/>
        </p:nvSpPr>
        <p:spPr>
          <a:xfrm xmlns:a="http://schemas.openxmlformats.org/drawingml/2006/main">
            <a:off x="10741977" y="3181350"/>
            <a:ext cx="8404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بموضعه</a:t>
            </a:r>
          </a:p>
        </p:txBody>
      </p:sp>
      <p:sp>
        <p:nvSpPr>
          <p:cNvPr id="22" name="text-314">
            <a:extLst xmlns:a="http://schemas.openxmlformats.org/drawingml/2006/main">
              <a:ext uri="{FF2B5EF4-FFF2-40B4-BE49-F238E27FC236}">
                <a16:creationId xmlns:a16="http://schemas.microsoft.com/office/drawing/2014/main" id="{46BB5B50-DEBB-4924-A5C5-DAE80EB35DA2}"/>
              </a:ext>
            </a:extLst>
          </p:cNvPr>
          <p:cNvSpPr>
            <a:spLocks xmlns:a="http://schemas.openxmlformats.org/drawingml/2006/main" noGrp="1"/>
          </p:cNvSpPr>
          <p:nvPr/>
        </p:nvSpPr>
        <p:spPr>
          <a:xfrm xmlns:a="http://schemas.openxmlformats.org/drawingml/2006/main">
            <a:off x="10064790" y="3181350"/>
            <a:ext cx="61879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النحل</a:t>
            </a:r>
          </a:p>
        </p:txBody>
      </p:sp>
      <p:sp>
        <p:nvSpPr>
          <p:cNvPr id="23" name="text-315">
            <a:extLst xmlns:a="http://schemas.openxmlformats.org/drawingml/2006/main">
              <a:ext uri="{FF2B5EF4-FFF2-40B4-BE49-F238E27FC236}">
                <a16:creationId xmlns:a16="http://schemas.microsoft.com/office/drawing/2014/main" id="{ACB68440-A5D4-4DEC-B2CF-FFCC32BF4189}"/>
              </a:ext>
            </a:extLst>
          </p:cNvPr>
          <p:cNvSpPr>
            <a:spLocks xmlns:a="http://schemas.openxmlformats.org/drawingml/2006/main" noGrp="1"/>
          </p:cNvSpPr>
          <p:nvPr/>
        </p:nvSpPr>
        <p:spPr>
          <a:xfrm xmlns:a="http://schemas.openxmlformats.org/drawingml/2006/main">
            <a:off x="9676629" y="3181350"/>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٩٠</a:t>
            </a:r>
          </a:p>
        </p:txBody>
      </p:sp>
      <p:sp>
        <p:nvSpPr>
          <p:cNvPr id="24" name="text-316">
            <a:extLst xmlns:a="http://schemas.openxmlformats.org/drawingml/2006/main">
              <a:ext uri="{FF2B5EF4-FFF2-40B4-BE49-F238E27FC236}">
                <a16:creationId xmlns:a16="http://schemas.microsoft.com/office/drawing/2014/main" id="{221A92B9-55A5-46B5-919D-E208FA232C3D}"/>
              </a:ext>
            </a:extLst>
          </p:cNvPr>
          <p:cNvSpPr>
            <a:spLocks xmlns:a="http://schemas.openxmlformats.org/drawingml/2006/main" noGrp="1"/>
          </p:cNvSpPr>
          <p:nvPr/>
        </p:nvSpPr>
        <p:spPr>
          <a:xfrm xmlns:a="http://schemas.openxmlformats.org/drawingml/2006/main">
            <a:off x="10932207" y="4086225"/>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5" name="text-317">
            <a:extLst xmlns:a="http://schemas.openxmlformats.org/drawingml/2006/main">
              <a:ext uri="{FF2B5EF4-FFF2-40B4-BE49-F238E27FC236}">
                <a16:creationId xmlns:a16="http://schemas.microsoft.com/office/drawing/2014/main" id="{062F4F82-F4B6-4645-98DA-1CE23EA80AB3}"/>
              </a:ext>
            </a:extLst>
          </p:cNvPr>
          <p:cNvSpPr>
            <a:spLocks xmlns:a="http://schemas.openxmlformats.org/drawingml/2006/main" noGrp="1"/>
          </p:cNvSpPr>
          <p:nvPr/>
        </p:nvSpPr>
        <p:spPr>
          <a:xfrm xmlns:a="http://schemas.openxmlformats.org/drawingml/2006/main">
            <a:off x="9983564" y="4086225"/>
            <a:ext cx="8933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المطابقة</a:t>
            </a:r>
          </a:p>
        </p:txBody>
      </p:sp>
      <p:sp>
        <p:nvSpPr>
          <p:cNvPr id="26" name="text-318">
            <a:extLst xmlns:a="http://schemas.openxmlformats.org/drawingml/2006/main">
              <a:ext uri="{FF2B5EF4-FFF2-40B4-BE49-F238E27FC236}">
                <a16:creationId xmlns:a16="http://schemas.microsoft.com/office/drawing/2014/main" id="{3A276D77-3661-4F0B-84BA-5420647626E3}"/>
              </a:ext>
            </a:extLst>
          </p:cNvPr>
          <p:cNvSpPr>
            <a:spLocks xmlns:a="http://schemas.openxmlformats.org/drawingml/2006/main" noGrp="1"/>
          </p:cNvSpPr>
          <p:nvPr/>
        </p:nvSpPr>
        <p:spPr>
          <a:xfrm xmlns:a="http://schemas.openxmlformats.org/drawingml/2006/main">
            <a:off x="9366916" y="4086225"/>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319">
            <a:extLst xmlns:a="http://schemas.openxmlformats.org/drawingml/2006/main">
              <a:ext uri="{FF2B5EF4-FFF2-40B4-BE49-F238E27FC236}">
                <a16:creationId xmlns:a16="http://schemas.microsoft.com/office/drawing/2014/main" id="{28E041C9-7FA0-4EDD-9C09-EB4590F7FC20}"/>
              </a:ext>
            </a:extLst>
          </p:cNvPr>
          <p:cNvSpPr>
            <a:spLocks xmlns:a="http://schemas.openxmlformats.org/drawingml/2006/main" noGrp="1"/>
          </p:cNvSpPr>
          <p:nvPr/>
        </p:nvSpPr>
        <p:spPr>
          <a:xfrm xmlns:a="http://schemas.openxmlformats.org/drawingml/2006/main">
            <a:off x="7915275" y="4638675"/>
            <a:ext cx="3667125"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1">
                <a:solidFill>
                  <a:srgbClr val="DDC087"/>
                </a:solidFill>
                <a:latin typeface="Tahoma"/>
                <a:ea typeface="Tahoma"/>
                <a:cs typeface="Tahoma"/>
              </a:defRPr>
            </a:pPr>
            <a:r>
              <a:rPr sz="1725" b="1">
                <a:solidFill>
                  <a:srgbClr val="DDC087"/>
                </a:solidFill>
                <a:latin typeface="Tahoma"/>
                <a:ea typeface="Tahoma"/>
                <a:cs typeface="Tahoma"/>
              </a:rPr>
              <a:t>NMN · SA 1020268774</a:t>
            </a:r>
          </a:p>
        </p:txBody>
      </p:sp>
      <p:sp>
        <p:nvSpPr>
          <p:cNvPr id="28" name="text-320">
            <a:extLst xmlns:a="http://schemas.openxmlformats.org/drawingml/2006/main">
              <a:ext uri="{FF2B5EF4-FFF2-40B4-BE49-F238E27FC236}">
                <a16:creationId xmlns:a16="http://schemas.microsoft.com/office/drawing/2014/main" id="{DDD9C48D-B940-4AAD-AB14-C523D3C110A0}"/>
              </a:ext>
            </a:extLst>
          </p:cNvPr>
          <p:cNvSpPr>
            <a:spLocks xmlns:a="http://schemas.openxmlformats.org/drawingml/2006/main" noGrp="1"/>
          </p:cNvSpPr>
          <p:nvPr/>
        </p:nvSpPr>
        <p:spPr>
          <a:xfrm xmlns:a="http://schemas.openxmlformats.org/drawingml/2006/main">
            <a:off x="11058570" y="5610225"/>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29" name="text-321">
            <a:extLst xmlns:a="http://schemas.openxmlformats.org/drawingml/2006/main">
              <a:ext uri="{FF2B5EF4-FFF2-40B4-BE49-F238E27FC236}">
                <a16:creationId xmlns:a16="http://schemas.microsoft.com/office/drawing/2014/main" id="{61815788-8E85-4448-BDF3-5F0282DCD5B3}"/>
              </a:ext>
            </a:extLst>
          </p:cNvPr>
          <p:cNvSpPr>
            <a:spLocks xmlns:a="http://schemas.openxmlformats.org/drawingml/2006/main" noGrp="1"/>
          </p:cNvSpPr>
          <p:nvPr/>
        </p:nvSpPr>
        <p:spPr>
          <a:xfrm xmlns:a="http://schemas.openxmlformats.org/drawingml/2006/main">
            <a:off x="10594979" y="5610225"/>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0" name="text-322">
            <a:extLst xmlns:a="http://schemas.openxmlformats.org/drawingml/2006/main">
              <a:ext uri="{FF2B5EF4-FFF2-40B4-BE49-F238E27FC236}">
                <a16:creationId xmlns:a16="http://schemas.microsoft.com/office/drawing/2014/main" id="{E5EA8107-9130-46CE-A425-ED2F413705B2}"/>
              </a:ext>
            </a:extLst>
          </p:cNvPr>
          <p:cNvSpPr>
            <a:spLocks xmlns:a="http://schemas.openxmlformats.org/drawingml/2006/main" noGrp="1"/>
          </p:cNvSpPr>
          <p:nvPr/>
        </p:nvSpPr>
        <p:spPr>
          <a:xfrm xmlns:a="http://schemas.openxmlformats.org/drawingml/2006/main">
            <a:off x="10207226" y="5610225"/>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1" name="text-323">
            <a:extLst xmlns:a="http://schemas.openxmlformats.org/drawingml/2006/main">
              <a:ext uri="{FF2B5EF4-FFF2-40B4-BE49-F238E27FC236}">
                <a16:creationId xmlns:a16="http://schemas.microsoft.com/office/drawing/2014/main" id="{EE7C3E77-26DE-4C49-899A-632BDCC82ABA}"/>
              </a:ext>
            </a:extLst>
          </p:cNvPr>
          <p:cNvSpPr>
            <a:spLocks xmlns:a="http://schemas.openxmlformats.org/drawingml/2006/main" noGrp="1"/>
          </p:cNvSpPr>
          <p:nvPr/>
        </p:nvSpPr>
        <p:spPr>
          <a:xfrm xmlns:a="http://schemas.openxmlformats.org/drawingml/2006/main">
            <a:off x="9303231" y="5610225"/>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2" name="text-324">
            <a:extLst xmlns:a="http://schemas.openxmlformats.org/drawingml/2006/main">
              <a:ext uri="{FF2B5EF4-FFF2-40B4-BE49-F238E27FC236}">
                <a16:creationId xmlns:a16="http://schemas.microsoft.com/office/drawing/2014/main" id="{5D9D1719-59AC-4305-AD96-B809E8A026DC}"/>
              </a:ext>
            </a:extLst>
          </p:cNvPr>
          <p:cNvSpPr>
            <a:spLocks xmlns:a="http://schemas.openxmlformats.org/drawingml/2006/main" noGrp="1"/>
          </p:cNvSpPr>
          <p:nvPr/>
        </p:nvSpPr>
        <p:spPr>
          <a:xfrm xmlns:a="http://schemas.openxmlformats.org/drawingml/2006/main">
            <a:off x="9078140" y="5610225"/>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3" name="text-325">
            <a:extLst xmlns:a="http://schemas.openxmlformats.org/drawingml/2006/main">
              <a:ext uri="{FF2B5EF4-FFF2-40B4-BE49-F238E27FC236}">
                <a16:creationId xmlns:a16="http://schemas.microsoft.com/office/drawing/2014/main" id="{BDDC2E7A-D66C-47DC-9DF0-80706F578EC7}"/>
              </a:ext>
            </a:extLst>
          </p:cNvPr>
          <p:cNvSpPr>
            <a:spLocks xmlns:a="http://schemas.openxmlformats.org/drawingml/2006/main" noGrp="1"/>
          </p:cNvSpPr>
          <p:nvPr/>
        </p:nvSpPr>
        <p:spPr>
          <a:xfrm xmlns:a="http://schemas.openxmlformats.org/drawingml/2006/main">
            <a:off x="8466604" y="5610225"/>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4" name="text-326">
            <a:extLst xmlns:a="http://schemas.openxmlformats.org/drawingml/2006/main">
              <a:ext uri="{FF2B5EF4-FFF2-40B4-BE49-F238E27FC236}">
                <a16:creationId xmlns:a16="http://schemas.microsoft.com/office/drawing/2014/main" id="{D6BC067B-8E4F-496E-A8E1-418F6AE36BAC}"/>
              </a:ext>
            </a:extLst>
          </p:cNvPr>
          <p:cNvSpPr>
            <a:spLocks xmlns:a="http://schemas.openxmlformats.org/drawingml/2006/main" noGrp="1"/>
          </p:cNvSpPr>
          <p:nvPr/>
        </p:nvSpPr>
        <p:spPr>
          <a:xfrm xmlns:a="http://schemas.openxmlformats.org/drawingml/2006/main">
            <a:off x="8292921" y="56102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5" name="text-327">
            <a:extLst xmlns:a="http://schemas.openxmlformats.org/drawingml/2006/main">
              <a:ext uri="{FF2B5EF4-FFF2-40B4-BE49-F238E27FC236}">
                <a16:creationId xmlns:a16="http://schemas.microsoft.com/office/drawing/2014/main" id="{D2CF60D1-2E27-45EA-9FA6-BAA349A87597}"/>
              </a:ext>
            </a:extLst>
          </p:cNvPr>
          <p:cNvSpPr>
            <a:spLocks xmlns:a="http://schemas.openxmlformats.org/drawingml/2006/main" noGrp="1"/>
          </p:cNvSpPr>
          <p:nvPr/>
        </p:nvSpPr>
        <p:spPr>
          <a:xfrm xmlns:a="http://schemas.openxmlformats.org/drawingml/2006/main">
            <a:off x="7342031" y="5610225"/>
            <a:ext cx="8985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استكمال</a:t>
            </a:r>
          </a:p>
        </p:txBody>
      </p:sp>
      <p:sp>
        <p:nvSpPr>
          <p:cNvPr id="36" name="text-328">
            <a:extLst xmlns:a="http://schemas.openxmlformats.org/drawingml/2006/main">
              <a:ext uri="{FF2B5EF4-FFF2-40B4-BE49-F238E27FC236}">
                <a16:creationId xmlns:a16="http://schemas.microsoft.com/office/drawing/2014/main" id="{0A8A3F58-F8FB-4C34-A96A-B8CCB732A97F}"/>
              </a:ext>
            </a:extLst>
          </p:cNvPr>
          <p:cNvSpPr>
            <a:spLocks xmlns:a="http://schemas.openxmlformats.org/drawingml/2006/main" noGrp="1"/>
          </p:cNvSpPr>
          <p:nvPr/>
        </p:nvSpPr>
        <p:spPr>
          <a:xfrm xmlns:a="http://schemas.openxmlformats.org/drawingml/2006/main">
            <a:off x="6850284" y="5610225"/>
            <a:ext cx="4393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الآية</a:t>
            </a:r>
          </a:p>
        </p:txBody>
      </p:sp>
      <p:sp>
        <p:nvSpPr>
          <p:cNvPr id="37" name="text-329">
            <a:extLst xmlns:a="http://schemas.openxmlformats.org/drawingml/2006/main">
              <a:ext uri="{FF2B5EF4-FFF2-40B4-BE49-F238E27FC236}">
                <a16:creationId xmlns:a16="http://schemas.microsoft.com/office/drawing/2014/main" id="{B912B20B-2494-4C5A-A9CE-0CD1B6868CD9}"/>
              </a:ext>
            </a:extLst>
          </p:cNvPr>
          <p:cNvSpPr>
            <a:spLocks xmlns:a="http://schemas.openxmlformats.org/drawingml/2006/main" noGrp="1"/>
          </p:cNvSpPr>
          <p:nvPr/>
        </p:nvSpPr>
        <p:spPr>
          <a:xfrm xmlns:a="http://schemas.openxmlformats.org/drawingml/2006/main">
            <a:off x="6501774" y="5610225"/>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38" name="text-330">
            <a:extLst xmlns:a="http://schemas.openxmlformats.org/drawingml/2006/main">
              <a:ext uri="{FF2B5EF4-FFF2-40B4-BE49-F238E27FC236}">
                <a16:creationId xmlns:a16="http://schemas.microsoft.com/office/drawing/2014/main" id="{D81568F5-92E9-4E3C-87D5-586A343D7898}"/>
              </a:ext>
            </a:extLst>
          </p:cNvPr>
          <p:cNvSpPr>
            <a:spLocks xmlns:a="http://schemas.openxmlformats.org/drawingml/2006/main" noGrp="1"/>
          </p:cNvSpPr>
          <p:nvPr/>
        </p:nvSpPr>
        <p:spPr>
          <a:xfrm xmlns:a="http://schemas.openxmlformats.org/drawingml/2006/main">
            <a:off x="5737876" y="5610225"/>
            <a:ext cx="71151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السورة</a:t>
            </a:r>
          </a:p>
        </p:txBody>
      </p:sp>
      <p:sp>
        <p:nvSpPr>
          <p:cNvPr id="39" name="text-331">
            <a:extLst xmlns:a="http://schemas.openxmlformats.org/drawingml/2006/main">
              <a:ext uri="{FF2B5EF4-FFF2-40B4-BE49-F238E27FC236}">
                <a16:creationId xmlns:a16="http://schemas.microsoft.com/office/drawing/2014/main" id="{08781C21-89D4-46AE-A509-3B7632C87EA1}"/>
              </a:ext>
            </a:extLst>
          </p:cNvPr>
          <p:cNvSpPr>
            <a:spLocks xmlns:a="http://schemas.openxmlformats.org/drawingml/2006/main" noGrp="1"/>
          </p:cNvSpPr>
          <p:nvPr/>
        </p:nvSpPr>
        <p:spPr>
          <a:xfrm xmlns:a="http://schemas.openxmlformats.org/drawingml/2006/main">
            <a:off x="5069732" y="5610225"/>
            <a:ext cx="61575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والرقم</a:t>
            </a:r>
          </a:p>
        </p:txBody>
      </p:sp>
    </p:spTree>
    <p:extLst>
      <p:ext uri="{BB962C8B-B14F-4D97-AF65-F5344CB8AC3E}">
        <p14:creationId xmlns:p14="http://schemas.microsoft.com/office/powerpoint/2010/main" val="1077298271"/>
      </p:ext>
    </p:extLst>
  </p:cSld>
</p:sld>
</file>

<file path=ppt/slides/slide9.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4" name="text-332">
            <a:extLst xmlns:a="http://schemas.openxmlformats.org/drawingml/2006/main">
              <a:ext uri="{FF2B5EF4-FFF2-40B4-BE49-F238E27FC236}">
                <a16:creationId xmlns:a16="http://schemas.microsoft.com/office/drawing/2014/main" id="{22F41537-C0E3-4EDA-9708-476213CB596D}"/>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المتجاور</a:t>
            </a:r>
          </a:p>
        </p:txBody>
      </p:sp>
      <p:sp>
        <p:nvSpPr>
          <p:cNvPr id="2" name="text-333">
            <a:extLst xmlns:a="http://schemas.openxmlformats.org/drawingml/2006/main">
              <a:ext uri="{FF2B5EF4-FFF2-40B4-BE49-F238E27FC236}">
                <a16:creationId xmlns:a16="http://schemas.microsoft.com/office/drawing/2014/main" id="{9EA1E4E2-5FF9-4C8B-BA1C-354E36C6938E}"/>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في</a:t>
            </a:r>
          </a:p>
        </p:txBody>
      </p:sp>
      <p:sp>
        <p:nvSpPr>
          <p:cNvPr id="3" name="text-334">
            <a:extLst xmlns:a="http://schemas.openxmlformats.org/drawingml/2006/main">
              <a:ext uri="{FF2B5EF4-FFF2-40B4-BE49-F238E27FC236}">
                <a16:creationId xmlns:a16="http://schemas.microsoft.com/office/drawing/2014/main" id="{92FFFA53-B501-42ED-83B2-BCDC241DDA37}"/>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القرآن</a:t>
            </a:r>
          </a:p>
        </p:txBody>
      </p:sp>
      <p:sp>
        <p:nvSpPr>
          <p:cNvPr id="4" name="text-335">
            <a:extLst xmlns:a="http://schemas.openxmlformats.org/drawingml/2006/main">
              <a:ext uri="{FF2B5EF4-FFF2-40B4-BE49-F238E27FC236}">
                <a16:creationId xmlns:a16="http://schemas.microsoft.com/office/drawing/2014/main" id="{61006598-9916-4F74-83DE-57F5BD47B04A}"/>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بحث</a:t>
            </a:r>
          </a:p>
        </p:txBody>
      </p:sp>
      <p:sp>
        <p:nvSpPr>
          <p:cNvPr id="5" name="text-336">
            <a:extLst xmlns:a="http://schemas.openxmlformats.org/drawingml/2006/main">
              <a:ext uri="{FF2B5EF4-FFF2-40B4-BE49-F238E27FC236}">
                <a16:creationId xmlns:a16="http://schemas.microsoft.com/office/drawing/2014/main" id="{D24F8C4A-6C6F-4EA8-9D2F-B5F8C7109D04}"/>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يتحوّل</a:t>
            </a:r>
          </a:p>
        </p:txBody>
      </p:sp>
      <p:sp>
        <p:nvSpPr>
          <p:cNvPr id="6" name="text-337">
            <a:extLst xmlns:a="http://schemas.openxmlformats.org/drawingml/2006/main">
              <a:ext uri="{FF2B5EF4-FFF2-40B4-BE49-F238E27FC236}">
                <a16:creationId xmlns:a16="http://schemas.microsoft.com/office/drawing/2014/main" id="{361ECE16-00C6-4564-B233-5D23C8CAD13A}"/>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إلى</a:t>
            </a:r>
          </a:p>
        </p:txBody>
      </p:sp>
      <p:sp>
        <p:nvSpPr>
          <p:cNvPr id="7" name="text-338">
            <a:extLst xmlns:a="http://schemas.openxmlformats.org/drawingml/2006/main">
              <a:ext uri="{FF2B5EF4-FFF2-40B4-BE49-F238E27FC236}">
                <a16:creationId xmlns:a16="http://schemas.microsoft.com/office/drawing/2014/main" id="{0B12577A-2FF7-437D-BA2A-FA463F3023F8}"/>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أداة</a:t>
            </a:r>
          </a:p>
        </p:txBody>
      </p:sp>
      <p:sp>
        <p:nvSpPr>
          <p:cNvPr id="8" name="shape-339">
            <a:extLst xmlns:a="http://schemas.openxmlformats.org/drawingml/2006/main">
              <a:ext uri="{FF2B5EF4-FFF2-40B4-BE49-F238E27FC236}">
                <a16:creationId xmlns:a16="http://schemas.microsoft.com/office/drawing/2014/main" id="{1F194041-A664-4BAA-8A76-94B030AAB8F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340">
            <a:extLst xmlns:a="http://schemas.openxmlformats.org/drawingml/2006/main">
              <a:ext uri="{FF2B5EF4-FFF2-40B4-BE49-F238E27FC236}">
                <a16:creationId xmlns:a16="http://schemas.microsoft.com/office/drawing/2014/main" id="{9A9B2882-0EA8-4CEC-82BB-7425415BF9F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341">
            <a:extLst xmlns:a="http://schemas.openxmlformats.org/drawingml/2006/main">
              <a:ext uri="{FF2B5EF4-FFF2-40B4-BE49-F238E27FC236}">
                <a16:creationId xmlns:a16="http://schemas.microsoft.com/office/drawing/2014/main" id="{9F71C1C9-DCBE-4B3D-A9CD-249753594E6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342">
            <a:extLst xmlns:a="http://schemas.openxmlformats.org/drawingml/2006/main">
              <a:ext uri="{FF2B5EF4-FFF2-40B4-BE49-F238E27FC236}">
                <a16:creationId xmlns:a16="http://schemas.microsoft.com/office/drawing/2014/main" id="{4FC5BEAB-575E-431C-B061-97CF351A7B1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343">
            <a:extLst xmlns:a="http://schemas.openxmlformats.org/drawingml/2006/main">
              <a:ext uri="{FF2B5EF4-FFF2-40B4-BE49-F238E27FC236}">
                <a16:creationId xmlns:a16="http://schemas.microsoft.com/office/drawing/2014/main" id="{82B3F89B-355F-4F4F-A989-9B2F5A6F694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344">
            <a:extLst xmlns:a="http://schemas.openxmlformats.org/drawingml/2006/main">
              <a:ext uri="{FF2B5EF4-FFF2-40B4-BE49-F238E27FC236}">
                <a16:creationId xmlns:a16="http://schemas.microsoft.com/office/drawing/2014/main" id="{69C2721F-6B0F-48C7-BEA0-E38549AB7DB2}"/>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345">
            <a:extLst xmlns:a="http://schemas.openxmlformats.org/drawingml/2006/main">
              <a:ext uri="{FF2B5EF4-FFF2-40B4-BE49-F238E27FC236}">
                <a16:creationId xmlns:a16="http://schemas.microsoft.com/office/drawing/2014/main" id="{7D79748A-0EFA-47B8-A32E-800908DB92C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346">
            <a:extLst xmlns:a="http://schemas.openxmlformats.org/drawingml/2006/main">
              <a:ext uri="{FF2B5EF4-FFF2-40B4-BE49-F238E27FC236}">
                <a16:creationId xmlns:a16="http://schemas.microsoft.com/office/drawing/2014/main" id="{EAC11BFC-5D4A-4095-88C5-17CBD9BF0ED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09</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716ea3a9f26643ed"/>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47">
            <a:extLst xmlns:a="http://schemas.openxmlformats.org/drawingml/2006/main">
              <a:ext uri="{FF2B5EF4-FFF2-40B4-BE49-F238E27FC236}">
                <a16:creationId xmlns:a16="http://schemas.microsoft.com/office/drawing/2014/main" id="{BCC39F1E-1B1E-476B-BC9D-0846141B0736}"/>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النفس</a:t>
            </a:r>
          </a:p>
        </p:txBody>
      </p:sp>
      <p:sp>
        <p:nvSpPr>
          <p:cNvPr id="18" name="text-348">
            <a:extLst xmlns:a="http://schemas.openxmlformats.org/drawingml/2006/main">
              <a:ext uri="{FF2B5EF4-FFF2-40B4-BE49-F238E27FC236}">
                <a16:creationId xmlns:a16="http://schemas.microsoft.com/office/drawing/2014/main" id="{C36F8AFA-573E-4D5A-9A45-7FA2BAA9D37A}"/>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والروح</a:t>
            </a:r>
          </a:p>
        </p:txBody>
      </p:sp>
      <p:sp>
        <p:nvSpPr>
          <p:cNvPr id="19" name="text-349">
            <a:extLst xmlns:a="http://schemas.openxmlformats.org/drawingml/2006/main">
              <a:ext uri="{FF2B5EF4-FFF2-40B4-BE49-F238E27FC236}">
                <a16:creationId xmlns:a16="http://schemas.microsoft.com/office/drawing/2014/main" id="{CC4D9198-22C9-4A8C-8C07-D346E8CF25F1}"/>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قرائن</a:t>
            </a:r>
          </a:p>
        </p:txBody>
      </p:sp>
      <p:sp>
        <p:nvSpPr>
          <p:cNvPr id="20" name="text-350">
            <a:extLst xmlns:a="http://schemas.openxmlformats.org/drawingml/2006/main">
              <a:ext uri="{FF2B5EF4-FFF2-40B4-BE49-F238E27FC236}">
                <a16:creationId xmlns:a16="http://schemas.microsoft.com/office/drawing/2014/main" id="{F53DCFA1-5576-483B-B098-3BE3BECCC8C2}"/>
              </a:ext>
            </a:extLst>
          </p:cNvPr>
          <p:cNvSpPr>
            <a:spLocks xmlns:a="http://schemas.openxmlformats.org/drawingml/2006/main" noGrp="1"/>
          </p:cNvSpPr>
          <p:nvPr/>
        </p:nvSpPr>
        <p:spPr>
          <a:xfrm xmlns:a="http://schemas.openxmlformats.org/drawingml/2006/main">
            <a:off x="10640394" y="3419475"/>
            <a:ext cx="3332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كل</a:t>
            </a:r>
          </a:p>
        </p:txBody>
      </p:sp>
      <p:sp>
        <p:nvSpPr>
          <p:cNvPr id="21" name="text-351">
            <a:extLst xmlns:a="http://schemas.openxmlformats.org/drawingml/2006/main">
              <a:ext uri="{FF2B5EF4-FFF2-40B4-BE49-F238E27FC236}">
                <a16:creationId xmlns:a16="http://schemas.microsoft.com/office/drawing/2014/main" id="{F9955E68-F729-479E-AFD6-836C1C105E52}"/>
              </a:ext>
            </a:extLst>
          </p:cNvPr>
          <p:cNvSpPr>
            <a:spLocks xmlns:a="http://schemas.openxmlformats.org/drawingml/2006/main" noGrp="1"/>
          </p:cNvSpPr>
          <p:nvPr/>
        </p:nvSpPr>
        <p:spPr>
          <a:xfrm xmlns:a="http://schemas.openxmlformats.org/drawingml/2006/main">
            <a:off x="10181797" y="3419475"/>
            <a:ext cx="40325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لفظ</a:t>
            </a:r>
          </a:p>
        </p:txBody>
      </p:sp>
      <p:sp>
        <p:nvSpPr>
          <p:cNvPr id="22" name="text-352">
            <a:extLst xmlns:a="http://schemas.openxmlformats.org/drawingml/2006/main">
              <a:ext uri="{FF2B5EF4-FFF2-40B4-BE49-F238E27FC236}">
                <a16:creationId xmlns:a16="http://schemas.microsoft.com/office/drawing/2014/main" id="{76CAF375-AC34-493D-AA3D-10502E1EB00E}"/>
              </a:ext>
            </a:extLst>
          </p:cNvPr>
          <p:cNvSpPr>
            <a:spLocks xmlns:a="http://schemas.openxmlformats.org/drawingml/2006/main" noGrp="1"/>
          </p:cNvSpPr>
          <p:nvPr/>
        </p:nvSpPr>
        <p:spPr>
          <a:xfrm xmlns:a="http://schemas.openxmlformats.org/drawingml/2006/main">
            <a:off x="11275584" y="38957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3" name="text-353">
            <a:extLst xmlns:a="http://schemas.openxmlformats.org/drawingml/2006/main">
              <a:ext uri="{FF2B5EF4-FFF2-40B4-BE49-F238E27FC236}">
                <a16:creationId xmlns:a16="http://schemas.microsoft.com/office/drawing/2014/main" id="{E45458EA-FBF6-43A8-B8DF-79A7A95D3EC0}"/>
              </a:ext>
            </a:extLst>
          </p:cNvPr>
          <p:cNvSpPr>
            <a:spLocks xmlns:a="http://schemas.openxmlformats.org/drawingml/2006/main" noGrp="1"/>
          </p:cNvSpPr>
          <p:nvPr/>
        </p:nvSpPr>
        <p:spPr>
          <a:xfrm xmlns:a="http://schemas.openxmlformats.org/drawingml/2006/main">
            <a:off x="10327136" y="3895725"/>
            <a:ext cx="8931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الشواهد</a:t>
            </a:r>
          </a:p>
        </p:txBody>
      </p:sp>
      <p:sp>
        <p:nvSpPr>
          <p:cNvPr id="24" name="text-354">
            <a:extLst xmlns:a="http://schemas.openxmlformats.org/drawingml/2006/main">
              <a:ext uri="{FF2B5EF4-FFF2-40B4-BE49-F238E27FC236}">
                <a16:creationId xmlns:a16="http://schemas.microsoft.com/office/drawing/2014/main" id="{17B7610C-FE6F-415C-84C6-43413D2A08D3}"/>
              </a:ext>
            </a:extLst>
          </p:cNvPr>
          <p:cNvSpPr>
            <a:spLocks xmlns:a="http://schemas.openxmlformats.org/drawingml/2006/main" noGrp="1"/>
          </p:cNvSpPr>
          <p:nvPr/>
        </p:nvSpPr>
        <p:spPr>
          <a:xfrm xmlns:a="http://schemas.openxmlformats.org/drawingml/2006/main">
            <a:off x="11163937" y="5410200"/>
            <a:ext cx="41846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العدّ</a:t>
            </a:r>
          </a:p>
        </p:txBody>
      </p:sp>
      <p:sp>
        <p:nvSpPr>
          <p:cNvPr id="25" name="text-355">
            <a:extLst xmlns:a="http://schemas.openxmlformats.org/drawingml/2006/main">
              <a:ext uri="{FF2B5EF4-FFF2-40B4-BE49-F238E27FC236}">
                <a16:creationId xmlns:a16="http://schemas.microsoft.com/office/drawing/2014/main" id="{89164B9D-EECD-4FE1-8B6B-0727DA0E1B5F}"/>
              </a:ext>
            </a:extLst>
          </p:cNvPr>
          <p:cNvSpPr>
            <a:spLocks xmlns:a="http://schemas.openxmlformats.org/drawingml/2006/main" noGrp="1"/>
          </p:cNvSpPr>
          <p:nvPr/>
        </p:nvSpPr>
        <p:spPr>
          <a:xfrm xmlns:a="http://schemas.openxmlformats.org/drawingml/2006/main">
            <a:off x="10519133" y="5410200"/>
            <a:ext cx="5894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يجيب</a:t>
            </a:r>
          </a:p>
        </p:txBody>
      </p:sp>
      <p:sp>
        <p:nvSpPr>
          <p:cNvPr id="26" name="text-356">
            <a:extLst xmlns:a="http://schemas.openxmlformats.org/drawingml/2006/main">
              <a:ext uri="{FF2B5EF4-FFF2-40B4-BE49-F238E27FC236}">
                <a16:creationId xmlns:a16="http://schemas.microsoft.com/office/drawing/2014/main" id="{8D0AB72D-17B1-43C7-BDC2-9ED0B3D9E43E}"/>
              </a:ext>
            </a:extLst>
          </p:cNvPr>
          <p:cNvSpPr>
            <a:spLocks xmlns:a="http://schemas.openxmlformats.org/drawingml/2006/main" noGrp="1"/>
          </p:cNvSpPr>
          <p:nvPr/>
        </p:nvSpPr>
        <p:spPr>
          <a:xfrm xmlns:a="http://schemas.openxmlformats.org/drawingml/2006/main">
            <a:off x="10139513" y="5410200"/>
            <a:ext cx="32428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كم</a:t>
            </a:r>
          </a:p>
        </p:txBody>
      </p:sp>
      <p:sp>
        <p:nvSpPr>
          <p:cNvPr id="27" name="text-357">
            <a:extLst xmlns:a="http://schemas.openxmlformats.org/drawingml/2006/main">
              <a:ext uri="{FF2B5EF4-FFF2-40B4-BE49-F238E27FC236}">
                <a16:creationId xmlns:a16="http://schemas.microsoft.com/office/drawing/2014/main" id="{F9B83B34-39EA-4D06-8BA9-8094AE8A6BA4}"/>
              </a:ext>
            </a:extLst>
          </p:cNvPr>
          <p:cNvSpPr>
            <a:spLocks xmlns:a="http://schemas.openxmlformats.org/drawingml/2006/main" noGrp="1"/>
          </p:cNvSpPr>
          <p:nvPr/>
        </p:nvSpPr>
        <p:spPr>
          <a:xfrm xmlns:a="http://schemas.openxmlformats.org/drawingml/2006/main">
            <a:off x="9586930" y="5410200"/>
            <a:ext cx="4972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مرة؟</a:t>
            </a:r>
          </a:p>
        </p:txBody>
      </p:sp>
      <p:sp>
        <p:nvSpPr>
          <p:cNvPr id="28" name="text-358">
            <a:extLst xmlns:a="http://schemas.openxmlformats.org/drawingml/2006/main">
              <a:ext uri="{FF2B5EF4-FFF2-40B4-BE49-F238E27FC236}">
                <a16:creationId xmlns:a16="http://schemas.microsoft.com/office/drawing/2014/main" id="{BB53391D-EE96-49C1-9682-1A9030A3E502}"/>
              </a:ext>
            </a:extLst>
          </p:cNvPr>
          <p:cNvSpPr>
            <a:spLocks xmlns:a="http://schemas.openxmlformats.org/drawingml/2006/main" noGrp="1"/>
          </p:cNvSpPr>
          <p:nvPr/>
        </p:nvSpPr>
        <p:spPr>
          <a:xfrm xmlns:a="http://schemas.openxmlformats.org/drawingml/2006/main">
            <a:off x="8746695" y="5410200"/>
            <a:ext cx="784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والتجاور</a:t>
            </a:r>
          </a:p>
        </p:txBody>
      </p:sp>
      <p:sp>
        <p:nvSpPr>
          <p:cNvPr id="29" name="text-359">
            <a:extLst xmlns:a="http://schemas.openxmlformats.org/drawingml/2006/main">
              <a:ext uri="{FF2B5EF4-FFF2-40B4-BE49-F238E27FC236}">
                <a16:creationId xmlns:a16="http://schemas.microsoft.com/office/drawing/2014/main" id="{35376FA6-05AC-4B8A-BD7F-2ED09D7A4EBC}"/>
              </a:ext>
            </a:extLst>
          </p:cNvPr>
          <p:cNvSpPr>
            <a:spLocks xmlns:a="http://schemas.openxmlformats.org/drawingml/2006/main" noGrp="1"/>
          </p:cNvSpPr>
          <p:nvPr/>
        </p:nvSpPr>
        <p:spPr>
          <a:xfrm xmlns:a="http://schemas.openxmlformats.org/drawingml/2006/main">
            <a:off x="8137307" y="5410200"/>
            <a:ext cx="5540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يقارن</a:t>
            </a:r>
          </a:p>
        </p:txBody>
      </p:sp>
      <p:sp>
        <p:nvSpPr>
          <p:cNvPr id="30" name="text-360">
            <a:extLst xmlns:a="http://schemas.openxmlformats.org/drawingml/2006/main">
              <a:ext uri="{FF2B5EF4-FFF2-40B4-BE49-F238E27FC236}">
                <a16:creationId xmlns:a16="http://schemas.microsoft.com/office/drawing/2014/main" id="{31CF9B1B-545A-410B-8F95-E12783A235EF}"/>
              </a:ext>
            </a:extLst>
          </p:cNvPr>
          <p:cNvSpPr>
            <a:spLocks xmlns:a="http://schemas.openxmlformats.org/drawingml/2006/main" noGrp="1"/>
          </p:cNvSpPr>
          <p:nvPr/>
        </p:nvSpPr>
        <p:spPr>
          <a:xfrm xmlns:a="http://schemas.openxmlformats.org/drawingml/2006/main">
            <a:off x="7528509" y="5410200"/>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قرائن</a:t>
            </a:r>
          </a:p>
        </p:txBody>
      </p:sp>
      <p:sp>
        <p:nvSpPr>
          <p:cNvPr id="31" name="text-361">
            <a:extLst xmlns:a="http://schemas.openxmlformats.org/drawingml/2006/main">
              <a:ext uri="{FF2B5EF4-FFF2-40B4-BE49-F238E27FC236}">
                <a16:creationId xmlns:a16="http://schemas.microsoft.com/office/drawing/2014/main" id="{9D211CE3-DB41-4371-8811-F9199E7788DE}"/>
              </a:ext>
            </a:extLst>
          </p:cNvPr>
          <p:cNvSpPr>
            <a:spLocks xmlns:a="http://schemas.openxmlformats.org/drawingml/2006/main" noGrp="1"/>
          </p:cNvSpPr>
          <p:nvPr/>
        </p:nvSpPr>
        <p:spPr>
          <a:xfrm xmlns:a="http://schemas.openxmlformats.org/drawingml/2006/main">
            <a:off x="6401506" y="5410200"/>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الاستعمال</a:t>
            </a:r>
          </a:p>
        </p:txBody>
      </p:sp>
      <p:sp>
        <p:nvSpPr>
          <p:cNvPr id="32" name="text-362">
            <a:extLst xmlns:a="http://schemas.openxmlformats.org/drawingml/2006/main">
              <a:ext uri="{FF2B5EF4-FFF2-40B4-BE49-F238E27FC236}">
                <a16:creationId xmlns:a16="http://schemas.microsoft.com/office/drawing/2014/main" id="{BF1345A2-EF71-49F5-8C12-4C3042826B77}"/>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لقطة</a:t>
            </a:r>
          </a:p>
        </p:txBody>
      </p:sp>
      <p:sp>
        <p:nvSpPr>
          <p:cNvPr id="33" name="text-363">
            <a:extLst xmlns:a="http://schemas.openxmlformats.org/drawingml/2006/main">
              <a:ext uri="{FF2B5EF4-FFF2-40B4-BE49-F238E27FC236}">
                <a16:creationId xmlns:a16="http://schemas.microsoft.com/office/drawing/2014/main" id="{6A7729DF-93D0-4BD7-8B15-3B8FBAF83B5B}"/>
              </a:ext>
            </a:extLst>
          </p:cNvPr>
          <p:cNvSpPr>
            <a:spLocks xmlns:a="http://schemas.openxmlformats.org/drawingml/2006/main" noGrp="1"/>
          </p:cNvSpPr>
          <p:nvPr/>
        </p:nvSpPr>
        <p:spPr>
          <a:xfrm xmlns:a="http://schemas.openxmlformats.org/drawingml/2006/main">
            <a:off x="10672405" y="5781675"/>
            <a:ext cx="3801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حية</a:t>
            </a:r>
          </a:p>
        </p:txBody>
      </p:sp>
      <p:sp>
        <p:nvSpPr>
          <p:cNvPr id="34" name="text-364">
            <a:extLst xmlns:a="http://schemas.openxmlformats.org/drawingml/2006/main">
              <a:ext uri="{FF2B5EF4-FFF2-40B4-BE49-F238E27FC236}">
                <a16:creationId xmlns:a16="http://schemas.microsoft.com/office/drawing/2014/main" id="{C0850054-7A35-40EB-9F21-E5215082FD05}"/>
              </a:ext>
            </a:extLst>
          </p:cNvPr>
          <p:cNvSpPr>
            <a:spLocks xmlns:a="http://schemas.openxmlformats.org/drawingml/2006/main" noGrp="1"/>
          </p:cNvSpPr>
          <p:nvPr/>
        </p:nvSpPr>
        <p:spPr>
          <a:xfrm xmlns:a="http://schemas.openxmlformats.org/drawingml/2006/main">
            <a:off x="10315281" y="5781675"/>
            <a:ext cx="3106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من</a:t>
            </a:r>
          </a:p>
        </p:txBody>
      </p:sp>
      <p:sp>
        <p:nvSpPr>
          <p:cNvPr id="35" name="text-365">
            <a:extLst xmlns:a="http://schemas.openxmlformats.org/drawingml/2006/main">
              <a:ext uri="{FF2B5EF4-FFF2-40B4-BE49-F238E27FC236}">
                <a16:creationId xmlns:a16="http://schemas.microsoft.com/office/drawing/2014/main" id="{9E3E99BD-9100-4BE9-8E42-EA713C06E96F}"/>
              </a:ext>
            </a:extLst>
          </p:cNvPr>
          <p:cNvSpPr>
            <a:spLocks xmlns:a="http://schemas.openxmlformats.org/drawingml/2006/main" noGrp="1"/>
          </p:cNvSpPr>
          <p:nvPr/>
        </p:nvSpPr>
        <p:spPr>
          <a:xfrm xmlns:a="http://schemas.openxmlformats.org/drawingml/2006/main">
            <a:off x="9484984" y="5781675"/>
            <a:ext cx="7838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المجلس</a:t>
            </a:r>
          </a:p>
        </p:txBody>
      </p:sp>
      <p:sp>
        <p:nvSpPr>
          <p:cNvPr id="36" name="text-366">
            <a:extLst xmlns:a="http://schemas.openxmlformats.org/drawingml/2006/main">
              <a:ext uri="{FF2B5EF4-FFF2-40B4-BE49-F238E27FC236}">
                <a16:creationId xmlns:a16="http://schemas.microsoft.com/office/drawing/2014/main" id="{758680A6-ADBD-43EF-8539-A8A0774CAE9B}"/>
              </a:ext>
            </a:extLst>
          </p:cNvPr>
          <p:cNvSpPr>
            <a:spLocks xmlns:a="http://schemas.openxmlformats.org/drawingml/2006/main" noGrp="1"/>
          </p:cNvSpPr>
          <p:nvPr/>
        </p:nvSpPr>
        <p:spPr>
          <a:xfrm xmlns:a="http://schemas.openxmlformats.org/drawingml/2006/main">
            <a:off x="9276982" y="5781675"/>
            <a:ext cx="16151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٦</a:t>
            </a:r>
          </a:p>
        </p:txBody>
      </p:sp>
      <p:sp>
        <p:nvSpPr>
          <p:cNvPr id="37" name="text-367">
            <a:extLst xmlns:a="http://schemas.openxmlformats.org/drawingml/2006/main">
              <a:ext uri="{FF2B5EF4-FFF2-40B4-BE49-F238E27FC236}">
                <a16:creationId xmlns:a16="http://schemas.microsoft.com/office/drawing/2014/main" id="{C27B5C61-CCC5-4403-A9DA-D547CFD6DEFB}"/>
              </a:ext>
            </a:extLst>
          </p:cNvPr>
          <p:cNvSpPr>
            <a:spLocks xmlns:a="http://schemas.openxmlformats.org/drawingml/2006/main" noGrp="1"/>
          </p:cNvSpPr>
          <p:nvPr/>
        </p:nvSpPr>
        <p:spPr>
          <a:xfrm xmlns:a="http://schemas.openxmlformats.org/drawingml/2006/main">
            <a:off x="8714813" y="5781675"/>
            <a:ext cx="51568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أكتوبر</a:t>
            </a:r>
          </a:p>
        </p:txBody>
      </p:sp>
      <p:sp>
        <p:nvSpPr>
          <p:cNvPr id="38" name="text-368">
            <a:extLst xmlns:a="http://schemas.openxmlformats.org/drawingml/2006/main">
              <a:ext uri="{FF2B5EF4-FFF2-40B4-BE49-F238E27FC236}">
                <a16:creationId xmlns:a16="http://schemas.microsoft.com/office/drawing/2014/main" id="{C6B59301-543E-4D69-A60A-678F3C230EB0}"/>
              </a:ext>
            </a:extLst>
          </p:cNvPr>
          <p:cNvSpPr>
            <a:spLocks xmlns:a="http://schemas.openxmlformats.org/drawingml/2006/main" noGrp="1"/>
          </p:cNvSpPr>
          <p:nvPr/>
        </p:nvSpPr>
        <p:spPr>
          <a:xfrm xmlns:a="http://schemas.openxmlformats.org/drawingml/2006/main">
            <a:off x="8553903"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9" name="text-369">
            <a:extLst xmlns:a="http://schemas.openxmlformats.org/drawingml/2006/main">
              <a:ext uri="{FF2B5EF4-FFF2-40B4-BE49-F238E27FC236}">
                <a16:creationId xmlns:a16="http://schemas.microsoft.com/office/drawing/2014/main" id="{31560AF5-FD32-471A-B328-0FCFB1A676B8}"/>
              </a:ext>
            </a:extLst>
          </p:cNvPr>
          <p:cNvSpPr>
            <a:spLocks xmlns:a="http://schemas.openxmlformats.org/drawingml/2006/main" noGrp="1"/>
          </p:cNvSpPr>
          <p:nvPr/>
        </p:nvSpPr>
        <p:spPr>
          <a:xfrm xmlns:a="http://schemas.openxmlformats.org/drawingml/2006/main">
            <a:off x="8005273" y="5781675"/>
            <a:ext cx="50214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نطاق</a:t>
            </a:r>
          </a:p>
        </p:txBody>
      </p:sp>
      <p:sp>
        <p:nvSpPr>
          <p:cNvPr id="40" name="text-370">
            <a:extLst xmlns:a="http://schemas.openxmlformats.org/drawingml/2006/main">
              <a:ext uri="{FF2B5EF4-FFF2-40B4-BE49-F238E27FC236}">
                <a16:creationId xmlns:a16="http://schemas.microsoft.com/office/drawing/2014/main" id="{E79089E1-7C1F-4599-9820-3FA773F4F989}"/>
              </a:ext>
            </a:extLst>
          </p:cNvPr>
          <p:cNvSpPr>
            <a:spLocks xmlns:a="http://schemas.openxmlformats.org/drawingml/2006/main" noGrp="1"/>
          </p:cNvSpPr>
          <p:nvPr/>
        </p:nvSpPr>
        <p:spPr>
          <a:xfrm xmlns:a="http://schemas.openxmlformats.org/drawingml/2006/main">
            <a:off x="7397778" y="5781675"/>
            <a:ext cx="5610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الدليل</a:t>
            </a:r>
          </a:p>
        </p:txBody>
      </p:sp>
      <p:sp>
        <p:nvSpPr>
          <p:cNvPr id="41" name="text-371">
            <a:extLst xmlns:a="http://schemas.openxmlformats.org/drawingml/2006/main">
              <a:ext uri="{FF2B5EF4-FFF2-40B4-BE49-F238E27FC236}">
                <a16:creationId xmlns:a16="http://schemas.microsoft.com/office/drawing/2014/main" id="{252572F6-35CD-4F96-BB1C-A350348494AF}"/>
              </a:ext>
            </a:extLst>
          </p:cNvPr>
          <p:cNvSpPr>
            <a:spLocks xmlns:a="http://schemas.openxmlformats.org/drawingml/2006/main" noGrp="1"/>
          </p:cNvSpPr>
          <p:nvPr/>
        </p:nvSpPr>
        <p:spPr>
          <a:xfrm xmlns:a="http://schemas.openxmlformats.org/drawingml/2006/main">
            <a:off x="7028586" y="5781675"/>
            <a:ext cx="3227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هنا</a:t>
            </a:r>
          </a:p>
        </p:txBody>
      </p:sp>
      <p:sp>
        <p:nvSpPr>
          <p:cNvPr id="42" name="text-372">
            <a:extLst xmlns:a="http://schemas.openxmlformats.org/drawingml/2006/main">
              <a:ext uri="{FF2B5EF4-FFF2-40B4-BE49-F238E27FC236}">
                <a16:creationId xmlns:a16="http://schemas.microsoft.com/office/drawing/2014/main" id="{22492BCE-138A-4AD3-A11C-AF86A4E7688B}"/>
              </a:ext>
            </a:extLst>
          </p:cNvPr>
          <p:cNvSpPr>
            <a:spLocks xmlns:a="http://schemas.openxmlformats.org/drawingml/2006/main" noGrp="1"/>
          </p:cNvSpPr>
          <p:nvPr/>
        </p:nvSpPr>
        <p:spPr>
          <a:xfrm xmlns:a="http://schemas.openxmlformats.org/drawingml/2006/main">
            <a:off x="6335051" y="5781675"/>
            <a:ext cx="6470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البصمة</a:t>
            </a:r>
          </a:p>
        </p:txBody>
      </p:sp>
      <p:sp>
        <p:nvSpPr>
          <p:cNvPr id="43" name="text-373">
            <a:extLst xmlns:a="http://schemas.openxmlformats.org/drawingml/2006/main">
              <a:ext uri="{FF2B5EF4-FFF2-40B4-BE49-F238E27FC236}">
                <a16:creationId xmlns:a16="http://schemas.microsoft.com/office/drawing/2014/main" id="{673C87ED-342D-4E08-8414-ACEA73DC55C9}"/>
              </a:ext>
            </a:extLst>
          </p:cNvPr>
          <p:cNvSpPr>
            <a:spLocks xmlns:a="http://schemas.openxmlformats.org/drawingml/2006/main" noGrp="1"/>
          </p:cNvSpPr>
          <p:nvPr/>
        </p:nvSpPr>
        <p:spPr>
          <a:xfrm xmlns:a="http://schemas.openxmlformats.org/drawingml/2006/main">
            <a:off x="5498965" y="5781675"/>
            <a:ext cx="7896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التجاورية</a:t>
            </a:r>
          </a:p>
        </p:txBody>
      </p:sp>
    </p:spTree>
    <p:extLst>
      <p:ext uri="{BB962C8B-B14F-4D97-AF65-F5344CB8AC3E}">
        <p14:creationId xmlns:p14="http://schemas.microsoft.com/office/powerpoint/2010/main" val="882931722"/>
      </p:ext>
    </p:extLst>
  </p:cSld>
</p:sld>
</file>

<file path=ppt/slides/slide10.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5" name="text-374">
            <a:extLst xmlns:a="http://schemas.openxmlformats.org/drawingml/2006/main">
              <a:ext uri="{FF2B5EF4-FFF2-40B4-BE49-F238E27FC236}">
                <a16:creationId xmlns:a16="http://schemas.microsoft.com/office/drawing/2014/main" id="{8E431CE6-C69E-4858-A19C-D16EBF22DADB}"/>
              </a:ext>
            </a:extLst>
          </p:cNvPr>
          <p:cNvSpPr>
            <a:spLocks xmlns:a="http://schemas.openxmlformats.org/drawingml/2006/main" noGrp="1"/>
          </p:cNvSpPr>
          <p:nvPr/>
        </p:nvSpPr>
        <p:spPr>
          <a:xfrm xmlns:a="http://schemas.openxmlformats.org/drawingml/2006/main">
            <a:off x="10000648" y="457200"/>
            <a:ext cx="158175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إضافتان</a:t>
            </a:r>
          </a:p>
        </p:txBody>
      </p:sp>
      <p:sp>
        <p:nvSpPr>
          <p:cNvPr id="2" name="text-375">
            <a:extLst xmlns:a="http://schemas.openxmlformats.org/drawingml/2006/main">
              <a:ext uri="{FF2B5EF4-FFF2-40B4-BE49-F238E27FC236}">
                <a16:creationId xmlns:a16="http://schemas.microsoft.com/office/drawing/2014/main" id="{36226409-B2CE-41BF-BB05-3CA0209C7A3D}"/>
              </a:ext>
            </a:extLst>
          </p:cNvPr>
          <p:cNvSpPr>
            <a:spLocks xmlns:a="http://schemas.openxmlformats.org/drawingml/2006/main" noGrp="1"/>
          </p:cNvSpPr>
          <p:nvPr/>
        </p:nvSpPr>
        <p:spPr>
          <a:xfrm xmlns:a="http://schemas.openxmlformats.org/drawingml/2006/main">
            <a:off x="8821255" y="457200"/>
            <a:ext cx="1078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يمكن</a:t>
            </a:r>
          </a:p>
        </p:txBody>
      </p:sp>
      <p:sp>
        <p:nvSpPr>
          <p:cNvPr id="3" name="text-376">
            <a:extLst xmlns:a="http://schemas.openxmlformats.org/drawingml/2006/main">
              <a:ext uri="{FF2B5EF4-FFF2-40B4-BE49-F238E27FC236}">
                <a16:creationId xmlns:a16="http://schemas.microsoft.com/office/drawing/2014/main" id="{A0A3DC96-5652-4F69-82D3-2B38BC1576F2}"/>
              </a:ext>
            </a:extLst>
          </p:cNvPr>
          <p:cNvSpPr>
            <a:spLocks xmlns:a="http://schemas.openxmlformats.org/drawingml/2006/main" noGrp="1"/>
          </p:cNvSpPr>
          <p:nvPr/>
        </p:nvSpPr>
        <p:spPr>
          <a:xfrm xmlns:a="http://schemas.openxmlformats.org/drawingml/2006/main">
            <a:off x="7038091" y="457200"/>
            <a:ext cx="168219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فحصهما</a:t>
            </a:r>
          </a:p>
        </p:txBody>
      </p:sp>
      <p:sp>
        <p:nvSpPr>
          <p:cNvPr id="4" name="text-377">
            <a:extLst xmlns:a="http://schemas.openxmlformats.org/drawingml/2006/main">
              <a:ext uri="{FF2B5EF4-FFF2-40B4-BE49-F238E27FC236}">
                <a16:creationId xmlns:a16="http://schemas.microsoft.com/office/drawing/2014/main" id="{B0002644-184B-497C-A01A-3B764763CA9D}"/>
              </a:ext>
            </a:extLst>
          </p:cNvPr>
          <p:cNvSpPr>
            <a:spLocks xmlns:a="http://schemas.openxmlformats.org/drawingml/2006/main" noGrp="1"/>
          </p:cNvSpPr>
          <p:nvPr/>
        </p:nvSpPr>
        <p:spPr>
          <a:xfrm xmlns:a="http://schemas.openxmlformats.org/drawingml/2006/main">
            <a:off x="5419169" y="457200"/>
            <a:ext cx="151795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مباشرة</a:t>
            </a:r>
          </a:p>
        </p:txBody>
      </p:sp>
      <p:sp>
        <p:nvSpPr>
          <p:cNvPr id="5" name="shape-378">
            <a:extLst xmlns:a="http://schemas.openxmlformats.org/drawingml/2006/main">
              <a:ext uri="{FF2B5EF4-FFF2-40B4-BE49-F238E27FC236}">
                <a16:creationId xmlns:a16="http://schemas.microsoft.com/office/drawing/2014/main" id="{E62B61ED-7EF8-4401-8FEC-E264C01EF20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379">
            <a:extLst xmlns:a="http://schemas.openxmlformats.org/drawingml/2006/main">
              <a:ext uri="{FF2B5EF4-FFF2-40B4-BE49-F238E27FC236}">
                <a16:creationId xmlns:a16="http://schemas.microsoft.com/office/drawing/2014/main" id="{26A753B5-5E78-412D-8BBC-F9E50E034C6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380">
            <a:extLst xmlns:a="http://schemas.openxmlformats.org/drawingml/2006/main">
              <a:ext uri="{FF2B5EF4-FFF2-40B4-BE49-F238E27FC236}">
                <a16:creationId xmlns:a16="http://schemas.microsoft.com/office/drawing/2014/main" id="{49FF4146-8F5A-41E1-8A9D-90DF6985D721}"/>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381">
            <a:extLst xmlns:a="http://schemas.openxmlformats.org/drawingml/2006/main">
              <a:ext uri="{FF2B5EF4-FFF2-40B4-BE49-F238E27FC236}">
                <a16:creationId xmlns:a16="http://schemas.microsoft.com/office/drawing/2014/main" id="{E4CF61AE-BB75-4B45-AF00-E44894169E25}"/>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382">
            <a:extLst xmlns:a="http://schemas.openxmlformats.org/drawingml/2006/main">
              <a:ext uri="{FF2B5EF4-FFF2-40B4-BE49-F238E27FC236}">
                <a16:creationId xmlns:a16="http://schemas.microsoft.com/office/drawing/2014/main" id="{4CC9FB0E-8AA3-4AF2-AAB7-BEB4716A1F2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383">
            <a:extLst xmlns:a="http://schemas.openxmlformats.org/drawingml/2006/main">
              <a:ext uri="{FF2B5EF4-FFF2-40B4-BE49-F238E27FC236}">
                <a16:creationId xmlns:a16="http://schemas.microsoft.com/office/drawing/2014/main" id="{52B724C3-5A49-4A57-8A1A-E4DCA92C808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384">
            <a:extLst xmlns:a="http://schemas.openxmlformats.org/drawingml/2006/main">
              <a:ext uri="{FF2B5EF4-FFF2-40B4-BE49-F238E27FC236}">
                <a16:creationId xmlns:a16="http://schemas.microsoft.com/office/drawing/2014/main" id="{56C04362-DC90-412A-97C1-DC441D52BD1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385">
            <a:extLst xmlns:a="http://schemas.openxmlformats.org/drawingml/2006/main">
              <a:ext uri="{FF2B5EF4-FFF2-40B4-BE49-F238E27FC236}">
                <a16:creationId xmlns:a16="http://schemas.microsoft.com/office/drawing/2014/main" id="{C213AFFE-6E5C-4640-AE3B-0CE808997EE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10</a:t>
            </a:r>
          </a:p>
        </p:txBody>
      </p:sp>
      <p:sp>
        <p:nvSpPr>
          <p:cNvPr id="13" name="shape-386">
            <a:extLst xmlns:a="http://schemas.openxmlformats.org/drawingml/2006/main">
              <a:ext uri="{FF2B5EF4-FFF2-40B4-BE49-F238E27FC236}">
                <a16:creationId xmlns:a16="http://schemas.microsoft.com/office/drawing/2014/main" id="{F38E390C-BC38-445E-B99D-1DFA160A8B19}"/>
              </a:ext>
            </a:extLst>
          </p:cNvPr>
          <p:cNvSpPr>
            <a:spLocks xmlns:a="http://schemas.openxmlformats.org/drawingml/2006/main" noGrp="1"/>
          </p:cNvSpPr>
          <p:nvPr/>
        </p:nvSpPr>
        <p:spPr>
          <a:xfrm xmlns:a="http://schemas.openxmlformats.org/drawingml/2006/main">
            <a:off x="6181725" y="1409700"/>
            <a:ext cx="54006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shape-387">
            <a:extLst xmlns:a="http://schemas.openxmlformats.org/drawingml/2006/main">
              <a:ext uri="{FF2B5EF4-FFF2-40B4-BE49-F238E27FC236}">
                <a16:creationId xmlns:a16="http://schemas.microsoft.com/office/drawing/2014/main" id="{8E245E8D-FBB5-467F-B769-A294310EED50}"/>
              </a:ext>
            </a:extLst>
          </p:cNvPr>
          <p:cNvSpPr>
            <a:spLocks xmlns:a="http://schemas.openxmlformats.org/drawingml/2006/main" noGrp="1"/>
          </p:cNvSpPr>
          <p:nvPr/>
        </p:nvSpPr>
        <p:spPr>
          <a:xfrm xmlns:a="http://schemas.openxmlformats.org/drawingml/2006/main">
            <a:off x="609600" y="1409700"/>
            <a:ext cx="52863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5" name="text-388">
            <a:extLst xmlns:a="http://schemas.openxmlformats.org/drawingml/2006/main">
              <a:ext uri="{FF2B5EF4-FFF2-40B4-BE49-F238E27FC236}">
                <a16:creationId xmlns:a16="http://schemas.microsoft.com/office/drawing/2014/main" id="{D2CCEDA6-E4F5-46AD-9229-9892163A4C3C}"/>
              </a:ext>
            </a:extLst>
          </p:cNvPr>
          <p:cNvSpPr>
            <a:spLocks xmlns:a="http://schemas.openxmlformats.org/drawingml/2006/main" noGrp="1"/>
          </p:cNvSpPr>
          <p:nvPr/>
        </p:nvSpPr>
        <p:spPr>
          <a:xfrm xmlns:a="http://schemas.openxmlformats.org/drawingml/2006/main">
            <a:off x="6467475" y="1647825"/>
            <a:ext cx="4829175"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DDC087"/>
                </a:solidFill>
                <a:latin typeface="Tahoma"/>
                <a:ea typeface="Tahoma"/>
                <a:cs typeface="Tahoma"/>
              </a:defRPr>
            </a:pPr>
            <a:r>
              <a:rPr sz="2850" b="1">
                <a:solidFill>
                  <a:srgbClr val="DDC087"/>
                </a:solidFill>
                <a:latin typeface="Tahoma"/>
                <a:ea typeface="Tahoma"/>
                <a:cs typeface="Tahoma"/>
              </a:rPr>
              <a:t>NMN</a:t>
            </a:r>
          </a:p>
        </p:txBody>
      </p:sp>
      <p:sp>
        <p:nvSpPr>
          <p:cNvPr id="16" name="text-389">
            <a:extLst xmlns:a="http://schemas.openxmlformats.org/drawingml/2006/main">
              <a:ext uri="{FF2B5EF4-FFF2-40B4-BE49-F238E27FC236}">
                <a16:creationId xmlns:a16="http://schemas.microsoft.com/office/drawing/2014/main" id="{1C2E1D9D-7937-4E48-91DD-ADABE2165885}"/>
              </a:ext>
            </a:extLst>
          </p:cNvPr>
          <p:cNvSpPr>
            <a:spLocks xmlns:a="http://schemas.openxmlformats.org/drawingml/2006/main" noGrp="1"/>
          </p:cNvSpPr>
          <p:nvPr/>
        </p:nvSpPr>
        <p:spPr>
          <a:xfrm xmlns:a="http://schemas.openxmlformats.org/drawingml/2006/main">
            <a:off x="10911642"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17" name="text-390">
            <a:extLst xmlns:a="http://schemas.openxmlformats.org/drawingml/2006/main">
              <a:ext uri="{FF2B5EF4-FFF2-40B4-BE49-F238E27FC236}">
                <a16:creationId xmlns:a16="http://schemas.microsoft.com/office/drawing/2014/main" id="{2B725CDA-0F39-42FD-8EE5-3135C6F1D4D1}"/>
              </a:ext>
            </a:extLst>
          </p:cNvPr>
          <p:cNvSpPr>
            <a:spLocks xmlns:a="http://schemas.openxmlformats.org/drawingml/2006/main" noGrp="1"/>
          </p:cNvSpPr>
          <p:nvPr/>
        </p:nvSpPr>
        <p:spPr>
          <a:xfrm xmlns:a="http://schemas.openxmlformats.org/drawingml/2006/main">
            <a:off x="10185383" y="2409825"/>
            <a:ext cx="6619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إكمال</a:t>
            </a:r>
          </a:p>
        </p:txBody>
      </p:sp>
      <p:sp>
        <p:nvSpPr>
          <p:cNvPr id="18" name="text-391">
            <a:extLst xmlns:a="http://schemas.openxmlformats.org/drawingml/2006/main">
              <a:ext uri="{FF2B5EF4-FFF2-40B4-BE49-F238E27FC236}">
                <a16:creationId xmlns:a16="http://schemas.microsoft.com/office/drawing/2014/main" id="{F53FD8CD-4FEC-457B-96A2-A041547FD98A}"/>
              </a:ext>
            </a:extLst>
          </p:cNvPr>
          <p:cNvSpPr>
            <a:spLocks xmlns:a="http://schemas.openxmlformats.org/drawingml/2006/main" noGrp="1"/>
          </p:cNvSpPr>
          <p:nvPr/>
        </p:nvSpPr>
        <p:spPr>
          <a:xfrm xmlns:a="http://schemas.openxmlformats.org/drawingml/2006/main">
            <a:off x="9140176" y="2409825"/>
            <a:ext cx="98091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احتمالي</a:t>
            </a:r>
          </a:p>
        </p:txBody>
      </p:sp>
      <p:sp>
        <p:nvSpPr>
          <p:cNvPr id="19" name="text-392">
            <a:extLst xmlns:a="http://schemas.openxmlformats.org/drawingml/2006/main">
              <a:ext uri="{FF2B5EF4-FFF2-40B4-BE49-F238E27FC236}">
                <a16:creationId xmlns:a16="http://schemas.microsoft.com/office/drawing/2014/main" id="{FBE98694-9957-4C20-92EE-09BFD0765FA9}"/>
              </a:ext>
            </a:extLst>
          </p:cNvPr>
          <p:cNvSpPr>
            <a:spLocks xmlns:a="http://schemas.openxmlformats.org/drawingml/2006/main" noGrp="1"/>
          </p:cNvSpPr>
          <p:nvPr/>
        </p:nvSpPr>
        <p:spPr>
          <a:xfrm xmlns:a="http://schemas.openxmlformats.org/drawingml/2006/main">
            <a:off x="10826386" y="3057525"/>
            <a:ext cx="4702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إلى</a:t>
            </a:r>
          </a:p>
        </p:txBody>
      </p:sp>
      <p:sp>
        <p:nvSpPr>
          <p:cNvPr id="20" name="text-393">
            <a:extLst xmlns:a="http://schemas.openxmlformats.org/drawingml/2006/main">
              <a:ext uri="{FF2B5EF4-FFF2-40B4-BE49-F238E27FC236}">
                <a16:creationId xmlns:a16="http://schemas.microsoft.com/office/drawing/2014/main" id="{51FFEA76-2D2D-43C9-B73C-FB1FB84F3869}"/>
              </a:ext>
            </a:extLst>
          </p:cNvPr>
          <p:cNvSpPr>
            <a:spLocks xmlns:a="http://schemas.openxmlformats.org/drawingml/2006/main" noGrp="1"/>
          </p:cNvSpPr>
          <p:nvPr/>
        </p:nvSpPr>
        <p:spPr>
          <a:xfrm xmlns:a="http://schemas.openxmlformats.org/drawingml/2006/main">
            <a:off x="10310264" y="3057525"/>
            <a:ext cx="4488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نص</a:t>
            </a:r>
          </a:p>
        </p:txBody>
      </p:sp>
      <p:sp>
        <p:nvSpPr>
          <p:cNvPr id="21" name="text-394">
            <a:extLst xmlns:a="http://schemas.openxmlformats.org/drawingml/2006/main">
              <a:ext uri="{FF2B5EF4-FFF2-40B4-BE49-F238E27FC236}">
                <a16:creationId xmlns:a16="http://schemas.microsoft.com/office/drawing/2014/main" id="{0D25ECF7-C260-4A59-87A7-DF90469A0900}"/>
              </a:ext>
            </a:extLst>
          </p:cNvPr>
          <p:cNvSpPr>
            <a:spLocks xmlns:a="http://schemas.openxmlformats.org/drawingml/2006/main" noGrp="1"/>
          </p:cNvSpPr>
          <p:nvPr/>
        </p:nvSpPr>
        <p:spPr>
          <a:xfrm xmlns:a="http://schemas.openxmlformats.org/drawingml/2006/main">
            <a:off x="9599594" y="3057525"/>
            <a:ext cx="6434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بهوية</a:t>
            </a:r>
          </a:p>
        </p:txBody>
      </p:sp>
      <p:sp>
        <p:nvSpPr>
          <p:cNvPr id="22" name="text-395">
            <a:extLst xmlns:a="http://schemas.openxmlformats.org/drawingml/2006/main">
              <a:ext uri="{FF2B5EF4-FFF2-40B4-BE49-F238E27FC236}">
                <a16:creationId xmlns:a16="http://schemas.microsoft.com/office/drawing/2014/main" id="{E52025FE-50AA-4722-B7FF-7C9D39E9BBCD}"/>
              </a:ext>
            </a:extLst>
          </p:cNvPr>
          <p:cNvSpPr>
            <a:spLocks xmlns:a="http://schemas.openxmlformats.org/drawingml/2006/main" noGrp="1"/>
          </p:cNvSpPr>
          <p:nvPr/>
        </p:nvSpPr>
        <p:spPr>
          <a:xfrm xmlns:a="http://schemas.openxmlformats.org/drawingml/2006/main">
            <a:off x="8721945" y="3057525"/>
            <a:ext cx="81040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وموضع</a:t>
            </a:r>
          </a:p>
        </p:txBody>
      </p:sp>
      <p:sp>
        <p:nvSpPr>
          <p:cNvPr id="23" name="text-396">
            <a:extLst xmlns:a="http://schemas.openxmlformats.org/drawingml/2006/main">
              <a:ext uri="{FF2B5EF4-FFF2-40B4-BE49-F238E27FC236}">
                <a16:creationId xmlns:a16="http://schemas.microsoft.com/office/drawing/2014/main" id="{7A0C5477-3CBC-485B-BF5D-FCDD8D4C5CAA}"/>
              </a:ext>
            </a:extLst>
          </p:cNvPr>
          <p:cNvSpPr>
            <a:spLocks xmlns:a="http://schemas.openxmlformats.org/drawingml/2006/main" noGrp="1"/>
          </p:cNvSpPr>
          <p:nvPr/>
        </p:nvSpPr>
        <p:spPr>
          <a:xfrm xmlns:a="http://schemas.openxmlformats.org/drawingml/2006/main">
            <a:off x="10646457" y="3810000"/>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4" name="text-397">
            <a:extLst xmlns:a="http://schemas.openxmlformats.org/drawingml/2006/main">
              <a:ext uri="{FF2B5EF4-FFF2-40B4-BE49-F238E27FC236}">
                <a16:creationId xmlns:a16="http://schemas.microsoft.com/office/drawing/2014/main" id="{5F5CFD40-1810-45C3-96D2-8E2A2A89D806}"/>
              </a:ext>
            </a:extLst>
          </p:cNvPr>
          <p:cNvSpPr>
            <a:spLocks xmlns:a="http://schemas.openxmlformats.org/drawingml/2006/main" noGrp="1"/>
          </p:cNvSpPr>
          <p:nvPr/>
        </p:nvSpPr>
        <p:spPr>
          <a:xfrm xmlns:a="http://schemas.openxmlformats.org/drawingml/2006/main">
            <a:off x="9994687" y="3810000"/>
            <a:ext cx="5964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النحل</a:t>
            </a:r>
          </a:p>
        </p:txBody>
      </p:sp>
      <p:sp>
        <p:nvSpPr>
          <p:cNvPr id="25" name="text-398">
            <a:extLst xmlns:a="http://schemas.openxmlformats.org/drawingml/2006/main">
              <a:ext uri="{FF2B5EF4-FFF2-40B4-BE49-F238E27FC236}">
                <a16:creationId xmlns:a16="http://schemas.microsoft.com/office/drawing/2014/main" id="{8305C495-10D4-4155-A15B-2238B201D960}"/>
              </a:ext>
            </a:extLst>
          </p:cNvPr>
          <p:cNvSpPr>
            <a:spLocks xmlns:a="http://schemas.openxmlformats.org/drawingml/2006/main" noGrp="1"/>
          </p:cNvSpPr>
          <p:nvPr/>
        </p:nvSpPr>
        <p:spPr>
          <a:xfrm xmlns:a="http://schemas.openxmlformats.org/drawingml/2006/main">
            <a:off x="9620758" y="38100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26" name="text-399">
            <a:extLst xmlns:a="http://schemas.openxmlformats.org/drawingml/2006/main">
              <a:ext uri="{FF2B5EF4-FFF2-40B4-BE49-F238E27FC236}">
                <a16:creationId xmlns:a16="http://schemas.microsoft.com/office/drawing/2014/main" id="{FBDB1DA1-1567-43BA-A047-191C418897A0}"/>
              </a:ext>
            </a:extLst>
          </p:cNvPr>
          <p:cNvSpPr>
            <a:spLocks xmlns:a="http://schemas.openxmlformats.org/drawingml/2006/main" noGrp="1"/>
          </p:cNvSpPr>
          <p:nvPr/>
        </p:nvSpPr>
        <p:spPr>
          <a:xfrm xmlns:a="http://schemas.openxmlformats.org/drawingml/2006/main">
            <a:off x="9004110" y="3810000"/>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400">
            <a:extLst xmlns:a="http://schemas.openxmlformats.org/drawingml/2006/main">
              <a:ext uri="{FF2B5EF4-FFF2-40B4-BE49-F238E27FC236}">
                <a16:creationId xmlns:a16="http://schemas.microsoft.com/office/drawing/2014/main" id="{F0EFDA72-2888-4AE0-85C2-9B2D2EDAA118}"/>
              </a:ext>
            </a:extLst>
          </p:cNvPr>
          <p:cNvSpPr>
            <a:spLocks xmlns:a="http://schemas.openxmlformats.org/drawingml/2006/main" noGrp="1"/>
          </p:cNvSpPr>
          <p:nvPr/>
        </p:nvSpPr>
        <p:spPr>
          <a:xfrm xmlns:a="http://schemas.openxmlformats.org/drawingml/2006/main">
            <a:off x="4300393" y="1647825"/>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المتجاور</a:t>
            </a:r>
          </a:p>
        </p:txBody>
      </p:sp>
      <p:sp>
        <p:nvSpPr>
          <p:cNvPr id="28" name="text-401">
            <a:extLst xmlns:a="http://schemas.openxmlformats.org/drawingml/2006/main">
              <a:ext uri="{FF2B5EF4-FFF2-40B4-BE49-F238E27FC236}">
                <a16:creationId xmlns:a16="http://schemas.microsoft.com/office/drawing/2014/main" id="{284AA015-2D9A-42A3-AB5B-FC102998EF57}"/>
              </a:ext>
            </a:extLst>
          </p:cNvPr>
          <p:cNvSpPr>
            <a:spLocks xmlns:a="http://schemas.openxmlformats.org/drawingml/2006/main" noGrp="1"/>
          </p:cNvSpPr>
          <p:nvPr/>
        </p:nvSpPr>
        <p:spPr>
          <a:xfrm xmlns:a="http://schemas.openxmlformats.org/drawingml/2006/main">
            <a:off x="3618266" y="1647825"/>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في</a:t>
            </a:r>
          </a:p>
        </p:txBody>
      </p:sp>
      <p:sp>
        <p:nvSpPr>
          <p:cNvPr id="29" name="text-402">
            <a:extLst xmlns:a="http://schemas.openxmlformats.org/drawingml/2006/main">
              <a:ext uri="{FF2B5EF4-FFF2-40B4-BE49-F238E27FC236}">
                <a16:creationId xmlns:a16="http://schemas.microsoft.com/office/drawing/2014/main" id="{A7CD7C34-4FFF-4860-B9C7-184FD9EA1FF2}"/>
              </a:ext>
            </a:extLst>
          </p:cNvPr>
          <p:cNvSpPr>
            <a:spLocks xmlns:a="http://schemas.openxmlformats.org/drawingml/2006/main" noGrp="1"/>
          </p:cNvSpPr>
          <p:nvPr/>
        </p:nvSpPr>
        <p:spPr>
          <a:xfrm xmlns:a="http://schemas.openxmlformats.org/drawingml/2006/main">
            <a:off x="2557729" y="1647825"/>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القرآن</a:t>
            </a:r>
          </a:p>
        </p:txBody>
      </p:sp>
      <p:sp>
        <p:nvSpPr>
          <p:cNvPr id="30" name="text-403">
            <a:extLst xmlns:a="http://schemas.openxmlformats.org/drawingml/2006/main">
              <a:ext uri="{FF2B5EF4-FFF2-40B4-BE49-F238E27FC236}">
                <a16:creationId xmlns:a16="http://schemas.microsoft.com/office/drawing/2014/main" id="{BE4F481E-17F4-4B69-ABE1-A0D44FF46E95}"/>
              </a:ext>
            </a:extLst>
          </p:cNvPr>
          <p:cNvSpPr>
            <a:spLocks xmlns:a="http://schemas.openxmlformats.org/drawingml/2006/main" noGrp="1"/>
          </p:cNvSpPr>
          <p:nvPr/>
        </p:nvSpPr>
        <p:spPr>
          <a:xfrm xmlns:a="http://schemas.openxmlformats.org/drawingml/2006/main">
            <a:off x="5225217"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31" name="text-404">
            <a:extLst xmlns:a="http://schemas.openxmlformats.org/drawingml/2006/main">
              <a:ext uri="{FF2B5EF4-FFF2-40B4-BE49-F238E27FC236}">
                <a16:creationId xmlns:a16="http://schemas.microsoft.com/office/drawing/2014/main" id="{851AD0F8-5200-42E5-9512-5F11A721FA84}"/>
              </a:ext>
            </a:extLst>
          </p:cNvPr>
          <p:cNvSpPr>
            <a:spLocks xmlns:a="http://schemas.openxmlformats.org/drawingml/2006/main" noGrp="1"/>
          </p:cNvSpPr>
          <p:nvPr/>
        </p:nvSpPr>
        <p:spPr>
          <a:xfrm xmlns:a="http://schemas.openxmlformats.org/drawingml/2006/main">
            <a:off x="4619532" y="2409825"/>
            <a:ext cx="5413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تكرار</a:t>
            </a:r>
          </a:p>
        </p:txBody>
      </p:sp>
      <p:sp>
        <p:nvSpPr>
          <p:cNvPr id="32" name="text-405">
            <a:extLst xmlns:a="http://schemas.openxmlformats.org/drawingml/2006/main">
              <a:ext uri="{FF2B5EF4-FFF2-40B4-BE49-F238E27FC236}">
                <a16:creationId xmlns:a16="http://schemas.microsoft.com/office/drawing/2014/main" id="{B4C70E2D-4471-4E4A-9A48-77CC015C01C9}"/>
              </a:ext>
            </a:extLst>
          </p:cNvPr>
          <p:cNvSpPr>
            <a:spLocks xmlns:a="http://schemas.openxmlformats.org/drawingml/2006/main" noGrp="1"/>
          </p:cNvSpPr>
          <p:nvPr/>
        </p:nvSpPr>
        <p:spPr>
          <a:xfrm xmlns:a="http://schemas.openxmlformats.org/drawingml/2006/main">
            <a:off x="4108128" y="2409825"/>
            <a:ext cx="4471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لفظ</a:t>
            </a:r>
          </a:p>
        </p:txBody>
      </p:sp>
      <p:sp>
        <p:nvSpPr>
          <p:cNvPr id="33" name="text-406">
            <a:extLst xmlns:a="http://schemas.openxmlformats.org/drawingml/2006/main">
              <a:ext uri="{FF2B5EF4-FFF2-40B4-BE49-F238E27FC236}">
                <a16:creationId xmlns:a16="http://schemas.microsoft.com/office/drawing/2014/main" id="{24CF32F6-E710-4703-BB1A-D063EF67AF02}"/>
              </a:ext>
            </a:extLst>
          </p:cNvPr>
          <p:cNvSpPr>
            <a:spLocks xmlns:a="http://schemas.openxmlformats.org/drawingml/2006/main" noGrp="1"/>
          </p:cNvSpPr>
          <p:nvPr/>
        </p:nvSpPr>
        <p:spPr>
          <a:xfrm xmlns:a="http://schemas.openxmlformats.org/drawingml/2006/main">
            <a:off x="3387755" y="2409825"/>
            <a:ext cx="6560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منفرد</a:t>
            </a:r>
          </a:p>
        </p:txBody>
      </p:sp>
      <p:sp>
        <p:nvSpPr>
          <p:cNvPr id="34" name="text-407">
            <a:extLst xmlns:a="http://schemas.openxmlformats.org/drawingml/2006/main">
              <a:ext uri="{FF2B5EF4-FFF2-40B4-BE49-F238E27FC236}">
                <a16:creationId xmlns:a16="http://schemas.microsoft.com/office/drawing/2014/main" id="{7F359E71-4780-49A8-9C3A-2AAA2AFF9927}"/>
              </a:ext>
            </a:extLst>
          </p:cNvPr>
          <p:cNvSpPr>
            <a:spLocks xmlns:a="http://schemas.openxmlformats.org/drawingml/2006/main" noGrp="1"/>
          </p:cNvSpPr>
          <p:nvPr/>
        </p:nvSpPr>
        <p:spPr>
          <a:xfrm xmlns:a="http://schemas.openxmlformats.org/drawingml/2006/main">
            <a:off x="5154874" y="3057525"/>
            <a:ext cx="4553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إلى</a:t>
            </a:r>
          </a:p>
        </p:txBody>
      </p:sp>
      <p:sp>
        <p:nvSpPr>
          <p:cNvPr id="35" name="text-408">
            <a:extLst xmlns:a="http://schemas.openxmlformats.org/drawingml/2006/main">
              <a:ext uri="{FF2B5EF4-FFF2-40B4-BE49-F238E27FC236}">
                <a16:creationId xmlns:a16="http://schemas.microsoft.com/office/drawing/2014/main" id="{8F3A1523-61F5-42D4-BAA3-0686E3E9D63C}"/>
              </a:ext>
            </a:extLst>
          </p:cNvPr>
          <p:cNvSpPr>
            <a:spLocks xmlns:a="http://schemas.openxmlformats.org/drawingml/2006/main" noGrp="1"/>
          </p:cNvSpPr>
          <p:nvPr/>
        </p:nvSpPr>
        <p:spPr>
          <a:xfrm xmlns:a="http://schemas.openxmlformats.org/drawingml/2006/main">
            <a:off x="4475314" y="3057525"/>
            <a:ext cx="6152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قرائن</a:t>
            </a:r>
          </a:p>
        </p:txBody>
      </p:sp>
      <p:sp>
        <p:nvSpPr>
          <p:cNvPr id="36" name="text-409">
            <a:extLst xmlns:a="http://schemas.openxmlformats.org/drawingml/2006/main">
              <a:ext uri="{FF2B5EF4-FFF2-40B4-BE49-F238E27FC236}">
                <a16:creationId xmlns:a16="http://schemas.microsoft.com/office/drawing/2014/main" id="{8A5638CB-6311-4505-BEB5-0AB96488F2DF}"/>
              </a:ext>
            </a:extLst>
          </p:cNvPr>
          <p:cNvSpPr>
            <a:spLocks xmlns:a="http://schemas.openxmlformats.org/drawingml/2006/main" noGrp="1"/>
          </p:cNvSpPr>
          <p:nvPr/>
        </p:nvSpPr>
        <p:spPr>
          <a:xfrm xmlns:a="http://schemas.openxmlformats.org/drawingml/2006/main">
            <a:off x="3679202" y="3057525"/>
            <a:ext cx="73181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مقارنة</a:t>
            </a:r>
          </a:p>
        </p:txBody>
      </p:sp>
      <p:sp>
        <p:nvSpPr>
          <p:cNvPr id="37" name="text-410">
            <a:extLst xmlns:a="http://schemas.openxmlformats.org/drawingml/2006/main">
              <a:ext uri="{FF2B5EF4-FFF2-40B4-BE49-F238E27FC236}">
                <a16:creationId xmlns:a16="http://schemas.microsoft.com/office/drawing/2014/main" id="{69B36F17-7ADE-485C-BCEC-11CF8813EE93}"/>
              </a:ext>
            </a:extLst>
          </p:cNvPr>
          <p:cNvSpPr>
            <a:spLocks xmlns:a="http://schemas.openxmlformats.org/drawingml/2006/main" noGrp="1"/>
          </p:cNvSpPr>
          <p:nvPr/>
        </p:nvSpPr>
        <p:spPr>
          <a:xfrm xmlns:a="http://schemas.openxmlformats.org/drawingml/2006/main">
            <a:off x="2670393" y="3057525"/>
            <a:ext cx="94451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وشواهد</a:t>
            </a:r>
          </a:p>
        </p:txBody>
      </p:sp>
      <p:sp>
        <p:nvSpPr>
          <p:cNvPr id="38" name="text-411">
            <a:extLst xmlns:a="http://schemas.openxmlformats.org/drawingml/2006/main">
              <a:ext uri="{FF2B5EF4-FFF2-40B4-BE49-F238E27FC236}">
                <a16:creationId xmlns:a16="http://schemas.microsoft.com/office/drawing/2014/main" id="{6C399956-52F2-4425-B788-E77EDC2F61E4}"/>
              </a:ext>
            </a:extLst>
          </p:cNvPr>
          <p:cNvSpPr>
            <a:spLocks xmlns:a="http://schemas.openxmlformats.org/drawingml/2006/main" noGrp="1"/>
          </p:cNvSpPr>
          <p:nvPr/>
        </p:nvSpPr>
        <p:spPr>
          <a:xfrm xmlns:a="http://schemas.openxmlformats.org/drawingml/2006/main">
            <a:off x="5147810" y="3810000"/>
            <a:ext cx="46241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قارن</a:t>
            </a:r>
          </a:p>
        </p:txBody>
      </p:sp>
      <p:sp>
        <p:nvSpPr>
          <p:cNvPr id="39" name="text-412">
            <a:extLst xmlns:a="http://schemas.openxmlformats.org/drawingml/2006/main">
              <a:ext uri="{FF2B5EF4-FFF2-40B4-BE49-F238E27FC236}">
                <a16:creationId xmlns:a16="http://schemas.microsoft.com/office/drawing/2014/main" id="{1738D3B1-3374-4776-B301-3EF7A21F9C84}"/>
              </a:ext>
            </a:extLst>
          </p:cNvPr>
          <p:cNvSpPr>
            <a:spLocks xmlns:a="http://schemas.openxmlformats.org/drawingml/2006/main" noGrp="1"/>
          </p:cNvSpPr>
          <p:nvPr/>
        </p:nvSpPr>
        <p:spPr>
          <a:xfrm xmlns:a="http://schemas.openxmlformats.org/drawingml/2006/main">
            <a:off x="4399012" y="3810000"/>
            <a:ext cx="6934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النفس</a:t>
            </a:r>
          </a:p>
        </p:txBody>
      </p:sp>
      <p:sp>
        <p:nvSpPr>
          <p:cNvPr id="40" name="text-413">
            <a:extLst xmlns:a="http://schemas.openxmlformats.org/drawingml/2006/main">
              <a:ext uri="{FF2B5EF4-FFF2-40B4-BE49-F238E27FC236}">
                <a16:creationId xmlns:a16="http://schemas.microsoft.com/office/drawing/2014/main" id="{E5D5AC08-DC63-4B72-B6B1-2AA54C56EDBF}"/>
              </a:ext>
            </a:extLst>
          </p:cNvPr>
          <p:cNvSpPr>
            <a:spLocks xmlns:a="http://schemas.openxmlformats.org/drawingml/2006/main" noGrp="1"/>
          </p:cNvSpPr>
          <p:nvPr/>
        </p:nvSpPr>
        <p:spPr>
          <a:xfrm xmlns:a="http://schemas.openxmlformats.org/drawingml/2006/main">
            <a:off x="3721341" y="3810000"/>
            <a:ext cx="6223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والروح</a:t>
            </a:r>
          </a:p>
        </p:txBody>
      </p:sp>
      <p:sp>
        <p:nvSpPr>
          <p:cNvPr id="41" name="text-414">
            <a:extLst xmlns:a="http://schemas.openxmlformats.org/drawingml/2006/main">
              <a:ext uri="{FF2B5EF4-FFF2-40B4-BE49-F238E27FC236}">
                <a16:creationId xmlns:a16="http://schemas.microsoft.com/office/drawing/2014/main" id="{36F8228A-4D8A-4E60-A7B3-B9CBCE3D3969}"/>
              </a:ext>
            </a:extLst>
          </p:cNvPr>
          <p:cNvSpPr>
            <a:spLocks xmlns:a="http://schemas.openxmlformats.org/drawingml/2006/main" noGrp="1"/>
          </p:cNvSpPr>
          <p:nvPr/>
        </p:nvSpPr>
        <p:spPr>
          <a:xfrm xmlns:a="http://schemas.openxmlformats.org/drawingml/2006/main">
            <a:off x="10949670" y="4705350"/>
            <a:ext cx="6327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مقارنة</a:t>
            </a:r>
          </a:p>
        </p:txBody>
      </p:sp>
      <p:sp>
        <p:nvSpPr>
          <p:cNvPr id="42" name="text-415">
            <a:extLst xmlns:a="http://schemas.openxmlformats.org/drawingml/2006/main">
              <a:ext uri="{FF2B5EF4-FFF2-40B4-BE49-F238E27FC236}">
                <a16:creationId xmlns:a16="http://schemas.microsoft.com/office/drawing/2014/main" id="{88E86D90-C756-4A48-B71F-8DA37B7FDC61}"/>
              </a:ext>
            </a:extLst>
          </p:cNvPr>
          <p:cNvSpPr>
            <a:spLocks xmlns:a="http://schemas.openxmlformats.org/drawingml/2006/main" noGrp="1"/>
          </p:cNvSpPr>
          <p:nvPr/>
        </p:nvSpPr>
        <p:spPr>
          <a:xfrm xmlns:a="http://schemas.openxmlformats.org/drawingml/2006/main">
            <a:off x="10183124" y="4705350"/>
            <a:ext cx="7141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وظيفية</a:t>
            </a:r>
          </a:p>
        </p:txBody>
      </p:sp>
      <p:sp>
        <p:nvSpPr>
          <p:cNvPr id="43" name="text-416">
            <a:extLst xmlns:a="http://schemas.openxmlformats.org/drawingml/2006/main">
              <a:ext uri="{FF2B5EF4-FFF2-40B4-BE49-F238E27FC236}">
                <a16:creationId xmlns:a16="http://schemas.microsoft.com/office/drawing/2014/main" id="{B14DE680-68E4-430A-8D83-021B61975373}"/>
              </a:ext>
            </a:extLst>
          </p:cNvPr>
          <p:cNvSpPr>
            <a:spLocks xmlns:a="http://schemas.openxmlformats.org/drawingml/2006/main" noGrp="1"/>
          </p:cNvSpPr>
          <p:nvPr/>
        </p:nvSpPr>
        <p:spPr>
          <a:xfrm xmlns:a="http://schemas.openxmlformats.org/drawingml/2006/main">
            <a:off x="10009441" y="4705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44" name="text-417">
            <a:extLst xmlns:a="http://schemas.openxmlformats.org/drawingml/2006/main">
              <a:ext uri="{FF2B5EF4-FFF2-40B4-BE49-F238E27FC236}">
                <a16:creationId xmlns:a16="http://schemas.microsoft.com/office/drawing/2014/main" id="{8F463D90-D2B2-469C-8B41-5CE636FC1A4C}"/>
              </a:ext>
            </a:extLst>
          </p:cNvPr>
          <p:cNvSpPr>
            <a:spLocks xmlns:a="http://schemas.openxmlformats.org/drawingml/2006/main" noGrp="1"/>
          </p:cNvSpPr>
          <p:nvPr/>
        </p:nvSpPr>
        <p:spPr>
          <a:xfrm xmlns:a="http://schemas.openxmlformats.org/drawingml/2006/main">
            <a:off x="9284395" y="4705350"/>
            <a:ext cx="6726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أفضلية</a:t>
            </a:r>
          </a:p>
        </p:txBody>
      </p:sp>
      <p:sp>
        <p:nvSpPr>
          <p:cNvPr id="45" name="text-418">
            <a:extLst xmlns:a="http://schemas.openxmlformats.org/drawingml/2006/main">
              <a:ext uri="{FF2B5EF4-FFF2-40B4-BE49-F238E27FC236}">
                <a16:creationId xmlns:a16="http://schemas.microsoft.com/office/drawing/2014/main" id="{B9E6C9C7-D3C3-4557-B125-BE71B8CE84E4}"/>
              </a:ext>
            </a:extLst>
          </p:cNvPr>
          <p:cNvSpPr>
            <a:spLocks xmlns:a="http://schemas.openxmlformats.org/drawingml/2006/main" noGrp="1"/>
          </p:cNvSpPr>
          <p:nvPr/>
        </p:nvSpPr>
        <p:spPr>
          <a:xfrm xmlns:a="http://schemas.openxmlformats.org/drawingml/2006/main">
            <a:off x="8736922" y="4705350"/>
            <a:ext cx="4950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الأداء</a:t>
            </a:r>
          </a:p>
        </p:txBody>
      </p:sp>
      <p:sp>
        <p:nvSpPr>
          <p:cNvPr id="46" name="text-419">
            <a:extLst xmlns:a="http://schemas.openxmlformats.org/drawingml/2006/main">
              <a:ext uri="{FF2B5EF4-FFF2-40B4-BE49-F238E27FC236}">
                <a16:creationId xmlns:a16="http://schemas.microsoft.com/office/drawing/2014/main" id="{13B61B93-B703-4E67-9B9F-0C01A9080586}"/>
              </a:ext>
            </a:extLst>
          </p:cNvPr>
          <p:cNvSpPr>
            <a:spLocks xmlns:a="http://schemas.openxmlformats.org/drawingml/2006/main" noGrp="1"/>
          </p:cNvSpPr>
          <p:nvPr/>
        </p:nvSpPr>
        <p:spPr>
          <a:xfrm xmlns:a="http://schemas.openxmlformats.org/drawingml/2006/main">
            <a:off x="7826354" y="4705350"/>
            <a:ext cx="8581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المقاسة</a:t>
            </a:r>
          </a:p>
        </p:txBody>
      </p:sp>
      <p:sp>
        <p:nvSpPr>
          <p:cNvPr id="47" name="text-420">
            <a:extLst xmlns:a="http://schemas.openxmlformats.org/drawingml/2006/main">
              <a:ext uri="{FF2B5EF4-FFF2-40B4-BE49-F238E27FC236}">
                <a16:creationId xmlns:a16="http://schemas.microsoft.com/office/drawing/2014/main" id="{F34D9B2A-B1D8-4546-986A-390A0C4D73AB}"/>
              </a:ext>
            </a:extLst>
          </p:cNvPr>
          <p:cNvSpPr>
            <a:spLocks xmlns:a="http://schemas.openxmlformats.org/drawingml/2006/main" noGrp="1"/>
          </p:cNvSpPr>
          <p:nvPr/>
        </p:nvSpPr>
        <p:spPr>
          <a:xfrm xmlns:a="http://schemas.openxmlformats.org/drawingml/2006/main">
            <a:off x="7214131" y="4705350"/>
            <a:ext cx="5598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تحتاج</a:t>
            </a:r>
          </a:p>
        </p:txBody>
      </p:sp>
      <p:sp>
        <p:nvSpPr>
          <p:cNvPr id="48" name="text-421">
            <a:extLst xmlns:a="http://schemas.openxmlformats.org/drawingml/2006/main">
              <a:ext uri="{FF2B5EF4-FFF2-40B4-BE49-F238E27FC236}">
                <a16:creationId xmlns:a16="http://schemas.microsoft.com/office/drawing/2014/main" id="{2290F44D-7E47-4EB6-88C4-94298F2FECAE}"/>
              </a:ext>
            </a:extLst>
          </p:cNvPr>
          <p:cNvSpPr>
            <a:spLocks xmlns:a="http://schemas.openxmlformats.org/drawingml/2006/main" noGrp="1"/>
          </p:cNvSpPr>
          <p:nvPr/>
        </p:nvSpPr>
        <p:spPr>
          <a:xfrm xmlns:a="http://schemas.openxmlformats.org/drawingml/2006/main">
            <a:off x="6534606" y="4705350"/>
            <a:ext cx="62713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اختبارًا</a:t>
            </a:r>
          </a:p>
        </p:txBody>
      </p:sp>
      <p:sp>
        <p:nvSpPr>
          <p:cNvPr id="49" name="text-422">
            <a:extLst xmlns:a="http://schemas.openxmlformats.org/drawingml/2006/main">
              <a:ext uri="{FF2B5EF4-FFF2-40B4-BE49-F238E27FC236}">
                <a16:creationId xmlns:a16="http://schemas.microsoft.com/office/drawing/2014/main" id="{3BD6B41B-4DA9-4B32-822F-84485FE7C9BC}"/>
              </a:ext>
            </a:extLst>
          </p:cNvPr>
          <p:cNvSpPr>
            <a:spLocks xmlns:a="http://schemas.openxmlformats.org/drawingml/2006/main" noGrp="1"/>
          </p:cNvSpPr>
          <p:nvPr/>
        </p:nvSpPr>
        <p:spPr>
          <a:xfrm xmlns:a="http://schemas.openxmlformats.org/drawingml/2006/main">
            <a:off x="5727934" y="4705350"/>
            <a:ext cx="7542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مضبوطًا</a:t>
            </a:r>
          </a:p>
        </p:txBody>
      </p:sp>
      <p:sp>
        <p:nvSpPr>
          <p:cNvPr id="50" name="text-423">
            <a:extLst xmlns:a="http://schemas.openxmlformats.org/drawingml/2006/main">
              <a:ext uri="{FF2B5EF4-FFF2-40B4-BE49-F238E27FC236}">
                <a16:creationId xmlns:a16="http://schemas.microsoft.com/office/drawing/2014/main" id="{A4A914BB-E5E3-4F4D-AD86-5DAE00717083}"/>
              </a:ext>
            </a:extLst>
          </p:cNvPr>
          <p:cNvSpPr>
            <a:spLocks xmlns:a="http://schemas.openxmlformats.org/drawingml/2006/main" noGrp="1"/>
          </p:cNvSpPr>
          <p:nvPr/>
        </p:nvSpPr>
        <p:spPr>
          <a:xfrm xmlns:a="http://schemas.openxmlformats.org/drawingml/2006/main">
            <a:off x="6381750" y="5172075"/>
            <a:ext cx="520065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NMN · SA 1020268774</a:t>
            </a:r>
          </a:p>
        </p:txBody>
      </p:sp>
      <p:sp>
        <p:nvSpPr>
          <p:cNvPr id="51" name="text-424">
            <a:extLst xmlns:a="http://schemas.openxmlformats.org/drawingml/2006/main">
              <a:ext uri="{FF2B5EF4-FFF2-40B4-BE49-F238E27FC236}">
                <a16:creationId xmlns:a16="http://schemas.microsoft.com/office/drawing/2014/main" id="{41643806-5E42-4F89-A270-C6AFF26DB9B9}"/>
              </a:ext>
            </a:extLst>
          </p:cNvPr>
          <p:cNvSpPr>
            <a:spLocks xmlns:a="http://schemas.openxmlformats.org/drawingml/2006/main" noGrp="1"/>
          </p:cNvSpPr>
          <p:nvPr/>
        </p:nvSpPr>
        <p:spPr>
          <a:xfrm xmlns:a="http://schemas.openxmlformats.org/drawingml/2006/main">
            <a:off x="5128595" y="5172075"/>
            <a:ext cx="7673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المنصة</a:t>
            </a:r>
          </a:p>
        </p:txBody>
      </p:sp>
      <p:sp>
        <p:nvSpPr>
          <p:cNvPr id="52" name="text-425">
            <a:extLst xmlns:a="http://schemas.openxmlformats.org/drawingml/2006/main">
              <a:ext uri="{FF2B5EF4-FFF2-40B4-BE49-F238E27FC236}">
                <a16:creationId xmlns:a16="http://schemas.microsoft.com/office/drawing/2014/main" id="{837E881A-5A2F-4A27-AFFC-1F7FE230B26E}"/>
              </a:ext>
            </a:extLst>
          </p:cNvPr>
          <p:cNvSpPr>
            <a:spLocks xmlns:a="http://schemas.openxmlformats.org/drawingml/2006/main" noGrp="1"/>
          </p:cNvSpPr>
          <p:nvPr/>
        </p:nvSpPr>
        <p:spPr>
          <a:xfrm xmlns:a="http://schemas.openxmlformats.org/drawingml/2006/main">
            <a:off x="609600" y="5172075"/>
            <a:ext cx="3667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SA 1020261862</a:t>
            </a:r>
          </a:p>
        </p:txBody>
      </p:sp>
      <p:sp>
        <p:nvSpPr>
          <p:cNvPr id="53" name="text-426">
            <a:extLst xmlns:a="http://schemas.openxmlformats.org/drawingml/2006/main">
              <a:ext uri="{FF2B5EF4-FFF2-40B4-BE49-F238E27FC236}">
                <a16:creationId xmlns:a16="http://schemas.microsoft.com/office/drawing/2014/main" id="{B678F878-B767-432A-95AA-F3B270457EF9}"/>
              </a:ext>
            </a:extLst>
          </p:cNvPr>
          <p:cNvSpPr>
            <a:spLocks xmlns:a="http://schemas.openxmlformats.org/drawingml/2006/main" noGrp="1"/>
          </p:cNvSpPr>
          <p:nvPr/>
        </p:nvSpPr>
        <p:spPr>
          <a:xfrm xmlns:a="http://schemas.openxmlformats.org/drawingml/2006/main">
            <a:off x="11183461" y="5657850"/>
            <a:ext cx="39893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طلبا</a:t>
            </a:r>
          </a:p>
        </p:txBody>
      </p:sp>
      <p:sp>
        <p:nvSpPr>
          <p:cNvPr id="54" name="text-427">
            <a:extLst xmlns:a="http://schemas.openxmlformats.org/drawingml/2006/main">
              <a:ext uri="{FF2B5EF4-FFF2-40B4-BE49-F238E27FC236}">
                <a16:creationId xmlns:a16="http://schemas.microsoft.com/office/drawing/2014/main" id="{E94B2FCF-3FF9-46A8-B5E9-D3AB5A88B968}"/>
              </a:ext>
            </a:extLst>
          </p:cNvPr>
          <p:cNvSpPr>
            <a:spLocks xmlns:a="http://schemas.openxmlformats.org/drawingml/2006/main" noGrp="1"/>
          </p:cNvSpPr>
          <p:nvPr/>
        </p:nvSpPr>
        <p:spPr>
          <a:xfrm xmlns:a="http://schemas.openxmlformats.org/drawingml/2006/main">
            <a:off x="10712335" y="5657850"/>
            <a:ext cx="42464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براءة</a:t>
            </a:r>
          </a:p>
        </p:txBody>
      </p:sp>
      <p:sp>
        <p:nvSpPr>
          <p:cNvPr id="55" name="text-428">
            <a:extLst xmlns:a="http://schemas.openxmlformats.org/drawingml/2006/main">
              <a:ext uri="{FF2B5EF4-FFF2-40B4-BE49-F238E27FC236}">
                <a16:creationId xmlns:a16="http://schemas.microsoft.com/office/drawing/2014/main" id="{FF93E0FB-7503-4247-A89A-95C4BEF4397C}"/>
              </a:ext>
            </a:extLst>
          </p:cNvPr>
          <p:cNvSpPr>
            <a:spLocks xmlns:a="http://schemas.openxmlformats.org/drawingml/2006/main" noGrp="1"/>
          </p:cNvSpPr>
          <p:nvPr/>
        </p:nvSpPr>
        <p:spPr>
          <a:xfrm xmlns:a="http://schemas.openxmlformats.org/drawingml/2006/main">
            <a:off x="10084826" y="5657850"/>
            <a:ext cx="5810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اختراع</a:t>
            </a:r>
          </a:p>
        </p:txBody>
      </p:sp>
      <p:sp>
        <p:nvSpPr>
          <p:cNvPr id="56" name="text-429">
            <a:extLst xmlns:a="http://schemas.openxmlformats.org/drawingml/2006/main">
              <a:ext uri="{FF2B5EF4-FFF2-40B4-BE49-F238E27FC236}">
                <a16:creationId xmlns:a16="http://schemas.microsoft.com/office/drawing/2014/main" id="{B4EA9CB5-A073-4A04-869A-B7810A97CF26}"/>
              </a:ext>
            </a:extLst>
          </p:cNvPr>
          <p:cNvSpPr>
            <a:spLocks xmlns:a="http://schemas.openxmlformats.org/drawingml/2006/main" noGrp="1"/>
          </p:cNvSpPr>
          <p:nvPr/>
        </p:nvSpPr>
        <p:spPr>
          <a:xfrm xmlns:a="http://schemas.openxmlformats.org/drawingml/2006/main">
            <a:off x="9218229" y="5657850"/>
            <a:ext cx="8201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مسجّلان</a:t>
            </a:r>
          </a:p>
        </p:txBody>
      </p:sp>
      <p:sp>
        <p:nvSpPr>
          <p:cNvPr id="57" name="text-430">
            <a:extLst xmlns:a="http://schemas.openxmlformats.org/drawingml/2006/main">
              <a:ext uri="{FF2B5EF4-FFF2-40B4-BE49-F238E27FC236}">
                <a16:creationId xmlns:a16="http://schemas.microsoft.com/office/drawing/2014/main" id="{45B08003-4112-4AB0-90E7-ED7EA4557AC8}"/>
              </a:ext>
            </a:extLst>
          </p:cNvPr>
          <p:cNvSpPr>
            <a:spLocks xmlns:a="http://schemas.openxmlformats.org/drawingml/2006/main" noGrp="1"/>
          </p:cNvSpPr>
          <p:nvPr/>
        </p:nvSpPr>
        <p:spPr>
          <a:xfrm xmlns:a="http://schemas.openxmlformats.org/drawingml/2006/main">
            <a:off x="8495164" y="5657850"/>
            <a:ext cx="6765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بحسب</a:t>
            </a:r>
          </a:p>
        </p:txBody>
      </p:sp>
      <p:sp>
        <p:nvSpPr>
          <p:cNvPr id="58" name="text-431">
            <a:extLst xmlns:a="http://schemas.openxmlformats.org/drawingml/2006/main">
              <a:ext uri="{FF2B5EF4-FFF2-40B4-BE49-F238E27FC236}">
                <a16:creationId xmlns:a16="http://schemas.microsoft.com/office/drawing/2014/main" id="{07A16482-D115-4432-9E7A-EEF3269BA50A}"/>
              </a:ext>
            </a:extLst>
          </p:cNvPr>
          <p:cNvSpPr>
            <a:spLocks xmlns:a="http://schemas.openxmlformats.org/drawingml/2006/main" noGrp="1"/>
          </p:cNvSpPr>
          <p:nvPr/>
        </p:nvSpPr>
        <p:spPr>
          <a:xfrm xmlns:a="http://schemas.openxmlformats.org/drawingml/2006/main">
            <a:off x="7896204" y="5657850"/>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9" name="text-432">
            <a:extLst xmlns:a="http://schemas.openxmlformats.org/drawingml/2006/main">
              <a:ext uri="{FF2B5EF4-FFF2-40B4-BE49-F238E27FC236}">
                <a16:creationId xmlns:a16="http://schemas.microsoft.com/office/drawing/2014/main" id="{EB0345F3-9088-4367-8900-54AF42B32345}"/>
              </a:ext>
            </a:extLst>
          </p:cNvPr>
          <p:cNvSpPr>
            <a:spLocks xmlns:a="http://schemas.openxmlformats.org/drawingml/2006/main" noGrp="1"/>
          </p:cNvSpPr>
          <p:nvPr/>
        </p:nvSpPr>
        <p:spPr>
          <a:xfrm xmlns:a="http://schemas.openxmlformats.org/drawingml/2006/main">
            <a:off x="7270853" y="5657850"/>
            <a:ext cx="57886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المالك</a:t>
            </a:r>
          </a:p>
        </p:txBody>
      </p:sp>
      <p:sp>
        <p:nvSpPr>
          <p:cNvPr id="60" name="text-433">
            <a:extLst xmlns:a="http://schemas.openxmlformats.org/drawingml/2006/main">
              <a:ext uri="{FF2B5EF4-FFF2-40B4-BE49-F238E27FC236}">
                <a16:creationId xmlns:a16="http://schemas.microsoft.com/office/drawing/2014/main" id="{09EF7905-F80B-4483-9853-1BAB365F3FE5}"/>
              </a:ext>
            </a:extLst>
          </p:cNvPr>
          <p:cNvSpPr>
            <a:spLocks xmlns:a="http://schemas.openxmlformats.org/drawingml/2006/main" noGrp="1"/>
          </p:cNvSpPr>
          <p:nvPr/>
        </p:nvSpPr>
        <p:spPr>
          <a:xfrm xmlns:a="http://schemas.openxmlformats.org/drawingml/2006/main">
            <a:off x="7109944" y="56578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a:t>
            </a:r>
          </a:p>
        </p:txBody>
      </p:sp>
      <p:sp>
        <p:nvSpPr>
          <p:cNvPr id="61" name="text-434">
            <a:extLst xmlns:a="http://schemas.openxmlformats.org/drawingml/2006/main">
              <a:ext uri="{FF2B5EF4-FFF2-40B4-BE49-F238E27FC236}">
                <a16:creationId xmlns:a16="http://schemas.microsoft.com/office/drawing/2014/main" id="{CCBB9E4E-37CC-4219-9BC8-0D73E9A93AFD}"/>
              </a:ext>
            </a:extLst>
          </p:cNvPr>
          <p:cNvSpPr>
            <a:spLocks xmlns:a="http://schemas.openxmlformats.org/drawingml/2006/main" noGrp="1"/>
          </p:cNvSpPr>
          <p:nvPr/>
        </p:nvSpPr>
        <p:spPr>
          <a:xfrm xmlns:a="http://schemas.openxmlformats.org/drawingml/2006/main">
            <a:off x="6556408" y="5657850"/>
            <a:ext cx="50705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الأدلة</a:t>
            </a:r>
          </a:p>
        </p:txBody>
      </p:sp>
      <p:sp>
        <p:nvSpPr>
          <p:cNvPr id="62" name="text-435">
            <a:extLst xmlns:a="http://schemas.openxmlformats.org/drawingml/2006/main">
              <a:ext uri="{FF2B5EF4-FFF2-40B4-BE49-F238E27FC236}">
                <a16:creationId xmlns:a16="http://schemas.microsoft.com/office/drawing/2014/main" id="{1648E72C-A400-4CA9-BC44-D5BFB4C846F4}"/>
              </a:ext>
            </a:extLst>
          </p:cNvPr>
          <p:cNvSpPr>
            <a:spLocks xmlns:a="http://schemas.openxmlformats.org/drawingml/2006/main" noGrp="1"/>
          </p:cNvSpPr>
          <p:nvPr/>
        </p:nvSpPr>
        <p:spPr>
          <a:xfrm xmlns:a="http://schemas.openxmlformats.org/drawingml/2006/main">
            <a:off x="6168085" y="5657850"/>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63" name="text-436">
            <a:extLst xmlns:a="http://schemas.openxmlformats.org/drawingml/2006/main">
              <a:ext uri="{FF2B5EF4-FFF2-40B4-BE49-F238E27FC236}">
                <a16:creationId xmlns:a16="http://schemas.microsoft.com/office/drawing/2014/main" id="{FF98F8D2-801A-4ECE-8DEC-90FD8778DBE7}"/>
              </a:ext>
            </a:extLst>
          </p:cNvPr>
          <p:cNvSpPr>
            <a:spLocks xmlns:a="http://schemas.openxmlformats.org/drawingml/2006/main" noGrp="1"/>
          </p:cNvSpPr>
          <p:nvPr/>
        </p:nvSpPr>
        <p:spPr>
          <a:xfrm xmlns:a="http://schemas.openxmlformats.org/drawingml/2006/main">
            <a:off x="5540478" y="5657850"/>
            <a:ext cx="581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صفحة</a:t>
            </a:r>
          </a:p>
        </p:txBody>
      </p:sp>
      <p:sp>
        <p:nvSpPr>
          <p:cNvPr id="64" name="text-437">
            <a:extLst xmlns:a="http://schemas.openxmlformats.org/drawingml/2006/main">
              <a:ext uri="{FF2B5EF4-FFF2-40B4-BE49-F238E27FC236}">
                <a16:creationId xmlns:a16="http://schemas.microsoft.com/office/drawing/2014/main" id="{E5987780-7985-47E4-8B0D-8AB2E99AB7EE}"/>
              </a:ext>
            </a:extLst>
          </p:cNvPr>
          <p:cNvSpPr>
            <a:spLocks xmlns:a="http://schemas.openxmlformats.org/drawingml/2006/main" noGrp="1"/>
          </p:cNvSpPr>
          <p:nvPr/>
        </p:nvSpPr>
        <p:spPr>
          <a:xfrm xmlns:a="http://schemas.openxmlformats.org/drawingml/2006/main">
            <a:off x="4879417" y="5657850"/>
            <a:ext cx="6145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الابتكار</a:t>
            </a:r>
          </a:p>
        </p:txBody>
      </p:sp>
    </p:spTree>
    <p:extLst>
      <p:ext uri="{BB962C8B-B14F-4D97-AF65-F5344CB8AC3E}">
        <p14:creationId xmlns:p14="http://schemas.microsoft.com/office/powerpoint/2010/main" val="222429939"/>
      </p:ext>
    </p:extLst>
  </p:cSld>
</p:sld>
</file>

<file path=ppt/slides/slide1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32" name="text-438">
            <a:extLst xmlns:a="http://schemas.openxmlformats.org/drawingml/2006/main">
              <a:ext uri="{FF2B5EF4-FFF2-40B4-BE49-F238E27FC236}">
                <a16:creationId xmlns:a16="http://schemas.microsoft.com/office/drawing/2014/main" id="{04DA5A5C-AAC8-46CF-8F22-B9834F21EA0D}"/>
              </a:ext>
            </a:extLst>
          </p:cNvPr>
          <p:cNvSpPr>
            <a:spLocks xmlns:a="http://schemas.openxmlformats.org/drawingml/2006/main" noGrp="1"/>
          </p:cNvSpPr>
          <p:nvPr/>
        </p:nvSpPr>
        <p:spPr>
          <a:xfrm xmlns:a="http://schemas.openxmlformats.org/drawingml/2006/main">
            <a:off x="9899904" y="457200"/>
            <a:ext cx="16824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الفرائض</a:t>
            </a:r>
          </a:p>
        </p:txBody>
      </p:sp>
      <p:sp>
        <p:nvSpPr>
          <p:cNvPr id="2" name="text-439">
            <a:extLst xmlns:a="http://schemas.openxmlformats.org/drawingml/2006/main">
              <a:ext uri="{FF2B5EF4-FFF2-40B4-BE49-F238E27FC236}">
                <a16:creationId xmlns:a16="http://schemas.microsoft.com/office/drawing/2014/main" id="{5154EC5A-2343-414A-BB4B-C8EBC44F9D93}"/>
              </a:ext>
            </a:extLst>
          </p:cNvPr>
          <p:cNvSpPr>
            <a:spLocks xmlns:a="http://schemas.openxmlformats.org/drawingml/2006/main" noGrp="1"/>
          </p:cNvSpPr>
          <p:nvPr/>
        </p:nvSpPr>
        <p:spPr>
          <a:xfrm xmlns:a="http://schemas.openxmlformats.org/drawingml/2006/main">
            <a:off x="8616300" y="457200"/>
            <a:ext cx="11826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أنصبة</a:t>
            </a:r>
          </a:p>
        </p:txBody>
      </p:sp>
      <p:sp>
        <p:nvSpPr>
          <p:cNvPr id="3" name="text-440">
            <a:extLst xmlns:a="http://schemas.openxmlformats.org/drawingml/2006/main">
              <a:ext uri="{FF2B5EF4-FFF2-40B4-BE49-F238E27FC236}">
                <a16:creationId xmlns:a16="http://schemas.microsoft.com/office/drawing/2014/main" id="{BF28B858-3A93-4211-B7F2-5F54DDE144DE}"/>
              </a:ext>
            </a:extLst>
          </p:cNvPr>
          <p:cNvSpPr>
            <a:spLocks xmlns:a="http://schemas.openxmlformats.org/drawingml/2006/main" noGrp="1"/>
          </p:cNvSpPr>
          <p:nvPr/>
        </p:nvSpPr>
        <p:spPr>
          <a:xfrm xmlns:a="http://schemas.openxmlformats.org/drawingml/2006/main">
            <a:off x="7254933" y="457200"/>
            <a:ext cx="12604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ومبالغ</a:t>
            </a:r>
          </a:p>
        </p:txBody>
      </p:sp>
      <p:sp>
        <p:nvSpPr>
          <p:cNvPr id="4" name="text-441">
            <a:extLst xmlns:a="http://schemas.openxmlformats.org/drawingml/2006/main">
              <a:ext uri="{FF2B5EF4-FFF2-40B4-BE49-F238E27FC236}">
                <a16:creationId xmlns:a16="http://schemas.microsoft.com/office/drawing/2014/main" id="{C19D5984-5FBD-407C-A093-C29D7FDAA32D}"/>
              </a:ext>
            </a:extLst>
          </p:cNvPr>
          <p:cNvSpPr>
            <a:spLocks xmlns:a="http://schemas.openxmlformats.org/drawingml/2006/main" noGrp="1"/>
          </p:cNvSpPr>
          <p:nvPr/>
        </p:nvSpPr>
        <p:spPr>
          <a:xfrm xmlns:a="http://schemas.openxmlformats.org/drawingml/2006/main">
            <a:off x="6574109" y="457200"/>
            <a:ext cx="5798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a:t>
            </a:r>
          </a:p>
        </p:txBody>
      </p:sp>
      <p:sp>
        <p:nvSpPr>
          <p:cNvPr id="5" name="text-442">
            <a:extLst xmlns:a="http://schemas.openxmlformats.org/drawingml/2006/main">
              <a:ext uri="{FF2B5EF4-FFF2-40B4-BE49-F238E27FC236}">
                <a16:creationId xmlns:a16="http://schemas.microsoft.com/office/drawing/2014/main" id="{08E1256B-AA19-43C8-BA12-F618ED0FC058}"/>
              </a:ext>
            </a:extLst>
          </p:cNvPr>
          <p:cNvSpPr>
            <a:spLocks xmlns:a="http://schemas.openxmlformats.org/drawingml/2006/main" noGrp="1"/>
          </p:cNvSpPr>
          <p:nvPr/>
        </p:nvSpPr>
        <p:spPr>
          <a:xfrm xmlns:a="http://schemas.openxmlformats.org/drawingml/2006/main">
            <a:off x="5544891" y="457200"/>
            <a:ext cx="9282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دليل</a:t>
            </a:r>
          </a:p>
        </p:txBody>
      </p:sp>
      <p:sp>
        <p:nvSpPr>
          <p:cNvPr id="6" name="shape-443">
            <a:extLst xmlns:a="http://schemas.openxmlformats.org/drawingml/2006/main">
              <a:ext uri="{FF2B5EF4-FFF2-40B4-BE49-F238E27FC236}">
                <a16:creationId xmlns:a16="http://schemas.microsoft.com/office/drawing/2014/main" id="{35D5BF98-2B4B-4DDA-8188-C4C821E6783F}"/>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44">
            <a:extLst xmlns:a="http://schemas.openxmlformats.org/drawingml/2006/main">
              <a:ext uri="{FF2B5EF4-FFF2-40B4-BE49-F238E27FC236}">
                <a16:creationId xmlns:a16="http://schemas.microsoft.com/office/drawing/2014/main" id="{DC38503A-9C67-4D9C-805D-0B49C739069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45">
            <a:extLst xmlns:a="http://schemas.openxmlformats.org/drawingml/2006/main">
              <a:ext uri="{FF2B5EF4-FFF2-40B4-BE49-F238E27FC236}">
                <a16:creationId xmlns:a16="http://schemas.microsoft.com/office/drawing/2014/main" id="{DAFC541D-E761-4B1C-A561-84008E29AB06}"/>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46">
            <a:extLst xmlns:a="http://schemas.openxmlformats.org/drawingml/2006/main">
              <a:ext uri="{FF2B5EF4-FFF2-40B4-BE49-F238E27FC236}">
                <a16:creationId xmlns:a16="http://schemas.microsoft.com/office/drawing/2014/main" id="{B089E0C6-9E19-4FDC-8C47-EE6D709BD84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47">
            <a:extLst xmlns:a="http://schemas.openxmlformats.org/drawingml/2006/main">
              <a:ext uri="{FF2B5EF4-FFF2-40B4-BE49-F238E27FC236}">
                <a16:creationId xmlns:a16="http://schemas.microsoft.com/office/drawing/2014/main" id="{1275507E-2D93-4F5D-8277-C8CE361CFC3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48">
            <a:extLst xmlns:a="http://schemas.openxmlformats.org/drawingml/2006/main">
              <a:ext uri="{FF2B5EF4-FFF2-40B4-BE49-F238E27FC236}">
                <a16:creationId xmlns:a16="http://schemas.microsoft.com/office/drawing/2014/main" id="{CBD240A6-A8C4-4383-A5BD-857CF48A6C0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49">
            <a:extLst xmlns:a="http://schemas.openxmlformats.org/drawingml/2006/main">
              <a:ext uri="{FF2B5EF4-FFF2-40B4-BE49-F238E27FC236}">
                <a16:creationId xmlns:a16="http://schemas.microsoft.com/office/drawing/2014/main" id="{80037029-B134-4660-A1B8-AEE2E4D63BE0}"/>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50">
            <a:extLst xmlns:a="http://schemas.openxmlformats.org/drawingml/2006/main">
              <a:ext uri="{FF2B5EF4-FFF2-40B4-BE49-F238E27FC236}">
                <a16:creationId xmlns:a16="http://schemas.microsoft.com/office/drawing/2014/main" id="{15045B41-122E-42BF-BE55-A95A0CC1788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11</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5e5a7e0ab29c41b4"/>
          <a:stretch xmlns:a="http://schemas.openxmlformats.org/drawingml/2006/main"/>
        </p:blipFill>
        <p:spPr>
          <a:xfrm xmlns:a="http://schemas.openxmlformats.org/drawingml/2006/main">
            <a:off x="1997612" y="1314450"/>
            <a:ext cx="8196775" cy="4162425"/>
          </a:xfrm>
          <a:prstGeom xmlns:a="http://schemas.openxmlformats.org/drawingml/2006/main" prst="rect">
            <a:avLst/>
          </a:prstGeom>
        </p:spPr>
      </p:pic>
      <p:sp>
        <p:nvSpPr>
          <p:cNvPr id="15" name="text-451">
            <a:extLst xmlns:a="http://schemas.openxmlformats.org/drawingml/2006/main">
              <a:ext uri="{FF2B5EF4-FFF2-40B4-BE49-F238E27FC236}">
                <a16:creationId xmlns:a16="http://schemas.microsoft.com/office/drawing/2014/main" id="{347149F2-D1D5-4CD3-8BD7-533E9FF4C1E9}"/>
              </a:ext>
            </a:extLst>
          </p:cNvPr>
          <p:cNvSpPr>
            <a:spLocks xmlns:a="http://schemas.openxmlformats.org/drawingml/2006/main" noGrp="1"/>
          </p:cNvSpPr>
          <p:nvPr/>
        </p:nvSpPr>
        <p:spPr>
          <a:xfrm xmlns:a="http://schemas.openxmlformats.org/drawingml/2006/main">
            <a:off x="11132347" y="5448300"/>
            <a:ext cx="4500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ومن</a:t>
            </a:r>
          </a:p>
        </p:txBody>
      </p:sp>
      <p:sp>
        <p:nvSpPr>
          <p:cNvPr id="16" name="text-452">
            <a:extLst xmlns:a="http://schemas.openxmlformats.org/drawingml/2006/main">
              <a:ext uri="{FF2B5EF4-FFF2-40B4-BE49-F238E27FC236}">
                <a16:creationId xmlns:a16="http://schemas.microsoft.com/office/drawing/2014/main" id="{0EEC0804-CF0A-429B-8555-FAF5E2C1E07F}"/>
              </a:ext>
            </a:extLst>
          </p:cNvPr>
          <p:cNvSpPr>
            <a:spLocks xmlns:a="http://schemas.openxmlformats.org/drawingml/2006/main" noGrp="1"/>
          </p:cNvSpPr>
          <p:nvPr/>
        </p:nvSpPr>
        <p:spPr>
          <a:xfrm xmlns:a="http://schemas.openxmlformats.org/drawingml/2006/main">
            <a:off x="10505594" y="5448300"/>
            <a:ext cx="5714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أدوات</a:t>
            </a:r>
          </a:p>
        </p:txBody>
      </p:sp>
      <p:sp>
        <p:nvSpPr>
          <p:cNvPr id="17" name="text-453">
            <a:extLst xmlns:a="http://schemas.openxmlformats.org/drawingml/2006/main">
              <a:ext uri="{FF2B5EF4-FFF2-40B4-BE49-F238E27FC236}">
                <a16:creationId xmlns:a16="http://schemas.microsoft.com/office/drawing/2014/main" id="{E95F8372-C0C9-421D-B9B6-51DED19AC171}"/>
              </a:ext>
            </a:extLst>
          </p:cNvPr>
          <p:cNvSpPr>
            <a:spLocks xmlns:a="http://schemas.openxmlformats.org/drawingml/2006/main" noGrp="1"/>
          </p:cNvSpPr>
          <p:nvPr/>
        </p:nvSpPr>
        <p:spPr>
          <a:xfrm xmlns:a="http://schemas.openxmlformats.org/drawingml/2006/main">
            <a:off x="10027867" y="5448300"/>
            <a:ext cx="4223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برق</a:t>
            </a:r>
          </a:p>
        </p:txBody>
      </p:sp>
      <p:sp>
        <p:nvSpPr>
          <p:cNvPr id="18" name="text-454">
            <a:extLst xmlns:a="http://schemas.openxmlformats.org/drawingml/2006/main">
              <a:ext uri="{FF2B5EF4-FFF2-40B4-BE49-F238E27FC236}">
                <a16:creationId xmlns:a16="http://schemas.microsoft.com/office/drawing/2014/main" id="{97FCF782-63B0-4080-8051-C040B93B26A9}"/>
              </a:ext>
            </a:extLst>
          </p:cNvPr>
          <p:cNvSpPr>
            <a:spLocks xmlns:a="http://schemas.openxmlformats.org/drawingml/2006/main" noGrp="1"/>
          </p:cNvSpPr>
          <p:nvPr/>
        </p:nvSpPr>
        <p:spPr>
          <a:xfrm xmlns:a="http://schemas.openxmlformats.org/drawingml/2006/main">
            <a:off x="8832189" y="5448300"/>
            <a:ext cx="11403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الاشتقاقات</a:t>
            </a:r>
          </a:p>
        </p:txBody>
      </p:sp>
      <p:sp>
        <p:nvSpPr>
          <p:cNvPr id="19" name="text-455">
            <a:extLst xmlns:a="http://schemas.openxmlformats.org/drawingml/2006/main">
              <a:ext uri="{FF2B5EF4-FFF2-40B4-BE49-F238E27FC236}">
                <a16:creationId xmlns:a16="http://schemas.microsoft.com/office/drawing/2014/main" id="{357F53BE-5541-44D2-8AAB-F0040E937587}"/>
              </a:ext>
            </a:extLst>
          </p:cNvPr>
          <p:cNvSpPr>
            <a:spLocks xmlns:a="http://schemas.openxmlformats.org/drawingml/2006/main" noGrp="1"/>
          </p:cNvSpPr>
          <p:nvPr/>
        </p:nvSpPr>
        <p:spPr>
          <a:xfrm xmlns:a="http://schemas.openxmlformats.org/drawingml/2006/main">
            <a:off x="7850091" y="5448300"/>
            <a:ext cx="9267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والتفسير</a:t>
            </a:r>
          </a:p>
        </p:txBody>
      </p:sp>
      <p:sp>
        <p:nvSpPr>
          <p:cNvPr id="20" name="text-456">
            <a:extLst xmlns:a="http://schemas.openxmlformats.org/drawingml/2006/main">
              <a:ext uri="{FF2B5EF4-FFF2-40B4-BE49-F238E27FC236}">
                <a16:creationId xmlns:a16="http://schemas.microsoft.com/office/drawing/2014/main" id="{2CF16166-1B37-4C32-BD59-C5FFAE58EF89}"/>
              </a:ext>
            </a:extLst>
          </p:cNvPr>
          <p:cNvSpPr>
            <a:spLocks xmlns:a="http://schemas.openxmlformats.org/drawingml/2006/main" noGrp="1"/>
          </p:cNvSpPr>
          <p:nvPr/>
        </p:nvSpPr>
        <p:spPr>
          <a:xfrm xmlns:a="http://schemas.openxmlformats.org/drawingml/2006/main">
            <a:off x="6927151" y="5448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والحديث</a:t>
            </a:r>
          </a:p>
        </p:txBody>
      </p:sp>
      <p:sp>
        <p:nvSpPr>
          <p:cNvPr id="21" name="text-457">
            <a:extLst xmlns:a="http://schemas.openxmlformats.org/drawingml/2006/main">
              <a:ext uri="{FF2B5EF4-FFF2-40B4-BE49-F238E27FC236}">
                <a16:creationId xmlns:a16="http://schemas.microsoft.com/office/drawing/2014/main" id="{FB7F6482-5B98-4913-B967-DC5809067A09}"/>
              </a:ext>
            </a:extLst>
          </p:cNvPr>
          <p:cNvSpPr>
            <a:spLocks xmlns:a="http://schemas.openxmlformats.org/drawingml/2006/main" noGrp="1"/>
          </p:cNvSpPr>
          <p:nvPr/>
        </p:nvSpPr>
        <p:spPr>
          <a:xfrm xmlns:a="http://schemas.openxmlformats.org/drawingml/2006/main">
            <a:off x="11139508" y="5857875"/>
            <a:ext cx="44289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لقطة</a:t>
            </a:r>
          </a:p>
        </p:txBody>
      </p:sp>
      <p:sp>
        <p:nvSpPr>
          <p:cNvPr id="22" name="text-458">
            <a:extLst xmlns:a="http://schemas.openxmlformats.org/drawingml/2006/main">
              <a:ext uri="{FF2B5EF4-FFF2-40B4-BE49-F238E27FC236}">
                <a16:creationId xmlns:a16="http://schemas.microsoft.com/office/drawing/2014/main" id="{1C02EC6C-D5E6-45A5-B4D1-5ED09796CDD5}"/>
              </a:ext>
            </a:extLst>
          </p:cNvPr>
          <p:cNvSpPr>
            <a:spLocks xmlns:a="http://schemas.openxmlformats.org/drawingml/2006/main" noGrp="1"/>
          </p:cNvSpPr>
          <p:nvPr/>
        </p:nvSpPr>
        <p:spPr>
          <a:xfrm xmlns:a="http://schemas.openxmlformats.org/drawingml/2006/main">
            <a:off x="10750025" y="5857875"/>
            <a:ext cx="34900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حية</a:t>
            </a:r>
          </a:p>
        </p:txBody>
      </p:sp>
      <p:sp>
        <p:nvSpPr>
          <p:cNvPr id="23" name="text-459">
            <a:extLst xmlns:a="http://schemas.openxmlformats.org/drawingml/2006/main">
              <a:ext uri="{FF2B5EF4-FFF2-40B4-BE49-F238E27FC236}">
                <a16:creationId xmlns:a16="http://schemas.microsoft.com/office/drawing/2014/main" id="{38BCECA3-692C-4EE7-BE51-6743C45187A1}"/>
              </a:ext>
            </a:extLst>
          </p:cNvPr>
          <p:cNvSpPr>
            <a:spLocks xmlns:a="http://schemas.openxmlformats.org/drawingml/2006/main" noGrp="1"/>
          </p:cNvSpPr>
          <p:nvPr/>
        </p:nvSpPr>
        <p:spPr>
          <a:xfrm xmlns:a="http://schemas.openxmlformats.org/drawingml/2006/main">
            <a:off x="10423722" y="5857875"/>
            <a:ext cx="28582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من</a:t>
            </a:r>
          </a:p>
        </p:txBody>
      </p:sp>
      <p:sp>
        <p:nvSpPr>
          <p:cNvPr id="24" name="text-460">
            <a:extLst xmlns:a="http://schemas.openxmlformats.org/drawingml/2006/main">
              <a:ext uri="{FF2B5EF4-FFF2-40B4-BE49-F238E27FC236}">
                <a16:creationId xmlns:a16="http://schemas.microsoft.com/office/drawing/2014/main" id="{AC61A853-7C90-4230-AAB7-B1B85EB196A9}"/>
              </a:ext>
            </a:extLst>
          </p:cNvPr>
          <p:cNvSpPr>
            <a:spLocks xmlns:a="http://schemas.openxmlformats.org/drawingml/2006/main" noGrp="1"/>
          </p:cNvSpPr>
          <p:nvPr/>
        </p:nvSpPr>
        <p:spPr>
          <a:xfrm xmlns:a="http://schemas.openxmlformats.org/drawingml/2006/main">
            <a:off x="9667218" y="5857875"/>
            <a:ext cx="71602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المجلس</a:t>
            </a:r>
          </a:p>
        </p:txBody>
      </p:sp>
      <p:sp>
        <p:nvSpPr>
          <p:cNvPr id="25" name="text-461">
            <a:extLst xmlns:a="http://schemas.openxmlformats.org/drawingml/2006/main">
              <a:ext uri="{FF2B5EF4-FFF2-40B4-BE49-F238E27FC236}">
                <a16:creationId xmlns:a16="http://schemas.microsoft.com/office/drawing/2014/main" id="{0150DFE3-C205-44FD-B567-0C5AE265F805}"/>
              </a:ext>
            </a:extLst>
          </p:cNvPr>
          <p:cNvSpPr>
            <a:spLocks xmlns:a="http://schemas.openxmlformats.org/drawingml/2006/main" noGrp="1"/>
          </p:cNvSpPr>
          <p:nvPr/>
        </p:nvSpPr>
        <p:spPr>
          <a:xfrm xmlns:a="http://schemas.openxmlformats.org/drawingml/2006/main">
            <a:off x="9476402" y="5857875"/>
            <a:ext cx="15033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٦</a:t>
            </a:r>
          </a:p>
        </p:txBody>
      </p:sp>
      <p:sp>
        <p:nvSpPr>
          <p:cNvPr id="26" name="text-462">
            <a:extLst xmlns:a="http://schemas.openxmlformats.org/drawingml/2006/main">
              <a:ext uri="{FF2B5EF4-FFF2-40B4-BE49-F238E27FC236}">
                <a16:creationId xmlns:a16="http://schemas.microsoft.com/office/drawing/2014/main" id="{E2523DDB-20EC-4088-A223-6CDA589A5C40}"/>
              </a:ext>
            </a:extLst>
          </p:cNvPr>
          <p:cNvSpPr>
            <a:spLocks xmlns:a="http://schemas.openxmlformats.org/drawingml/2006/main" noGrp="1"/>
          </p:cNvSpPr>
          <p:nvPr/>
        </p:nvSpPr>
        <p:spPr>
          <a:xfrm xmlns:a="http://schemas.openxmlformats.org/drawingml/2006/main">
            <a:off x="8963597" y="5857875"/>
            <a:ext cx="472324"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أكتوبر</a:t>
            </a:r>
          </a:p>
        </p:txBody>
      </p:sp>
      <p:sp>
        <p:nvSpPr>
          <p:cNvPr id="27" name="text-463">
            <a:extLst xmlns:a="http://schemas.openxmlformats.org/drawingml/2006/main">
              <a:ext uri="{FF2B5EF4-FFF2-40B4-BE49-F238E27FC236}">
                <a16:creationId xmlns:a16="http://schemas.microsoft.com/office/drawing/2014/main" id="{99019BFE-EA72-4987-AB0C-626E3E614E1E}"/>
              </a:ext>
            </a:extLst>
          </p:cNvPr>
          <p:cNvSpPr>
            <a:spLocks xmlns:a="http://schemas.openxmlformats.org/drawingml/2006/main" noGrp="1"/>
          </p:cNvSpPr>
          <p:nvPr/>
        </p:nvSpPr>
        <p:spPr>
          <a:xfrm xmlns:a="http://schemas.openxmlformats.org/drawingml/2006/main">
            <a:off x="8815653" y="5857875"/>
            <a:ext cx="10746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a:t>
            </a:r>
          </a:p>
        </p:txBody>
      </p:sp>
      <p:sp>
        <p:nvSpPr>
          <p:cNvPr id="28" name="text-464">
            <a:extLst xmlns:a="http://schemas.openxmlformats.org/drawingml/2006/main">
              <a:ext uri="{FF2B5EF4-FFF2-40B4-BE49-F238E27FC236}">
                <a16:creationId xmlns:a16="http://schemas.microsoft.com/office/drawing/2014/main" id="{3C93987D-CA55-4C5A-9753-524515AF9A35}"/>
              </a:ext>
            </a:extLst>
          </p:cNvPr>
          <p:cNvSpPr>
            <a:spLocks xmlns:a="http://schemas.openxmlformats.org/drawingml/2006/main" noGrp="1"/>
          </p:cNvSpPr>
          <p:nvPr/>
        </p:nvSpPr>
        <p:spPr>
          <a:xfrm xmlns:a="http://schemas.openxmlformats.org/drawingml/2006/main">
            <a:off x="8203073" y="5857875"/>
            <a:ext cx="572099"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مسألة</a:t>
            </a:r>
          </a:p>
        </p:txBody>
      </p:sp>
      <p:sp>
        <p:nvSpPr>
          <p:cNvPr id="29" name="text-465">
            <a:extLst xmlns:a="http://schemas.openxmlformats.org/drawingml/2006/main">
              <a:ext uri="{FF2B5EF4-FFF2-40B4-BE49-F238E27FC236}">
                <a16:creationId xmlns:a16="http://schemas.microsoft.com/office/drawing/2014/main" id="{F896FF45-C230-46B2-AC88-56A3346EBB62}"/>
              </a:ext>
            </a:extLst>
          </p:cNvPr>
          <p:cNvSpPr>
            <a:spLocks xmlns:a="http://schemas.openxmlformats.org/drawingml/2006/main" noGrp="1"/>
          </p:cNvSpPr>
          <p:nvPr/>
        </p:nvSpPr>
        <p:spPr>
          <a:xfrm xmlns:a="http://schemas.openxmlformats.org/drawingml/2006/main">
            <a:off x="7536435" y="5857875"/>
            <a:ext cx="626156"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تعليمية</a:t>
            </a:r>
          </a:p>
        </p:txBody>
      </p:sp>
      <p:sp>
        <p:nvSpPr>
          <p:cNvPr id="30" name="text-466">
            <a:extLst xmlns:a="http://schemas.openxmlformats.org/drawingml/2006/main">
              <a:ext uri="{FF2B5EF4-FFF2-40B4-BE49-F238E27FC236}">
                <a16:creationId xmlns:a16="http://schemas.microsoft.com/office/drawing/2014/main" id="{4E371F9D-4EF5-40CB-B9AD-EB6B80977108}"/>
              </a:ext>
            </a:extLst>
          </p:cNvPr>
          <p:cNvSpPr>
            <a:spLocks xmlns:a="http://schemas.openxmlformats.org/drawingml/2006/main" noGrp="1"/>
          </p:cNvSpPr>
          <p:nvPr/>
        </p:nvSpPr>
        <p:spPr>
          <a:xfrm xmlns:a="http://schemas.openxmlformats.org/drawingml/2006/main">
            <a:off x="6883827" y="5857875"/>
            <a:ext cx="612127"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مكتملة</a:t>
            </a:r>
          </a:p>
        </p:txBody>
      </p:sp>
      <p:sp>
        <p:nvSpPr>
          <p:cNvPr id="31" name="text-467">
            <a:extLst xmlns:a="http://schemas.openxmlformats.org/drawingml/2006/main">
              <a:ext uri="{FF2B5EF4-FFF2-40B4-BE49-F238E27FC236}">
                <a16:creationId xmlns:a16="http://schemas.microsoft.com/office/drawing/2014/main" id="{0D806055-AE88-40C1-A815-2B76600BFAC3}"/>
              </a:ext>
            </a:extLst>
          </p:cNvPr>
          <p:cNvSpPr>
            <a:spLocks xmlns:a="http://schemas.openxmlformats.org/drawingml/2006/main" noGrp="1"/>
          </p:cNvSpPr>
          <p:nvPr/>
        </p:nvSpPr>
        <p:spPr>
          <a:xfrm xmlns:a="http://schemas.openxmlformats.org/drawingml/2006/main">
            <a:off x="6065515" y="5857875"/>
            <a:ext cx="77783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المعطيات</a:t>
            </a:r>
          </a:p>
        </p:txBody>
      </p:sp>
    </p:spTree>
    <p:extLst>
      <p:ext uri="{BB962C8B-B14F-4D97-AF65-F5344CB8AC3E}">
        <p14:creationId xmlns:p14="http://schemas.microsoft.com/office/powerpoint/2010/main" val="538807859"/>
      </p:ext>
    </p:extLst>
  </p:cSld>
</p:sld>
</file>

<file path=ppt/slides/slide1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58" name="text-468">
            <a:extLst xmlns:a="http://schemas.openxmlformats.org/drawingml/2006/main">
              <a:ext uri="{FF2B5EF4-FFF2-40B4-BE49-F238E27FC236}">
                <a16:creationId xmlns:a16="http://schemas.microsoft.com/office/drawing/2014/main" id="{B775A80C-C3CC-4D32-AF2B-B7A575DAF9C8}"/>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التخصيص</a:t>
            </a:r>
          </a:p>
        </p:txBody>
      </p:sp>
      <p:sp>
        <p:nvSpPr>
          <p:cNvPr id="2" name="text-469">
            <a:extLst xmlns:a="http://schemas.openxmlformats.org/drawingml/2006/main">
              <a:ext uri="{FF2B5EF4-FFF2-40B4-BE49-F238E27FC236}">
                <a16:creationId xmlns:a16="http://schemas.microsoft.com/office/drawing/2014/main" id="{D2632BED-095A-449C-806E-22A2417AC7DD}"/>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المعرفي</a:t>
            </a:r>
          </a:p>
        </p:txBody>
      </p:sp>
      <p:sp>
        <p:nvSpPr>
          <p:cNvPr id="3" name="text-470">
            <a:extLst xmlns:a="http://schemas.openxmlformats.org/drawingml/2006/main">
              <a:ext uri="{FF2B5EF4-FFF2-40B4-BE49-F238E27FC236}">
                <a16:creationId xmlns:a16="http://schemas.microsoft.com/office/drawing/2014/main" id="{1D1EF49B-0188-4E60-BFFD-6E0FFA42541D}"/>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بأدلة</a:t>
            </a:r>
          </a:p>
        </p:txBody>
      </p:sp>
      <p:sp>
        <p:nvSpPr>
          <p:cNvPr id="4" name="text-471">
            <a:extLst xmlns:a="http://schemas.openxmlformats.org/drawingml/2006/main">
              <a:ext uri="{FF2B5EF4-FFF2-40B4-BE49-F238E27FC236}">
                <a16:creationId xmlns:a16="http://schemas.microsoft.com/office/drawing/2014/main" id="{E8E5E993-C7FE-4D23-915E-CCB5EDF75A47}"/>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قابلة</a:t>
            </a:r>
          </a:p>
        </p:txBody>
      </p:sp>
      <p:sp>
        <p:nvSpPr>
          <p:cNvPr id="5" name="text-472">
            <a:extLst xmlns:a="http://schemas.openxmlformats.org/drawingml/2006/main">
              <a:ext uri="{FF2B5EF4-FFF2-40B4-BE49-F238E27FC236}">
                <a16:creationId xmlns:a16="http://schemas.microsoft.com/office/drawing/2014/main" id="{E578E50F-AC90-4999-B32B-DD7556D4F229}"/>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للفحص</a:t>
            </a:r>
          </a:p>
        </p:txBody>
      </p:sp>
      <p:sp>
        <p:nvSpPr>
          <p:cNvPr id="6" name="shape-473">
            <a:extLst xmlns:a="http://schemas.openxmlformats.org/drawingml/2006/main">
              <a:ext uri="{FF2B5EF4-FFF2-40B4-BE49-F238E27FC236}">
                <a16:creationId xmlns:a16="http://schemas.microsoft.com/office/drawing/2014/main" id="{57FF9F0E-0EEB-40DF-AA59-E3463B196B3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74">
            <a:extLst xmlns:a="http://schemas.openxmlformats.org/drawingml/2006/main">
              <a:ext uri="{FF2B5EF4-FFF2-40B4-BE49-F238E27FC236}">
                <a16:creationId xmlns:a16="http://schemas.microsoft.com/office/drawing/2014/main" id="{C93C20C9-AF46-4670-873C-DBA9261EDBC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75">
            <a:extLst xmlns:a="http://schemas.openxmlformats.org/drawingml/2006/main">
              <a:ext uri="{FF2B5EF4-FFF2-40B4-BE49-F238E27FC236}">
                <a16:creationId xmlns:a16="http://schemas.microsoft.com/office/drawing/2014/main" id="{DCB3B875-FC6B-49CA-B160-D8CE2707D34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76">
            <a:extLst xmlns:a="http://schemas.openxmlformats.org/drawingml/2006/main">
              <a:ext uri="{FF2B5EF4-FFF2-40B4-BE49-F238E27FC236}">
                <a16:creationId xmlns:a16="http://schemas.microsoft.com/office/drawing/2014/main" id="{2D083F69-6E15-4E1B-91E0-3C86E51DAB6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77">
            <a:extLst xmlns:a="http://schemas.openxmlformats.org/drawingml/2006/main">
              <a:ext uri="{FF2B5EF4-FFF2-40B4-BE49-F238E27FC236}">
                <a16:creationId xmlns:a16="http://schemas.microsoft.com/office/drawing/2014/main" id="{5EE0C2AC-B235-4AF4-B52B-75527207967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78">
            <a:extLst xmlns:a="http://schemas.openxmlformats.org/drawingml/2006/main">
              <a:ext uri="{FF2B5EF4-FFF2-40B4-BE49-F238E27FC236}">
                <a16:creationId xmlns:a16="http://schemas.microsoft.com/office/drawing/2014/main" id="{AA207659-9A53-41A6-B8C4-2B030D664D8D}"/>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79">
            <a:extLst xmlns:a="http://schemas.openxmlformats.org/drawingml/2006/main">
              <a:ext uri="{FF2B5EF4-FFF2-40B4-BE49-F238E27FC236}">
                <a16:creationId xmlns:a16="http://schemas.microsoft.com/office/drawing/2014/main" id="{625FCC16-6447-4892-A6D8-C3148DA206F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80">
            <a:extLst xmlns:a="http://schemas.openxmlformats.org/drawingml/2006/main">
              <a:ext uri="{FF2B5EF4-FFF2-40B4-BE49-F238E27FC236}">
                <a16:creationId xmlns:a16="http://schemas.microsoft.com/office/drawing/2014/main" id="{54D19A55-B4D5-4E39-A9D4-B85D89DEA9F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12</a:t>
            </a:r>
          </a:p>
        </p:txBody>
      </p:sp>
      <p:sp>
        <p:nvSpPr>
          <p:cNvPr id="14" name="text-481">
            <a:extLst xmlns:a="http://schemas.openxmlformats.org/drawingml/2006/main">
              <a:ext uri="{FF2B5EF4-FFF2-40B4-BE49-F238E27FC236}">
                <a16:creationId xmlns:a16="http://schemas.microsoft.com/office/drawing/2014/main" id="{17860993-91F9-4769-A4B0-E15DF3A6C822}"/>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٢٠٬٦٢٢</a:t>
            </a:r>
          </a:p>
        </p:txBody>
      </p:sp>
      <p:sp>
        <p:nvSpPr>
          <p:cNvPr id="15" name="text-482">
            <a:extLst xmlns:a="http://schemas.openxmlformats.org/drawingml/2006/main">
              <a:ext uri="{FF2B5EF4-FFF2-40B4-BE49-F238E27FC236}">
                <a16:creationId xmlns:a16="http://schemas.microsoft.com/office/drawing/2014/main" id="{B0591932-8148-424F-B352-09A3EA97B27E}"/>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وحدة</a:t>
            </a:r>
          </a:p>
        </p:txBody>
      </p:sp>
      <p:sp>
        <p:nvSpPr>
          <p:cNvPr id="16" name="text-483">
            <a:extLst xmlns:a="http://schemas.openxmlformats.org/drawingml/2006/main">
              <a:ext uri="{FF2B5EF4-FFF2-40B4-BE49-F238E27FC236}">
                <a16:creationId xmlns:a16="http://schemas.microsoft.com/office/drawing/2014/main" id="{4947A582-094D-43C0-A57B-F60132B0D8DB}"/>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في</a:t>
            </a:r>
          </a:p>
        </p:txBody>
      </p:sp>
      <p:sp>
        <p:nvSpPr>
          <p:cNvPr id="17" name="text-484">
            <a:extLst xmlns:a="http://schemas.openxmlformats.org/drawingml/2006/main">
              <a:ext uri="{FF2B5EF4-FFF2-40B4-BE49-F238E27FC236}">
                <a16:creationId xmlns:a16="http://schemas.microsoft.com/office/drawing/2014/main" id="{C5450FC1-9E4F-4107-980A-458452BD52CF}"/>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إيصال</a:t>
            </a:r>
          </a:p>
        </p:txBody>
      </p:sp>
      <p:sp>
        <p:nvSpPr>
          <p:cNvPr id="18" name="text-485">
            <a:extLst xmlns:a="http://schemas.openxmlformats.org/drawingml/2006/main">
              <a:ext uri="{FF2B5EF4-FFF2-40B4-BE49-F238E27FC236}">
                <a16:creationId xmlns:a16="http://schemas.microsoft.com/office/drawing/2014/main" id="{3E7C5744-E6FB-425F-A4D5-F9E173E76B78}"/>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تضمين</a:t>
            </a:r>
          </a:p>
        </p:txBody>
      </p:sp>
      <p:sp>
        <p:nvSpPr>
          <p:cNvPr id="19" name="text-486">
            <a:extLst xmlns:a="http://schemas.openxmlformats.org/drawingml/2006/main">
              <a:ext uri="{FF2B5EF4-FFF2-40B4-BE49-F238E27FC236}">
                <a16:creationId xmlns:a16="http://schemas.microsoft.com/office/drawing/2014/main" id="{B6B6A322-3ECD-4FF1-A809-1447C78432D1}"/>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تاريخي</a:t>
            </a:r>
          </a:p>
        </p:txBody>
      </p:sp>
      <p:sp>
        <p:nvSpPr>
          <p:cNvPr id="20" name="text-487">
            <a:extLst xmlns:a="http://schemas.openxmlformats.org/drawingml/2006/main">
              <a:ext uri="{FF2B5EF4-FFF2-40B4-BE49-F238E27FC236}">
                <a16:creationId xmlns:a16="http://schemas.microsoft.com/office/drawing/2014/main" id="{CF9079B2-E400-4F23-B9E4-91B65BCA5D18}"/>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فهرس</a:t>
            </a:r>
          </a:p>
        </p:txBody>
      </p:sp>
      <p:sp>
        <p:nvSpPr>
          <p:cNvPr id="21" name="text-488">
            <a:extLst xmlns:a="http://schemas.openxmlformats.org/drawingml/2006/main">
              <a:ext uri="{FF2B5EF4-FFF2-40B4-BE49-F238E27FC236}">
                <a16:creationId xmlns:a16="http://schemas.microsoft.com/office/drawing/2014/main" id="{846A32AB-F268-4201-9C91-1844AC0DB400}"/>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متجهات</a:t>
            </a:r>
          </a:p>
        </p:txBody>
      </p:sp>
      <p:sp>
        <p:nvSpPr>
          <p:cNvPr id="22" name="text-489">
            <a:extLst xmlns:a="http://schemas.openxmlformats.org/drawingml/2006/main">
              <a:ext uri="{FF2B5EF4-FFF2-40B4-BE49-F238E27FC236}">
                <a16:creationId xmlns:a16="http://schemas.microsoft.com/office/drawing/2014/main" id="{F66C238C-1CB5-4CC7-A784-1547FD4ECFE4}"/>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وفهرس</a:t>
            </a:r>
          </a:p>
        </p:txBody>
      </p:sp>
      <p:sp>
        <p:nvSpPr>
          <p:cNvPr id="23" name="text-490">
            <a:extLst xmlns:a="http://schemas.openxmlformats.org/drawingml/2006/main">
              <a:ext uri="{FF2B5EF4-FFF2-40B4-BE49-F238E27FC236}">
                <a16:creationId xmlns:a16="http://schemas.microsoft.com/office/drawing/2014/main" id="{46D29B6A-3E5F-4A5E-A0D8-17923FE19635}"/>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نصي</a:t>
            </a:r>
          </a:p>
        </p:txBody>
      </p:sp>
      <p:sp>
        <p:nvSpPr>
          <p:cNvPr id="24" name="text-491">
            <a:extLst xmlns:a="http://schemas.openxmlformats.org/drawingml/2006/main">
              <a:ext uri="{FF2B5EF4-FFF2-40B4-BE49-F238E27FC236}">
                <a16:creationId xmlns:a16="http://schemas.microsoft.com/office/drawing/2014/main" id="{3A685C69-5752-495E-A43A-B3132B1941AD}"/>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مثبتان</a:t>
            </a:r>
          </a:p>
        </p:txBody>
      </p:sp>
      <p:sp>
        <p:nvSpPr>
          <p:cNvPr id="25" name="text-492">
            <a:extLst xmlns:a="http://schemas.openxmlformats.org/drawingml/2006/main">
              <a:ext uri="{FF2B5EF4-FFF2-40B4-BE49-F238E27FC236}">
                <a16:creationId xmlns:a16="http://schemas.microsoft.com/office/drawing/2014/main" id="{085BC5FE-D338-467C-AD91-E240BD8027B6}"/>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٢٣</a:t>
            </a:r>
          </a:p>
        </p:txBody>
      </p:sp>
      <p:sp>
        <p:nvSpPr>
          <p:cNvPr id="26" name="text-493">
            <a:extLst xmlns:a="http://schemas.openxmlformats.org/drawingml/2006/main">
              <a:ext uri="{FF2B5EF4-FFF2-40B4-BE49-F238E27FC236}">
                <a16:creationId xmlns:a16="http://schemas.microsoft.com/office/drawing/2014/main" id="{DF599EA8-A5AD-43ED-931F-15F7B03EAFA1}"/>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مثالًا</a:t>
            </a:r>
          </a:p>
        </p:txBody>
      </p:sp>
      <p:sp>
        <p:nvSpPr>
          <p:cNvPr id="27" name="text-494">
            <a:extLst xmlns:a="http://schemas.openxmlformats.org/drawingml/2006/main">
              <a:ext uri="{FF2B5EF4-FFF2-40B4-BE49-F238E27FC236}">
                <a16:creationId xmlns:a16="http://schemas.microsoft.com/office/drawing/2014/main" id="{4B9CDF09-536B-4700-991B-3CF00D24D581}"/>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منتقى</a:t>
            </a:r>
          </a:p>
        </p:txBody>
      </p:sp>
      <p:sp>
        <p:nvSpPr>
          <p:cNvPr id="28" name="text-495">
            <a:extLst xmlns:a="http://schemas.openxmlformats.org/drawingml/2006/main">
              <a:ext uri="{FF2B5EF4-FFF2-40B4-BE49-F238E27FC236}">
                <a16:creationId xmlns:a16="http://schemas.microsoft.com/office/drawing/2014/main" id="{C8FCE283-EF09-4689-9C8A-DCDA3FFEDC03}"/>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a:t>
            </a:r>
          </a:p>
        </p:txBody>
      </p:sp>
      <p:sp>
        <p:nvSpPr>
          <p:cNvPr id="29" name="text-496">
            <a:extLst xmlns:a="http://schemas.openxmlformats.org/drawingml/2006/main">
              <a:ext uri="{FF2B5EF4-FFF2-40B4-BE49-F238E27FC236}">
                <a16:creationId xmlns:a16="http://schemas.microsoft.com/office/drawing/2014/main" id="{89340B0B-C7DC-460F-A2B8-736E3667F05A}"/>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تخصيص</a:t>
            </a:r>
          </a:p>
        </p:txBody>
      </p:sp>
      <p:sp>
        <p:nvSpPr>
          <p:cNvPr id="30" name="text-497">
            <a:extLst xmlns:a="http://schemas.openxmlformats.org/drawingml/2006/main">
              <a:ext uri="{FF2B5EF4-FFF2-40B4-BE49-F238E27FC236}">
                <a16:creationId xmlns:a16="http://schemas.microsoft.com/office/drawing/2014/main" id="{963FAEB8-B823-4CDF-86FB-467E49443846}"/>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النية</a:t>
            </a:r>
          </a:p>
        </p:txBody>
      </p:sp>
      <p:sp>
        <p:nvSpPr>
          <p:cNvPr id="31" name="text-498">
            <a:extLst xmlns:a="http://schemas.openxmlformats.org/drawingml/2006/main">
              <a:ext uri="{FF2B5EF4-FFF2-40B4-BE49-F238E27FC236}">
                <a16:creationId xmlns:a16="http://schemas.microsoft.com/office/drawing/2014/main" id="{9AE88790-7BB6-495A-BC6E-05B51B88592C}"/>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a:t>
            </a:r>
          </a:p>
        </p:txBody>
      </p:sp>
      <p:sp>
        <p:nvSpPr>
          <p:cNvPr id="32" name="text-499">
            <a:extLst xmlns:a="http://schemas.openxmlformats.org/drawingml/2006/main">
              <a:ext uri="{FF2B5EF4-FFF2-40B4-BE49-F238E27FC236}">
                <a16:creationId xmlns:a16="http://schemas.microsoft.com/office/drawing/2014/main" id="{2B2CA662-FEDC-428E-8C06-B65F3546962B}"/>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منشأ</a:t>
            </a:r>
          </a:p>
        </p:txBody>
      </p:sp>
      <p:sp>
        <p:nvSpPr>
          <p:cNvPr id="33" name="text-500">
            <a:extLst xmlns:a="http://schemas.openxmlformats.org/drawingml/2006/main">
              <a:ext uri="{FF2B5EF4-FFF2-40B4-BE49-F238E27FC236}">
                <a16:creationId xmlns:a16="http://schemas.microsoft.com/office/drawing/2014/main" id="{1F9B87D1-710E-4496-8909-C7465DDFF12F}"/>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واضح</a:t>
            </a:r>
          </a:p>
        </p:txBody>
      </p:sp>
      <p:sp>
        <p:nvSpPr>
          <p:cNvPr id="34" name="text-501">
            <a:extLst xmlns:a="http://schemas.openxmlformats.org/drawingml/2006/main">
              <a:ext uri="{FF2B5EF4-FFF2-40B4-BE49-F238E27FC236}">
                <a16:creationId xmlns:a16="http://schemas.microsoft.com/office/drawing/2014/main" id="{BA7FA727-D7C0-429E-8B57-60EE83E230B7}"/>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ونتائج</a:t>
            </a:r>
          </a:p>
        </p:txBody>
      </p:sp>
      <p:sp>
        <p:nvSpPr>
          <p:cNvPr id="35" name="text-502">
            <a:extLst xmlns:a="http://schemas.openxmlformats.org/drawingml/2006/main">
              <a:ext uri="{FF2B5EF4-FFF2-40B4-BE49-F238E27FC236}">
                <a16:creationId xmlns:a16="http://schemas.microsoft.com/office/drawing/2014/main" id="{025A783D-007C-4868-8EB1-A797EAAF7A4C}"/>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وحدود</a:t>
            </a:r>
          </a:p>
        </p:txBody>
      </p:sp>
      <p:sp>
        <p:nvSpPr>
          <p:cNvPr id="36" name="text-503">
            <a:extLst xmlns:a="http://schemas.openxmlformats.org/drawingml/2006/main">
              <a:ext uri="{FF2B5EF4-FFF2-40B4-BE49-F238E27FC236}">
                <a16:creationId xmlns:a16="http://schemas.microsoft.com/office/drawing/2014/main" id="{D1F39C57-B89E-47FD-9518-852E7A986354}"/>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معلنة</a:t>
            </a:r>
          </a:p>
        </p:txBody>
      </p:sp>
      <p:sp>
        <p:nvSpPr>
          <p:cNvPr id="37" name="text-504">
            <a:extLst xmlns:a="http://schemas.openxmlformats.org/drawingml/2006/main">
              <a:ext uri="{FF2B5EF4-FFF2-40B4-BE49-F238E27FC236}">
                <a16:creationId xmlns:a16="http://schemas.microsoft.com/office/drawing/2014/main" id="{8FD03EA7-A306-447B-BEE5-3EB6784E1E2B}"/>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جودة</a:t>
            </a:r>
          </a:p>
        </p:txBody>
      </p:sp>
      <p:sp>
        <p:nvSpPr>
          <p:cNvPr id="38" name="text-505">
            <a:extLst xmlns:a="http://schemas.openxmlformats.org/drawingml/2006/main">
              <a:ext uri="{FF2B5EF4-FFF2-40B4-BE49-F238E27FC236}">
                <a16:creationId xmlns:a16="http://schemas.microsoft.com/office/drawing/2014/main" id="{3A794552-F9EE-4F49-BCF2-AE3DAFFFEC65}"/>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الاسترجاع</a:t>
            </a:r>
          </a:p>
        </p:txBody>
      </p:sp>
      <p:sp>
        <p:nvSpPr>
          <p:cNvPr id="39" name="text-506">
            <a:extLst xmlns:a="http://schemas.openxmlformats.org/drawingml/2006/main">
              <a:ext uri="{FF2B5EF4-FFF2-40B4-BE49-F238E27FC236}">
                <a16:creationId xmlns:a16="http://schemas.microsoft.com/office/drawing/2014/main" id="{75D92029-50A6-4A1C-A6FA-9E07DD97C707}"/>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تُقاس</a:t>
            </a:r>
          </a:p>
        </p:txBody>
      </p:sp>
      <p:sp>
        <p:nvSpPr>
          <p:cNvPr id="40" name="text-507">
            <a:extLst xmlns:a="http://schemas.openxmlformats.org/drawingml/2006/main">
              <a:ext uri="{FF2B5EF4-FFF2-40B4-BE49-F238E27FC236}">
                <a16:creationId xmlns:a16="http://schemas.microsoft.com/office/drawing/2014/main" id="{1DF2783D-DCC5-4461-935A-8705D06D745A}"/>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مستقلة</a:t>
            </a:r>
          </a:p>
        </p:txBody>
      </p:sp>
      <p:sp>
        <p:nvSpPr>
          <p:cNvPr id="41" name="text-508">
            <a:extLst xmlns:a="http://schemas.openxmlformats.org/drawingml/2006/main">
              <a:ext uri="{FF2B5EF4-FFF2-40B4-BE49-F238E27FC236}">
                <a16:creationId xmlns:a16="http://schemas.microsoft.com/office/drawing/2014/main" id="{FE178989-77F7-468B-875E-C32009549F7C}"/>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عن</a:t>
            </a:r>
          </a:p>
        </p:txBody>
      </p:sp>
      <p:sp>
        <p:nvSpPr>
          <p:cNvPr id="42" name="text-509">
            <a:extLst xmlns:a="http://schemas.openxmlformats.org/drawingml/2006/main">
              <a:ext uri="{FF2B5EF4-FFF2-40B4-BE49-F238E27FC236}">
                <a16:creationId xmlns:a16="http://schemas.microsoft.com/office/drawing/2014/main" id="{4BEEC08F-EE7B-4A1A-941C-7CA15F65120E}"/>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صحة</a:t>
            </a:r>
          </a:p>
        </p:txBody>
      </p:sp>
      <p:sp>
        <p:nvSpPr>
          <p:cNvPr id="43" name="text-510">
            <a:extLst xmlns:a="http://schemas.openxmlformats.org/drawingml/2006/main">
              <a:ext uri="{FF2B5EF4-FFF2-40B4-BE49-F238E27FC236}">
                <a16:creationId xmlns:a16="http://schemas.microsoft.com/office/drawing/2014/main" id="{75520E4C-1103-4EF4-BCB5-2963B1A83570}"/>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الجواب</a:t>
            </a:r>
          </a:p>
        </p:txBody>
      </p:sp>
      <p:sp>
        <p:nvSpPr>
          <p:cNvPr id="44" name="text-511">
            <a:extLst xmlns:a="http://schemas.openxmlformats.org/drawingml/2006/main">
              <a:ext uri="{FF2B5EF4-FFF2-40B4-BE49-F238E27FC236}">
                <a16:creationId xmlns:a16="http://schemas.microsoft.com/office/drawing/2014/main" id="{F7F4233E-B16B-4105-9713-ABDF52B86E3F}"/>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المراجع</a:t>
            </a:r>
          </a:p>
        </p:txBody>
      </p:sp>
      <p:sp>
        <p:nvSpPr>
          <p:cNvPr id="45" name="text-512">
            <a:extLst xmlns:a="http://schemas.openxmlformats.org/drawingml/2006/main">
              <a:ext uri="{FF2B5EF4-FFF2-40B4-BE49-F238E27FC236}">
                <a16:creationId xmlns:a16="http://schemas.microsoft.com/office/drawing/2014/main" id="{FE83BDB1-3C94-467A-9BA8-6A72DE266FAD}"/>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تشمل</a:t>
            </a:r>
          </a:p>
        </p:txBody>
      </p:sp>
      <p:sp>
        <p:nvSpPr>
          <p:cNvPr id="46" name="text-513">
            <a:extLst xmlns:a="http://schemas.openxmlformats.org/drawingml/2006/main">
              <a:ext uri="{FF2B5EF4-FFF2-40B4-BE49-F238E27FC236}">
                <a16:creationId xmlns:a16="http://schemas.microsoft.com/office/drawing/2014/main" id="{A1978E3C-6EEE-4D2F-95D2-1663D1BA168D}"/>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مِقْرأ</a:t>
            </a:r>
          </a:p>
        </p:txBody>
      </p:sp>
      <p:sp>
        <p:nvSpPr>
          <p:cNvPr id="47" name="text-514">
            <a:extLst xmlns:a="http://schemas.openxmlformats.org/drawingml/2006/main">
              <a:ext uri="{FF2B5EF4-FFF2-40B4-BE49-F238E27FC236}">
                <a16:creationId xmlns:a16="http://schemas.microsoft.com/office/drawing/2014/main" id="{299903D8-E078-4D18-A87B-5C0161F88459}"/>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للدكتور</a:t>
            </a:r>
          </a:p>
        </p:txBody>
      </p:sp>
      <p:sp>
        <p:nvSpPr>
          <p:cNvPr id="48" name="text-515">
            <a:extLst xmlns:a="http://schemas.openxmlformats.org/drawingml/2006/main">
              <a:ext uri="{FF2B5EF4-FFF2-40B4-BE49-F238E27FC236}">
                <a16:creationId xmlns:a16="http://schemas.microsoft.com/office/drawing/2014/main" id="{33743CE7-C6E9-456C-B4E2-D823BB4074BF}"/>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أيمن</a:t>
            </a:r>
          </a:p>
        </p:txBody>
      </p:sp>
      <p:sp>
        <p:nvSpPr>
          <p:cNvPr id="49" name="text-516">
            <a:extLst xmlns:a="http://schemas.openxmlformats.org/drawingml/2006/main">
              <a:ext uri="{FF2B5EF4-FFF2-40B4-BE49-F238E27FC236}">
                <a16:creationId xmlns:a16="http://schemas.microsoft.com/office/drawing/2014/main" id="{1A9D91B7-D2C4-42D9-95EE-652FEE1C22A3}"/>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فاتح</a:t>
            </a:r>
          </a:p>
        </p:txBody>
      </p:sp>
      <p:sp>
        <p:nvSpPr>
          <p:cNvPr id="50" name="text-517">
            <a:extLst xmlns:a="http://schemas.openxmlformats.org/drawingml/2006/main">
              <a:ext uri="{FF2B5EF4-FFF2-40B4-BE49-F238E27FC236}">
                <a16:creationId xmlns:a16="http://schemas.microsoft.com/office/drawing/2014/main" id="{11F389F9-30E3-446D-ACCA-BD0C7A233F7D}"/>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العامر</a:t>
            </a:r>
          </a:p>
        </p:txBody>
      </p:sp>
      <p:sp>
        <p:nvSpPr>
          <p:cNvPr id="51" name="text-518">
            <a:extLst xmlns:a="http://schemas.openxmlformats.org/drawingml/2006/main">
              <a:ext uri="{FF2B5EF4-FFF2-40B4-BE49-F238E27FC236}">
                <a16:creationId xmlns:a16="http://schemas.microsoft.com/office/drawing/2014/main" id="{176441E8-604C-438A-A564-1844BA4D3DAF}"/>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تغطية</a:t>
            </a:r>
          </a:p>
        </p:txBody>
      </p:sp>
      <p:sp>
        <p:nvSpPr>
          <p:cNvPr id="52" name="text-519">
            <a:extLst xmlns:a="http://schemas.openxmlformats.org/drawingml/2006/main">
              <a:ext uri="{FF2B5EF4-FFF2-40B4-BE49-F238E27FC236}">
                <a16:creationId xmlns:a16="http://schemas.microsoft.com/office/drawing/2014/main" id="{4F51DBAD-AA68-40EC-A14D-D893D2DA05FF}"/>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الفهرس</a:t>
            </a:r>
          </a:p>
        </p:txBody>
      </p:sp>
      <p:sp>
        <p:nvSpPr>
          <p:cNvPr id="53" name="text-520">
            <a:extLst xmlns:a="http://schemas.openxmlformats.org/drawingml/2006/main">
              <a:ext uri="{FF2B5EF4-FFF2-40B4-BE49-F238E27FC236}">
                <a16:creationId xmlns:a16="http://schemas.microsoft.com/office/drawing/2014/main" id="{50207EFB-3B2B-45D6-AD68-16411055617F}"/>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والحقوق</a:t>
            </a:r>
          </a:p>
        </p:txBody>
      </p:sp>
      <p:sp>
        <p:nvSpPr>
          <p:cNvPr id="54" name="text-521">
            <a:extLst xmlns:a="http://schemas.openxmlformats.org/drawingml/2006/main">
              <a:ext uri="{FF2B5EF4-FFF2-40B4-BE49-F238E27FC236}">
                <a16:creationId xmlns:a16="http://schemas.microsoft.com/office/drawing/2014/main" id="{B1FE64E5-7D85-492B-95FE-F05A729D8906}"/>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معلنة</a:t>
            </a:r>
          </a:p>
        </p:txBody>
      </p:sp>
      <p:sp>
        <p:nvSpPr>
          <p:cNvPr id="55" name="text-522">
            <a:extLst xmlns:a="http://schemas.openxmlformats.org/drawingml/2006/main">
              <a:ext uri="{FF2B5EF4-FFF2-40B4-BE49-F238E27FC236}">
                <a16:creationId xmlns:a16="http://schemas.microsoft.com/office/drawing/2014/main" id="{3750FFD6-15A4-4652-A6B8-F960FEA93082}"/>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56" name="text-523">
            <a:extLst xmlns:a="http://schemas.openxmlformats.org/drawingml/2006/main">
              <a:ext uri="{FF2B5EF4-FFF2-40B4-BE49-F238E27FC236}">
                <a16:creationId xmlns:a16="http://schemas.microsoft.com/office/drawing/2014/main" id="{4382100B-7C7F-44D8-98F9-50C25517C204}"/>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7" name="text-524">
            <a:extLst xmlns:a="http://schemas.openxmlformats.org/drawingml/2006/main">
              <a:ext uri="{FF2B5EF4-FFF2-40B4-BE49-F238E27FC236}">
                <a16:creationId xmlns:a16="http://schemas.microsoft.com/office/drawing/2014/main" id="{CA1EC828-A8BF-4233-BCE0-0E2D531EDCD9}"/>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المصادر</a:t>
            </a:r>
          </a:p>
        </p:txBody>
      </p:sp>
    </p:spTree>
    <p:extLst>
      <p:ext uri="{BB962C8B-B14F-4D97-AF65-F5344CB8AC3E}">
        <p14:creationId xmlns:p14="http://schemas.microsoft.com/office/powerpoint/2010/main" val="2110594720"/>
      </p:ext>
    </p:extLst>
  </p:cSld>
</p:sld>
</file>

<file path=ppt/slides/slide1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6" name="text-525">
            <a:extLst xmlns:a="http://schemas.openxmlformats.org/drawingml/2006/main">
              <a:ext uri="{FF2B5EF4-FFF2-40B4-BE49-F238E27FC236}">
                <a16:creationId xmlns:a16="http://schemas.microsoft.com/office/drawing/2014/main" id="{99402B54-1184-4030-9C48-646ABF9CBE03}"/>
              </a:ext>
            </a:extLst>
          </p:cNvPr>
          <p:cNvSpPr>
            <a:spLocks xmlns:a="http://schemas.openxmlformats.org/drawingml/2006/main" noGrp="1"/>
          </p:cNvSpPr>
          <p:nvPr/>
        </p:nvSpPr>
        <p:spPr>
          <a:xfrm xmlns:a="http://schemas.openxmlformats.org/drawingml/2006/main">
            <a:off x="10930722"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2" name="text-526">
            <a:extLst xmlns:a="http://schemas.openxmlformats.org/drawingml/2006/main">
              <a:ext uri="{FF2B5EF4-FFF2-40B4-BE49-F238E27FC236}">
                <a16:creationId xmlns:a16="http://schemas.microsoft.com/office/drawing/2014/main" id="{80BA9EE5-C4B4-4D4B-AFCB-587F2F6E40CB}"/>
              </a:ext>
            </a:extLst>
          </p:cNvPr>
          <p:cNvSpPr>
            <a:spLocks xmlns:a="http://schemas.openxmlformats.org/drawingml/2006/main" noGrp="1"/>
          </p:cNvSpPr>
          <p:nvPr/>
        </p:nvSpPr>
        <p:spPr>
          <a:xfrm xmlns:a="http://schemas.openxmlformats.org/drawingml/2006/main">
            <a:off x="9793331" y="457200"/>
            <a:ext cx="103642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نخدم</a:t>
            </a:r>
          </a:p>
        </p:txBody>
      </p:sp>
      <p:sp>
        <p:nvSpPr>
          <p:cNvPr id="3" name="text-527">
            <a:extLst xmlns:a="http://schemas.openxmlformats.org/drawingml/2006/main">
              <a:ext uri="{FF2B5EF4-FFF2-40B4-BE49-F238E27FC236}">
                <a16:creationId xmlns:a16="http://schemas.microsoft.com/office/drawing/2014/main" id="{9E24E08D-63BF-4F95-BC8A-A2B5464014DF}"/>
              </a:ext>
            </a:extLst>
          </p:cNvPr>
          <p:cNvSpPr>
            <a:spLocks xmlns:a="http://schemas.openxmlformats.org/drawingml/2006/main" noGrp="1"/>
          </p:cNvSpPr>
          <p:nvPr/>
        </p:nvSpPr>
        <p:spPr>
          <a:xfrm xmlns:a="http://schemas.openxmlformats.org/drawingml/2006/main">
            <a:off x="902989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وما</a:t>
            </a:r>
          </a:p>
        </p:txBody>
      </p:sp>
      <p:sp>
        <p:nvSpPr>
          <p:cNvPr id="4" name="text-528">
            <a:extLst xmlns:a="http://schemas.openxmlformats.org/drawingml/2006/main">
              <a:ext uri="{FF2B5EF4-FFF2-40B4-BE49-F238E27FC236}">
                <a16:creationId xmlns:a16="http://schemas.microsoft.com/office/drawing/2014/main" id="{DE876A2F-9721-410D-B6BC-2202D0B1830C}"/>
              </a:ext>
            </a:extLst>
          </p:cNvPr>
          <p:cNvSpPr>
            <a:spLocks xmlns:a="http://schemas.openxmlformats.org/drawingml/2006/main" noGrp="1"/>
          </p:cNvSpPr>
          <p:nvPr/>
        </p:nvSpPr>
        <p:spPr>
          <a:xfrm xmlns:a="http://schemas.openxmlformats.org/drawingml/2006/main">
            <a:off x="7918948" y="457200"/>
            <a:ext cx="10099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النفع</a:t>
            </a:r>
          </a:p>
        </p:txBody>
      </p:sp>
      <p:sp>
        <p:nvSpPr>
          <p:cNvPr id="5" name="text-529">
            <a:extLst xmlns:a="http://schemas.openxmlformats.org/drawingml/2006/main">
              <a:ext uri="{FF2B5EF4-FFF2-40B4-BE49-F238E27FC236}">
                <a16:creationId xmlns:a16="http://schemas.microsoft.com/office/drawing/2014/main" id="{827C6D11-3B1E-481F-AFE2-23E43CF7F0B8}"/>
              </a:ext>
            </a:extLst>
          </p:cNvPr>
          <p:cNvSpPr>
            <a:spLocks xmlns:a="http://schemas.openxmlformats.org/drawingml/2006/main" noGrp="1"/>
          </p:cNvSpPr>
          <p:nvPr/>
        </p:nvSpPr>
        <p:spPr>
          <a:xfrm xmlns:a="http://schemas.openxmlformats.org/drawingml/2006/main">
            <a:off x="6845153" y="457200"/>
            <a:ext cx="97283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الذي</a:t>
            </a:r>
          </a:p>
        </p:txBody>
      </p:sp>
      <p:sp>
        <p:nvSpPr>
          <p:cNvPr id="6" name="text-530">
            <a:extLst xmlns:a="http://schemas.openxmlformats.org/drawingml/2006/main">
              <a:ext uri="{FF2B5EF4-FFF2-40B4-BE49-F238E27FC236}">
                <a16:creationId xmlns:a16="http://schemas.microsoft.com/office/drawing/2014/main" id="{9C362168-B6CF-4589-B8E4-41467B7B81F5}"/>
              </a:ext>
            </a:extLst>
          </p:cNvPr>
          <p:cNvSpPr>
            <a:spLocks xmlns:a="http://schemas.openxmlformats.org/drawingml/2006/main" noGrp="1"/>
          </p:cNvSpPr>
          <p:nvPr/>
        </p:nvSpPr>
        <p:spPr>
          <a:xfrm xmlns:a="http://schemas.openxmlformats.org/drawingml/2006/main">
            <a:off x="5382250" y="457200"/>
            <a:ext cx="13619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نتحقق</a:t>
            </a:r>
          </a:p>
        </p:txBody>
      </p:sp>
      <p:sp>
        <p:nvSpPr>
          <p:cNvPr id="7" name="text-531">
            <a:extLst xmlns:a="http://schemas.openxmlformats.org/drawingml/2006/main">
              <a:ext uri="{FF2B5EF4-FFF2-40B4-BE49-F238E27FC236}">
                <a16:creationId xmlns:a16="http://schemas.microsoft.com/office/drawing/2014/main" id="{2F20DAD7-426F-45C5-B815-E720E1DEF237}"/>
              </a:ext>
            </a:extLst>
          </p:cNvPr>
          <p:cNvSpPr>
            <a:spLocks xmlns:a="http://schemas.openxmlformats.org/drawingml/2006/main" noGrp="1"/>
          </p:cNvSpPr>
          <p:nvPr/>
        </p:nvSpPr>
        <p:spPr>
          <a:xfrm xmlns:a="http://schemas.openxmlformats.org/drawingml/2006/main">
            <a:off x="4299737" y="457200"/>
            <a:ext cx="981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منه؟</a:t>
            </a:r>
          </a:p>
        </p:txBody>
      </p:sp>
      <p:sp>
        <p:nvSpPr>
          <p:cNvPr id="8" name="shape-532">
            <a:extLst xmlns:a="http://schemas.openxmlformats.org/drawingml/2006/main">
              <a:ext uri="{FF2B5EF4-FFF2-40B4-BE49-F238E27FC236}">
                <a16:creationId xmlns:a16="http://schemas.microsoft.com/office/drawing/2014/main" id="{4130DB49-BB7E-4015-BE24-ADC718100B2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533">
            <a:extLst xmlns:a="http://schemas.openxmlformats.org/drawingml/2006/main">
              <a:ext uri="{FF2B5EF4-FFF2-40B4-BE49-F238E27FC236}">
                <a16:creationId xmlns:a16="http://schemas.microsoft.com/office/drawing/2014/main" id="{4AC9E51A-4CCA-43B1-9270-5563332E7A9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534">
            <a:extLst xmlns:a="http://schemas.openxmlformats.org/drawingml/2006/main">
              <a:ext uri="{FF2B5EF4-FFF2-40B4-BE49-F238E27FC236}">
                <a16:creationId xmlns:a16="http://schemas.microsoft.com/office/drawing/2014/main" id="{F69B9D53-2A1F-48BB-8DAB-3810C100F21C}"/>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535">
            <a:extLst xmlns:a="http://schemas.openxmlformats.org/drawingml/2006/main">
              <a:ext uri="{FF2B5EF4-FFF2-40B4-BE49-F238E27FC236}">
                <a16:creationId xmlns:a16="http://schemas.microsoft.com/office/drawing/2014/main" id="{16F19AD3-83A6-49F7-BBAC-378B42A69BD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536">
            <a:extLst xmlns:a="http://schemas.openxmlformats.org/drawingml/2006/main">
              <a:ext uri="{FF2B5EF4-FFF2-40B4-BE49-F238E27FC236}">
                <a16:creationId xmlns:a16="http://schemas.microsoft.com/office/drawing/2014/main" id="{53C2D14E-3C48-47A8-B094-B4B62D594B9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537">
            <a:extLst xmlns:a="http://schemas.openxmlformats.org/drawingml/2006/main">
              <a:ext uri="{FF2B5EF4-FFF2-40B4-BE49-F238E27FC236}">
                <a16:creationId xmlns:a16="http://schemas.microsoft.com/office/drawing/2014/main" id="{23B6F413-75C9-42EC-87DA-463E1D42C9B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538">
            <a:extLst xmlns:a="http://schemas.openxmlformats.org/drawingml/2006/main">
              <a:ext uri="{FF2B5EF4-FFF2-40B4-BE49-F238E27FC236}">
                <a16:creationId xmlns:a16="http://schemas.microsoft.com/office/drawing/2014/main" id="{14EB33DF-CB31-4E5F-B5C6-3ACA607F3030}"/>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539">
            <a:extLst xmlns:a="http://schemas.openxmlformats.org/drawingml/2006/main">
              <a:ext uri="{FF2B5EF4-FFF2-40B4-BE49-F238E27FC236}">
                <a16:creationId xmlns:a16="http://schemas.microsoft.com/office/drawing/2014/main" id="{9C60ED2B-05D2-485B-A76B-3A9E32D62CD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13</a:t>
            </a:r>
          </a:p>
        </p:txBody>
      </p:sp>
      <p:sp>
        <p:nvSpPr>
          <p:cNvPr id="16" name="text-540">
            <a:extLst xmlns:a="http://schemas.openxmlformats.org/drawingml/2006/main">
              <a:ext uri="{FF2B5EF4-FFF2-40B4-BE49-F238E27FC236}">
                <a16:creationId xmlns:a16="http://schemas.microsoft.com/office/drawing/2014/main" id="{48D4C7D3-BA6D-4423-9B61-45C40DC1BECC}"/>
              </a:ext>
            </a:extLst>
          </p:cNvPr>
          <p:cNvSpPr>
            <a:spLocks xmlns:a="http://schemas.openxmlformats.org/drawingml/2006/main" noGrp="1"/>
          </p:cNvSpPr>
          <p:nvPr/>
        </p:nvSpPr>
        <p:spPr>
          <a:xfrm xmlns:a="http://schemas.openxmlformats.org/drawingml/2006/main">
            <a:off x="10719725" y="1504950"/>
            <a:ext cx="86267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طالب</a:t>
            </a:r>
          </a:p>
        </p:txBody>
      </p:sp>
      <p:sp>
        <p:nvSpPr>
          <p:cNvPr id="17" name="text-541">
            <a:extLst xmlns:a="http://schemas.openxmlformats.org/drawingml/2006/main">
              <a:ext uri="{FF2B5EF4-FFF2-40B4-BE49-F238E27FC236}">
                <a16:creationId xmlns:a16="http://schemas.microsoft.com/office/drawing/2014/main" id="{56BC3B71-B05E-464A-857D-17815F7638D3}"/>
              </a:ext>
            </a:extLst>
          </p:cNvPr>
          <p:cNvSpPr>
            <a:spLocks xmlns:a="http://schemas.openxmlformats.org/drawingml/2006/main" noGrp="1"/>
          </p:cNvSpPr>
          <p:nvPr/>
        </p:nvSpPr>
        <p:spPr>
          <a:xfrm xmlns:a="http://schemas.openxmlformats.org/drawingml/2006/main">
            <a:off x="9427872" y="1504950"/>
            <a:ext cx="121879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المعرفة</a:t>
            </a:r>
          </a:p>
        </p:txBody>
      </p:sp>
      <p:sp>
        <p:nvSpPr>
          <p:cNvPr id="18" name="text-542">
            <a:extLst xmlns:a="http://schemas.openxmlformats.org/drawingml/2006/main">
              <a:ext uri="{FF2B5EF4-FFF2-40B4-BE49-F238E27FC236}">
                <a16:creationId xmlns:a16="http://schemas.microsoft.com/office/drawing/2014/main" id="{E63CAAC7-1561-4E2E-97FE-46352DB5617D}"/>
              </a:ext>
            </a:extLst>
          </p:cNvPr>
          <p:cNvSpPr>
            <a:spLocks xmlns:a="http://schemas.openxmlformats.org/drawingml/2006/main" noGrp="1"/>
          </p:cNvSpPr>
          <p:nvPr/>
        </p:nvSpPr>
        <p:spPr>
          <a:xfrm xmlns:a="http://schemas.openxmlformats.org/drawingml/2006/main">
            <a:off x="8112542" y="1504950"/>
            <a:ext cx="124227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والباحث</a:t>
            </a:r>
          </a:p>
        </p:txBody>
      </p:sp>
      <p:sp>
        <p:nvSpPr>
          <p:cNvPr id="19" name="text-543">
            <a:extLst xmlns:a="http://schemas.openxmlformats.org/drawingml/2006/main">
              <a:ext uri="{FF2B5EF4-FFF2-40B4-BE49-F238E27FC236}">
                <a16:creationId xmlns:a16="http://schemas.microsoft.com/office/drawing/2014/main" id="{02CA2BE7-C54A-4F75-BB53-BEF72692689C}"/>
              </a:ext>
            </a:extLst>
          </p:cNvPr>
          <p:cNvSpPr>
            <a:spLocks xmlns:a="http://schemas.openxmlformats.org/drawingml/2006/main" noGrp="1"/>
          </p:cNvSpPr>
          <p:nvPr/>
        </p:nvSpPr>
        <p:spPr>
          <a:xfrm xmlns:a="http://schemas.openxmlformats.org/drawingml/2006/main">
            <a:off x="6707958" y="1504950"/>
            <a:ext cx="133152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والمعرّف</a:t>
            </a:r>
          </a:p>
        </p:txBody>
      </p:sp>
      <p:sp>
        <p:nvSpPr>
          <p:cNvPr id="20" name="text-544">
            <a:extLst xmlns:a="http://schemas.openxmlformats.org/drawingml/2006/main">
              <a:ext uri="{FF2B5EF4-FFF2-40B4-BE49-F238E27FC236}">
                <a16:creationId xmlns:a16="http://schemas.microsoft.com/office/drawing/2014/main" id="{DBEF92C7-FC8F-47B3-8A17-4B2CFBDF26AF}"/>
              </a:ext>
            </a:extLst>
          </p:cNvPr>
          <p:cNvSpPr>
            <a:spLocks xmlns:a="http://schemas.openxmlformats.org/drawingml/2006/main" noGrp="1"/>
          </p:cNvSpPr>
          <p:nvPr/>
        </p:nvSpPr>
        <p:spPr>
          <a:xfrm xmlns:a="http://schemas.openxmlformats.org/drawingml/2006/main">
            <a:off x="5332499" y="1504950"/>
            <a:ext cx="13024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بالإسلام</a:t>
            </a:r>
          </a:p>
        </p:txBody>
      </p:sp>
      <p:sp>
        <p:nvSpPr>
          <p:cNvPr id="21" name="text-545">
            <a:extLst xmlns:a="http://schemas.openxmlformats.org/drawingml/2006/main">
              <a:ext uri="{FF2B5EF4-FFF2-40B4-BE49-F238E27FC236}">
                <a16:creationId xmlns:a16="http://schemas.microsoft.com/office/drawing/2014/main" id="{6BC6EA7E-D6D7-4DBA-93C6-AEA7F9E489F7}"/>
              </a:ext>
            </a:extLst>
          </p:cNvPr>
          <p:cNvSpPr>
            <a:spLocks xmlns:a="http://schemas.openxmlformats.org/drawingml/2006/main" noGrp="1"/>
          </p:cNvSpPr>
          <p:nvPr/>
        </p:nvSpPr>
        <p:spPr>
          <a:xfrm xmlns:a="http://schemas.openxmlformats.org/drawingml/2006/main">
            <a:off x="10890021" y="2181225"/>
            <a:ext cx="69237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جواب</a:t>
            </a:r>
          </a:p>
        </p:txBody>
      </p:sp>
      <p:sp>
        <p:nvSpPr>
          <p:cNvPr id="22" name="text-546">
            <a:extLst xmlns:a="http://schemas.openxmlformats.org/drawingml/2006/main">
              <a:ext uri="{FF2B5EF4-FFF2-40B4-BE49-F238E27FC236}">
                <a16:creationId xmlns:a16="http://schemas.microsoft.com/office/drawing/2014/main" id="{69E1118C-D13E-4216-B69E-9551F05B8D60}"/>
              </a:ext>
            </a:extLst>
          </p:cNvPr>
          <p:cNvSpPr>
            <a:spLocks xmlns:a="http://schemas.openxmlformats.org/drawingml/2006/main" noGrp="1"/>
          </p:cNvSpPr>
          <p:nvPr/>
        </p:nvSpPr>
        <p:spPr>
          <a:xfrm xmlns:a="http://schemas.openxmlformats.org/drawingml/2006/main">
            <a:off x="10293925" y="2181225"/>
            <a:ext cx="52284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يبدو</a:t>
            </a:r>
          </a:p>
        </p:txBody>
      </p:sp>
      <p:sp>
        <p:nvSpPr>
          <p:cNvPr id="23" name="text-547">
            <a:extLst xmlns:a="http://schemas.openxmlformats.org/drawingml/2006/main">
              <a:ext uri="{FF2B5EF4-FFF2-40B4-BE49-F238E27FC236}">
                <a16:creationId xmlns:a16="http://schemas.microsoft.com/office/drawing/2014/main" id="{A2A5FA32-593A-4601-A95F-5883C07FFA87}"/>
              </a:ext>
            </a:extLst>
          </p:cNvPr>
          <p:cNvSpPr>
            <a:spLocks xmlns:a="http://schemas.openxmlformats.org/drawingml/2006/main" noGrp="1"/>
          </p:cNvSpPr>
          <p:nvPr/>
        </p:nvSpPr>
        <p:spPr>
          <a:xfrm xmlns:a="http://schemas.openxmlformats.org/drawingml/2006/main">
            <a:off x="9341600" y="2181225"/>
            <a:ext cx="87907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صحيحًا</a:t>
            </a:r>
          </a:p>
        </p:txBody>
      </p:sp>
      <p:sp>
        <p:nvSpPr>
          <p:cNvPr id="24" name="text-548">
            <a:extLst xmlns:a="http://schemas.openxmlformats.org/drawingml/2006/main">
              <a:ext uri="{FF2B5EF4-FFF2-40B4-BE49-F238E27FC236}">
                <a16:creationId xmlns:a16="http://schemas.microsoft.com/office/drawing/2014/main" id="{1B3F6D24-3B5E-412E-82DC-51E58BE6F5EA}"/>
              </a:ext>
            </a:extLst>
          </p:cNvPr>
          <p:cNvSpPr>
            <a:spLocks xmlns:a="http://schemas.openxmlformats.org/drawingml/2006/main" noGrp="1"/>
          </p:cNvSpPr>
          <p:nvPr/>
        </p:nvSpPr>
        <p:spPr>
          <a:xfrm xmlns:a="http://schemas.openxmlformats.org/drawingml/2006/main">
            <a:off x="8702042" y="2181225"/>
            <a:ext cx="56631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كيف</a:t>
            </a:r>
          </a:p>
        </p:txBody>
      </p:sp>
      <p:sp>
        <p:nvSpPr>
          <p:cNvPr id="25" name="text-549">
            <a:extLst xmlns:a="http://schemas.openxmlformats.org/drawingml/2006/main">
              <a:ext uri="{FF2B5EF4-FFF2-40B4-BE49-F238E27FC236}">
                <a16:creationId xmlns:a16="http://schemas.microsoft.com/office/drawing/2014/main" id="{82316A46-56FC-48A3-A81C-6D96C3DE5FD3}"/>
              </a:ext>
            </a:extLst>
          </p:cNvPr>
          <p:cNvSpPr>
            <a:spLocks xmlns:a="http://schemas.openxmlformats.org/drawingml/2006/main" noGrp="1"/>
          </p:cNvSpPr>
          <p:nvPr/>
        </p:nvSpPr>
        <p:spPr>
          <a:xfrm xmlns:a="http://schemas.openxmlformats.org/drawingml/2006/main">
            <a:off x="7768259" y="2181225"/>
            <a:ext cx="86053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نتحقق</a:t>
            </a:r>
          </a:p>
        </p:txBody>
      </p:sp>
      <p:sp>
        <p:nvSpPr>
          <p:cNvPr id="26" name="text-550">
            <a:extLst xmlns:a="http://schemas.openxmlformats.org/drawingml/2006/main">
              <a:ext uri="{FF2B5EF4-FFF2-40B4-BE49-F238E27FC236}">
                <a16:creationId xmlns:a16="http://schemas.microsoft.com/office/drawing/2014/main" id="{F5663CAA-2EDD-4200-A321-663D343190B0}"/>
              </a:ext>
            </a:extLst>
          </p:cNvPr>
          <p:cNvSpPr>
            <a:spLocks xmlns:a="http://schemas.openxmlformats.org/drawingml/2006/main" noGrp="1"/>
          </p:cNvSpPr>
          <p:nvPr/>
        </p:nvSpPr>
        <p:spPr>
          <a:xfrm xmlns:a="http://schemas.openxmlformats.org/drawingml/2006/main">
            <a:off x="7272919" y="2181225"/>
            <a:ext cx="42209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من</a:t>
            </a:r>
          </a:p>
        </p:txBody>
      </p:sp>
      <p:sp>
        <p:nvSpPr>
          <p:cNvPr id="27" name="text-551">
            <a:extLst xmlns:a="http://schemas.openxmlformats.org/drawingml/2006/main">
              <a:ext uri="{FF2B5EF4-FFF2-40B4-BE49-F238E27FC236}">
                <a16:creationId xmlns:a16="http://schemas.microsoft.com/office/drawing/2014/main" id="{0F6EBBEE-5A72-4A37-A0A1-5E5EE2819B39}"/>
              </a:ext>
            </a:extLst>
          </p:cNvPr>
          <p:cNvSpPr>
            <a:spLocks xmlns:a="http://schemas.openxmlformats.org/drawingml/2006/main" noGrp="1"/>
          </p:cNvSpPr>
          <p:nvPr/>
        </p:nvSpPr>
        <p:spPr>
          <a:xfrm xmlns:a="http://schemas.openxmlformats.org/drawingml/2006/main">
            <a:off x="6668582" y="2181225"/>
            <a:ext cx="53109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نصّه</a:t>
            </a:r>
          </a:p>
        </p:txBody>
      </p:sp>
      <p:sp>
        <p:nvSpPr>
          <p:cNvPr id="28" name="text-552">
            <a:extLst xmlns:a="http://schemas.openxmlformats.org/drawingml/2006/main">
              <a:ext uri="{FF2B5EF4-FFF2-40B4-BE49-F238E27FC236}">
                <a16:creationId xmlns:a16="http://schemas.microsoft.com/office/drawing/2014/main" id="{596B25BD-03FA-40B1-A565-77A8FF550C28}"/>
              </a:ext>
            </a:extLst>
          </p:cNvPr>
          <p:cNvSpPr>
            <a:spLocks xmlns:a="http://schemas.openxmlformats.org/drawingml/2006/main" noGrp="1"/>
          </p:cNvSpPr>
          <p:nvPr/>
        </p:nvSpPr>
        <p:spPr>
          <a:xfrm xmlns:a="http://schemas.openxmlformats.org/drawingml/2006/main">
            <a:off x="5670343" y="2181225"/>
            <a:ext cx="92499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ودليله؟</a:t>
            </a:r>
          </a:p>
        </p:txBody>
      </p:sp>
      <p:sp>
        <p:nvSpPr>
          <p:cNvPr id="29" name="shape-553">
            <a:extLst xmlns:a="http://schemas.openxmlformats.org/drawingml/2006/main">
              <a:ext uri="{FF2B5EF4-FFF2-40B4-BE49-F238E27FC236}">
                <a16:creationId xmlns:a16="http://schemas.microsoft.com/office/drawing/2014/main" id="{72C48449-17BA-4E0D-B47E-9257DF59FA88}"/>
              </a:ext>
            </a:extLst>
          </p:cNvPr>
          <p:cNvSpPr>
            <a:spLocks xmlns:a="http://schemas.openxmlformats.org/drawingml/2006/main" noGrp="1"/>
          </p:cNvSpPr>
          <p:nvPr/>
        </p:nvSpPr>
        <p:spPr>
          <a:xfrm xmlns:a="http://schemas.openxmlformats.org/drawingml/2006/main">
            <a:off x="6238875"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0" name="shape-554">
            <a:extLst xmlns:a="http://schemas.openxmlformats.org/drawingml/2006/main">
              <a:ext uri="{FF2B5EF4-FFF2-40B4-BE49-F238E27FC236}">
                <a16:creationId xmlns:a16="http://schemas.microsoft.com/office/drawing/2014/main" id="{816E6EF6-CBAF-4EBE-BABB-097F1F2C2538}"/>
              </a:ext>
            </a:extLst>
          </p:cNvPr>
          <p:cNvSpPr>
            <a:spLocks xmlns:a="http://schemas.openxmlformats.org/drawingml/2006/main" noGrp="1"/>
          </p:cNvSpPr>
          <p:nvPr/>
        </p:nvSpPr>
        <p:spPr>
          <a:xfrm xmlns:a="http://schemas.openxmlformats.org/drawingml/2006/main">
            <a:off x="609600"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1" name="text-555">
            <a:extLst xmlns:a="http://schemas.openxmlformats.org/drawingml/2006/main">
              <a:ext uri="{FF2B5EF4-FFF2-40B4-BE49-F238E27FC236}">
                <a16:creationId xmlns:a16="http://schemas.microsoft.com/office/drawing/2014/main" id="{AD129745-792E-42A1-8772-636C8783F0F6}"/>
              </a:ext>
            </a:extLst>
          </p:cNvPr>
          <p:cNvSpPr>
            <a:spLocks xmlns:a="http://schemas.openxmlformats.org/drawingml/2006/main" noGrp="1"/>
          </p:cNvSpPr>
          <p:nvPr/>
        </p:nvSpPr>
        <p:spPr>
          <a:xfrm xmlns:a="http://schemas.openxmlformats.org/drawingml/2006/main">
            <a:off x="10491384" y="3219450"/>
            <a:ext cx="9005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المثبت</a:t>
            </a:r>
          </a:p>
        </p:txBody>
      </p:sp>
      <p:sp>
        <p:nvSpPr>
          <p:cNvPr id="32" name="text-556">
            <a:extLst xmlns:a="http://schemas.openxmlformats.org/drawingml/2006/main">
              <a:ext uri="{FF2B5EF4-FFF2-40B4-BE49-F238E27FC236}">
                <a16:creationId xmlns:a16="http://schemas.microsoft.com/office/drawing/2014/main" id="{FFC52CF9-E6CE-466D-9FB0-DD93D10AA88B}"/>
              </a:ext>
            </a:extLst>
          </p:cNvPr>
          <p:cNvSpPr>
            <a:spLocks xmlns:a="http://schemas.openxmlformats.org/drawingml/2006/main" noGrp="1"/>
          </p:cNvSpPr>
          <p:nvPr/>
        </p:nvSpPr>
        <p:spPr>
          <a:xfrm xmlns:a="http://schemas.openxmlformats.org/drawingml/2006/main">
            <a:off x="9926269" y="3219450"/>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33" name="text-557">
            <a:extLst xmlns:a="http://schemas.openxmlformats.org/drawingml/2006/main">
              <a:ext uri="{FF2B5EF4-FFF2-40B4-BE49-F238E27FC236}">
                <a16:creationId xmlns:a16="http://schemas.microsoft.com/office/drawing/2014/main" id="{049C2464-FEAC-41E2-A017-FDF1BAE20692}"/>
              </a:ext>
            </a:extLst>
          </p:cNvPr>
          <p:cNvSpPr>
            <a:spLocks xmlns:a="http://schemas.openxmlformats.org/drawingml/2006/main" noGrp="1"/>
          </p:cNvSpPr>
          <p:nvPr/>
        </p:nvSpPr>
        <p:spPr>
          <a:xfrm xmlns:a="http://schemas.openxmlformats.org/drawingml/2006/main">
            <a:off x="9086759" y="3219450"/>
            <a:ext cx="78045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العينة</a:t>
            </a:r>
          </a:p>
        </p:txBody>
      </p:sp>
      <p:sp>
        <p:nvSpPr>
          <p:cNvPr id="34" name="text-558">
            <a:extLst xmlns:a="http://schemas.openxmlformats.org/drawingml/2006/main">
              <a:ext uri="{FF2B5EF4-FFF2-40B4-BE49-F238E27FC236}">
                <a16:creationId xmlns:a16="http://schemas.microsoft.com/office/drawing/2014/main" id="{AC2D53D6-03D5-46D1-B01E-234E8442FA2C}"/>
              </a:ext>
            </a:extLst>
          </p:cNvPr>
          <p:cNvSpPr>
            <a:spLocks xmlns:a="http://schemas.openxmlformats.org/drawingml/2006/main" noGrp="1"/>
          </p:cNvSpPr>
          <p:nvPr/>
        </p:nvSpPr>
        <p:spPr>
          <a:xfrm xmlns:a="http://schemas.openxmlformats.org/drawingml/2006/main">
            <a:off x="10966668" y="3867150"/>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فتح</a:t>
            </a:r>
          </a:p>
        </p:txBody>
      </p:sp>
      <p:sp>
        <p:nvSpPr>
          <p:cNvPr id="35" name="text-559">
            <a:extLst xmlns:a="http://schemas.openxmlformats.org/drawingml/2006/main">
              <a:ext uri="{FF2B5EF4-FFF2-40B4-BE49-F238E27FC236}">
                <a16:creationId xmlns:a16="http://schemas.microsoft.com/office/drawing/2014/main" id="{9B49AEBB-018A-4B9F-A6F7-2453BE064AB6}"/>
              </a:ext>
            </a:extLst>
          </p:cNvPr>
          <p:cNvSpPr>
            <a:spLocks xmlns:a="http://schemas.openxmlformats.org/drawingml/2006/main" noGrp="1"/>
          </p:cNvSpPr>
          <p:nvPr/>
        </p:nvSpPr>
        <p:spPr>
          <a:xfrm xmlns:a="http://schemas.openxmlformats.org/drawingml/2006/main">
            <a:off x="10124553" y="386715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المصدر</a:t>
            </a:r>
          </a:p>
        </p:txBody>
      </p:sp>
      <p:sp>
        <p:nvSpPr>
          <p:cNvPr id="36" name="text-560">
            <a:extLst xmlns:a="http://schemas.openxmlformats.org/drawingml/2006/main">
              <a:ext uri="{FF2B5EF4-FFF2-40B4-BE49-F238E27FC236}">
                <a16:creationId xmlns:a16="http://schemas.microsoft.com/office/drawing/2014/main" id="{EE2E55B4-8B6B-46FB-8783-99E3436C062F}"/>
              </a:ext>
            </a:extLst>
          </p:cNvPr>
          <p:cNvSpPr>
            <a:spLocks xmlns:a="http://schemas.openxmlformats.org/drawingml/2006/main" noGrp="1"/>
          </p:cNvSpPr>
          <p:nvPr/>
        </p:nvSpPr>
        <p:spPr>
          <a:xfrm xmlns:a="http://schemas.openxmlformats.org/drawingml/2006/main">
            <a:off x="9154997" y="3867150"/>
            <a:ext cx="9082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ومطابقة</a:t>
            </a:r>
          </a:p>
        </p:txBody>
      </p:sp>
      <p:sp>
        <p:nvSpPr>
          <p:cNvPr id="37" name="text-561">
            <a:extLst xmlns:a="http://schemas.openxmlformats.org/drawingml/2006/main">
              <a:ext uri="{FF2B5EF4-FFF2-40B4-BE49-F238E27FC236}">
                <a16:creationId xmlns:a16="http://schemas.microsoft.com/office/drawing/2014/main" id="{7AC9C738-D2D8-44CE-A403-A0E288DB158E}"/>
              </a:ext>
            </a:extLst>
          </p:cNvPr>
          <p:cNvSpPr>
            <a:spLocks xmlns:a="http://schemas.openxmlformats.org/drawingml/2006/main" noGrp="1"/>
          </p:cNvSpPr>
          <p:nvPr/>
        </p:nvSpPr>
        <p:spPr>
          <a:xfrm xmlns:a="http://schemas.openxmlformats.org/drawingml/2006/main">
            <a:off x="8626139" y="3867150"/>
            <a:ext cx="4675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نصه</a:t>
            </a:r>
          </a:p>
        </p:txBody>
      </p:sp>
      <p:sp>
        <p:nvSpPr>
          <p:cNvPr id="38" name="text-562">
            <a:extLst xmlns:a="http://schemas.openxmlformats.org/drawingml/2006/main">
              <a:ext uri="{FF2B5EF4-FFF2-40B4-BE49-F238E27FC236}">
                <a16:creationId xmlns:a16="http://schemas.microsoft.com/office/drawing/2014/main" id="{2AC321EC-9DBC-485D-ACC1-DB69319A0B6B}"/>
              </a:ext>
            </a:extLst>
          </p:cNvPr>
          <p:cNvSpPr>
            <a:spLocks xmlns:a="http://schemas.openxmlformats.org/drawingml/2006/main" noGrp="1"/>
          </p:cNvSpPr>
          <p:nvPr/>
        </p:nvSpPr>
        <p:spPr>
          <a:xfrm xmlns:a="http://schemas.openxmlformats.org/drawingml/2006/main">
            <a:off x="5473903" y="3219450"/>
            <a:ext cx="28872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ما</a:t>
            </a:r>
          </a:p>
        </p:txBody>
      </p:sp>
      <p:sp>
        <p:nvSpPr>
          <p:cNvPr id="39" name="text-563">
            <a:extLst xmlns:a="http://schemas.openxmlformats.org/drawingml/2006/main">
              <a:ext uri="{FF2B5EF4-FFF2-40B4-BE49-F238E27FC236}">
                <a16:creationId xmlns:a16="http://schemas.microsoft.com/office/drawing/2014/main" id="{C7D0F719-CBFE-4E57-8FB2-66472F8E022A}"/>
              </a:ext>
            </a:extLst>
          </p:cNvPr>
          <p:cNvSpPr>
            <a:spLocks xmlns:a="http://schemas.openxmlformats.org/drawingml/2006/main" noGrp="1"/>
          </p:cNvSpPr>
          <p:nvPr/>
        </p:nvSpPr>
        <p:spPr>
          <a:xfrm xmlns:a="http://schemas.openxmlformats.org/drawingml/2006/main">
            <a:off x="4243193" y="3219450"/>
            <a:ext cx="11744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سنقيسه</a:t>
            </a:r>
          </a:p>
        </p:txBody>
      </p:sp>
      <p:sp>
        <p:nvSpPr>
          <p:cNvPr id="40" name="text-564">
            <a:extLst xmlns:a="http://schemas.openxmlformats.org/drawingml/2006/main">
              <a:ext uri="{FF2B5EF4-FFF2-40B4-BE49-F238E27FC236}">
                <a16:creationId xmlns:a16="http://schemas.microsoft.com/office/drawing/2014/main" id="{100CA64D-E395-4841-A0DA-111F0B9BC1D1}"/>
              </a:ext>
            </a:extLst>
          </p:cNvPr>
          <p:cNvSpPr>
            <a:spLocks xmlns:a="http://schemas.openxmlformats.org/drawingml/2006/main" noGrp="1"/>
          </p:cNvSpPr>
          <p:nvPr/>
        </p:nvSpPr>
        <p:spPr>
          <a:xfrm xmlns:a="http://schemas.openxmlformats.org/drawingml/2006/main">
            <a:off x="3808628" y="3219450"/>
            <a:ext cx="37827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مع</a:t>
            </a:r>
          </a:p>
        </p:txBody>
      </p:sp>
      <p:sp>
        <p:nvSpPr>
          <p:cNvPr id="41" name="text-565">
            <a:extLst xmlns:a="http://schemas.openxmlformats.org/drawingml/2006/main">
              <a:ext uri="{FF2B5EF4-FFF2-40B4-BE49-F238E27FC236}">
                <a16:creationId xmlns:a16="http://schemas.microsoft.com/office/drawing/2014/main" id="{03FC23E3-8A7F-4958-8010-A38CDD5511CB}"/>
              </a:ext>
            </a:extLst>
          </p:cNvPr>
          <p:cNvSpPr>
            <a:spLocks xmlns:a="http://schemas.openxmlformats.org/drawingml/2006/main" noGrp="1"/>
          </p:cNvSpPr>
          <p:nvPr/>
        </p:nvSpPr>
        <p:spPr>
          <a:xfrm xmlns:a="http://schemas.openxmlformats.org/drawingml/2006/main">
            <a:off x="2229128" y="3219450"/>
            <a:ext cx="152320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المستفيدين</a:t>
            </a:r>
          </a:p>
        </p:txBody>
      </p:sp>
      <p:sp>
        <p:nvSpPr>
          <p:cNvPr id="42" name="text-566">
            <a:extLst xmlns:a="http://schemas.openxmlformats.org/drawingml/2006/main">
              <a:ext uri="{FF2B5EF4-FFF2-40B4-BE49-F238E27FC236}">
                <a16:creationId xmlns:a16="http://schemas.microsoft.com/office/drawing/2014/main" id="{03D401CE-AD1B-4A31-80F7-B46D7AEC05F3}"/>
              </a:ext>
            </a:extLst>
          </p:cNvPr>
          <p:cNvSpPr>
            <a:spLocks xmlns:a="http://schemas.openxmlformats.org/drawingml/2006/main" noGrp="1"/>
          </p:cNvSpPr>
          <p:nvPr/>
        </p:nvSpPr>
        <p:spPr>
          <a:xfrm xmlns:a="http://schemas.openxmlformats.org/drawingml/2006/main">
            <a:off x="5190820" y="3867150"/>
            <a:ext cx="57180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إتمام</a:t>
            </a:r>
          </a:p>
        </p:txBody>
      </p:sp>
      <p:sp>
        <p:nvSpPr>
          <p:cNvPr id="43" name="text-567">
            <a:extLst xmlns:a="http://schemas.openxmlformats.org/drawingml/2006/main">
              <a:ext uri="{FF2B5EF4-FFF2-40B4-BE49-F238E27FC236}">
                <a16:creationId xmlns:a16="http://schemas.microsoft.com/office/drawing/2014/main" id="{FCA96D37-7886-4234-B449-60DF3C2B3B33}"/>
              </a:ext>
            </a:extLst>
          </p:cNvPr>
          <p:cNvSpPr>
            <a:spLocks xmlns:a="http://schemas.openxmlformats.org/drawingml/2006/main" noGrp="1"/>
          </p:cNvSpPr>
          <p:nvPr/>
        </p:nvSpPr>
        <p:spPr>
          <a:xfrm xmlns:a="http://schemas.openxmlformats.org/drawingml/2006/main">
            <a:off x="4333793" y="3867150"/>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المهمة</a:t>
            </a:r>
          </a:p>
        </p:txBody>
      </p:sp>
      <p:sp>
        <p:nvSpPr>
          <p:cNvPr id="44" name="text-568">
            <a:extLst xmlns:a="http://schemas.openxmlformats.org/drawingml/2006/main">
              <a:ext uri="{FF2B5EF4-FFF2-40B4-BE49-F238E27FC236}">
                <a16:creationId xmlns:a16="http://schemas.microsoft.com/office/drawing/2014/main" id="{726F8570-543C-4368-B9BE-2E471EC9D34C}"/>
              </a:ext>
            </a:extLst>
          </p:cNvPr>
          <p:cNvSpPr>
            <a:spLocks xmlns:a="http://schemas.openxmlformats.org/drawingml/2006/main" noGrp="1"/>
          </p:cNvSpPr>
          <p:nvPr/>
        </p:nvSpPr>
        <p:spPr>
          <a:xfrm xmlns:a="http://schemas.openxmlformats.org/drawingml/2006/main">
            <a:off x="3687599" y="3867150"/>
            <a:ext cx="5848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وفهم</a:t>
            </a:r>
          </a:p>
        </p:txBody>
      </p:sp>
      <p:sp>
        <p:nvSpPr>
          <p:cNvPr id="45" name="text-569">
            <a:extLst xmlns:a="http://schemas.openxmlformats.org/drawingml/2006/main">
              <a:ext uri="{FF2B5EF4-FFF2-40B4-BE49-F238E27FC236}">
                <a16:creationId xmlns:a16="http://schemas.microsoft.com/office/drawing/2014/main" id="{D2873BDE-C158-4169-962E-ED418088F552}"/>
              </a:ext>
            </a:extLst>
          </p:cNvPr>
          <p:cNvSpPr>
            <a:spLocks xmlns:a="http://schemas.openxmlformats.org/drawingml/2006/main" noGrp="1"/>
          </p:cNvSpPr>
          <p:nvPr/>
        </p:nvSpPr>
        <p:spPr>
          <a:xfrm xmlns:a="http://schemas.openxmlformats.org/drawingml/2006/main">
            <a:off x="2874426" y="3867150"/>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الجواب</a:t>
            </a:r>
          </a:p>
        </p:txBody>
      </p:sp>
      <p:sp>
        <p:nvSpPr>
          <p:cNvPr id="46" name="text-570">
            <a:extLst xmlns:a="http://schemas.openxmlformats.org/drawingml/2006/main">
              <a:ext uri="{FF2B5EF4-FFF2-40B4-BE49-F238E27FC236}">
                <a16:creationId xmlns:a16="http://schemas.microsoft.com/office/drawing/2014/main" id="{7D142840-C960-49BA-AE0B-83B105030233}"/>
              </a:ext>
            </a:extLst>
          </p:cNvPr>
          <p:cNvSpPr>
            <a:spLocks xmlns:a="http://schemas.openxmlformats.org/drawingml/2006/main" noGrp="1"/>
          </p:cNvSpPr>
          <p:nvPr/>
        </p:nvSpPr>
        <p:spPr>
          <a:xfrm xmlns:a="http://schemas.openxmlformats.org/drawingml/2006/main">
            <a:off x="10962915" y="4933950"/>
            <a:ext cx="61948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إضافة</a:t>
            </a:r>
          </a:p>
        </p:txBody>
      </p:sp>
      <p:sp>
        <p:nvSpPr>
          <p:cNvPr id="47" name="text-571">
            <a:extLst xmlns:a="http://schemas.openxmlformats.org/drawingml/2006/main">
              <a:ext uri="{FF2B5EF4-FFF2-40B4-BE49-F238E27FC236}">
                <a16:creationId xmlns:a16="http://schemas.microsoft.com/office/drawing/2014/main" id="{1AFD2046-8804-41D5-9858-CD17C9517A20}"/>
              </a:ext>
            </a:extLst>
          </p:cNvPr>
          <p:cNvSpPr>
            <a:spLocks xmlns:a="http://schemas.openxmlformats.org/drawingml/2006/main" noGrp="1"/>
          </p:cNvSpPr>
          <p:nvPr/>
        </p:nvSpPr>
        <p:spPr>
          <a:xfrm xmlns:a="http://schemas.openxmlformats.org/drawingml/2006/main">
            <a:off x="10108546" y="4933950"/>
            <a:ext cx="79598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التحدي</a:t>
            </a:r>
          </a:p>
        </p:txBody>
      </p:sp>
      <p:sp>
        <p:nvSpPr>
          <p:cNvPr id="48" name="text-572">
            <a:extLst xmlns:a="http://schemas.openxmlformats.org/drawingml/2006/main">
              <a:ext uri="{FF2B5EF4-FFF2-40B4-BE49-F238E27FC236}">
                <a16:creationId xmlns:a16="http://schemas.microsoft.com/office/drawing/2014/main" id="{A8E93FFB-88D8-4DF6-9BB4-2EB40C1BD6A8}"/>
              </a:ext>
            </a:extLst>
          </p:cNvPr>
          <p:cNvSpPr>
            <a:spLocks xmlns:a="http://schemas.openxmlformats.org/drawingml/2006/main" noGrp="1"/>
          </p:cNvSpPr>
          <p:nvPr/>
        </p:nvSpPr>
        <p:spPr>
          <a:xfrm xmlns:a="http://schemas.openxmlformats.org/drawingml/2006/main">
            <a:off x="9288711" y="4933950"/>
            <a:ext cx="76144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مجلس</a:t>
            </a:r>
          </a:p>
        </p:txBody>
      </p:sp>
      <p:sp>
        <p:nvSpPr>
          <p:cNvPr id="49" name="text-573">
            <a:extLst xmlns:a="http://schemas.openxmlformats.org/drawingml/2006/main">
              <a:ext uri="{FF2B5EF4-FFF2-40B4-BE49-F238E27FC236}">
                <a16:creationId xmlns:a16="http://schemas.microsoft.com/office/drawing/2014/main" id="{B4B43DFD-D0BA-4DE4-81E8-FFE1E37F756B}"/>
              </a:ext>
            </a:extLst>
          </p:cNvPr>
          <p:cNvSpPr>
            <a:spLocks xmlns:a="http://schemas.openxmlformats.org/drawingml/2006/main" noGrp="1"/>
          </p:cNvSpPr>
          <p:nvPr/>
        </p:nvSpPr>
        <p:spPr>
          <a:xfrm xmlns:a="http://schemas.openxmlformats.org/drawingml/2006/main">
            <a:off x="8775462" y="4933950"/>
            <a:ext cx="4548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وبث</a:t>
            </a:r>
          </a:p>
        </p:txBody>
      </p:sp>
      <p:sp>
        <p:nvSpPr>
          <p:cNvPr id="50" name="text-574">
            <a:extLst xmlns:a="http://schemas.openxmlformats.org/drawingml/2006/main">
              <a:ext uri="{FF2B5EF4-FFF2-40B4-BE49-F238E27FC236}">
                <a16:creationId xmlns:a16="http://schemas.microsoft.com/office/drawing/2014/main" id="{17C7C105-B708-4ABB-B29C-5944D4631CB9}"/>
              </a:ext>
            </a:extLst>
          </p:cNvPr>
          <p:cNvSpPr>
            <a:spLocks xmlns:a="http://schemas.openxmlformats.org/drawingml/2006/main" noGrp="1"/>
          </p:cNvSpPr>
          <p:nvPr/>
        </p:nvSpPr>
        <p:spPr>
          <a:xfrm xmlns:a="http://schemas.openxmlformats.org/drawingml/2006/main">
            <a:off x="7957099" y="4933950"/>
            <a:ext cx="75997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ومراجع</a:t>
            </a:r>
          </a:p>
        </p:txBody>
      </p:sp>
      <p:sp>
        <p:nvSpPr>
          <p:cNvPr id="51" name="text-575">
            <a:extLst xmlns:a="http://schemas.openxmlformats.org/drawingml/2006/main">
              <a:ext uri="{FF2B5EF4-FFF2-40B4-BE49-F238E27FC236}">
                <a16:creationId xmlns:a16="http://schemas.microsoft.com/office/drawing/2014/main" id="{F8E36633-9C5C-4E71-8C10-E457DBDDD377}"/>
              </a:ext>
            </a:extLst>
          </p:cNvPr>
          <p:cNvSpPr>
            <a:spLocks xmlns:a="http://schemas.openxmlformats.org/drawingml/2006/main" noGrp="1"/>
          </p:cNvSpPr>
          <p:nvPr/>
        </p:nvSpPr>
        <p:spPr>
          <a:xfrm xmlns:a="http://schemas.openxmlformats.org/drawingml/2006/main">
            <a:off x="7231055" y="4933950"/>
            <a:ext cx="66765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وإحالة</a:t>
            </a:r>
          </a:p>
        </p:txBody>
      </p:sp>
      <p:sp>
        <p:nvSpPr>
          <p:cNvPr id="52" name="text-576">
            <a:extLst xmlns:a="http://schemas.openxmlformats.org/drawingml/2006/main">
              <a:ext uri="{FF2B5EF4-FFF2-40B4-BE49-F238E27FC236}">
                <a16:creationId xmlns:a16="http://schemas.microsoft.com/office/drawing/2014/main" id="{CEC044DB-4B2A-4FCD-855E-241480E4E189}"/>
              </a:ext>
            </a:extLst>
          </p:cNvPr>
          <p:cNvSpPr>
            <a:spLocks xmlns:a="http://schemas.openxmlformats.org/drawingml/2006/main" noGrp="1"/>
          </p:cNvSpPr>
          <p:nvPr/>
        </p:nvSpPr>
        <p:spPr>
          <a:xfrm xmlns:a="http://schemas.openxmlformats.org/drawingml/2006/main">
            <a:off x="6629313" y="4933950"/>
            <a:ext cx="54335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وأدلة</a:t>
            </a:r>
          </a:p>
        </p:txBody>
      </p:sp>
      <p:sp>
        <p:nvSpPr>
          <p:cNvPr id="53" name="text-577">
            <a:extLst xmlns:a="http://schemas.openxmlformats.org/drawingml/2006/main">
              <a:ext uri="{FF2B5EF4-FFF2-40B4-BE49-F238E27FC236}">
                <a16:creationId xmlns:a16="http://schemas.microsoft.com/office/drawing/2014/main" id="{A20E0B9D-BC9A-4D0C-803B-E4E045F56DA8}"/>
              </a:ext>
            </a:extLst>
          </p:cNvPr>
          <p:cNvSpPr>
            <a:spLocks xmlns:a="http://schemas.openxmlformats.org/drawingml/2006/main" noGrp="1"/>
          </p:cNvSpPr>
          <p:nvPr/>
        </p:nvSpPr>
        <p:spPr>
          <a:xfrm xmlns:a="http://schemas.openxmlformats.org/drawingml/2006/main">
            <a:off x="6045329" y="4933950"/>
            <a:ext cx="5255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قابلة</a:t>
            </a:r>
          </a:p>
        </p:txBody>
      </p:sp>
      <p:sp>
        <p:nvSpPr>
          <p:cNvPr id="54" name="text-578">
            <a:extLst xmlns:a="http://schemas.openxmlformats.org/drawingml/2006/main">
              <a:ext uri="{FF2B5EF4-FFF2-40B4-BE49-F238E27FC236}">
                <a16:creationId xmlns:a16="http://schemas.microsoft.com/office/drawing/2014/main" id="{8665D30C-56BD-43B2-BD51-7D86F6FDE19B}"/>
              </a:ext>
            </a:extLst>
          </p:cNvPr>
          <p:cNvSpPr>
            <a:spLocks xmlns:a="http://schemas.openxmlformats.org/drawingml/2006/main" noGrp="1"/>
          </p:cNvSpPr>
          <p:nvPr/>
        </p:nvSpPr>
        <p:spPr>
          <a:xfrm xmlns:a="http://schemas.openxmlformats.org/drawingml/2006/main">
            <a:off x="5188704" y="4933950"/>
            <a:ext cx="7982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للفحص</a:t>
            </a:r>
          </a:p>
        </p:txBody>
      </p:sp>
      <p:sp>
        <p:nvSpPr>
          <p:cNvPr id="55" name="text-579">
            <a:extLst xmlns:a="http://schemas.openxmlformats.org/drawingml/2006/main">
              <a:ext uri="{FF2B5EF4-FFF2-40B4-BE49-F238E27FC236}">
                <a16:creationId xmlns:a16="http://schemas.microsoft.com/office/drawing/2014/main" id="{5E5EBF49-D117-4872-8450-76B9E828339C}"/>
              </a:ext>
            </a:extLst>
          </p:cNvPr>
          <p:cNvSpPr>
            <a:spLocks xmlns:a="http://schemas.openxmlformats.org/drawingml/2006/main" noGrp="1"/>
          </p:cNvSpPr>
          <p:nvPr/>
        </p:nvSpPr>
        <p:spPr>
          <a:xfrm xmlns:a="http://schemas.openxmlformats.org/drawingml/2006/main">
            <a:off x="10867260" y="5562600"/>
            <a:ext cx="71514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النموذج</a:t>
            </a:r>
          </a:p>
        </p:txBody>
      </p:sp>
      <p:sp>
        <p:nvSpPr>
          <p:cNvPr id="56" name="text-580">
            <a:extLst xmlns:a="http://schemas.openxmlformats.org/drawingml/2006/main">
              <a:ext uri="{FF2B5EF4-FFF2-40B4-BE49-F238E27FC236}">
                <a16:creationId xmlns:a16="http://schemas.microsoft.com/office/drawing/2014/main" id="{5200CA90-56D3-4CE2-8739-F9D350CB39C5}"/>
              </a:ext>
            </a:extLst>
          </p:cNvPr>
          <p:cNvSpPr>
            <a:spLocks xmlns:a="http://schemas.openxmlformats.org/drawingml/2006/main" noGrp="1"/>
          </p:cNvSpPr>
          <p:nvPr/>
        </p:nvSpPr>
        <p:spPr>
          <a:xfrm xmlns:a="http://schemas.openxmlformats.org/drawingml/2006/main">
            <a:off x="10052847" y="5562600"/>
            <a:ext cx="76497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والبحوث</a:t>
            </a:r>
          </a:p>
        </p:txBody>
      </p:sp>
      <p:sp>
        <p:nvSpPr>
          <p:cNvPr id="57" name="text-581">
            <a:extLst xmlns:a="http://schemas.openxmlformats.org/drawingml/2006/main">
              <a:ext uri="{FF2B5EF4-FFF2-40B4-BE49-F238E27FC236}">
                <a16:creationId xmlns:a16="http://schemas.microsoft.com/office/drawing/2014/main" id="{FA7A1C0A-6CA0-4D64-89CB-355336EB181A}"/>
              </a:ext>
            </a:extLst>
          </p:cNvPr>
          <p:cNvSpPr>
            <a:spLocks xmlns:a="http://schemas.openxmlformats.org/drawingml/2006/main" noGrp="1"/>
          </p:cNvSpPr>
          <p:nvPr/>
        </p:nvSpPr>
        <p:spPr>
          <a:xfrm xmlns:a="http://schemas.openxmlformats.org/drawingml/2006/main">
            <a:off x="9576708" y="5562600"/>
            <a:ext cx="4267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أصل</a:t>
            </a:r>
          </a:p>
        </p:txBody>
      </p:sp>
      <p:sp>
        <p:nvSpPr>
          <p:cNvPr id="58" name="text-582">
            <a:extLst xmlns:a="http://schemas.openxmlformats.org/drawingml/2006/main">
              <a:ext uri="{FF2B5EF4-FFF2-40B4-BE49-F238E27FC236}">
                <a16:creationId xmlns:a16="http://schemas.microsoft.com/office/drawing/2014/main" id="{05730F18-EA93-45D0-8A88-93A86A6D9C27}"/>
              </a:ext>
            </a:extLst>
          </p:cNvPr>
          <p:cNvSpPr>
            <a:spLocks xmlns:a="http://schemas.openxmlformats.org/drawingml/2006/main" noGrp="1"/>
          </p:cNvSpPr>
          <p:nvPr/>
        </p:nvSpPr>
        <p:spPr>
          <a:xfrm xmlns:a="http://schemas.openxmlformats.org/drawingml/2006/main">
            <a:off x="8937515" y="5562600"/>
            <a:ext cx="58975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سابق</a:t>
            </a:r>
          </a:p>
        </p:txBody>
      </p:sp>
      <p:sp>
        <p:nvSpPr>
          <p:cNvPr id="59" name="text-583">
            <a:extLst xmlns:a="http://schemas.openxmlformats.org/drawingml/2006/main">
              <a:ext uri="{FF2B5EF4-FFF2-40B4-BE49-F238E27FC236}">
                <a16:creationId xmlns:a16="http://schemas.microsoft.com/office/drawing/2014/main" id="{1CC40FAD-F47D-421A-9017-3F10FBA6FA92}"/>
              </a:ext>
            </a:extLst>
          </p:cNvPr>
          <p:cNvSpPr>
            <a:spLocks xmlns:a="http://schemas.openxmlformats.org/drawingml/2006/main" noGrp="1"/>
          </p:cNvSpPr>
          <p:nvPr/>
        </p:nvSpPr>
        <p:spPr>
          <a:xfrm xmlns:a="http://schemas.openxmlformats.org/drawingml/2006/main">
            <a:off x="8770219" y="5562600"/>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a:t>
            </a:r>
          </a:p>
        </p:txBody>
      </p:sp>
      <p:sp>
        <p:nvSpPr>
          <p:cNvPr id="60" name="text-584">
            <a:extLst xmlns:a="http://schemas.openxmlformats.org/drawingml/2006/main">
              <a:ext uri="{FF2B5EF4-FFF2-40B4-BE49-F238E27FC236}">
                <a16:creationId xmlns:a16="http://schemas.microsoft.com/office/drawing/2014/main" id="{5FEDEE32-AEE2-4590-8D8C-88C6582F4B5D}"/>
              </a:ext>
            </a:extLst>
          </p:cNvPr>
          <p:cNvSpPr>
            <a:spLocks xmlns:a="http://schemas.openxmlformats.org/drawingml/2006/main" noGrp="1"/>
          </p:cNvSpPr>
          <p:nvPr/>
        </p:nvSpPr>
        <p:spPr>
          <a:xfrm xmlns:a="http://schemas.openxmlformats.org/drawingml/2006/main">
            <a:off x="8471066" y="5562600"/>
            <a:ext cx="24971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أثر</a:t>
            </a:r>
          </a:p>
        </p:txBody>
      </p:sp>
      <p:sp>
        <p:nvSpPr>
          <p:cNvPr id="61" name="text-585">
            <a:extLst xmlns:a="http://schemas.openxmlformats.org/drawingml/2006/main">
              <a:ext uri="{FF2B5EF4-FFF2-40B4-BE49-F238E27FC236}">
                <a16:creationId xmlns:a16="http://schemas.microsoft.com/office/drawing/2014/main" id="{C21F7AAC-0934-4E0A-AC9C-0257EAE327C6}"/>
              </a:ext>
            </a:extLst>
          </p:cNvPr>
          <p:cNvSpPr>
            <a:spLocks xmlns:a="http://schemas.openxmlformats.org/drawingml/2006/main" noGrp="1"/>
          </p:cNvSpPr>
          <p:nvPr/>
        </p:nvSpPr>
        <p:spPr>
          <a:xfrm xmlns:a="http://schemas.openxmlformats.org/drawingml/2006/main">
            <a:off x="7426984" y="5562600"/>
            <a:ext cx="9946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الاستخدام</a:t>
            </a:r>
          </a:p>
        </p:txBody>
      </p:sp>
      <p:sp>
        <p:nvSpPr>
          <p:cNvPr id="62" name="text-586">
            <a:extLst xmlns:a="http://schemas.openxmlformats.org/drawingml/2006/main">
              <a:ext uri="{FF2B5EF4-FFF2-40B4-BE49-F238E27FC236}">
                <a16:creationId xmlns:a16="http://schemas.microsoft.com/office/drawing/2014/main" id="{3D87357E-2132-4D40-A21D-83A7822ABF95}"/>
              </a:ext>
            </a:extLst>
          </p:cNvPr>
          <p:cNvSpPr>
            <a:spLocks xmlns:a="http://schemas.openxmlformats.org/drawingml/2006/main" noGrp="1"/>
          </p:cNvSpPr>
          <p:nvPr/>
        </p:nvSpPr>
        <p:spPr>
          <a:xfrm xmlns:a="http://schemas.openxmlformats.org/drawingml/2006/main">
            <a:off x="6713719" y="5562600"/>
            <a:ext cx="663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الواسع</a:t>
            </a:r>
          </a:p>
        </p:txBody>
      </p:sp>
      <p:sp>
        <p:nvSpPr>
          <p:cNvPr id="63" name="text-587">
            <a:extLst xmlns:a="http://schemas.openxmlformats.org/drawingml/2006/main">
              <a:ext uri="{FF2B5EF4-FFF2-40B4-BE49-F238E27FC236}">
                <a16:creationId xmlns:a16="http://schemas.microsoft.com/office/drawing/2014/main" id="{409B1991-EA1D-414B-BF11-6C3FB584A0FC}"/>
              </a:ext>
            </a:extLst>
          </p:cNvPr>
          <p:cNvSpPr>
            <a:spLocks xmlns:a="http://schemas.openxmlformats.org/drawingml/2006/main" noGrp="1"/>
          </p:cNvSpPr>
          <p:nvPr/>
        </p:nvSpPr>
        <p:spPr>
          <a:xfrm xmlns:a="http://schemas.openxmlformats.org/drawingml/2006/main">
            <a:off x="6407797" y="5562600"/>
            <a:ext cx="2564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لم</a:t>
            </a:r>
          </a:p>
        </p:txBody>
      </p:sp>
      <p:sp>
        <p:nvSpPr>
          <p:cNvPr id="64" name="text-588">
            <a:extLst xmlns:a="http://schemas.openxmlformats.org/drawingml/2006/main">
              <a:ext uri="{FF2B5EF4-FFF2-40B4-BE49-F238E27FC236}">
                <a16:creationId xmlns:a16="http://schemas.microsoft.com/office/drawing/2014/main" id="{60121034-D64D-4502-92AC-A836735DED29}"/>
              </a:ext>
            </a:extLst>
          </p:cNvPr>
          <p:cNvSpPr>
            <a:spLocks xmlns:a="http://schemas.openxmlformats.org/drawingml/2006/main" noGrp="1"/>
          </p:cNvSpPr>
          <p:nvPr/>
        </p:nvSpPr>
        <p:spPr>
          <a:xfrm xmlns:a="http://schemas.openxmlformats.org/drawingml/2006/main">
            <a:off x="5851210" y="5562600"/>
            <a:ext cx="507152"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يُقَس</a:t>
            </a:r>
          </a:p>
        </p:txBody>
      </p:sp>
      <p:sp>
        <p:nvSpPr>
          <p:cNvPr id="65" name="text-589">
            <a:extLst xmlns:a="http://schemas.openxmlformats.org/drawingml/2006/main">
              <a:ext uri="{FF2B5EF4-FFF2-40B4-BE49-F238E27FC236}">
                <a16:creationId xmlns:a16="http://schemas.microsoft.com/office/drawing/2014/main" id="{51DF9574-DAC8-49D3-B032-64777347E588}"/>
              </a:ext>
            </a:extLst>
          </p:cNvPr>
          <p:cNvSpPr>
            <a:spLocks xmlns:a="http://schemas.openxmlformats.org/drawingml/2006/main" noGrp="1"/>
          </p:cNvSpPr>
          <p:nvPr/>
        </p:nvSpPr>
        <p:spPr>
          <a:xfrm xmlns:a="http://schemas.openxmlformats.org/drawingml/2006/main">
            <a:off x="5468372" y="5562600"/>
            <a:ext cx="3334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بعد</a:t>
            </a:r>
          </a:p>
        </p:txBody>
      </p:sp>
    </p:spTree>
    <p:extLst>
      <p:ext uri="{BB962C8B-B14F-4D97-AF65-F5344CB8AC3E}">
        <p14:creationId xmlns:p14="http://schemas.microsoft.com/office/powerpoint/2010/main" val="1144186931"/>
      </p:ext>
    </p:extLst>
  </p:cSld>
</p:sld>
</file>

<file path=ppt/slides/slide1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74" name="text-590">
            <a:extLst xmlns:a="http://schemas.openxmlformats.org/drawingml/2006/main">
              <a:ext uri="{FF2B5EF4-FFF2-40B4-BE49-F238E27FC236}">
                <a16:creationId xmlns:a16="http://schemas.microsoft.com/office/drawing/2014/main" id="{3A149308-3CA1-48D9-AAAA-310B5F0203F0}"/>
              </a:ext>
            </a:extLst>
          </p:cNvPr>
          <p:cNvSpPr>
            <a:spLocks xmlns:a="http://schemas.openxmlformats.org/drawingml/2006/main" noGrp="1"/>
          </p:cNvSpPr>
          <p:nvPr/>
        </p:nvSpPr>
        <p:spPr>
          <a:xfrm xmlns:a="http://schemas.openxmlformats.org/drawingml/2006/main">
            <a:off x="10879607" y="457200"/>
            <a:ext cx="7027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أعد</a:t>
            </a:r>
          </a:p>
        </p:txBody>
      </p:sp>
      <p:sp>
        <p:nvSpPr>
          <p:cNvPr id="2" name="text-591">
            <a:extLst xmlns:a="http://schemas.openxmlformats.org/drawingml/2006/main">
              <a:ext uri="{FF2B5EF4-FFF2-40B4-BE49-F238E27FC236}">
                <a16:creationId xmlns:a16="http://schemas.microsoft.com/office/drawing/2014/main" id="{C621CF9A-7EFB-4DBC-9DD8-E03AF7CCBB5A}"/>
              </a:ext>
            </a:extLst>
          </p:cNvPr>
          <p:cNvSpPr>
            <a:spLocks xmlns:a="http://schemas.openxmlformats.org/drawingml/2006/main" noGrp="1"/>
          </p:cNvSpPr>
          <p:nvPr/>
        </p:nvSpPr>
        <p:spPr>
          <a:xfrm xmlns:a="http://schemas.openxmlformats.org/drawingml/2006/main">
            <a:off x="9334980" y="457200"/>
            <a:ext cx="14436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التجربة</a:t>
            </a:r>
          </a:p>
        </p:txBody>
      </p:sp>
      <p:sp>
        <p:nvSpPr>
          <p:cNvPr id="3" name="text-592">
            <a:extLst xmlns:a="http://schemas.openxmlformats.org/drawingml/2006/main">
              <a:ext uri="{FF2B5EF4-FFF2-40B4-BE49-F238E27FC236}">
                <a16:creationId xmlns:a16="http://schemas.microsoft.com/office/drawing/2014/main" id="{20F6D0D9-1F03-432F-9D0F-BB7FAF7DAE13}"/>
              </a:ext>
            </a:extLst>
          </p:cNvPr>
          <p:cNvSpPr>
            <a:spLocks xmlns:a="http://schemas.openxmlformats.org/drawingml/2006/main" noGrp="1"/>
          </p:cNvSpPr>
          <p:nvPr/>
        </p:nvSpPr>
        <p:spPr>
          <a:xfrm xmlns:a="http://schemas.openxmlformats.org/drawingml/2006/main">
            <a:off x="7656622" y="457200"/>
            <a:ext cx="1577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وافحص</a:t>
            </a:r>
          </a:p>
        </p:txBody>
      </p:sp>
      <p:sp>
        <p:nvSpPr>
          <p:cNvPr id="4" name="text-593">
            <a:extLst xmlns:a="http://schemas.openxmlformats.org/drawingml/2006/main">
              <a:ext uri="{FF2B5EF4-FFF2-40B4-BE49-F238E27FC236}">
                <a16:creationId xmlns:a16="http://schemas.microsoft.com/office/drawing/2014/main" id="{7105DF46-6C25-4FB9-97E3-F1D4362B6238}"/>
              </a:ext>
            </a:extLst>
          </p:cNvPr>
          <p:cNvSpPr>
            <a:spLocks xmlns:a="http://schemas.openxmlformats.org/drawingml/2006/main" noGrp="1"/>
          </p:cNvSpPr>
          <p:nvPr/>
        </p:nvSpPr>
        <p:spPr>
          <a:xfrm xmlns:a="http://schemas.openxmlformats.org/drawingml/2006/main">
            <a:off x="6143991" y="457200"/>
            <a:ext cx="14116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النتيجة</a:t>
            </a:r>
          </a:p>
        </p:txBody>
      </p:sp>
      <p:sp>
        <p:nvSpPr>
          <p:cNvPr id="5" name="text-594">
            <a:extLst xmlns:a="http://schemas.openxmlformats.org/drawingml/2006/main">
              <a:ext uri="{FF2B5EF4-FFF2-40B4-BE49-F238E27FC236}">
                <a16:creationId xmlns:a16="http://schemas.microsoft.com/office/drawing/2014/main" id="{3E14B006-F159-483E-934B-AA1592400A0B}"/>
              </a:ext>
            </a:extLst>
          </p:cNvPr>
          <p:cNvSpPr>
            <a:spLocks xmlns:a="http://schemas.openxmlformats.org/drawingml/2006/main" noGrp="1"/>
          </p:cNvSpPr>
          <p:nvPr/>
        </p:nvSpPr>
        <p:spPr>
          <a:xfrm xmlns:a="http://schemas.openxmlformats.org/drawingml/2006/main">
            <a:off x="4582325" y="457200"/>
            <a:ext cx="14607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بنفسك</a:t>
            </a:r>
          </a:p>
        </p:txBody>
      </p:sp>
      <p:sp>
        <p:nvSpPr>
          <p:cNvPr id="6" name="shape-595">
            <a:extLst xmlns:a="http://schemas.openxmlformats.org/drawingml/2006/main">
              <a:ext uri="{FF2B5EF4-FFF2-40B4-BE49-F238E27FC236}">
                <a16:creationId xmlns:a16="http://schemas.microsoft.com/office/drawing/2014/main" id="{747A267C-5CB1-4D2B-9B7E-54D23EC60336}"/>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596">
            <a:extLst xmlns:a="http://schemas.openxmlformats.org/drawingml/2006/main">
              <a:ext uri="{FF2B5EF4-FFF2-40B4-BE49-F238E27FC236}">
                <a16:creationId xmlns:a16="http://schemas.microsoft.com/office/drawing/2014/main" id="{C0C0BBBC-A67D-432B-AB34-AC6C10843B2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597">
            <a:extLst xmlns:a="http://schemas.openxmlformats.org/drawingml/2006/main">
              <a:ext uri="{FF2B5EF4-FFF2-40B4-BE49-F238E27FC236}">
                <a16:creationId xmlns:a16="http://schemas.microsoft.com/office/drawing/2014/main" id="{0AA27DCB-351B-467C-B238-7561DDCAD3A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598">
            <a:extLst xmlns:a="http://schemas.openxmlformats.org/drawingml/2006/main">
              <a:ext uri="{FF2B5EF4-FFF2-40B4-BE49-F238E27FC236}">
                <a16:creationId xmlns:a16="http://schemas.microsoft.com/office/drawing/2014/main" id="{D84B0E03-86FD-42A7-8097-E2CFF2634D8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599">
            <a:extLst xmlns:a="http://schemas.openxmlformats.org/drawingml/2006/main">
              <a:ext uri="{FF2B5EF4-FFF2-40B4-BE49-F238E27FC236}">
                <a16:creationId xmlns:a16="http://schemas.microsoft.com/office/drawing/2014/main" id="{E33336B5-531F-45B2-9A3C-5CE6BAAA544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600">
            <a:extLst xmlns:a="http://schemas.openxmlformats.org/drawingml/2006/main">
              <a:ext uri="{FF2B5EF4-FFF2-40B4-BE49-F238E27FC236}">
                <a16:creationId xmlns:a16="http://schemas.microsoft.com/office/drawing/2014/main" id="{780BD7A5-EF1E-4AE4-B0BD-18DF1E9BEEA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601">
            <a:extLst xmlns:a="http://schemas.openxmlformats.org/drawingml/2006/main">
              <a:ext uri="{FF2B5EF4-FFF2-40B4-BE49-F238E27FC236}">
                <a16:creationId xmlns:a16="http://schemas.microsoft.com/office/drawing/2014/main" id="{06E1A6F0-F2FB-444E-A2E1-1F57DF85C54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602">
            <a:extLst xmlns:a="http://schemas.openxmlformats.org/drawingml/2006/main">
              <a:ext uri="{FF2B5EF4-FFF2-40B4-BE49-F238E27FC236}">
                <a16:creationId xmlns:a16="http://schemas.microsoft.com/office/drawing/2014/main" id="{001673A8-E4D3-4378-9CE0-3B71B16C62B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14</a:t>
            </a:r>
          </a:p>
        </p:txBody>
      </p:sp>
      <p:sp>
        <p:nvSpPr>
          <p:cNvPr id="14" name="text-603">
            <a:extLst xmlns:a="http://schemas.openxmlformats.org/drawingml/2006/main">
              <a:ext uri="{FF2B5EF4-FFF2-40B4-BE49-F238E27FC236}">
                <a16:creationId xmlns:a16="http://schemas.microsoft.com/office/drawing/2014/main" id="{13457B68-C62C-4EB5-9692-918920EF5939}"/>
              </a:ext>
            </a:extLst>
          </p:cNvPr>
          <p:cNvSpPr>
            <a:spLocks xmlns:a="http://schemas.openxmlformats.org/drawingml/2006/main" noGrp="1"/>
          </p:cNvSpPr>
          <p:nvPr/>
        </p:nvSpPr>
        <p:spPr>
          <a:xfrm xmlns:a="http://schemas.openxmlformats.org/drawingml/2006/main">
            <a:off x="10593126" y="1495425"/>
            <a:ext cx="98927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السؤال</a:t>
            </a:r>
          </a:p>
        </p:txBody>
      </p:sp>
      <p:sp>
        <p:nvSpPr>
          <p:cNvPr id="15" name="text-604">
            <a:extLst xmlns:a="http://schemas.openxmlformats.org/drawingml/2006/main">
              <a:ext uri="{FF2B5EF4-FFF2-40B4-BE49-F238E27FC236}">
                <a16:creationId xmlns:a16="http://schemas.microsoft.com/office/drawing/2014/main" id="{BC67CDC3-637E-4EFF-A561-415BA5639937}"/>
              </a:ext>
            </a:extLst>
          </p:cNvPr>
          <p:cNvSpPr>
            <a:spLocks xmlns:a="http://schemas.openxmlformats.org/drawingml/2006/main" noGrp="1"/>
          </p:cNvSpPr>
          <p:nvPr/>
        </p:nvSpPr>
        <p:spPr>
          <a:xfrm xmlns:a="http://schemas.openxmlformats.org/drawingml/2006/main">
            <a:off x="10028011" y="1495425"/>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16" name="text-605">
            <a:extLst xmlns:a="http://schemas.openxmlformats.org/drawingml/2006/main">
              <a:ext uri="{FF2B5EF4-FFF2-40B4-BE49-F238E27FC236}">
                <a16:creationId xmlns:a16="http://schemas.microsoft.com/office/drawing/2014/main" id="{9245EA3B-97D3-42AA-A59B-95CEB497F5C5}"/>
              </a:ext>
            </a:extLst>
          </p:cNvPr>
          <p:cNvSpPr>
            <a:spLocks xmlns:a="http://schemas.openxmlformats.org/drawingml/2006/main" noGrp="1"/>
          </p:cNvSpPr>
          <p:nvPr/>
        </p:nvSpPr>
        <p:spPr>
          <a:xfrm xmlns:a="http://schemas.openxmlformats.org/drawingml/2006/main">
            <a:off x="9421193" y="1495425"/>
            <a:ext cx="54776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برق</a:t>
            </a:r>
          </a:p>
        </p:txBody>
      </p:sp>
      <p:sp>
        <p:nvSpPr>
          <p:cNvPr id="17" name="text-606">
            <a:extLst xmlns:a="http://schemas.openxmlformats.org/drawingml/2006/main">
              <a:ext uri="{FF2B5EF4-FFF2-40B4-BE49-F238E27FC236}">
                <a16:creationId xmlns:a16="http://schemas.microsoft.com/office/drawing/2014/main" id="{20B50522-303D-4A97-AE6F-78F96F70EAF3}"/>
              </a:ext>
            </a:extLst>
          </p:cNvPr>
          <p:cNvSpPr>
            <a:spLocks xmlns:a="http://schemas.openxmlformats.org/drawingml/2006/main" noGrp="1"/>
          </p:cNvSpPr>
          <p:nvPr/>
        </p:nvSpPr>
        <p:spPr>
          <a:xfrm xmlns:a="http://schemas.openxmlformats.org/drawingml/2006/main">
            <a:off x="8574253" y="1495425"/>
            <a:ext cx="787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الفتى</a:t>
            </a:r>
          </a:p>
        </p:txBody>
      </p:sp>
      <p:sp>
        <p:nvSpPr>
          <p:cNvPr id="18" name="text-607">
            <a:extLst xmlns:a="http://schemas.openxmlformats.org/drawingml/2006/main">
              <a:ext uri="{FF2B5EF4-FFF2-40B4-BE49-F238E27FC236}">
                <a16:creationId xmlns:a16="http://schemas.microsoft.com/office/drawing/2014/main" id="{D0C07654-FB02-4D51-AB77-765474F4B586}"/>
              </a:ext>
            </a:extLst>
          </p:cNvPr>
          <p:cNvSpPr>
            <a:spLocks xmlns:a="http://schemas.openxmlformats.org/drawingml/2006/main" noGrp="1"/>
          </p:cNvSpPr>
          <p:nvPr/>
        </p:nvSpPr>
        <p:spPr>
          <a:xfrm xmlns:a="http://schemas.openxmlformats.org/drawingml/2006/main">
            <a:off x="5836067" y="1495425"/>
            <a:ext cx="298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ما</a:t>
            </a:r>
          </a:p>
        </p:txBody>
      </p:sp>
      <p:sp>
        <p:nvSpPr>
          <p:cNvPr id="19" name="text-608">
            <a:extLst xmlns:a="http://schemas.openxmlformats.org/drawingml/2006/main">
              <a:ext uri="{FF2B5EF4-FFF2-40B4-BE49-F238E27FC236}">
                <a16:creationId xmlns:a16="http://schemas.microsoft.com/office/drawing/2014/main" id="{81B47F94-6970-41DB-A0B8-0D8A0CA9BB82}"/>
              </a:ext>
            </a:extLst>
          </p:cNvPr>
          <p:cNvSpPr>
            <a:spLocks xmlns:a="http://schemas.openxmlformats.org/drawingml/2006/main" noGrp="1"/>
          </p:cNvSpPr>
          <p:nvPr/>
        </p:nvSpPr>
        <p:spPr>
          <a:xfrm xmlns:a="http://schemas.openxmlformats.org/drawingml/2006/main">
            <a:off x="5130287" y="1495425"/>
            <a:ext cx="6467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الذي</a:t>
            </a:r>
          </a:p>
        </p:txBody>
      </p:sp>
      <p:sp>
        <p:nvSpPr>
          <p:cNvPr id="20" name="text-609">
            <a:extLst xmlns:a="http://schemas.openxmlformats.org/drawingml/2006/main">
              <a:ext uri="{FF2B5EF4-FFF2-40B4-BE49-F238E27FC236}">
                <a16:creationId xmlns:a16="http://schemas.microsoft.com/office/drawing/2014/main" id="{AAB64801-F0EF-45EB-9E2D-55042011B023}"/>
              </a:ext>
            </a:extLst>
          </p:cNvPr>
          <p:cNvSpPr>
            <a:spLocks xmlns:a="http://schemas.openxmlformats.org/drawingml/2006/main" noGrp="1"/>
          </p:cNvSpPr>
          <p:nvPr/>
        </p:nvSpPr>
        <p:spPr>
          <a:xfrm xmlns:a="http://schemas.openxmlformats.org/drawingml/2006/main">
            <a:off x="3956152" y="1495425"/>
            <a:ext cx="111508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تفحصه؟</a:t>
            </a:r>
          </a:p>
        </p:txBody>
      </p:sp>
      <p:sp>
        <p:nvSpPr>
          <p:cNvPr id="21" name="shape-610">
            <a:extLst xmlns:a="http://schemas.openxmlformats.org/drawingml/2006/main">
              <a:ext uri="{FF2B5EF4-FFF2-40B4-BE49-F238E27FC236}">
                <a16:creationId xmlns:a16="http://schemas.microsoft.com/office/drawing/2014/main" id="{BAC9467C-17AA-408D-81C4-470EDA672D51}"/>
              </a:ext>
            </a:extLst>
          </p:cNvPr>
          <p:cNvSpPr>
            <a:spLocks xmlns:a="http://schemas.openxmlformats.org/drawingml/2006/main" noGrp="1"/>
          </p:cNvSpPr>
          <p:nvPr/>
        </p:nvSpPr>
        <p:spPr>
          <a:xfrm xmlns:a="http://schemas.openxmlformats.org/drawingml/2006/main">
            <a:off x="609600" y="201930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2" name="text-611">
            <a:extLst xmlns:a="http://schemas.openxmlformats.org/drawingml/2006/main">
              <a:ext uri="{FF2B5EF4-FFF2-40B4-BE49-F238E27FC236}">
                <a16:creationId xmlns:a16="http://schemas.microsoft.com/office/drawing/2014/main" id="{3F57EB2E-E92B-4502-B40C-7FD613D2B596}"/>
              </a:ext>
            </a:extLst>
          </p:cNvPr>
          <p:cNvSpPr>
            <a:spLocks xmlns:a="http://schemas.openxmlformats.org/drawingml/2006/main" noGrp="1"/>
          </p:cNvSpPr>
          <p:nvPr/>
        </p:nvSpPr>
        <p:spPr>
          <a:xfrm xmlns:a="http://schemas.openxmlformats.org/drawingml/2006/main">
            <a:off x="11061513" y="2257425"/>
            <a:ext cx="520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لماذا</a:t>
            </a:r>
          </a:p>
        </p:txBody>
      </p:sp>
      <p:sp>
        <p:nvSpPr>
          <p:cNvPr id="23" name="text-612">
            <a:extLst xmlns:a="http://schemas.openxmlformats.org/drawingml/2006/main">
              <a:ext uri="{FF2B5EF4-FFF2-40B4-BE49-F238E27FC236}">
                <a16:creationId xmlns:a16="http://schemas.microsoft.com/office/drawing/2014/main" id="{CE70D7B5-CDC2-4DDE-886A-6A6319B452D9}"/>
              </a:ext>
            </a:extLst>
          </p:cNvPr>
          <p:cNvSpPr>
            <a:spLocks xmlns:a="http://schemas.openxmlformats.org/drawingml/2006/main" noGrp="1"/>
          </p:cNvSpPr>
          <p:nvPr/>
        </p:nvSpPr>
        <p:spPr>
          <a:xfrm xmlns:a="http://schemas.openxmlformats.org/drawingml/2006/main">
            <a:off x="10541691" y="2257425"/>
            <a:ext cx="4614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a:t>
            </a:r>
          </a:p>
        </p:txBody>
      </p:sp>
      <p:sp>
        <p:nvSpPr>
          <p:cNvPr id="24" name="text-613">
            <a:extLst xmlns:a="http://schemas.openxmlformats.org/drawingml/2006/main">
              <a:ext uri="{FF2B5EF4-FFF2-40B4-BE49-F238E27FC236}">
                <a16:creationId xmlns:a16="http://schemas.microsoft.com/office/drawing/2014/main" id="{55CEA6B9-D1D8-43A7-84D3-CBE34D166B87}"/>
              </a:ext>
            </a:extLst>
          </p:cNvPr>
          <p:cNvSpPr>
            <a:spLocks xmlns:a="http://schemas.openxmlformats.org/drawingml/2006/main" noGrp="1"/>
          </p:cNvSpPr>
          <p:nvPr/>
        </p:nvSpPr>
        <p:spPr>
          <a:xfrm xmlns:a="http://schemas.openxmlformats.org/drawingml/2006/main">
            <a:off x="9360134" y="2257425"/>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25" name="text-614">
            <a:extLst xmlns:a="http://schemas.openxmlformats.org/drawingml/2006/main">
              <a:ext uri="{FF2B5EF4-FFF2-40B4-BE49-F238E27FC236}">
                <a16:creationId xmlns:a16="http://schemas.microsoft.com/office/drawing/2014/main" id="{5275C3CC-AFD0-4393-B72B-F7C0F1A112EC}"/>
              </a:ext>
            </a:extLst>
          </p:cNvPr>
          <p:cNvSpPr>
            <a:spLocks xmlns:a="http://schemas.openxmlformats.org/drawingml/2006/main" noGrp="1"/>
          </p:cNvSpPr>
          <p:nvPr/>
        </p:nvSpPr>
        <p:spPr>
          <a:xfrm xmlns:a="http://schemas.openxmlformats.org/drawingml/2006/main">
            <a:off x="8514595" y="2257425"/>
            <a:ext cx="78715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الكعبة؟</a:t>
            </a:r>
          </a:p>
        </p:txBody>
      </p:sp>
      <p:sp>
        <p:nvSpPr>
          <p:cNvPr id="26" name="text-615">
            <a:extLst xmlns:a="http://schemas.openxmlformats.org/drawingml/2006/main">
              <a:ext uri="{FF2B5EF4-FFF2-40B4-BE49-F238E27FC236}">
                <a16:creationId xmlns:a16="http://schemas.microsoft.com/office/drawing/2014/main" id="{373B1C6D-07AF-4454-B871-09181A41CBE0}"/>
              </a:ext>
            </a:extLst>
          </p:cNvPr>
          <p:cNvSpPr>
            <a:spLocks xmlns:a="http://schemas.openxmlformats.org/drawingml/2006/main" noGrp="1"/>
          </p:cNvSpPr>
          <p:nvPr/>
        </p:nvSpPr>
        <p:spPr>
          <a:xfrm xmlns:a="http://schemas.openxmlformats.org/drawingml/2006/main">
            <a:off x="5203694" y="2257425"/>
            <a:ext cx="6922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تصحيح</a:t>
            </a:r>
          </a:p>
        </p:txBody>
      </p:sp>
      <p:sp>
        <p:nvSpPr>
          <p:cNvPr id="27" name="text-616">
            <a:extLst xmlns:a="http://schemas.openxmlformats.org/drawingml/2006/main">
              <a:ext uri="{FF2B5EF4-FFF2-40B4-BE49-F238E27FC236}">
                <a16:creationId xmlns:a16="http://schemas.microsoft.com/office/drawing/2014/main" id="{E53A9E2D-0AC8-4CD1-8F42-D6248A138035}"/>
              </a:ext>
            </a:extLst>
          </p:cNvPr>
          <p:cNvSpPr>
            <a:spLocks xmlns:a="http://schemas.openxmlformats.org/drawingml/2006/main" noGrp="1"/>
          </p:cNvSpPr>
          <p:nvPr/>
        </p:nvSpPr>
        <p:spPr>
          <a:xfrm xmlns:a="http://schemas.openxmlformats.org/drawingml/2006/main">
            <a:off x="4377204" y="2257425"/>
            <a:ext cx="77410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الفرضية</a:t>
            </a:r>
          </a:p>
        </p:txBody>
      </p:sp>
      <p:sp>
        <p:nvSpPr>
          <p:cNvPr id="28" name="text-617">
            <a:extLst xmlns:a="http://schemas.openxmlformats.org/drawingml/2006/main">
              <a:ext uri="{FF2B5EF4-FFF2-40B4-BE49-F238E27FC236}">
                <a16:creationId xmlns:a16="http://schemas.microsoft.com/office/drawing/2014/main" id="{A5DC94A2-1834-4A14-B908-790D37078996}"/>
              </a:ext>
            </a:extLst>
          </p:cNvPr>
          <p:cNvSpPr>
            <a:spLocks xmlns:a="http://schemas.openxmlformats.org/drawingml/2006/main" noGrp="1"/>
          </p:cNvSpPr>
          <p:nvPr/>
        </p:nvSpPr>
        <p:spPr>
          <a:xfrm xmlns:a="http://schemas.openxmlformats.org/drawingml/2006/main">
            <a:off x="3844448" y="2257425"/>
            <a:ext cx="48036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وفتح</a:t>
            </a:r>
          </a:p>
        </p:txBody>
      </p:sp>
      <p:sp>
        <p:nvSpPr>
          <p:cNvPr id="29" name="text-618">
            <a:extLst xmlns:a="http://schemas.openxmlformats.org/drawingml/2006/main">
              <a:ext uri="{FF2B5EF4-FFF2-40B4-BE49-F238E27FC236}">
                <a16:creationId xmlns:a16="http://schemas.microsoft.com/office/drawing/2014/main" id="{9E20800E-5961-4125-B79F-7A63D8C6A618}"/>
              </a:ext>
            </a:extLst>
          </p:cNvPr>
          <p:cNvSpPr>
            <a:spLocks xmlns:a="http://schemas.openxmlformats.org/drawingml/2006/main" noGrp="1"/>
          </p:cNvSpPr>
          <p:nvPr/>
        </p:nvSpPr>
        <p:spPr>
          <a:xfrm xmlns:a="http://schemas.openxmlformats.org/drawingml/2006/main">
            <a:off x="3093795" y="2257425"/>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المصدر</a:t>
            </a:r>
          </a:p>
        </p:txBody>
      </p:sp>
      <p:sp>
        <p:nvSpPr>
          <p:cNvPr id="30" name="text-619">
            <a:extLst xmlns:a="http://schemas.openxmlformats.org/drawingml/2006/main">
              <a:ext uri="{FF2B5EF4-FFF2-40B4-BE49-F238E27FC236}">
                <a16:creationId xmlns:a16="http://schemas.microsoft.com/office/drawing/2014/main" id="{8C21BA10-4B52-4F69-AB00-3CAFE59D7C7F}"/>
              </a:ext>
            </a:extLst>
          </p:cNvPr>
          <p:cNvSpPr>
            <a:spLocks xmlns:a="http://schemas.openxmlformats.org/drawingml/2006/main" noGrp="1"/>
          </p:cNvSpPr>
          <p:nvPr/>
        </p:nvSpPr>
        <p:spPr>
          <a:xfrm xmlns:a="http://schemas.openxmlformats.org/drawingml/2006/main">
            <a:off x="2330192" y="2257425"/>
            <a:ext cx="71121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٩٢٩٢٣</a:t>
            </a:r>
          </a:p>
        </p:txBody>
      </p:sp>
      <p:sp>
        <p:nvSpPr>
          <p:cNvPr id="31" name="text-620">
            <a:extLst xmlns:a="http://schemas.openxmlformats.org/drawingml/2006/main">
              <a:ext uri="{FF2B5EF4-FFF2-40B4-BE49-F238E27FC236}">
                <a16:creationId xmlns:a16="http://schemas.microsoft.com/office/drawing/2014/main" id="{383BF6CB-2A89-4912-AE75-2BD57F9E8D1C}"/>
              </a:ext>
            </a:extLst>
          </p:cNvPr>
          <p:cNvSpPr>
            <a:spLocks xmlns:a="http://schemas.openxmlformats.org/drawingml/2006/main" noGrp="1"/>
          </p:cNvSpPr>
          <p:nvPr/>
        </p:nvSpPr>
        <p:spPr>
          <a:xfrm xmlns:a="http://schemas.openxmlformats.org/drawingml/2006/main">
            <a:off x="11041205" y="3124200"/>
            <a:ext cx="5411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أكمل</a:t>
            </a:r>
          </a:p>
        </p:txBody>
      </p:sp>
      <p:sp>
        <p:nvSpPr>
          <p:cNvPr id="32" name="text-621">
            <a:extLst xmlns:a="http://schemas.openxmlformats.org/drawingml/2006/main">
              <a:ext uri="{FF2B5EF4-FFF2-40B4-BE49-F238E27FC236}">
                <a16:creationId xmlns:a16="http://schemas.microsoft.com/office/drawing/2014/main" id="{3A8B550C-B88F-486F-9DAC-9D53DD205DEA}"/>
              </a:ext>
            </a:extLst>
          </p:cNvPr>
          <p:cNvSpPr>
            <a:spLocks xmlns:a="http://schemas.openxmlformats.org/drawingml/2006/main" noGrp="1"/>
          </p:cNvSpPr>
          <p:nvPr/>
        </p:nvSpPr>
        <p:spPr>
          <a:xfrm xmlns:a="http://schemas.openxmlformats.org/drawingml/2006/main">
            <a:off x="10529827" y="3124200"/>
            <a:ext cx="4560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الآية</a:t>
            </a:r>
          </a:p>
        </p:txBody>
      </p:sp>
      <p:sp>
        <p:nvSpPr>
          <p:cNvPr id="33" name="text-622">
            <a:extLst xmlns:a="http://schemas.openxmlformats.org/drawingml/2006/main">
              <a:ext uri="{FF2B5EF4-FFF2-40B4-BE49-F238E27FC236}">
                <a16:creationId xmlns:a16="http://schemas.microsoft.com/office/drawing/2014/main" id="{49E046F2-3ED4-401F-94A3-AF87301558E8}"/>
              </a:ext>
            </a:extLst>
          </p:cNvPr>
          <p:cNvSpPr>
            <a:spLocks xmlns:a="http://schemas.openxmlformats.org/drawingml/2006/main" noGrp="1"/>
          </p:cNvSpPr>
          <p:nvPr/>
        </p:nvSpPr>
        <p:spPr>
          <a:xfrm xmlns:a="http://schemas.openxmlformats.org/drawingml/2006/main">
            <a:off x="10214860" y="3124200"/>
            <a:ext cx="2596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إن</a:t>
            </a:r>
          </a:p>
        </p:txBody>
      </p:sp>
      <p:sp>
        <p:nvSpPr>
          <p:cNvPr id="34" name="text-623">
            <a:extLst xmlns:a="http://schemas.openxmlformats.org/drawingml/2006/main">
              <a:ext uri="{FF2B5EF4-FFF2-40B4-BE49-F238E27FC236}">
                <a16:creationId xmlns:a16="http://schemas.microsoft.com/office/drawing/2014/main" id="{38410BD7-E58E-48C7-8766-F3F43F709B95}"/>
              </a:ext>
            </a:extLst>
          </p:cNvPr>
          <p:cNvSpPr>
            <a:spLocks xmlns:a="http://schemas.openxmlformats.org/drawingml/2006/main" noGrp="1"/>
          </p:cNvSpPr>
          <p:nvPr/>
        </p:nvSpPr>
        <p:spPr>
          <a:xfrm xmlns:a="http://schemas.openxmlformats.org/drawingml/2006/main">
            <a:off x="9828765" y="3124200"/>
            <a:ext cx="33075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الله</a:t>
            </a:r>
          </a:p>
        </p:txBody>
      </p:sp>
      <p:sp>
        <p:nvSpPr>
          <p:cNvPr id="35" name="text-624">
            <a:extLst xmlns:a="http://schemas.openxmlformats.org/drawingml/2006/main">
              <a:ext uri="{FF2B5EF4-FFF2-40B4-BE49-F238E27FC236}">
                <a16:creationId xmlns:a16="http://schemas.microsoft.com/office/drawing/2014/main" id="{88197FCC-DF24-4E42-B654-760CB08B2ABA}"/>
              </a:ext>
            </a:extLst>
          </p:cNvPr>
          <p:cNvSpPr>
            <a:spLocks xmlns:a="http://schemas.openxmlformats.org/drawingml/2006/main" noGrp="1"/>
          </p:cNvSpPr>
          <p:nvPr/>
        </p:nvSpPr>
        <p:spPr>
          <a:xfrm xmlns:a="http://schemas.openxmlformats.org/drawingml/2006/main">
            <a:off x="9366833" y="3124200"/>
            <a:ext cx="40659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يأمر</a:t>
            </a:r>
          </a:p>
        </p:txBody>
      </p:sp>
      <p:sp>
        <p:nvSpPr>
          <p:cNvPr id="36" name="text-625">
            <a:extLst xmlns:a="http://schemas.openxmlformats.org/drawingml/2006/main">
              <a:ext uri="{FF2B5EF4-FFF2-40B4-BE49-F238E27FC236}">
                <a16:creationId xmlns:a16="http://schemas.microsoft.com/office/drawing/2014/main" id="{A8E98DCF-A80F-4502-832F-9F74E649CD00}"/>
              </a:ext>
            </a:extLst>
          </p:cNvPr>
          <p:cNvSpPr>
            <a:spLocks xmlns:a="http://schemas.openxmlformats.org/drawingml/2006/main" noGrp="1"/>
          </p:cNvSpPr>
          <p:nvPr/>
        </p:nvSpPr>
        <p:spPr>
          <a:xfrm xmlns:a="http://schemas.openxmlformats.org/drawingml/2006/main">
            <a:off x="8652274" y="3124200"/>
            <a:ext cx="65921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بالعدل</a:t>
            </a:r>
          </a:p>
        </p:txBody>
      </p:sp>
      <p:sp>
        <p:nvSpPr>
          <p:cNvPr id="37" name="text-626">
            <a:extLst xmlns:a="http://schemas.openxmlformats.org/drawingml/2006/main">
              <a:ext uri="{FF2B5EF4-FFF2-40B4-BE49-F238E27FC236}">
                <a16:creationId xmlns:a16="http://schemas.microsoft.com/office/drawing/2014/main" id="{EB46D3E8-18E8-4E72-A97F-D45DEAF4B9C4}"/>
              </a:ext>
            </a:extLst>
          </p:cNvPr>
          <p:cNvSpPr>
            <a:spLocks xmlns:a="http://schemas.openxmlformats.org/drawingml/2006/main" noGrp="1"/>
          </p:cNvSpPr>
          <p:nvPr/>
        </p:nvSpPr>
        <p:spPr>
          <a:xfrm xmlns:a="http://schemas.openxmlformats.org/drawingml/2006/main">
            <a:off x="7591199" y="3124200"/>
            <a:ext cx="100573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والإحسان</a:t>
            </a:r>
          </a:p>
        </p:txBody>
      </p:sp>
      <p:sp>
        <p:nvSpPr>
          <p:cNvPr id="38" name="text-627">
            <a:extLst xmlns:a="http://schemas.openxmlformats.org/drawingml/2006/main">
              <a:ext uri="{FF2B5EF4-FFF2-40B4-BE49-F238E27FC236}">
                <a16:creationId xmlns:a16="http://schemas.microsoft.com/office/drawing/2014/main" id="{45E1BFEF-214D-4D6C-A96B-43BD11A4EC6D}"/>
              </a:ext>
            </a:extLst>
          </p:cNvPr>
          <p:cNvSpPr>
            <a:spLocks xmlns:a="http://schemas.openxmlformats.org/drawingml/2006/main" noGrp="1"/>
          </p:cNvSpPr>
          <p:nvPr/>
        </p:nvSpPr>
        <p:spPr>
          <a:xfrm xmlns:a="http://schemas.openxmlformats.org/drawingml/2006/main">
            <a:off x="5358213" y="3124200"/>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النص</a:t>
            </a:r>
          </a:p>
        </p:txBody>
      </p:sp>
      <p:sp>
        <p:nvSpPr>
          <p:cNvPr id="39" name="text-628">
            <a:extLst xmlns:a="http://schemas.openxmlformats.org/drawingml/2006/main">
              <a:ext uri="{FF2B5EF4-FFF2-40B4-BE49-F238E27FC236}">
                <a16:creationId xmlns:a16="http://schemas.microsoft.com/office/drawing/2014/main" id="{EA5F3ABA-8E7A-4B62-A012-111469C46978}"/>
              </a:ext>
            </a:extLst>
          </p:cNvPr>
          <p:cNvSpPr>
            <a:spLocks xmlns:a="http://schemas.openxmlformats.org/drawingml/2006/main" noGrp="1"/>
          </p:cNvSpPr>
          <p:nvPr/>
        </p:nvSpPr>
        <p:spPr>
          <a:xfrm xmlns:a="http://schemas.openxmlformats.org/drawingml/2006/main">
            <a:off x="4631195" y="3124200"/>
            <a:ext cx="67167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الكامل</a:t>
            </a:r>
          </a:p>
        </p:txBody>
      </p:sp>
      <p:sp>
        <p:nvSpPr>
          <p:cNvPr id="40" name="text-629">
            <a:extLst xmlns:a="http://schemas.openxmlformats.org/drawingml/2006/main">
              <a:ext uri="{FF2B5EF4-FFF2-40B4-BE49-F238E27FC236}">
                <a16:creationId xmlns:a16="http://schemas.microsoft.com/office/drawing/2014/main" id="{5E62DE88-234C-45F0-BE82-0E947AA4F7B6}"/>
              </a:ext>
            </a:extLst>
          </p:cNvPr>
          <p:cNvSpPr>
            <a:spLocks xmlns:a="http://schemas.openxmlformats.org/drawingml/2006/main" noGrp="1"/>
          </p:cNvSpPr>
          <p:nvPr/>
        </p:nvSpPr>
        <p:spPr>
          <a:xfrm xmlns:a="http://schemas.openxmlformats.org/drawingml/2006/main">
            <a:off x="3646056" y="3124200"/>
            <a:ext cx="9297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ومطابقته</a:t>
            </a:r>
          </a:p>
        </p:txBody>
      </p:sp>
      <p:sp>
        <p:nvSpPr>
          <p:cNvPr id="41" name="text-630">
            <a:extLst xmlns:a="http://schemas.openxmlformats.org/drawingml/2006/main">
              <a:ext uri="{FF2B5EF4-FFF2-40B4-BE49-F238E27FC236}">
                <a16:creationId xmlns:a16="http://schemas.microsoft.com/office/drawing/2014/main" id="{11B8BDA3-470E-4F1D-A113-A05D58A406C4}"/>
              </a:ext>
            </a:extLst>
          </p:cNvPr>
          <p:cNvSpPr>
            <a:spLocks xmlns:a="http://schemas.openxmlformats.org/drawingml/2006/main" noGrp="1"/>
          </p:cNvSpPr>
          <p:nvPr/>
        </p:nvSpPr>
        <p:spPr>
          <a:xfrm xmlns:a="http://schemas.openxmlformats.org/drawingml/2006/main">
            <a:off x="2967306" y="3124200"/>
            <a:ext cx="6234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للنحل</a:t>
            </a:r>
          </a:p>
        </p:txBody>
      </p:sp>
      <p:sp>
        <p:nvSpPr>
          <p:cNvPr id="42" name="text-631">
            <a:extLst xmlns:a="http://schemas.openxmlformats.org/drawingml/2006/main">
              <a:ext uri="{FF2B5EF4-FFF2-40B4-BE49-F238E27FC236}">
                <a16:creationId xmlns:a16="http://schemas.microsoft.com/office/drawing/2014/main" id="{63E0C1F9-C450-4B8A-AC44-A217F1E73034}"/>
              </a:ext>
            </a:extLst>
          </p:cNvPr>
          <p:cNvSpPr>
            <a:spLocks xmlns:a="http://schemas.openxmlformats.org/drawingml/2006/main" noGrp="1"/>
          </p:cNvSpPr>
          <p:nvPr/>
        </p:nvSpPr>
        <p:spPr>
          <a:xfrm xmlns:a="http://schemas.openxmlformats.org/drawingml/2006/main">
            <a:off x="2593376" y="31242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43" name="text-632">
            <a:extLst xmlns:a="http://schemas.openxmlformats.org/drawingml/2006/main">
              <a:ext uri="{FF2B5EF4-FFF2-40B4-BE49-F238E27FC236}">
                <a16:creationId xmlns:a16="http://schemas.microsoft.com/office/drawing/2014/main" id="{436D722E-E216-42EE-AAA9-0B1190E2C679}"/>
              </a:ext>
            </a:extLst>
          </p:cNvPr>
          <p:cNvSpPr>
            <a:spLocks xmlns:a="http://schemas.openxmlformats.org/drawingml/2006/main" noGrp="1"/>
          </p:cNvSpPr>
          <p:nvPr/>
        </p:nvSpPr>
        <p:spPr>
          <a:xfrm xmlns:a="http://schemas.openxmlformats.org/drawingml/2006/main">
            <a:off x="11338765" y="3990975"/>
            <a:ext cx="2436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ما</a:t>
            </a:r>
          </a:p>
        </p:txBody>
      </p:sp>
      <p:sp>
        <p:nvSpPr>
          <p:cNvPr id="44" name="text-633">
            <a:extLst xmlns:a="http://schemas.openxmlformats.org/drawingml/2006/main">
              <a:ext uri="{FF2B5EF4-FFF2-40B4-BE49-F238E27FC236}">
                <a16:creationId xmlns:a16="http://schemas.microsoft.com/office/drawing/2014/main" id="{E6D399D6-9DB0-4A85-856B-70CCBC9A0AC1}"/>
              </a:ext>
            </a:extLst>
          </p:cNvPr>
          <p:cNvSpPr>
            <a:spLocks xmlns:a="http://schemas.openxmlformats.org/drawingml/2006/main" noGrp="1"/>
          </p:cNvSpPr>
          <p:nvPr/>
        </p:nvSpPr>
        <p:spPr>
          <a:xfrm xmlns:a="http://schemas.openxmlformats.org/drawingml/2006/main">
            <a:off x="10652258" y="399097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الفرق</a:t>
            </a:r>
          </a:p>
        </p:txBody>
      </p:sp>
      <p:sp>
        <p:nvSpPr>
          <p:cNvPr id="45" name="text-634">
            <a:extLst xmlns:a="http://schemas.openxmlformats.org/drawingml/2006/main">
              <a:ext uri="{FF2B5EF4-FFF2-40B4-BE49-F238E27FC236}">
                <a16:creationId xmlns:a16="http://schemas.microsoft.com/office/drawing/2014/main" id="{4B358E9C-D221-4D88-9913-FDB271F912EB}"/>
              </a:ext>
            </a:extLst>
          </p:cNvPr>
          <p:cNvSpPr>
            <a:spLocks xmlns:a="http://schemas.openxmlformats.org/drawingml/2006/main" noGrp="1"/>
          </p:cNvSpPr>
          <p:nvPr/>
        </p:nvSpPr>
        <p:spPr>
          <a:xfrm xmlns:a="http://schemas.openxmlformats.org/drawingml/2006/main">
            <a:off x="10202779" y="3990975"/>
            <a:ext cx="3910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بين</a:t>
            </a:r>
          </a:p>
        </p:txBody>
      </p:sp>
      <p:sp>
        <p:nvSpPr>
          <p:cNvPr id="46" name="text-635">
            <a:extLst xmlns:a="http://schemas.openxmlformats.org/drawingml/2006/main">
              <a:ext uri="{FF2B5EF4-FFF2-40B4-BE49-F238E27FC236}">
                <a16:creationId xmlns:a16="http://schemas.microsoft.com/office/drawing/2014/main" id="{7B0731A5-52EA-44A6-8C37-B9A0D8C7A751}"/>
              </a:ext>
            </a:extLst>
          </p:cNvPr>
          <p:cNvSpPr>
            <a:spLocks xmlns:a="http://schemas.openxmlformats.org/drawingml/2006/main" noGrp="1"/>
          </p:cNvSpPr>
          <p:nvPr/>
        </p:nvSpPr>
        <p:spPr>
          <a:xfrm xmlns:a="http://schemas.openxmlformats.org/drawingml/2006/main">
            <a:off x="9424738" y="3990975"/>
            <a:ext cx="71965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النفس</a:t>
            </a:r>
          </a:p>
        </p:txBody>
      </p:sp>
      <p:sp>
        <p:nvSpPr>
          <p:cNvPr id="47" name="text-636">
            <a:extLst xmlns:a="http://schemas.openxmlformats.org/drawingml/2006/main">
              <a:ext uri="{FF2B5EF4-FFF2-40B4-BE49-F238E27FC236}">
                <a16:creationId xmlns:a16="http://schemas.microsoft.com/office/drawing/2014/main" id="{46ACC71E-12F9-49DA-B247-471A7492D729}"/>
              </a:ext>
            </a:extLst>
          </p:cNvPr>
          <p:cNvSpPr>
            <a:spLocks xmlns:a="http://schemas.openxmlformats.org/drawingml/2006/main" noGrp="1"/>
          </p:cNvSpPr>
          <p:nvPr/>
        </p:nvSpPr>
        <p:spPr>
          <a:xfrm xmlns:a="http://schemas.openxmlformats.org/drawingml/2006/main">
            <a:off x="8599801" y="3990975"/>
            <a:ext cx="7665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والروح؟</a:t>
            </a:r>
          </a:p>
        </p:txBody>
      </p:sp>
      <p:sp>
        <p:nvSpPr>
          <p:cNvPr id="48" name="text-637">
            <a:extLst xmlns:a="http://schemas.openxmlformats.org/drawingml/2006/main">
              <a:ext uri="{FF2B5EF4-FFF2-40B4-BE49-F238E27FC236}">
                <a16:creationId xmlns:a16="http://schemas.microsoft.com/office/drawing/2014/main" id="{9AE2362E-5D5C-4AB7-BC12-81FC2DFE6F97}"/>
              </a:ext>
            </a:extLst>
          </p:cNvPr>
          <p:cNvSpPr>
            <a:spLocks xmlns:a="http://schemas.openxmlformats.org/drawingml/2006/main" noGrp="1"/>
          </p:cNvSpPr>
          <p:nvPr/>
        </p:nvSpPr>
        <p:spPr>
          <a:xfrm xmlns:a="http://schemas.openxmlformats.org/drawingml/2006/main">
            <a:off x="5363119" y="3990975"/>
            <a:ext cx="5328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قرائن</a:t>
            </a:r>
          </a:p>
        </p:txBody>
      </p:sp>
      <p:sp>
        <p:nvSpPr>
          <p:cNvPr id="49" name="text-638">
            <a:extLst xmlns:a="http://schemas.openxmlformats.org/drawingml/2006/main">
              <a:ext uri="{FF2B5EF4-FFF2-40B4-BE49-F238E27FC236}">
                <a16:creationId xmlns:a16="http://schemas.microsoft.com/office/drawing/2014/main" id="{F2D0D0B7-947B-4CC1-9789-A022F6D656EE}"/>
              </a:ext>
            </a:extLst>
          </p:cNvPr>
          <p:cNvSpPr>
            <a:spLocks xmlns:a="http://schemas.openxmlformats.org/drawingml/2006/main" noGrp="1"/>
          </p:cNvSpPr>
          <p:nvPr/>
        </p:nvSpPr>
        <p:spPr>
          <a:xfrm xmlns:a="http://schemas.openxmlformats.org/drawingml/2006/main">
            <a:off x="4280470" y="3990975"/>
            <a:ext cx="10302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الاستعمال</a:t>
            </a:r>
          </a:p>
        </p:txBody>
      </p:sp>
      <p:sp>
        <p:nvSpPr>
          <p:cNvPr id="50" name="text-639">
            <a:extLst xmlns:a="http://schemas.openxmlformats.org/drawingml/2006/main">
              <a:ext uri="{FF2B5EF4-FFF2-40B4-BE49-F238E27FC236}">
                <a16:creationId xmlns:a16="http://schemas.microsoft.com/office/drawing/2014/main" id="{9623239A-2CBF-4D96-9E2C-C68CBFAB1F6E}"/>
              </a:ext>
            </a:extLst>
          </p:cNvPr>
          <p:cNvSpPr>
            <a:spLocks xmlns:a="http://schemas.openxmlformats.org/drawingml/2006/main" noGrp="1"/>
          </p:cNvSpPr>
          <p:nvPr/>
        </p:nvSpPr>
        <p:spPr>
          <a:xfrm xmlns:a="http://schemas.openxmlformats.org/drawingml/2006/main">
            <a:off x="3185166" y="3990975"/>
            <a:ext cx="104291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وشواهدها</a:t>
            </a:r>
          </a:p>
        </p:txBody>
      </p:sp>
      <p:sp>
        <p:nvSpPr>
          <p:cNvPr id="51" name="text-640">
            <a:extLst xmlns:a="http://schemas.openxmlformats.org/drawingml/2006/main">
              <a:ext uri="{FF2B5EF4-FFF2-40B4-BE49-F238E27FC236}">
                <a16:creationId xmlns:a16="http://schemas.microsoft.com/office/drawing/2014/main" id="{B6B83ADF-749C-4E4C-8E6D-22B7D92B57C7}"/>
              </a:ext>
            </a:extLst>
          </p:cNvPr>
          <p:cNvSpPr>
            <a:spLocks xmlns:a="http://schemas.openxmlformats.org/drawingml/2006/main" noGrp="1"/>
          </p:cNvSpPr>
          <p:nvPr/>
        </p:nvSpPr>
        <p:spPr>
          <a:xfrm xmlns:a="http://schemas.openxmlformats.org/drawingml/2006/main">
            <a:off x="2276560" y="3990975"/>
            <a:ext cx="8562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وحدودها</a:t>
            </a:r>
          </a:p>
        </p:txBody>
      </p:sp>
      <p:sp>
        <p:nvSpPr>
          <p:cNvPr id="52" name="text-641">
            <a:extLst xmlns:a="http://schemas.openxmlformats.org/drawingml/2006/main">
              <a:ext uri="{FF2B5EF4-FFF2-40B4-BE49-F238E27FC236}">
                <a16:creationId xmlns:a16="http://schemas.microsoft.com/office/drawing/2014/main" id="{EA6A5BD2-BCE8-4E22-A53E-F7B4B1E6FC01}"/>
              </a:ext>
            </a:extLst>
          </p:cNvPr>
          <p:cNvSpPr>
            <a:spLocks xmlns:a="http://schemas.openxmlformats.org/drawingml/2006/main" noGrp="1"/>
          </p:cNvSpPr>
          <p:nvPr/>
        </p:nvSpPr>
        <p:spPr>
          <a:xfrm xmlns:a="http://schemas.openxmlformats.org/drawingml/2006/main">
            <a:off x="11106741" y="4981575"/>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٣٦٨</a:t>
            </a:r>
          </a:p>
        </p:txBody>
      </p:sp>
      <p:sp>
        <p:nvSpPr>
          <p:cNvPr id="53" name="text-642">
            <a:extLst xmlns:a="http://schemas.openxmlformats.org/drawingml/2006/main">
              <a:ext uri="{FF2B5EF4-FFF2-40B4-BE49-F238E27FC236}">
                <a16:creationId xmlns:a16="http://schemas.microsoft.com/office/drawing/2014/main" id="{CDB105C5-1144-48FF-8433-E6006F4A1510}"/>
              </a:ext>
            </a:extLst>
          </p:cNvPr>
          <p:cNvSpPr>
            <a:spLocks xmlns:a="http://schemas.openxmlformats.org/drawingml/2006/main" noGrp="1"/>
          </p:cNvSpPr>
          <p:nvPr/>
        </p:nvSpPr>
        <p:spPr>
          <a:xfrm xmlns:a="http://schemas.openxmlformats.org/drawingml/2006/main">
            <a:off x="10372161" y="4981575"/>
            <a:ext cx="6761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اختبارًا</a:t>
            </a:r>
          </a:p>
        </p:txBody>
      </p:sp>
      <p:sp>
        <p:nvSpPr>
          <p:cNvPr id="54" name="text-643">
            <a:extLst xmlns:a="http://schemas.openxmlformats.org/drawingml/2006/main">
              <a:ext uri="{FF2B5EF4-FFF2-40B4-BE49-F238E27FC236}">
                <a16:creationId xmlns:a16="http://schemas.microsoft.com/office/drawing/2014/main" id="{9EF34CEE-05D0-454D-B151-5F9ADBC26C09}"/>
              </a:ext>
            </a:extLst>
          </p:cNvPr>
          <p:cNvSpPr>
            <a:spLocks xmlns:a="http://schemas.openxmlformats.org/drawingml/2006/main" noGrp="1"/>
          </p:cNvSpPr>
          <p:nvPr/>
        </p:nvSpPr>
        <p:spPr>
          <a:xfrm xmlns:a="http://schemas.openxmlformats.org/drawingml/2006/main">
            <a:off x="9717539" y="4981575"/>
            <a:ext cx="5962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محليًا</a:t>
            </a:r>
          </a:p>
        </p:txBody>
      </p:sp>
      <p:sp>
        <p:nvSpPr>
          <p:cNvPr id="55" name="text-644">
            <a:extLst xmlns:a="http://schemas.openxmlformats.org/drawingml/2006/main">
              <a:ext uri="{FF2B5EF4-FFF2-40B4-BE49-F238E27FC236}">
                <a16:creationId xmlns:a16="http://schemas.microsoft.com/office/drawing/2014/main" id="{16A1CF9A-AE9F-44E6-8E22-46E0C17F82CB}"/>
              </a:ext>
            </a:extLst>
          </p:cNvPr>
          <p:cNvSpPr>
            <a:spLocks xmlns:a="http://schemas.openxmlformats.org/drawingml/2006/main" noGrp="1"/>
          </p:cNvSpPr>
          <p:nvPr/>
        </p:nvSpPr>
        <p:spPr>
          <a:xfrm xmlns:a="http://schemas.openxmlformats.org/drawingml/2006/main">
            <a:off x="9530890"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56" name="text-645">
            <a:extLst xmlns:a="http://schemas.openxmlformats.org/drawingml/2006/main">
              <a:ext uri="{FF2B5EF4-FFF2-40B4-BE49-F238E27FC236}">
                <a16:creationId xmlns:a16="http://schemas.microsoft.com/office/drawing/2014/main" id="{52A3A2E8-13E9-4F34-8907-524DE07713A6}"/>
              </a:ext>
            </a:extLst>
          </p:cNvPr>
          <p:cNvSpPr>
            <a:spLocks xmlns:a="http://schemas.openxmlformats.org/drawingml/2006/main" noGrp="1"/>
          </p:cNvSpPr>
          <p:nvPr/>
        </p:nvSpPr>
        <p:spPr>
          <a:xfrm xmlns:a="http://schemas.openxmlformats.org/drawingml/2006/main">
            <a:off x="9142728"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٦٠</a:t>
            </a:r>
          </a:p>
        </p:txBody>
      </p:sp>
      <p:sp>
        <p:nvSpPr>
          <p:cNvPr id="57" name="text-646">
            <a:extLst xmlns:a="http://schemas.openxmlformats.org/drawingml/2006/main">
              <a:ext uri="{FF2B5EF4-FFF2-40B4-BE49-F238E27FC236}">
                <a16:creationId xmlns:a16="http://schemas.microsoft.com/office/drawing/2014/main" id="{E9420BA7-740B-431D-B287-056D5E130B32}"/>
              </a:ext>
            </a:extLst>
          </p:cNvPr>
          <p:cNvSpPr>
            <a:spLocks xmlns:a="http://schemas.openxmlformats.org/drawingml/2006/main" noGrp="1"/>
          </p:cNvSpPr>
          <p:nvPr/>
        </p:nvSpPr>
        <p:spPr>
          <a:xfrm xmlns:a="http://schemas.openxmlformats.org/drawingml/2006/main">
            <a:off x="8471232" y="4981575"/>
            <a:ext cx="6131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a:t>
            </a:r>
          </a:p>
        </p:txBody>
      </p:sp>
      <p:sp>
        <p:nvSpPr>
          <p:cNvPr id="58" name="text-647">
            <a:extLst xmlns:a="http://schemas.openxmlformats.org/drawingml/2006/main">
              <a:ext uri="{FF2B5EF4-FFF2-40B4-BE49-F238E27FC236}">
                <a16:creationId xmlns:a16="http://schemas.microsoft.com/office/drawing/2014/main" id="{F7482193-4735-463A-AAF5-D61932688ED3}"/>
              </a:ext>
            </a:extLst>
          </p:cNvPr>
          <p:cNvSpPr>
            <a:spLocks xmlns:a="http://schemas.openxmlformats.org/drawingml/2006/main" noGrp="1"/>
          </p:cNvSpPr>
          <p:nvPr/>
        </p:nvSpPr>
        <p:spPr>
          <a:xfrm xmlns:a="http://schemas.openxmlformats.org/drawingml/2006/main">
            <a:off x="7635504" y="4981575"/>
            <a:ext cx="77734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تشغيل</a:t>
            </a:r>
          </a:p>
        </p:txBody>
      </p:sp>
      <p:sp>
        <p:nvSpPr>
          <p:cNvPr id="59" name="text-648">
            <a:extLst xmlns:a="http://schemas.openxmlformats.org/drawingml/2006/main">
              <a:ext uri="{FF2B5EF4-FFF2-40B4-BE49-F238E27FC236}">
                <a16:creationId xmlns:a16="http://schemas.microsoft.com/office/drawing/2014/main" id="{58FA0C60-04CE-4ABF-822D-B32E4D64DE4F}"/>
              </a:ext>
            </a:extLst>
          </p:cNvPr>
          <p:cNvSpPr>
            <a:spLocks xmlns:a="http://schemas.openxmlformats.org/drawingml/2006/main" noGrp="1"/>
          </p:cNvSpPr>
          <p:nvPr/>
        </p:nvSpPr>
        <p:spPr>
          <a:xfrm xmlns:a="http://schemas.openxmlformats.org/drawingml/2006/main">
            <a:off x="7448855"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60" name="text-649">
            <a:extLst xmlns:a="http://schemas.openxmlformats.org/drawingml/2006/main">
              <a:ext uri="{FF2B5EF4-FFF2-40B4-BE49-F238E27FC236}">
                <a16:creationId xmlns:a16="http://schemas.microsoft.com/office/drawing/2014/main" id="{BFF92B21-9CB9-4594-B956-8E58445C1AF5}"/>
              </a:ext>
            </a:extLst>
          </p:cNvPr>
          <p:cNvSpPr>
            <a:spLocks xmlns:a="http://schemas.openxmlformats.org/drawingml/2006/main" noGrp="1"/>
          </p:cNvSpPr>
          <p:nvPr/>
        </p:nvSpPr>
        <p:spPr>
          <a:xfrm xmlns:a="http://schemas.openxmlformats.org/drawingml/2006/main">
            <a:off x="7060693"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٢٨</a:t>
            </a:r>
          </a:p>
        </p:txBody>
      </p:sp>
      <p:sp>
        <p:nvSpPr>
          <p:cNvPr id="61" name="text-650">
            <a:extLst xmlns:a="http://schemas.openxmlformats.org/drawingml/2006/main">
              <a:ext uri="{FF2B5EF4-FFF2-40B4-BE49-F238E27FC236}">
                <a16:creationId xmlns:a16="http://schemas.microsoft.com/office/drawing/2014/main" id="{5BD34C87-370D-4EBC-A142-672E79196782}"/>
              </a:ext>
            </a:extLst>
          </p:cNvPr>
          <p:cNvSpPr>
            <a:spLocks xmlns:a="http://schemas.openxmlformats.org/drawingml/2006/main" noGrp="1"/>
          </p:cNvSpPr>
          <p:nvPr/>
        </p:nvSpPr>
        <p:spPr>
          <a:xfrm xmlns:a="http://schemas.openxmlformats.org/drawingml/2006/main">
            <a:off x="6414901" y="4981575"/>
            <a:ext cx="587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فحصًا</a:t>
            </a:r>
          </a:p>
        </p:txBody>
      </p:sp>
      <p:sp>
        <p:nvSpPr>
          <p:cNvPr id="62" name="text-651">
            <a:extLst xmlns:a="http://schemas.openxmlformats.org/drawingml/2006/main">
              <a:ext uri="{FF2B5EF4-FFF2-40B4-BE49-F238E27FC236}">
                <a16:creationId xmlns:a16="http://schemas.microsoft.com/office/drawing/2014/main" id="{E36DC152-B0CD-415A-BC7B-37488139AAAC}"/>
              </a:ext>
            </a:extLst>
          </p:cNvPr>
          <p:cNvSpPr>
            <a:spLocks xmlns:a="http://schemas.openxmlformats.org/drawingml/2006/main" noGrp="1"/>
          </p:cNvSpPr>
          <p:nvPr/>
        </p:nvSpPr>
        <p:spPr>
          <a:xfrm xmlns:a="http://schemas.openxmlformats.org/drawingml/2006/main">
            <a:off x="5886249" y="4981575"/>
            <a:ext cx="47026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عامًا</a:t>
            </a:r>
          </a:p>
        </p:txBody>
      </p:sp>
      <p:sp>
        <p:nvSpPr>
          <p:cNvPr id="63" name="text-652">
            <a:extLst xmlns:a="http://schemas.openxmlformats.org/drawingml/2006/main">
              <a:ext uri="{FF2B5EF4-FFF2-40B4-BE49-F238E27FC236}">
                <a16:creationId xmlns:a16="http://schemas.microsoft.com/office/drawing/2014/main" id="{EBAB4CE3-C08B-4504-A156-64D1BD076364}"/>
              </a:ext>
            </a:extLst>
          </p:cNvPr>
          <p:cNvSpPr>
            <a:spLocks xmlns:a="http://schemas.openxmlformats.org/drawingml/2006/main" noGrp="1"/>
          </p:cNvSpPr>
          <p:nvPr/>
        </p:nvSpPr>
        <p:spPr>
          <a:xfrm xmlns:a="http://schemas.openxmlformats.org/drawingml/2006/main">
            <a:off x="11247917" y="5638800"/>
            <a:ext cx="3344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كرر</a:t>
            </a:r>
          </a:p>
        </p:txBody>
      </p:sp>
      <p:sp>
        <p:nvSpPr>
          <p:cNvPr id="64" name="text-653">
            <a:extLst xmlns:a="http://schemas.openxmlformats.org/drawingml/2006/main">
              <a:ext uri="{FF2B5EF4-FFF2-40B4-BE49-F238E27FC236}">
                <a16:creationId xmlns:a16="http://schemas.microsoft.com/office/drawing/2014/main" id="{15D7EB29-CDC5-4F02-8271-A8FFA7E13B1E}"/>
              </a:ext>
            </a:extLst>
          </p:cNvPr>
          <p:cNvSpPr>
            <a:spLocks xmlns:a="http://schemas.openxmlformats.org/drawingml/2006/main" noGrp="1"/>
          </p:cNvSpPr>
          <p:nvPr/>
        </p:nvSpPr>
        <p:spPr>
          <a:xfrm xmlns:a="http://schemas.openxmlformats.org/drawingml/2006/main">
            <a:off x="10690340" y="5638800"/>
            <a:ext cx="50519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بصيغ</a:t>
            </a:r>
          </a:p>
        </p:txBody>
      </p:sp>
      <p:sp>
        <p:nvSpPr>
          <p:cNvPr id="65" name="text-654">
            <a:extLst xmlns:a="http://schemas.openxmlformats.org/drawingml/2006/main">
              <a:ext uri="{FF2B5EF4-FFF2-40B4-BE49-F238E27FC236}">
                <a16:creationId xmlns:a16="http://schemas.microsoft.com/office/drawing/2014/main" id="{4ED831C1-CDCA-4BCD-8167-4F1AE5AC5FB9}"/>
              </a:ext>
            </a:extLst>
          </p:cNvPr>
          <p:cNvSpPr>
            <a:spLocks xmlns:a="http://schemas.openxmlformats.org/drawingml/2006/main" noGrp="1"/>
          </p:cNvSpPr>
          <p:nvPr/>
        </p:nvSpPr>
        <p:spPr>
          <a:xfrm xmlns:a="http://schemas.openxmlformats.org/drawingml/2006/main">
            <a:off x="10010717" y="5638800"/>
            <a:ext cx="6272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جديدة</a:t>
            </a:r>
          </a:p>
        </p:txBody>
      </p:sp>
      <p:sp>
        <p:nvSpPr>
          <p:cNvPr id="66" name="text-655">
            <a:extLst xmlns:a="http://schemas.openxmlformats.org/drawingml/2006/main">
              <a:ext uri="{FF2B5EF4-FFF2-40B4-BE49-F238E27FC236}">
                <a16:creationId xmlns:a16="http://schemas.microsoft.com/office/drawing/2014/main" id="{64707E71-4EC2-4ED1-A44F-55D0DAD59E5D}"/>
              </a:ext>
            </a:extLst>
          </p:cNvPr>
          <p:cNvSpPr>
            <a:spLocks xmlns:a="http://schemas.openxmlformats.org/drawingml/2006/main" noGrp="1"/>
          </p:cNvSpPr>
          <p:nvPr/>
        </p:nvSpPr>
        <p:spPr>
          <a:xfrm xmlns:a="http://schemas.openxmlformats.org/drawingml/2006/main">
            <a:off x="9260849" y="5638800"/>
            <a:ext cx="69748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وسجّل</a:t>
            </a:r>
          </a:p>
        </p:txBody>
      </p:sp>
      <p:sp>
        <p:nvSpPr>
          <p:cNvPr id="67" name="text-656">
            <a:extLst xmlns:a="http://schemas.openxmlformats.org/drawingml/2006/main">
              <a:ext uri="{FF2B5EF4-FFF2-40B4-BE49-F238E27FC236}">
                <a16:creationId xmlns:a16="http://schemas.microsoft.com/office/drawing/2014/main" id="{947FB588-F9C3-42C3-9D18-C2059114E30A}"/>
              </a:ext>
            </a:extLst>
          </p:cNvPr>
          <p:cNvSpPr>
            <a:spLocks xmlns:a="http://schemas.openxmlformats.org/drawingml/2006/main" noGrp="1"/>
          </p:cNvSpPr>
          <p:nvPr/>
        </p:nvSpPr>
        <p:spPr>
          <a:xfrm xmlns:a="http://schemas.openxmlformats.org/drawingml/2006/main">
            <a:off x="8421801" y="5638800"/>
            <a:ext cx="7866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الإخفاق</a:t>
            </a:r>
          </a:p>
        </p:txBody>
      </p:sp>
      <p:sp>
        <p:nvSpPr>
          <p:cNvPr id="68" name="text-657">
            <a:extLst xmlns:a="http://schemas.openxmlformats.org/drawingml/2006/main">
              <a:ext uri="{FF2B5EF4-FFF2-40B4-BE49-F238E27FC236}">
                <a16:creationId xmlns:a16="http://schemas.microsoft.com/office/drawing/2014/main" id="{5E2F72F7-7815-4B45-94EC-B2B6AB77B6EC}"/>
              </a:ext>
            </a:extLst>
          </p:cNvPr>
          <p:cNvSpPr>
            <a:spLocks xmlns:a="http://schemas.openxmlformats.org/drawingml/2006/main" noGrp="1"/>
          </p:cNvSpPr>
          <p:nvPr/>
        </p:nvSpPr>
        <p:spPr>
          <a:xfrm xmlns:a="http://schemas.openxmlformats.org/drawingml/2006/main">
            <a:off x="8248118" y="563880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69" name="text-658">
            <a:extLst xmlns:a="http://schemas.openxmlformats.org/drawingml/2006/main">
              <a:ext uri="{FF2B5EF4-FFF2-40B4-BE49-F238E27FC236}">
                <a16:creationId xmlns:a16="http://schemas.microsoft.com/office/drawing/2014/main" id="{7868D7A7-1597-49AB-98FD-3693ACC729C6}"/>
              </a:ext>
            </a:extLst>
          </p:cNvPr>
          <p:cNvSpPr>
            <a:spLocks xmlns:a="http://schemas.openxmlformats.org/drawingml/2006/main" noGrp="1"/>
          </p:cNvSpPr>
          <p:nvPr/>
        </p:nvSpPr>
        <p:spPr>
          <a:xfrm xmlns:a="http://schemas.openxmlformats.org/drawingml/2006/main">
            <a:off x="7522385" y="5638800"/>
            <a:ext cx="67334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الأعداد</a:t>
            </a:r>
          </a:p>
        </p:txBody>
      </p:sp>
      <p:sp>
        <p:nvSpPr>
          <p:cNvPr id="70" name="text-659">
            <a:extLst xmlns:a="http://schemas.openxmlformats.org/drawingml/2006/main">
              <a:ext uri="{FF2B5EF4-FFF2-40B4-BE49-F238E27FC236}">
                <a16:creationId xmlns:a16="http://schemas.microsoft.com/office/drawing/2014/main" id="{91532A16-1D44-4028-BA25-21D0EE51617F}"/>
              </a:ext>
            </a:extLst>
          </p:cNvPr>
          <p:cNvSpPr>
            <a:spLocks xmlns:a="http://schemas.openxmlformats.org/drawingml/2006/main" noGrp="1"/>
          </p:cNvSpPr>
          <p:nvPr/>
        </p:nvSpPr>
        <p:spPr>
          <a:xfrm xmlns:a="http://schemas.openxmlformats.org/drawingml/2006/main">
            <a:off x="7288562" y="5638800"/>
            <a:ext cx="18143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لا</a:t>
            </a:r>
          </a:p>
        </p:txBody>
      </p:sp>
      <p:sp>
        <p:nvSpPr>
          <p:cNvPr id="71" name="text-660">
            <a:extLst xmlns:a="http://schemas.openxmlformats.org/drawingml/2006/main">
              <a:ext uri="{FF2B5EF4-FFF2-40B4-BE49-F238E27FC236}">
                <a16:creationId xmlns:a16="http://schemas.microsoft.com/office/drawing/2014/main" id="{166C8D8D-C336-41CE-A79D-537A2D17F664}"/>
              </a:ext>
            </a:extLst>
          </p:cNvPr>
          <p:cNvSpPr>
            <a:spLocks xmlns:a="http://schemas.openxmlformats.org/drawingml/2006/main" noGrp="1"/>
          </p:cNvSpPr>
          <p:nvPr/>
        </p:nvSpPr>
        <p:spPr>
          <a:xfrm xmlns:a="http://schemas.openxmlformats.org/drawingml/2006/main">
            <a:off x="6701062" y="5638800"/>
            <a:ext cx="53511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تعني</a:t>
            </a:r>
          </a:p>
        </p:txBody>
      </p:sp>
      <p:sp>
        <p:nvSpPr>
          <p:cNvPr id="72" name="text-661">
            <a:extLst xmlns:a="http://schemas.openxmlformats.org/drawingml/2006/main">
              <a:ext uri="{FF2B5EF4-FFF2-40B4-BE49-F238E27FC236}">
                <a16:creationId xmlns:a16="http://schemas.microsoft.com/office/drawing/2014/main" id="{94365113-DD8E-460D-A34E-96A57F57D3DF}"/>
              </a:ext>
            </a:extLst>
          </p:cNvPr>
          <p:cNvSpPr>
            <a:spLocks xmlns:a="http://schemas.openxmlformats.org/drawingml/2006/main" noGrp="1"/>
          </p:cNvSpPr>
          <p:nvPr/>
        </p:nvSpPr>
        <p:spPr>
          <a:xfrm xmlns:a="http://schemas.openxmlformats.org/drawingml/2006/main">
            <a:off x="6268670" y="5638800"/>
            <a:ext cx="38000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دقة</a:t>
            </a:r>
          </a:p>
        </p:txBody>
      </p:sp>
      <p:sp>
        <p:nvSpPr>
          <p:cNvPr id="73" name="text-662">
            <a:extLst xmlns:a="http://schemas.openxmlformats.org/drawingml/2006/main">
              <a:ext uri="{FF2B5EF4-FFF2-40B4-BE49-F238E27FC236}">
                <a16:creationId xmlns:a16="http://schemas.microsoft.com/office/drawing/2014/main" id="{C4CE0CE8-4FCA-4673-BEA3-9D529F2F77CF}"/>
              </a:ext>
            </a:extLst>
          </p:cNvPr>
          <p:cNvSpPr>
            <a:spLocks xmlns:a="http://schemas.openxmlformats.org/drawingml/2006/main" noGrp="1"/>
          </p:cNvSpPr>
          <p:nvPr/>
        </p:nvSpPr>
        <p:spPr>
          <a:xfrm xmlns:a="http://schemas.openxmlformats.org/drawingml/2006/main">
            <a:off x="5595130" y="5638800"/>
            <a:ext cx="62115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علمية</a:t>
            </a:r>
          </a:p>
        </p:txBody>
      </p:sp>
    </p:spTree>
    <p:extLst>
      <p:ext uri="{BB962C8B-B14F-4D97-AF65-F5344CB8AC3E}">
        <p14:creationId xmlns:p14="http://schemas.microsoft.com/office/powerpoint/2010/main" val="1334762220"/>
      </p:ext>
    </p:extLst>
  </p:cSld>
</p:sld>
</file>

<file path=ppt/slides/slide1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6" name="text-663">
            <a:extLst xmlns:a="http://schemas.openxmlformats.org/drawingml/2006/main">
              <a:ext uri="{FF2B5EF4-FFF2-40B4-BE49-F238E27FC236}">
                <a16:creationId xmlns:a16="http://schemas.microsoft.com/office/drawing/2014/main" id="{4ACC2992-4963-4BBD-BFBC-5CAB655AE8D2}"/>
              </a:ext>
            </a:extLst>
          </p:cNvPr>
          <p:cNvSpPr>
            <a:spLocks xmlns:a="http://schemas.openxmlformats.org/drawingml/2006/main" noGrp="1"/>
          </p:cNvSpPr>
          <p:nvPr/>
        </p:nvSpPr>
        <p:spPr>
          <a:xfrm xmlns:a="http://schemas.openxmlformats.org/drawingml/2006/main">
            <a:off x="10574007"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خطة</a:t>
            </a:r>
          </a:p>
        </p:txBody>
      </p:sp>
      <p:sp>
        <p:nvSpPr>
          <p:cNvPr id="2" name="text-664">
            <a:extLst xmlns:a="http://schemas.openxmlformats.org/drawingml/2006/main">
              <a:ext uri="{FF2B5EF4-FFF2-40B4-BE49-F238E27FC236}">
                <a16:creationId xmlns:a16="http://schemas.microsoft.com/office/drawing/2014/main" id="{18017D57-8DD7-4FA4-9CA9-FFA38F09BF8B}"/>
              </a:ext>
            </a:extLst>
          </p:cNvPr>
          <p:cNvSpPr>
            <a:spLocks xmlns:a="http://schemas.openxmlformats.org/drawingml/2006/main" noGrp="1"/>
          </p:cNvSpPr>
          <p:nvPr/>
        </p:nvSpPr>
        <p:spPr>
          <a:xfrm xmlns:a="http://schemas.openxmlformats.org/drawingml/2006/main">
            <a:off x="9293969" y="457200"/>
            <a:ext cx="117907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توسّع</a:t>
            </a:r>
          </a:p>
        </p:txBody>
      </p:sp>
      <p:sp>
        <p:nvSpPr>
          <p:cNvPr id="3" name="text-665">
            <a:extLst xmlns:a="http://schemas.openxmlformats.org/drawingml/2006/main">
              <a:ext uri="{FF2B5EF4-FFF2-40B4-BE49-F238E27FC236}">
                <a16:creationId xmlns:a16="http://schemas.microsoft.com/office/drawing/2014/main" id="{1834FA64-5660-4BCB-B93C-3C9EC869BEBA}"/>
              </a:ext>
            </a:extLst>
          </p:cNvPr>
          <p:cNvSpPr>
            <a:spLocks xmlns:a="http://schemas.openxmlformats.org/drawingml/2006/main" noGrp="1"/>
          </p:cNvSpPr>
          <p:nvPr/>
        </p:nvSpPr>
        <p:spPr>
          <a:xfrm xmlns:a="http://schemas.openxmlformats.org/drawingml/2006/main">
            <a:off x="8126166" y="457200"/>
            <a:ext cx="10668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عائلة</a:t>
            </a:r>
          </a:p>
        </p:txBody>
      </p:sp>
      <p:sp>
        <p:nvSpPr>
          <p:cNvPr id="4" name="text-666">
            <a:extLst xmlns:a="http://schemas.openxmlformats.org/drawingml/2006/main">
              <a:ext uri="{FF2B5EF4-FFF2-40B4-BE49-F238E27FC236}">
                <a16:creationId xmlns:a16="http://schemas.microsoft.com/office/drawing/2014/main" id="{AFD43CCF-12EB-449D-A4D2-09EC85D1B5A8}"/>
              </a:ext>
            </a:extLst>
          </p:cNvPr>
          <p:cNvSpPr>
            <a:spLocks xmlns:a="http://schemas.openxmlformats.org/drawingml/2006/main" noGrp="1"/>
          </p:cNvSpPr>
          <p:nvPr/>
        </p:nvSpPr>
        <p:spPr>
          <a:xfrm xmlns:a="http://schemas.openxmlformats.org/drawingml/2006/main">
            <a:off x="7204428" y="457200"/>
            <a:ext cx="82077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برق</a:t>
            </a:r>
          </a:p>
        </p:txBody>
      </p:sp>
      <p:sp>
        <p:nvSpPr>
          <p:cNvPr id="5" name="shape-667">
            <a:extLst xmlns:a="http://schemas.openxmlformats.org/drawingml/2006/main">
              <a:ext uri="{FF2B5EF4-FFF2-40B4-BE49-F238E27FC236}">
                <a16:creationId xmlns:a16="http://schemas.microsoft.com/office/drawing/2014/main" id="{0B26BA6F-BCC9-4339-932A-6F90C05A749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668">
            <a:extLst xmlns:a="http://schemas.openxmlformats.org/drawingml/2006/main">
              <a:ext uri="{FF2B5EF4-FFF2-40B4-BE49-F238E27FC236}">
                <a16:creationId xmlns:a16="http://schemas.microsoft.com/office/drawing/2014/main" id="{C4E3BFAA-FC46-418B-9973-A0AF9C3962D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669">
            <a:extLst xmlns:a="http://schemas.openxmlformats.org/drawingml/2006/main">
              <a:ext uri="{FF2B5EF4-FFF2-40B4-BE49-F238E27FC236}">
                <a16:creationId xmlns:a16="http://schemas.microsoft.com/office/drawing/2014/main" id="{FC477657-58FD-426C-A4AC-920972B1F79C}"/>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670">
            <a:extLst xmlns:a="http://schemas.openxmlformats.org/drawingml/2006/main">
              <a:ext uri="{FF2B5EF4-FFF2-40B4-BE49-F238E27FC236}">
                <a16:creationId xmlns:a16="http://schemas.microsoft.com/office/drawing/2014/main" id="{C62323BA-3FB0-4A39-8699-0600EEF1320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671">
            <a:extLst xmlns:a="http://schemas.openxmlformats.org/drawingml/2006/main">
              <a:ext uri="{FF2B5EF4-FFF2-40B4-BE49-F238E27FC236}">
                <a16:creationId xmlns:a16="http://schemas.microsoft.com/office/drawing/2014/main" id="{C6D89418-D851-4D13-A71F-DE2FA4C5E51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672">
            <a:extLst xmlns:a="http://schemas.openxmlformats.org/drawingml/2006/main">
              <a:ext uri="{FF2B5EF4-FFF2-40B4-BE49-F238E27FC236}">
                <a16:creationId xmlns:a16="http://schemas.microsoft.com/office/drawing/2014/main" id="{626444F7-47E5-4288-9F5E-1A87D848CD4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673">
            <a:extLst xmlns:a="http://schemas.openxmlformats.org/drawingml/2006/main">
              <a:ext uri="{FF2B5EF4-FFF2-40B4-BE49-F238E27FC236}">
                <a16:creationId xmlns:a16="http://schemas.microsoft.com/office/drawing/2014/main" id="{D695DBAC-BCD6-4461-A14E-F958804C5AD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674">
            <a:extLst xmlns:a="http://schemas.openxmlformats.org/drawingml/2006/main">
              <a:ext uri="{FF2B5EF4-FFF2-40B4-BE49-F238E27FC236}">
                <a16:creationId xmlns:a16="http://schemas.microsoft.com/office/drawing/2014/main" id="{AC76EF8B-3BE0-4413-8F93-1F23DA5C3E0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15</a:t>
            </a:r>
          </a:p>
        </p:txBody>
      </p:sp>
      <p:sp>
        <p:nvSpPr>
          <p:cNvPr id="13" name="text-675">
            <a:extLst xmlns:a="http://schemas.openxmlformats.org/drawingml/2006/main">
              <a:ext uri="{FF2B5EF4-FFF2-40B4-BE49-F238E27FC236}">
                <a16:creationId xmlns:a16="http://schemas.microsoft.com/office/drawing/2014/main" id="{5D23D51D-A44D-4E35-8F7B-2B5C02FA8E84}"/>
              </a:ext>
            </a:extLst>
          </p:cNvPr>
          <p:cNvSpPr>
            <a:spLocks xmlns:a="http://schemas.openxmlformats.org/drawingml/2006/main" noGrp="1"/>
          </p:cNvSpPr>
          <p:nvPr/>
        </p:nvSpPr>
        <p:spPr>
          <a:xfrm xmlns:a="http://schemas.openxmlformats.org/drawingml/2006/main">
            <a:off x="10915431" y="1428750"/>
            <a:ext cx="66696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الفتى</a:t>
            </a:r>
          </a:p>
        </p:txBody>
      </p:sp>
      <p:sp>
        <p:nvSpPr>
          <p:cNvPr id="14" name="text-676">
            <a:extLst xmlns:a="http://schemas.openxmlformats.org/drawingml/2006/main">
              <a:ext uri="{FF2B5EF4-FFF2-40B4-BE49-F238E27FC236}">
                <a16:creationId xmlns:a16="http://schemas.microsoft.com/office/drawing/2014/main" id="{F6A051D8-95CD-4835-B057-3408FE8F7CCD}"/>
              </a:ext>
            </a:extLst>
          </p:cNvPr>
          <p:cNvSpPr>
            <a:spLocks xmlns:a="http://schemas.openxmlformats.org/drawingml/2006/main" noGrp="1"/>
          </p:cNvSpPr>
          <p:nvPr/>
        </p:nvSpPr>
        <p:spPr>
          <a:xfrm xmlns:a="http://schemas.openxmlformats.org/drawingml/2006/main">
            <a:off x="10290526" y="1428750"/>
            <a:ext cx="5635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1.5B</a:t>
            </a:r>
          </a:p>
        </p:txBody>
      </p:sp>
      <p:sp>
        <p:nvSpPr>
          <p:cNvPr id="15" name="text-677">
            <a:extLst xmlns:a="http://schemas.openxmlformats.org/drawingml/2006/main">
              <a:ext uri="{FF2B5EF4-FFF2-40B4-BE49-F238E27FC236}">
                <a16:creationId xmlns:a16="http://schemas.microsoft.com/office/drawing/2014/main" id="{200615DE-71CB-421D-A032-750B8C3734D1}"/>
              </a:ext>
            </a:extLst>
          </p:cNvPr>
          <p:cNvSpPr>
            <a:spLocks xmlns:a="http://schemas.openxmlformats.org/drawingml/2006/main" noGrp="1"/>
          </p:cNvSpPr>
          <p:nvPr/>
        </p:nvSpPr>
        <p:spPr>
          <a:xfrm xmlns:a="http://schemas.openxmlformats.org/drawingml/2006/main">
            <a:off x="9358251" y="1428750"/>
            <a:ext cx="87093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أساسنا</a:t>
            </a:r>
          </a:p>
        </p:txBody>
      </p:sp>
      <p:sp>
        <p:nvSpPr>
          <p:cNvPr id="16" name="text-678">
            <a:extLst xmlns:a="http://schemas.openxmlformats.org/drawingml/2006/main">
              <a:ext uri="{FF2B5EF4-FFF2-40B4-BE49-F238E27FC236}">
                <a16:creationId xmlns:a16="http://schemas.microsoft.com/office/drawing/2014/main" id="{B5F2C311-8C94-42D1-A6CA-8FAC6DAC016A}"/>
              </a:ext>
            </a:extLst>
          </p:cNvPr>
          <p:cNvSpPr>
            <a:spLocks xmlns:a="http://schemas.openxmlformats.org/drawingml/2006/main" noGrp="1"/>
          </p:cNvSpPr>
          <p:nvPr/>
        </p:nvSpPr>
        <p:spPr>
          <a:xfrm xmlns:a="http://schemas.openxmlformats.org/drawingml/2006/main">
            <a:off x="8429703" y="1428750"/>
            <a:ext cx="86720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الحالي؛</a:t>
            </a:r>
          </a:p>
        </p:txBody>
      </p:sp>
      <p:sp>
        <p:nvSpPr>
          <p:cNvPr id="17" name="text-679">
            <a:extLst xmlns:a="http://schemas.openxmlformats.org/drawingml/2006/main">
              <a:ext uri="{FF2B5EF4-FFF2-40B4-BE49-F238E27FC236}">
                <a16:creationId xmlns:a16="http://schemas.microsoft.com/office/drawing/2014/main" id="{391EC038-0B43-4976-BDB5-D724E09C16D7}"/>
              </a:ext>
            </a:extLst>
          </p:cNvPr>
          <p:cNvSpPr>
            <a:spLocks xmlns:a="http://schemas.openxmlformats.org/drawingml/2006/main" noGrp="1"/>
          </p:cNvSpPr>
          <p:nvPr/>
        </p:nvSpPr>
        <p:spPr>
          <a:xfrm xmlns:a="http://schemas.openxmlformats.org/drawingml/2006/main">
            <a:off x="7772423" y="1428750"/>
            <a:ext cx="59593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وهذه</a:t>
            </a:r>
          </a:p>
        </p:txBody>
      </p:sp>
      <p:sp>
        <p:nvSpPr>
          <p:cNvPr id="18" name="text-680">
            <a:extLst xmlns:a="http://schemas.openxmlformats.org/drawingml/2006/main">
              <a:ext uri="{FF2B5EF4-FFF2-40B4-BE49-F238E27FC236}">
                <a16:creationId xmlns:a16="http://schemas.microsoft.com/office/drawing/2014/main" id="{A2BF38FE-5409-4EF2-9C26-7FC046AD4143}"/>
              </a:ext>
            </a:extLst>
          </p:cNvPr>
          <p:cNvSpPr>
            <a:spLocks xmlns:a="http://schemas.openxmlformats.org/drawingml/2006/main" noGrp="1"/>
          </p:cNvSpPr>
          <p:nvPr/>
        </p:nvSpPr>
        <p:spPr>
          <a:xfrm xmlns:a="http://schemas.openxmlformats.org/drawingml/2006/main">
            <a:off x="6997414" y="1428750"/>
            <a:ext cx="7136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مراحل</a:t>
            </a:r>
          </a:p>
        </p:txBody>
      </p:sp>
      <p:sp>
        <p:nvSpPr>
          <p:cNvPr id="19" name="text-681">
            <a:extLst xmlns:a="http://schemas.openxmlformats.org/drawingml/2006/main">
              <a:ext uri="{FF2B5EF4-FFF2-40B4-BE49-F238E27FC236}">
                <a16:creationId xmlns:a16="http://schemas.microsoft.com/office/drawing/2014/main" id="{9791B46F-EC55-49BC-B4C8-5D99EFC49781}"/>
              </a:ext>
            </a:extLst>
          </p:cNvPr>
          <p:cNvSpPr>
            <a:spLocks xmlns:a="http://schemas.openxmlformats.org/drawingml/2006/main" noGrp="1"/>
          </p:cNvSpPr>
          <p:nvPr/>
        </p:nvSpPr>
        <p:spPr>
          <a:xfrm xmlns:a="http://schemas.openxmlformats.org/drawingml/2006/main">
            <a:off x="6178060" y="1428750"/>
            <a:ext cx="75801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التطوير</a:t>
            </a:r>
          </a:p>
        </p:txBody>
      </p:sp>
      <p:sp>
        <p:nvSpPr>
          <p:cNvPr id="20" name="text-682">
            <a:extLst xmlns:a="http://schemas.openxmlformats.org/drawingml/2006/main">
              <a:ext uri="{FF2B5EF4-FFF2-40B4-BE49-F238E27FC236}">
                <a16:creationId xmlns:a16="http://schemas.microsoft.com/office/drawing/2014/main" id="{0AB318F1-159B-4965-9B0D-BE149A4412F3}"/>
              </a:ext>
            </a:extLst>
          </p:cNvPr>
          <p:cNvSpPr>
            <a:spLocks xmlns:a="http://schemas.openxmlformats.org/drawingml/2006/main" noGrp="1"/>
          </p:cNvSpPr>
          <p:nvPr/>
        </p:nvSpPr>
        <p:spPr>
          <a:xfrm xmlns:a="http://schemas.openxmlformats.org/drawingml/2006/main">
            <a:off x="4854532" y="1428750"/>
            <a:ext cx="126218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المستهدفة</a:t>
            </a:r>
          </a:p>
        </p:txBody>
      </p:sp>
      <p:sp>
        <p:nvSpPr>
          <p:cNvPr id="21" name="shape-683">
            <a:extLst xmlns:a="http://schemas.openxmlformats.org/drawingml/2006/main">
              <a:ext uri="{FF2B5EF4-FFF2-40B4-BE49-F238E27FC236}">
                <a16:creationId xmlns:a16="http://schemas.microsoft.com/office/drawing/2014/main" id="{61038D46-9EA7-4DC2-9455-3C0C9FB7E149}"/>
              </a:ext>
            </a:extLst>
          </p:cNvPr>
          <p:cNvSpPr>
            <a:spLocks xmlns:a="http://schemas.openxmlformats.org/drawingml/2006/main" noGrp="1"/>
          </p:cNvSpPr>
          <p:nvPr/>
        </p:nvSpPr>
        <p:spPr>
          <a:xfrm xmlns:a="http://schemas.openxmlformats.org/drawingml/2006/main">
            <a:off x="609600" y="2219325"/>
            <a:ext cx="10972800" cy="81915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22" name="text-684">
            <a:extLst xmlns:a="http://schemas.openxmlformats.org/drawingml/2006/main">
              <a:ext uri="{FF2B5EF4-FFF2-40B4-BE49-F238E27FC236}">
                <a16:creationId xmlns:a16="http://schemas.microsoft.com/office/drawing/2014/main" id="{753D8783-E713-4063-9129-5F87EEBBBACA}"/>
              </a:ext>
            </a:extLst>
          </p:cNvPr>
          <p:cNvSpPr>
            <a:spLocks xmlns:a="http://schemas.openxmlformats.org/drawingml/2006/main" noGrp="1"/>
          </p:cNvSpPr>
          <p:nvPr/>
        </p:nvSpPr>
        <p:spPr>
          <a:xfrm xmlns:a="http://schemas.openxmlformats.org/drawingml/2006/main">
            <a:off x="10397993" y="2409825"/>
            <a:ext cx="94628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الشاب</a:t>
            </a:r>
          </a:p>
        </p:txBody>
      </p:sp>
      <p:sp>
        <p:nvSpPr>
          <p:cNvPr id="23" name="text-685">
            <a:extLst xmlns:a="http://schemas.openxmlformats.org/drawingml/2006/main">
              <a:ext uri="{FF2B5EF4-FFF2-40B4-BE49-F238E27FC236}">
                <a16:creationId xmlns:a16="http://schemas.microsoft.com/office/drawing/2014/main" id="{8AB38C4B-D1C0-4B4B-B51F-1F623480DF62}"/>
              </a:ext>
            </a:extLst>
          </p:cNvPr>
          <p:cNvSpPr>
            <a:spLocks xmlns:a="http://schemas.openxmlformats.org/drawingml/2006/main" noGrp="1"/>
          </p:cNvSpPr>
          <p:nvPr/>
        </p:nvSpPr>
        <p:spPr>
          <a:xfrm xmlns:a="http://schemas.openxmlformats.org/drawingml/2006/main">
            <a:off x="7362825" y="2390775"/>
            <a:ext cx="142875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550" b="1">
                <a:solidFill>
                  <a:srgbClr val="A6DAB5"/>
                </a:solidFill>
                <a:latin typeface="Tahoma"/>
                <a:ea typeface="Tahoma"/>
                <a:cs typeface="Tahoma"/>
              </a:defRPr>
            </a:pPr>
            <a:r>
              <a:rPr sz="2550" b="1">
                <a:solidFill>
                  <a:srgbClr val="A6DAB5"/>
                </a:solidFill>
                <a:latin typeface="Tahoma"/>
                <a:ea typeface="Tahoma"/>
                <a:cs typeface="Tahoma"/>
              </a:rPr>
              <a:t>7B</a:t>
            </a:r>
          </a:p>
        </p:txBody>
      </p:sp>
      <p:sp>
        <p:nvSpPr>
          <p:cNvPr id="24" name="text-686">
            <a:extLst xmlns:a="http://schemas.openxmlformats.org/drawingml/2006/main">
              <a:ext uri="{FF2B5EF4-FFF2-40B4-BE49-F238E27FC236}">
                <a16:creationId xmlns:a16="http://schemas.microsoft.com/office/drawing/2014/main" id="{95FCDDD4-35DF-46C8-A5D3-089FD4C6B413}"/>
              </a:ext>
            </a:extLst>
          </p:cNvPr>
          <p:cNvSpPr>
            <a:spLocks xmlns:a="http://schemas.openxmlformats.org/drawingml/2006/main" noGrp="1"/>
          </p:cNvSpPr>
          <p:nvPr/>
        </p:nvSpPr>
        <p:spPr>
          <a:xfrm xmlns:a="http://schemas.openxmlformats.org/drawingml/2006/main">
            <a:off x="6544667" y="2457450"/>
            <a:ext cx="4847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بحث</a:t>
            </a:r>
          </a:p>
        </p:txBody>
      </p:sp>
      <p:sp>
        <p:nvSpPr>
          <p:cNvPr id="25" name="text-687">
            <a:extLst xmlns:a="http://schemas.openxmlformats.org/drawingml/2006/main">
              <a:ext uri="{FF2B5EF4-FFF2-40B4-BE49-F238E27FC236}">
                <a16:creationId xmlns:a16="http://schemas.microsoft.com/office/drawing/2014/main" id="{D457F185-0875-435B-A2FC-DCE9EC889651}"/>
              </a:ext>
            </a:extLst>
          </p:cNvPr>
          <p:cNvSpPr>
            <a:spLocks xmlns:a="http://schemas.openxmlformats.org/drawingml/2006/main" noGrp="1"/>
          </p:cNvSpPr>
          <p:nvPr/>
        </p:nvSpPr>
        <p:spPr>
          <a:xfrm xmlns:a="http://schemas.openxmlformats.org/drawingml/2006/main">
            <a:off x="5760755" y="2457450"/>
            <a:ext cx="73152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جامعي</a:t>
            </a:r>
          </a:p>
        </p:txBody>
      </p:sp>
      <p:sp>
        <p:nvSpPr>
          <p:cNvPr id="26" name="text-688">
            <a:extLst xmlns:a="http://schemas.openxmlformats.org/drawingml/2006/main">
              <a:ext uri="{FF2B5EF4-FFF2-40B4-BE49-F238E27FC236}">
                <a16:creationId xmlns:a16="http://schemas.microsoft.com/office/drawing/2014/main" id="{9A3E0ADB-982F-47A9-A74A-02F31188ADDD}"/>
              </a:ext>
            </a:extLst>
          </p:cNvPr>
          <p:cNvSpPr>
            <a:spLocks xmlns:a="http://schemas.openxmlformats.org/drawingml/2006/main" noGrp="1"/>
          </p:cNvSpPr>
          <p:nvPr/>
        </p:nvSpPr>
        <p:spPr>
          <a:xfrm xmlns:a="http://schemas.openxmlformats.org/drawingml/2006/main">
            <a:off x="5115175" y="2457450"/>
            <a:ext cx="59319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متعدد</a:t>
            </a:r>
          </a:p>
        </p:txBody>
      </p:sp>
      <p:sp>
        <p:nvSpPr>
          <p:cNvPr id="27" name="text-689">
            <a:extLst xmlns:a="http://schemas.openxmlformats.org/drawingml/2006/main">
              <a:ext uri="{FF2B5EF4-FFF2-40B4-BE49-F238E27FC236}">
                <a16:creationId xmlns:a16="http://schemas.microsoft.com/office/drawing/2014/main" id="{4C9AABD1-A7F0-4284-9BE7-8731CCD6D3CB}"/>
              </a:ext>
            </a:extLst>
          </p:cNvPr>
          <p:cNvSpPr>
            <a:spLocks xmlns:a="http://schemas.openxmlformats.org/drawingml/2006/main" noGrp="1"/>
          </p:cNvSpPr>
          <p:nvPr/>
        </p:nvSpPr>
        <p:spPr>
          <a:xfrm xmlns:a="http://schemas.openxmlformats.org/drawingml/2006/main">
            <a:off x="4313212" y="2457450"/>
            <a:ext cx="74957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المصادر</a:t>
            </a:r>
          </a:p>
        </p:txBody>
      </p:sp>
      <p:sp>
        <p:nvSpPr>
          <p:cNvPr id="28" name="text-690">
            <a:extLst xmlns:a="http://schemas.openxmlformats.org/drawingml/2006/main">
              <a:ext uri="{FF2B5EF4-FFF2-40B4-BE49-F238E27FC236}">
                <a16:creationId xmlns:a16="http://schemas.microsoft.com/office/drawing/2014/main" id="{0FF119CA-E12E-41AA-864A-EA33A69342ED}"/>
              </a:ext>
            </a:extLst>
          </p:cNvPr>
          <p:cNvSpPr>
            <a:spLocks xmlns:a="http://schemas.openxmlformats.org/drawingml/2006/main" noGrp="1"/>
          </p:cNvSpPr>
          <p:nvPr/>
        </p:nvSpPr>
        <p:spPr>
          <a:xfrm xmlns:a="http://schemas.openxmlformats.org/drawingml/2006/main">
            <a:off x="3529890" y="2457450"/>
            <a:ext cx="73093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ومقارنة</a:t>
            </a:r>
          </a:p>
        </p:txBody>
      </p:sp>
      <p:sp>
        <p:nvSpPr>
          <p:cNvPr id="29" name="text-691">
            <a:extLst xmlns:a="http://schemas.openxmlformats.org/drawingml/2006/main">
              <a:ext uri="{FF2B5EF4-FFF2-40B4-BE49-F238E27FC236}">
                <a16:creationId xmlns:a16="http://schemas.microsoft.com/office/drawing/2014/main" id="{F112D9FA-84A0-40A8-A049-B51E4101CB03}"/>
              </a:ext>
            </a:extLst>
          </p:cNvPr>
          <p:cNvSpPr>
            <a:spLocks xmlns:a="http://schemas.openxmlformats.org/drawingml/2006/main" noGrp="1"/>
          </p:cNvSpPr>
          <p:nvPr/>
        </p:nvSpPr>
        <p:spPr>
          <a:xfrm xmlns:a="http://schemas.openxmlformats.org/drawingml/2006/main">
            <a:off x="2895102" y="2457450"/>
            <a:ext cx="58240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موثّقة</a:t>
            </a:r>
          </a:p>
        </p:txBody>
      </p:sp>
      <p:sp>
        <p:nvSpPr>
          <p:cNvPr id="30" name="shape-692">
            <a:extLst xmlns:a="http://schemas.openxmlformats.org/drawingml/2006/main">
              <a:ext uri="{FF2B5EF4-FFF2-40B4-BE49-F238E27FC236}">
                <a16:creationId xmlns:a16="http://schemas.microsoft.com/office/drawing/2014/main" id="{520E41AC-14AA-44B8-A9CE-285DC4EF8BCD}"/>
              </a:ext>
            </a:extLst>
          </p:cNvPr>
          <p:cNvSpPr>
            <a:spLocks xmlns:a="http://schemas.openxmlformats.org/drawingml/2006/main" noGrp="1"/>
          </p:cNvSpPr>
          <p:nvPr/>
        </p:nvSpPr>
        <p:spPr>
          <a:xfrm xmlns:a="http://schemas.openxmlformats.org/drawingml/2006/main">
            <a:off x="609600" y="3228975"/>
            <a:ext cx="10972800" cy="81915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1" name="text-693">
            <a:extLst xmlns:a="http://schemas.openxmlformats.org/drawingml/2006/main">
              <a:ext uri="{FF2B5EF4-FFF2-40B4-BE49-F238E27FC236}">
                <a16:creationId xmlns:a16="http://schemas.microsoft.com/office/drawing/2014/main" id="{B2E37D88-CD1C-47D5-B74A-B0344DD7DA3B}"/>
              </a:ext>
            </a:extLst>
          </p:cNvPr>
          <p:cNvSpPr>
            <a:spLocks xmlns:a="http://schemas.openxmlformats.org/drawingml/2006/main" noGrp="1"/>
          </p:cNvSpPr>
          <p:nvPr/>
        </p:nvSpPr>
        <p:spPr>
          <a:xfrm xmlns:a="http://schemas.openxmlformats.org/drawingml/2006/main">
            <a:off x="10236723" y="3419475"/>
            <a:ext cx="110755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المجتهد</a:t>
            </a:r>
          </a:p>
        </p:txBody>
      </p:sp>
      <p:sp>
        <p:nvSpPr>
          <p:cNvPr id="32" name="text-694">
            <a:extLst xmlns:a="http://schemas.openxmlformats.org/drawingml/2006/main">
              <a:ext uri="{FF2B5EF4-FFF2-40B4-BE49-F238E27FC236}">
                <a16:creationId xmlns:a16="http://schemas.microsoft.com/office/drawing/2014/main" id="{8627A90A-EE7C-4DD4-985E-72BF204C1E10}"/>
              </a:ext>
            </a:extLst>
          </p:cNvPr>
          <p:cNvSpPr>
            <a:spLocks xmlns:a="http://schemas.openxmlformats.org/drawingml/2006/main" noGrp="1"/>
          </p:cNvSpPr>
          <p:nvPr/>
        </p:nvSpPr>
        <p:spPr>
          <a:xfrm xmlns:a="http://schemas.openxmlformats.org/drawingml/2006/main">
            <a:off x="7362825" y="3400425"/>
            <a:ext cx="142875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550" b="1">
                <a:solidFill>
                  <a:srgbClr val="A6DAB5"/>
                </a:solidFill>
                <a:latin typeface="Tahoma"/>
                <a:ea typeface="Tahoma"/>
                <a:cs typeface="Tahoma"/>
              </a:defRPr>
            </a:pPr>
            <a:r>
              <a:rPr sz="2550" b="1">
                <a:solidFill>
                  <a:srgbClr val="A6DAB5"/>
                </a:solidFill>
                <a:latin typeface="Tahoma"/>
                <a:ea typeface="Tahoma"/>
                <a:cs typeface="Tahoma"/>
              </a:rPr>
              <a:t>21B</a:t>
            </a:r>
          </a:p>
        </p:txBody>
      </p:sp>
      <p:sp>
        <p:nvSpPr>
          <p:cNvPr id="33" name="text-695">
            <a:extLst xmlns:a="http://schemas.openxmlformats.org/drawingml/2006/main">
              <a:ext uri="{FF2B5EF4-FFF2-40B4-BE49-F238E27FC236}">
                <a16:creationId xmlns:a16="http://schemas.microsoft.com/office/drawing/2014/main" id="{ABD8ED43-BB9B-4D6D-A781-35384A6C18FD}"/>
              </a:ext>
            </a:extLst>
          </p:cNvPr>
          <p:cNvSpPr>
            <a:spLocks xmlns:a="http://schemas.openxmlformats.org/drawingml/2006/main" noGrp="1"/>
          </p:cNvSpPr>
          <p:nvPr/>
        </p:nvSpPr>
        <p:spPr>
          <a:xfrm xmlns:a="http://schemas.openxmlformats.org/drawingml/2006/main">
            <a:off x="6354632" y="3467100"/>
            <a:ext cx="6748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تحقيق</a:t>
            </a:r>
          </a:p>
        </p:txBody>
      </p:sp>
      <p:sp>
        <p:nvSpPr>
          <p:cNvPr id="34" name="text-696">
            <a:extLst xmlns:a="http://schemas.openxmlformats.org/drawingml/2006/main">
              <a:ext uri="{FF2B5EF4-FFF2-40B4-BE49-F238E27FC236}">
                <a16:creationId xmlns:a16="http://schemas.microsoft.com/office/drawing/2014/main" id="{CCD40DC5-0DFE-4CF0-8D1C-AEA4491DB523}"/>
              </a:ext>
            </a:extLst>
          </p:cNvPr>
          <p:cNvSpPr>
            <a:spLocks xmlns:a="http://schemas.openxmlformats.org/drawingml/2006/main" noGrp="1"/>
          </p:cNvSpPr>
          <p:nvPr/>
        </p:nvSpPr>
        <p:spPr>
          <a:xfrm xmlns:a="http://schemas.openxmlformats.org/drawingml/2006/main">
            <a:off x="5556495" y="3467100"/>
            <a:ext cx="7457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مساعد</a:t>
            </a:r>
          </a:p>
        </p:txBody>
      </p:sp>
      <p:sp>
        <p:nvSpPr>
          <p:cNvPr id="35" name="text-697">
            <a:extLst xmlns:a="http://schemas.openxmlformats.org/drawingml/2006/main">
              <a:ext uri="{FF2B5EF4-FFF2-40B4-BE49-F238E27FC236}">
                <a16:creationId xmlns:a16="http://schemas.microsoft.com/office/drawing/2014/main" id="{DDFB3A4F-558F-41CF-AE46-E880FF8BC66B}"/>
              </a:ext>
            </a:extLst>
          </p:cNvPr>
          <p:cNvSpPr>
            <a:spLocks xmlns:a="http://schemas.openxmlformats.org/drawingml/2006/main" noGrp="1"/>
          </p:cNvSpPr>
          <p:nvPr/>
        </p:nvSpPr>
        <p:spPr>
          <a:xfrm xmlns:a="http://schemas.openxmlformats.org/drawingml/2006/main">
            <a:off x="5051013" y="3467100"/>
            <a:ext cx="4530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وربط</a:t>
            </a:r>
          </a:p>
        </p:txBody>
      </p:sp>
      <p:sp>
        <p:nvSpPr>
          <p:cNvPr id="36" name="text-698">
            <a:extLst xmlns:a="http://schemas.openxmlformats.org/drawingml/2006/main">
              <a:ext uri="{FF2B5EF4-FFF2-40B4-BE49-F238E27FC236}">
                <a16:creationId xmlns:a16="http://schemas.microsoft.com/office/drawing/2014/main" id="{661A72C1-DBF9-45B1-A67A-32B63589FFE3}"/>
              </a:ext>
            </a:extLst>
          </p:cNvPr>
          <p:cNvSpPr>
            <a:spLocks xmlns:a="http://schemas.openxmlformats.org/drawingml/2006/main" noGrp="1"/>
          </p:cNvSpPr>
          <p:nvPr/>
        </p:nvSpPr>
        <p:spPr>
          <a:xfrm xmlns:a="http://schemas.openxmlformats.org/drawingml/2006/main">
            <a:off x="4221286" y="3467100"/>
            <a:ext cx="77734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المعارف</a:t>
            </a:r>
          </a:p>
        </p:txBody>
      </p:sp>
      <p:sp>
        <p:nvSpPr>
          <p:cNvPr id="37" name="text-699">
            <a:extLst xmlns:a="http://schemas.openxmlformats.org/drawingml/2006/main">
              <a:ext uri="{FF2B5EF4-FFF2-40B4-BE49-F238E27FC236}">
                <a16:creationId xmlns:a16="http://schemas.microsoft.com/office/drawing/2014/main" id="{00061BBB-90DE-43EE-BA37-B7E65042402A}"/>
              </a:ext>
            </a:extLst>
          </p:cNvPr>
          <p:cNvSpPr>
            <a:spLocks xmlns:a="http://schemas.openxmlformats.org/drawingml/2006/main" noGrp="1"/>
          </p:cNvSpPr>
          <p:nvPr/>
        </p:nvSpPr>
        <p:spPr>
          <a:xfrm xmlns:a="http://schemas.openxmlformats.org/drawingml/2006/main">
            <a:off x="3404607" y="3467100"/>
            <a:ext cx="76429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بإشراف</a:t>
            </a:r>
          </a:p>
        </p:txBody>
      </p:sp>
      <p:sp>
        <p:nvSpPr>
          <p:cNvPr id="38" name="text-700">
            <a:extLst xmlns:a="http://schemas.openxmlformats.org/drawingml/2006/main">
              <a:ext uri="{FF2B5EF4-FFF2-40B4-BE49-F238E27FC236}">
                <a16:creationId xmlns:a16="http://schemas.microsoft.com/office/drawing/2014/main" id="{D30D55C6-081B-4DF3-8664-1807B5C66FA6}"/>
              </a:ext>
            </a:extLst>
          </p:cNvPr>
          <p:cNvSpPr>
            <a:spLocks xmlns:a="http://schemas.openxmlformats.org/drawingml/2006/main" noGrp="1"/>
          </p:cNvSpPr>
          <p:nvPr/>
        </p:nvSpPr>
        <p:spPr>
          <a:xfrm xmlns:a="http://schemas.openxmlformats.org/drawingml/2006/main">
            <a:off x="2531417" y="3467100"/>
            <a:ext cx="82080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المختص</a:t>
            </a:r>
          </a:p>
        </p:txBody>
      </p:sp>
      <p:sp>
        <p:nvSpPr>
          <p:cNvPr id="39" name="shape-701">
            <a:extLst xmlns:a="http://schemas.openxmlformats.org/drawingml/2006/main">
              <a:ext uri="{FF2B5EF4-FFF2-40B4-BE49-F238E27FC236}">
                <a16:creationId xmlns:a16="http://schemas.microsoft.com/office/drawing/2014/main" id="{78D8B1C4-4786-4D28-8223-9EBCE9AC66C7}"/>
              </a:ext>
            </a:extLst>
          </p:cNvPr>
          <p:cNvSpPr>
            <a:spLocks xmlns:a="http://schemas.openxmlformats.org/drawingml/2006/main" noGrp="1"/>
          </p:cNvSpPr>
          <p:nvPr/>
        </p:nvSpPr>
        <p:spPr>
          <a:xfrm xmlns:a="http://schemas.openxmlformats.org/drawingml/2006/main">
            <a:off x="609600" y="4238625"/>
            <a:ext cx="10972800" cy="81915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40" name="text-702">
            <a:extLst xmlns:a="http://schemas.openxmlformats.org/drawingml/2006/main">
              <a:ext uri="{FF2B5EF4-FFF2-40B4-BE49-F238E27FC236}">
                <a16:creationId xmlns:a16="http://schemas.microsoft.com/office/drawing/2014/main" id="{746625F8-81A5-4F51-93F3-5C24AE83FCD7}"/>
              </a:ext>
            </a:extLst>
          </p:cNvPr>
          <p:cNvSpPr>
            <a:spLocks xmlns:a="http://schemas.openxmlformats.org/drawingml/2006/main" noGrp="1"/>
          </p:cNvSpPr>
          <p:nvPr/>
        </p:nvSpPr>
        <p:spPr>
          <a:xfrm xmlns:a="http://schemas.openxmlformats.org/drawingml/2006/main">
            <a:off x="10516766" y="4429125"/>
            <a:ext cx="82750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العالِم</a:t>
            </a:r>
          </a:p>
        </p:txBody>
      </p:sp>
      <p:sp>
        <p:nvSpPr>
          <p:cNvPr id="41" name="text-703">
            <a:extLst xmlns:a="http://schemas.openxmlformats.org/drawingml/2006/main">
              <a:ext uri="{FF2B5EF4-FFF2-40B4-BE49-F238E27FC236}">
                <a16:creationId xmlns:a16="http://schemas.microsoft.com/office/drawing/2014/main" id="{393CEBC6-D0E2-41C4-94F5-93DF53BA7D74}"/>
              </a:ext>
            </a:extLst>
          </p:cNvPr>
          <p:cNvSpPr>
            <a:spLocks xmlns:a="http://schemas.openxmlformats.org/drawingml/2006/main" noGrp="1"/>
          </p:cNvSpPr>
          <p:nvPr/>
        </p:nvSpPr>
        <p:spPr>
          <a:xfrm xmlns:a="http://schemas.openxmlformats.org/drawingml/2006/main">
            <a:off x="7362825" y="4410075"/>
            <a:ext cx="142875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550" b="1">
                <a:solidFill>
                  <a:srgbClr val="A6DAB5"/>
                </a:solidFill>
                <a:latin typeface="Tahoma"/>
                <a:ea typeface="Tahoma"/>
                <a:cs typeface="Tahoma"/>
              </a:defRPr>
            </a:pPr>
            <a:r>
              <a:rPr sz="2550" b="1">
                <a:solidFill>
                  <a:srgbClr val="A6DAB5"/>
                </a:solidFill>
                <a:latin typeface="Tahoma"/>
                <a:ea typeface="Tahoma"/>
                <a:cs typeface="Tahoma"/>
              </a:rPr>
              <a:t>51B</a:t>
            </a:r>
          </a:p>
        </p:txBody>
      </p:sp>
      <p:sp>
        <p:nvSpPr>
          <p:cNvPr id="42" name="text-704">
            <a:extLst xmlns:a="http://schemas.openxmlformats.org/drawingml/2006/main">
              <a:ext uri="{FF2B5EF4-FFF2-40B4-BE49-F238E27FC236}">
                <a16:creationId xmlns:a16="http://schemas.microsoft.com/office/drawing/2014/main" id="{48EDACD7-C88F-465B-AC3E-90DE2C758492}"/>
              </a:ext>
            </a:extLst>
          </p:cNvPr>
          <p:cNvSpPr>
            <a:spLocks xmlns:a="http://schemas.openxmlformats.org/drawingml/2006/main" noGrp="1"/>
          </p:cNvSpPr>
          <p:nvPr/>
        </p:nvSpPr>
        <p:spPr>
          <a:xfrm xmlns:a="http://schemas.openxmlformats.org/drawingml/2006/main">
            <a:off x="6544667" y="4476750"/>
            <a:ext cx="4847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بحث</a:t>
            </a:r>
          </a:p>
        </p:txBody>
      </p:sp>
      <p:sp>
        <p:nvSpPr>
          <p:cNvPr id="43" name="text-705">
            <a:extLst xmlns:a="http://schemas.openxmlformats.org/drawingml/2006/main">
              <a:ext uri="{FF2B5EF4-FFF2-40B4-BE49-F238E27FC236}">
                <a16:creationId xmlns:a16="http://schemas.microsoft.com/office/drawing/2014/main" id="{999FF250-17E4-49FD-BE43-CDC51516F6C7}"/>
              </a:ext>
            </a:extLst>
          </p:cNvPr>
          <p:cNvSpPr>
            <a:spLocks xmlns:a="http://schemas.openxmlformats.org/drawingml/2006/main" noGrp="1"/>
          </p:cNvSpPr>
          <p:nvPr/>
        </p:nvSpPr>
        <p:spPr>
          <a:xfrm xmlns:a="http://schemas.openxmlformats.org/drawingml/2006/main">
            <a:off x="5899087" y="4476750"/>
            <a:ext cx="59319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متعدد</a:t>
            </a:r>
          </a:p>
        </p:txBody>
      </p:sp>
      <p:sp>
        <p:nvSpPr>
          <p:cNvPr id="44" name="text-706">
            <a:extLst xmlns:a="http://schemas.openxmlformats.org/drawingml/2006/main">
              <a:ext uri="{FF2B5EF4-FFF2-40B4-BE49-F238E27FC236}">
                <a16:creationId xmlns:a16="http://schemas.microsoft.com/office/drawing/2014/main" id="{0B6D8AD4-1C59-4642-995F-60772F8E84C7}"/>
              </a:ext>
            </a:extLst>
          </p:cNvPr>
          <p:cNvSpPr>
            <a:spLocks xmlns:a="http://schemas.openxmlformats.org/drawingml/2006/main" noGrp="1"/>
          </p:cNvSpPr>
          <p:nvPr/>
        </p:nvSpPr>
        <p:spPr>
          <a:xfrm xmlns:a="http://schemas.openxmlformats.org/drawingml/2006/main">
            <a:off x="5245658" y="4476750"/>
            <a:ext cx="60104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العلوم</a:t>
            </a:r>
          </a:p>
        </p:txBody>
      </p:sp>
      <p:sp>
        <p:nvSpPr>
          <p:cNvPr id="45" name="text-707">
            <a:extLst xmlns:a="http://schemas.openxmlformats.org/drawingml/2006/main">
              <a:ext uri="{FF2B5EF4-FFF2-40B4-BE49-F238E27FC236}">
                <a16:creationId xmlns:a16="http://schemas.microsoft.com/office/drawing/2014/main" id="{704F3F55-AE91-4779-A7B1-00F8D6664A55}"/>
              </a:ext>
            </a:extLst>
          </p:cNvPr>
          <p:cNvSpPr>
            <a:spLocks xmlns:a="http://schemas.openxmlformats.org/drawingml/2006/main" noGrp="1"/>
          </p:cNvSpPr>
          <p:nvPr/>
        </p:nvSpPr>
        <p:spPr>
          <a:xfrm xmlns:a="http://schemas.openxmlformats.org/drawingml/2006/main">
            <a:off x="4462238" y="4476750"/>
            <a:ext cx="73103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وجسور</a:t>
            </a:r>
          </a:p>
        </p:txBody>
      </p:sp>
      <p:sp>
        <p:nvSpPr>
          <p:cNvPr id="46" name="text-708">
            <a:extLst xmlns:a="http://schemas.openxmlformats.org/drawingml/2006/main">
              <a:ext uri="{FF2B5EF4-FFF2-40B4-BE49-F238E27FC236}">
                <a16:creationId xmlns:a16="http://schemas.microsoft.com/office/drawing/2014/main" id="{60384615-03AB-409C-B1F0-6DE35A9E847D}"/>
              </a:ext>
            </a:extLst>
          </p:cNvPr>
          <p:cNvSpPr>
            <a:spLocks xmlns:a="http://schemas.openxmlformats.org/drawingml/2006/main" noGrp="1"/>
          </p:cNvSpPr>
          <p:nvPr/>
        </p:nvSpPr>
        <p:spPr>
          <a:xfrm xmlns:a="http://schemas.openxmlformats.org/drawingml/2006/main">
            <a:off x="4014050" y="4476750"/>
            <a:ext cx="39580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إلى</a:t>
            </a:r>
          </a:p>
        </p:txBody>
      </p:sp>
      <p:sp>
        <p:nvSpPr>
          <p:cNvPr id="47" name="text-709">
            <a:extLst xmlns:a="http://schemas.openxmlformats.org/drawingml/2006/main">
              <a:ext uri="{FF2B5EF4-FFF2-40B4-BE49-F238E27FC236}">
                <a16:creationId xmlns:a16="http://schemas.microsoft.com/office/drawing/2014/main" id="{52D5E5B7-D280-4D7C-8287-0AF5AEF2DA6F}"/>
              </a:ext>
            </a:extLst>
          </p:cNvPr>
          <p:cNvSpPr>
            <a:spLocks xmlns:a="http://schemas.openxmlformats.org/drawingml/2006/main" noGrp="1"/>
          </p:cNvSpPr>
          <p:nvPr/>
        </p:nvSpPr>
        <p:spPr>
          <a:xfrm xmlns:a="http://schemas.openxmlformats.org/drawingml/2006/main">
            <a:off x="3484041" y="4476750"/>
            <a:ext cx="47762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لغات</a:t>
            </a:r>
          </a:p>
        </p:txBody>
      </p:sp>
      <p:sp>
        <p:nvSpPr>
          <p:cNvPr id="48" name="text-710">
            <a:extLst xmlns:a="http://schemas.openxmlformats.org/drawingml/2006/main">
              <a:ext uri="{FF2B5EF4-FFF2-40B4-BE49-F238E27FC236}">
                <a16:creationId xmlns:a16="http://schemas.microsoft.com/office/drawing/2014/main" id="{EDBB5305-6897-481A-9F46-C5F650FEEFC6}"/>
              </a:ext>
            </a:extLst>
          </p:cNvPr>
          <p:cNvSpPr>
            <a:spLocks xmlns:a="http://schemas.openxmlformats.org/drawingml/2006/main" noGrp="1"/>
          </p:cNvSpPr>
          <p:nvPr/>
        </p:nvSpPr>
        <p:spPr>
          <a:xfrm xmlns:a="http://schemas.openxmlformats.org/drawingml/2006/main">
            <a:off x="2859358" y="4476750"/>
            <a:ext cx="572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العالم</a:t>
            </a:r>
          </a:p>
        </p:txBody>
      </p:sp>
      <p:sp>
        <p:nvSpPr>
          <p:cNvPr id="49" name="text-711">
            <a:extLst xmlns:a="http://schemas.openxmlformats.org/drawingml/2006/main">
              <a:ext uri="{FF2B5EF4-FFF2-40B4-BE49-F238E27FC236}">
                <a16:creationId xmlns:a16="http://schemas.microsoft.com/office/drawing/2014/main" id="{3742C732-6E8B-4157-94B3-8928AD4E1DCE}"/>
              </a:ext>
            </a:extLst>
          </p:cNvPr>
          <p:cNvSpPr>
            <a:spLocks xmlns:a="http://schemas.openxmlformats.org/drawingml/2006/main" noGrp="1"/>
          </p:cNvSpPr>
          <p:nvPr/>
        </p:nvSpPr>
        <p:spPr>
          <a:xfrm xmlns:a="http://schemas.openxmlformats.org/drawingml/2006/main">
            <a:off x="1815953" y="4476750"/>
            <a:ext cx="9910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F3F0E6"/>
                </a:solidFill>
                <a:latin typeface="Tahoma"/>
                <a:ea typeface="Tahoma"/>
                <a:cs typeface="Tahoma"/>
              </a:defRPr>
            </a:pPr>
            <a:r>
              <a:rPr sz="1800" b="0">
                <a:solidFill>
                  <a:srgbClr val="F3F0E6"/>
                </a:solidFill>
                <a:latin typeface="Tahoma"/>
                <a:ea typeface="Tahoma"/>
                <a:cs typeface="Tahoma"/>
              </a:rPr>
              <a:t>الإسلامي</a:t>
            </a:r>
          </a:p>
        </p:txBody>
      </p:sp>
      <p:sp>
        <p:nvSpPr>
          <p:cNvPr id="50" name="text-712">
            <a:extLst xmlns:a="http://schemas.openxmlformats.org/drawingml/2006/main">
              <a:ext uri="{FF2B5EF4-FFF2-40B4-BE49-F238E27FC236}">
                <a16:creationId xmlns:a16="http://schemas.microsoft.com/office/drawing/2014/main" id="{BA364A4C-62E0-4618-9725-1D82A8FA2734}"/>
              </a:ext>
            </a:extLst>
          </p:cNvPr>
          <p:cNvSpPr>
            <a:spLocks xmlns:a="http://schemas.openxmlformats.org/drawingml/2006/main" noGrp="1"/>
          </p:cNvSpPr>
          <p:nvPr/>
        </p:nvSpPr>
        <p:spPr>
          <a:xfrm xmlns:a="http://schemas.openxmlformats.org/drawingml/2006/main">
            <a:off x="11088100" y="5391150"/>
            <a:ext cx="49430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خطة</a:t>
            </a:r>
          </a:p>
        </p:txBody>
      </p:sp>
      <p:sp>
        <p:nvSpPr>
          <p:cNvPr id="51" name="text-713">
            <a:extLst xmlns:a="http://schemas.openxmlformats.org/drawingml/2006/main">
              <a:ext uri="{FF2B5EF4-FFF2-40B4-BE49-F238E27FC236}">
                <a16:creationId xmlns:a16="http://schemas.microsoft.com/office/drawing/2014/main" id="{0C8C698F-E0F2-478C-AC25-1731D5F8108A}"/>
              </a:ext>
            </a:extLst>
          </p:cNvPr>
          <p:cNvSpPr>
            <a:spLocks xmlns:a="http://schemas.openxmlformats.org/drawingml/2006/main" noGrp="1"/>
          </p:cNvSpPr>
          <p:nvPr/>
        </p:nvSpPr>
        <p:spPr>
          <a:xfrm xmlns:a="http://schemas.openxmlformats.org/drawingml/2006/main">
            <a:off x="10204315" y="5391150"/>
            <a:ext cx="83139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مقترحة؛</a:t>
            </a:r>
          </a:p>
        </p:txBody>
      </p:sp>
      <p:sp>
        <p:nvSpPr>
          <p:cNvPr id="52" name="text-714">
            <a:extLst xmlns:a="http://schemas.openxmlformats.org/drawingml/2006/main">
              <a:ext uri="{FF2B5EF4-FFF2-40B4-BE49-F238E27FC236}">
                <a16:creationId xmlns:a16="http://schemas.microsoft.com/office/drawing/2014/main" id="{D5C50F1C-6DBB-45BB-AE3C-08B1B760775A}"/>
              </a:ext>
            </a:extLst>
          </p:cNvPr>
          <p:cNvSpPr>
            <a:spLocks xmlns:a="http://schemas.openxmlformats.org/drawingml/2006/main" noGrp="1"/>
          </p:cNvSpPr>
          <p:nvPr/>
        </p:nvSpPr>
        <p:spPr>
          <a:xfrm xmlns:a="http://schemas.openxmlformats.org/drawingml/2006/main">
            <a:off x="9830493" y="5391150"/>
            <a:ext cx="32143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كل</a:t>
            </a:r>
          </a:p>
        </p:txBody>
      </p:sp>
      <p:sp>
        <p:nvSpPr>
          <p:cNvPr id="53" name="text-715">
            <a:extLst xmlns:a="http://schemas.openxmlformats.org/drawingml/2006/main">
              <a:ext uri="{FF2B5EF4-FFF2-40B4-BE49-F238E27FC236}">
                <a16:creationId xmlns:a16="http://schemas.microsoft.com/office/drawing/2014/main" id="{FCA6B085-011A-4BF4-9EE0-5EDC068C4B98}"/>
              </a:ext>
            </a:extLst>
          </p:cNvPr>
          <p:cNvSpPr>
            <a:spLocks xmlns:a="http://schemas.openxmlformats.org/drawingml/2006/main" noGrp="1"/>
          </p:cNvSpPr>
          <p:nvPr/>
        </p:nvSpPr>
        <p:spPr>
          <a:xfrm xmlns:a="http://schemas.openxmlformats.org/drawingml/2006/main">
            <a:off x="9148712" y="5391150"/>
            <a:ext cx="6293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مرحلة</a:t>
            </a:r>
          </a:p>
        </p:txBody>
      </p:sp>
      <p:sp>
        <p:nvSpPr>
          <p:cNvPr id="54" name="text-716">
            <a:extLst xmlns:a="http://schemas.openxmlformats.org/drawingml/2006/main">
              <a:ext uri="{FF2B5EF4-FFF2-40B4-BE49-F238E27FC236}">
                <a16:creationId xmlns:a16="http://schemas.microsoft.com/office/drawing/2014/main" id="{285C4DDF-3421-4B6B-83EF-E8F0885297EC}"/>
              </a:ext>
            </a:extLst>
          </p:cNvPr>
          <p:cNvSpPr>
            <a:spLocks xmlns:a="http://schemas.openxmlformats.org/drawingml/2006/main" noGrp="1"/>
          </p:cNvSpPr>
          <p:nvPr/>
        </p:nvSpPr>
        <p:spPr>
          <a:xfrm xmlns:a="http://schemas.openxmlformats.org/drawingml/2006/main">
            <a:off x="8524520" y="5391150"/>
            <a:ext cx="57180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تُعتمد</a:t>
            </a:r>
          </a:p>
        </p:txBody>
      </p:sp>
      <p:sp>
        <p:nvSpPr>
          <p:cNvPr id="55" name="text-717">
            <a:extLst xmlns:a="http://schemas.openxmlformats.org/drawingml/2006/main">
              <a:ext uri="{FF2B5EF4-FFF2-40B4-BE49-F238E27FC236}">
                <a16:creationId xmlns:a16="http://schemas.microsoft.com/office/drawing/2014/main" id="{CFF446E2-0DA1-4B64-B086-44DD47471E86}"/>
              </a:ext>
            </a:extLst>
          </p:cNvPr>
          <p:cNvSpPr>
            <a:spLocks xmlns:a="http://schemas.openxmlformats.org/drawingml/2006/main" noGrp="1"/>
          </p:cNvSpPr>
          <p:nvPr/>
        </p:nvSpPr>
        <p:spPr>
          <a:xfrm xmlns:a="http://schemas.openxmlformats.org/drawingml/2006/main">
            <a:off x="8125877" y="5391150"/>
            <a:ext cx="3462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بعد</a:t>
            </a:r>
          </a:p>
        </p:txBody>
      </p:sp>
      <p:sp>
        <p:nvSpPr>
          <p:cNvPr id="56" name="text-718">
            <a:extLst xmlns:a="http://schemas.openxmlformats.org/drawingml/2006/main">
              <a:ext uri="{FF2B5EF4-FFF2-40B4-BE49-F238E27FC236}">
                <a16:creationId xmlns:a16="http://schemas.microsoft.com/office/drawing/2014/main" id="{693E0470-5306-44CB-AA60-1355D0F9A16C}"/>
              </a:ext>
            </a:extLst>
          </p:cNvPr>
          <p:cNvSpPr>
            <a:spLocks xmlns:a="http://schemas.openxmlformats.org/drawingml/2006/main" noGrp="1"/>
          </p:cNvSpPr>
          <p:nvPr/>
        </p:nvSpPr>
        <p:spPr>
          <a:xfrm xmlns:a="http://schemas.openxmlformats.org/drawingml/2006/main">
            <a:off x="7501586" y="5391150"/>
            <a:ext cx="5719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قياس</a:t>
            </a:r>
          </a:p>
        </p:txBody>
      </p:sp>
      <p:sp>
        <p:nvSpPr>
          <p:cNvPr id="57" name="text-719">
            <a:extLst xmlns:a="http://schemas.openxmlformats.org/drawingml/2006/main">
              <a:ext uri="{FF2B5EF4-FFF2-40B4-BE49-F238E27FC236}">
                <a16:creationId xmlns:a16="http://schemas.microsoft.com/office/drawing/2014/main" id="{5D4AC773-E34E-4AE7-A8FA-F5E200C87622}"/>
              </a:ext>
            </a:extLst>
          </p:cNvPr>
          <p:cNvSpPr>
            <a:spLocks xmlns:a="http://schemas.openxmlformats.org/drawingml/2006/main" noGrp="1"/>
          </p:cNvSpPr>
          <p:nvPr/>
        </p:nvSpPr>
        <p:spPr>
          <a:xfrm xmlns:a="http://schemas.openxmlformats.org/drawingml/2006/main">
            <a:off x="6802440" y="5391150"/>
            <a:ext cx="6467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الجودة</a:t>
            </a:r>
          </a:p>
        </p:txBody>
      </p:sp>
      <p:sp>
        <p:nvSpPr>
          <p:cNvPr id="58" name="text-720">
            <a:extLst xmlns:a="http://schemas.openxmlformats.org/drawingml/2006/main">
              <a:ext uri="{FF2B5EF4-FFF2-40B4-BE49-F238E27FC236}">
                <a16:creationId xmlns:a16="http://schemas.microsoft.com/office/drawing/2014/main" id="{094440E8-929E-45F0-935F-7F1616A56D3C}"/>
              </a:ext>
            </a:extLst>
          </p:cNvPr>
          <p:cNvSpPr>
            <a:spLocks xmlns:a="http://schemas.openxmlformats.org/drawingml/2006/main" noGrp="1"/>
          </p:cNvSpPr>
          <p:nvPr/>
        </p:nvSpPr>
        <p:spPr>
          <a:xfrm xmlns:a="http://schemas.openxmlformats.org/drawingml/2006/main">
            <a:off x="6249572" y="5391150"/>
            <a:ext cx="5004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والأثر</a:t>
            </a:r>
          </a:p>
        </p:txBody>
      </p:sp>
      <p:sp>
        <p:nvSpPr>
          <p:cNvPr id="59" name="text-721">
            <a:extLst xmlns:a="http://schemas.openxmlformats.org/drawingml/2006/main">
              <a:ext uri="{FF2B5EF4-FFF2-40B4-BE49-F238E27FC236}">
                <a16:creationId xmlns:a16="http://schemas.microsoft.com/office/drawing/2014/main" id="{9ADD450C-D422-4479-B935-65701A618E95}"/>
              </a:ext>
            </a:extLst>
          </p:cNvPr>
          <p:cNvSpPr>
            <a:spLocks xmlns:a="http://schemas.openxmlformats.org/drawingml/2006/main" noGrp="1"/>
          </p:cNvSpPr>
          <p:nvPr/>
        </p:nvSpPr>
        <p:spPr>
          <a:xfrm xmlns:a="http://schemas.openxmlformats.org/drawingml/2006/main">
            <a:off x="11066222" y="5810250"/>
            <a:ext cx="516178"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خارطة</a:t>
            </a:r>
          </a:p>
        </p:txBody>
      </p:sp>
      <p:sp>
        <p:nvSpPr>
          <p:cNvPr id="60" name="text-722">
            <a:extLst xmlns:a="http://schemas.openxmlformats.org/drawingml/2006/main">
              <a:ext uri="{FF2B5EF4-FFF2-40B4-BE49-F238E27FC236}">
                <a16:creationId xmlns:a16="http://schemas.microsoft.com/office/drawing/2014/main" id="{CC7AF227-7D42-46B1-9D89-A64AF3F505AD}"/>
              </a:ext>
            </a:extLst>
          </p:cNvPr>
          <p:cNvSpPr>
            <a:spLocks xmlns:a="http://schemas.openxmlformats.org/drawingml/2006/main" noGrp="1"/>
          </p:cNvSpPr>
          <p:nvPr/>
        </p:nvSpPr>
        <p:spPr>
          <a:xfrm xmlns:a="http://schemas.openxmlformats.org/drawingml/2006/main">
            <a:off x="10698528" y="5810250"/>
            <a:ext cx="330166"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برق</a:t>
            </a:r>
          </a:p>
        </p:txBody>
      </p:sp>
      <p:sp>
        <p:nvSpPr>
          <p:cNvPr id="61" name="text-723">
            <a:extLst xmlns:a="http://schemas.openxmlformats.org/drawingml/2006/main">
              <a:ext uri="{FF2B5EF4-FFF2-40B4-BE49-F238E27FC236}">
                <a16:creationId xmlns:a16="http://schemas.microsoft.com/office/drawing/2014/main" id="{A99337C3-C570-4322-96C3-373670D8708D}"/>
              </a:ext>
            </a:extLst>
          </p:cNvPr>
          <p:cNvSpPr>
            <a:spLocks xmlns:a="http://schemas.openxmlformats.org/drawingml/2006/main" noGrp="1"/>
          </p:cNvSpPr>
          <p:nvPr/>
        </p:nvSpPr>
        <p:spPr>
          <a:xfrm xmlns:a="http://schemas.openxmlformats.org/drawingml/2006/main">
            <a:off x="10178374" y="5810250"/>
            <a:ext cx="482625"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العامة</a:t>
            </a:r>
          </a:p>
        </p:txBody>
      </p:sp>
      <p:sp>
        <p:nvSpPr>
          <p:cNvPr id="62" name="text-724">
            <a:extLst xmlns:a="http://schemas.openxmlformats.org/drawingml/2006/main">
              <a:ext uri="{FF2B5EF4-FFF2-40B4-BE49-F238E27FC236}">
                <a16:creationId xmlns:a16="http://schemas.microsoft.com/office/drawing/2014/main" id="{2470D53A-5558-4DD1-99D9-E83B498BA018}"/>
              </a:ext>
            </a:extLst>
          </p:cNvPr>
          <p:cNvSpPr>
            <a:spLocks xmlns:a="http://schemas.openxmlformats.org/drawingml/2006/main" noGrp="1"/>
          </p:cNvSpPr>
          <p:nvPr/>
        </p:nvSpPr>
        <p:spPr>
          <a:xfrm xmlns:a="http://schemas.openxmlformats.org/drawingml/2006/main">
            <a:off x="10036817" y="5810250"/>
            <a:ext cx="104028"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a:t>
            </a:r>
          </a:p>
        </p:txBody>
      </p:sp>
      <p:sp>
        <p:nvSpPr>
          <p:cNvPr id="63" name="text-725">
            <a:extLst xmlns:a="http://schemas.openxmlformats.org/drawingml/2006/main">
              <a:ext uri="{FF2B5EF4-FFF2-40B4-BE49-F238E27FC236}">
                <a16:creationId xmlns:a16="http://schemas.microsoft.com/office/drawing/2014/main" id="{BA5C2229-6FC9-4B3E-9DA9-9C48EB78734D}"/>
              </a:ext>
            </a:extLst>
          </p:cNvPr>
          <p:cNvSpPr>
            <a:spLocks xmlns:a="http://schemas.openxmlformats.org/drawingml/2006/main" noGrp="1"/>
          </p:cNvSpPr>
          <p:nvPr/>
        </p:nvSpPr>
        <p:spPr>
          <a:xfrm xmlns:a="http://schemas.openxmlformats.org/drawingml/2006/main">
            <a:off x="9525395" y="5810250"/>
            <a:ext cx="473893"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الأدوار</a:t>
            </a:r>
          </a:p>
        </p:txBody>
      </p:sp>
      <p:sp>
        <p:nvSpPr>
          <p:cNvPr id="64" name="text-726">
            <a:extLst xmlns:a="http://schemas.openxmlformats.org/drawingml/2006/main">
              <a:ext uri="{FF2B5EF4-FFF2-40B4-BE49-F238E27FC236}">
                <a16:creationId xmlns:a16="http://schemas.microsoft.com/office/drawing/2014/main" id="{9A314BE5-32D2-43E5-AA09-0696146AF353}"/>
              </a:ext>
            </a:extLst>
          </p:cNvPr>
          <p:cNvSpPr>
            <a:spLocks xmlns:a="http://schemas.openxmlformats.org/drawingml/2006/main" noGrp="1"/>
          </p:cNvSpPr>
          <p:nvPr/>
        </p:nvSpPr>
        <p:spPr>
          <a:xfrm xmlns:a="http://schemas.openxmlformats.org/drawingml/2006/main">
            <a:off x="8956679" y="5810250"/>
            <a:ext cx="531188"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ومسار</a:t>
            </a:r>
          </a:p>
        </p:txBody>
      </p:sp>
      <p:sp>
        <p:nvSpPr>
          <p:cNvPr id="65" name="text-727">
            <a:extLst xmlns:a="http://schemas.openxmlformats.org/drawingml/2006/main">
              <a:ext uri="{FF2B5EF4-FFF2-40B4-BE49-F238E27FC236}">
                <a16:creationId xmlns:a16="http://schemas.microsoft.com/office/drawing/2014/main" id="{C95B0BF3-BFE2-4F3F-8CC2-F19E46D3735C}"/>
              </a:ext>
            </a:extLst>
          </p:cNvPr>
          <p:cNvSpPr>
            <a:spLocks xmlns:a="http://schemas.openxmlformats.org/drawingml/2006/main" noGrp="1"/>
          </p:cNvSpPr>
          <p:nvPr/>
        </p:nvSpPr>
        <p:spPr>
          <a:xfrm xmlns:a="http://schemas.openxmlformats.org/drawingml/2006/main">
            <a:off x="8343715" y="5810250"/>
            <a:ext cx="575435"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425" b="0">
                <a:solidFill>
                  <a:srgbClr val="A6DAB5"/>
                </a:solidFill>
                <a:latin typeface="Tahoma"/>
                <a:ea typeface="Tahoma"/>
                <a:cs typeface="Tahoma"/>
              </a:defRPr>
            </a:pPr>
            <a:r>
              <a:rPr sz="1425" b="0">
                <a:solidFill>
                  <a:srgbClr val="A6DAB5"/>
                </a:solidFill>
                <a:latin typeface="Tahoma"/>
                <a:ea typeface="Tahoma"/>
                <a:cs typeface="Tahoma"/>
              </a:rPr>
              <a:t>التوسع</a:t>
            </a:r>
          </a:p>
        </p:txBody>
      </p:sp>
    </p:spTree>
    <p:extLst>
      <p:ext uri="{BB962C8B-B14F-4D97-AF65-F5344CB8AC3E}">
        <p14:creationId xmlns:p14="http://schemas.microsoft.com/office/powerpoint/2010/main" val="346492478"/>
      </p:ext>
    </p:extLst>
  </p:cSld>
</p:sld>
</file>

<file path=ppt/slides/slide1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728">
            <a:extLst xmlns:a="http://schemas.openxmlformats.org/drawingml/2006/main">
              <a:ext uri="{FF2B5EF4-FFF2-40B4-BE49-F238E27FC236}">
                <a16:creationId xmlns:a16="http://schemas.microsoft.com/office/drawing/2014/main" id="{4B94D4AD-FFE8-443D-A121-A502EDE79F5E}"/>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جرّب</a:t>
            </a:r>
          </a:p>
        </p:txBody>
      </p:sp>
      <p:sp>
        <p:nvSpPr>
          <p:cNvPr id="2" name="text-729">
            <a:extLst xmlns:a="http://schemas.openxmlformats.org/drawingml/2006/main">
              <a:ext uri="{FF2B5EF4-FFF2-40B4-BE49-F238E27FC236}">
                <a16:creationId xmlns:a16="http://schemas.microsoft.com/office/drawing/2014/main" id="{A620E875-23EC-4C24-9D81-4C7B64B0D6F6}"/>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وافتح</a:t>
            </a:r>
          </a:p>
        </p:txBody>
      </p:sp>
      <p:sp>
        <p:nvSpPr>
          <p:cNvPr id="3" name="text-730">
            <a:extLst xmlns:a="http://schemas.openxmlformats.org/drawingml/2006/main">
              <a:ext uri="{FF2B5EF4-FFF2-40B4-BE49-F238E27FC236}">
                <a16:creationId xmlns:a16="http://schemas.microsoft.com/office/drawing/2014/main" id="{436DBBB2-5F0E-4CE9-9A0B-556ABC6BB506}"/>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الدليل</a:t>
            </a:r>
          </a:p>
        </p:txBody>
      </p:sp>
      <p:sp>
        <p:nvSpPr>
          <p:cNvPr id="4" name="text-731">
            <a:extLst xmlns:a="http://schemas.openxmlformats.org/drawingml/2006/main">
              <a:ext uri="{FF2B5EF4-FFF2-40B4-BE49-F238E27FC236}">
                <a16:creationId xmlns:a16="http://schemas.microsoft.com/office/drawing/2014/main" id="{41BE3FF5-E140-44A3-8981-C31D8A079614}"/>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وأعد</a:t>
            </a:r>
          </a:p>
        </p:txBody>
      </p:sp>
      <p:sp>
        <p:nvSpPr>
          <p:cNvPr id="5" name="text-732">
            <a:extLst xmlns:a="http://schemas.openxmlformats.org/drawingml/2006/main">
              <a:ext uri="{FF2B5EF4-FFF2-40B4-BE49-F238E27FC236}">
                <a16:creationId xmlns:a16="http://schemas.microsoft.com/office/drawing/2014/main" id="{4915A490-9F95-47C1-BA9D-A3E1150CA5D6}"/>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الاختبار</a:t>
            </a:r>
          </a:p>
        </p:txBody>
      </p:sp>
      <p:sp>
        <p:nvSpPr>
          <p:cNvPr id="6" name="shape-733">
            <a:extLst xmlns:a="http://schemas.openxmlformats.org/drawingml/2006/main">
              <a:ext uri="{FF2B5EF4-FFF2-40B4-BE49-F238E27FC236}">
                <a16:creationId xmlns:a16="http://schemas.microsoft.com/office/drawing/2014/main" id="{962F02E9-5DE5-4EDA-A419-4E743A4ACF7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734">
            <a:extLst xmlns:a="http://schemas.openxmlformats.org/drawingml/2006/main">
              <a:ext uri="{FF2B5EF4-FFF2-40B4-BE49-F238E27FC236}">
                <a16:creationId xmlns:a16="http://schemas.microsoft.com/office/drawing/2014/main" id="{F0EBD31C-2E2C-4E8C-A006-4DFDAD0AB477}"/>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735">
            <a:extLst xmlns:a="http://schemas.openxmlformats.org/drawingml/2006/main">
              <a:ext uri="{FF2B5EF4-FFF2-40B4-BE49-F238E27FC236}">
                <a16:creationId xmlns:a16="http://schemas.microsoft.com/office/drawing/2014/main" id="{F9E71A40-DD7B-471E-8BB1-AC33E1DB388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736">
            <a:extLst xmlns:a="http://schemas.openxmlformats.org/drawingml/2006/main">
              <a:ext uri="{FF2B5EF4-FFF2-40B4-BE49-F238E27FC236}">
                <a16:creationId xmlns:a16="http://schemas.microsoft.com/office/drawing/2014/main" id="{993CDEB6-719A-4C34-B383-8F6FA5CCE837}"/>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737">
            <a:extLst xmlns:a="http://schemas.openxmlformats.org/drawingml/2006/main">
              <a:ext uri="{FF2B5EF4-FFF2-40B4-BE49-F238E27FC236}">
                <a16:creationId xmlns:a16="http://schemas.microsoft.com/office/drawing/2014/main" id="{5AD1AA5C-CFB2-422F-AD9F-38734E80AAF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738">
            <a:extLst xmlns:a="http://schemas.openxmlformats.org/drawingml/2006/main">
              <a:ext uri="{FF2B5EF4-FFF2-40B4-BE49-F238E27FC236}">
                <a16:creationId xmlns:a16="http://schemas.microsoft.com/office/drawing/2014/main" id="{E616346A-6E88-4853-9809-FEA069332F7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739">
            <a:extLst xmlns:a="http://schemas.openxmlformats.org/drawingml/2006/main">
              <a:ext uri="{FF2B5EF4-FFF2-40B4-BE49-F238E27FC236}">
                <a16:creationId xmlns:a16="http://schemas.microsoft.com/office/drawing/2014/main" id="{2672951B-A787-4294-A17E-019B9498C5E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740">
            <a:extLst xmlns:a="http://schemas.openxmlformats.org/drawingml/2006/main">
              <a:ext uri="{FF2B5EF4-FFF2-40B4-BE49-F238E27FC236}">
                <a16:creationId xmlns:a16="http://schemas.microsoft.com/office/drawing/2014/main" id="{8F5AF99C-7EA4-46DD-917B-A51BA7268CD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16</a:t>
            </a:r>
          </a:p>
        </p:txBody>
      </p:sp>
      <p:sp>
        <p:nvSpPr>
          <p:cNvPr id="14" name="text-741">
            <a:extLst xmlns:a="http://schemas.openxmlformats.org/drawingml/2006/main">
              <a:ext uri="{FF2B5EF4-FFF2-40B4-BE49-F238E27FC236}">
                <a16:creationId xmlns:a16="http://schemas.microsoft.com/office/drawing/2014/main" id="{193988D4-2477-4F6B-861F-E06BCC5D320A}"/>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DDC087"/>
                </a:solidFill>
                <a:latin typeface="Tahoma"/>
                <a:ea typeface="Tahoma"/>
                <a:cs typeface="Tahoma"/>
              </a:defRPr>
            </a:pPr>
            <a:r>
              <a:rPr sz="4050" b="1">
                <a:solidFill>
                  <a:srgbClr val="DDC087"/>
                </a:solidFill>
                <a:latin typeface="Tahoma"/>
                <a:ea typeface="Tahoma"/>
                <a:cs typeface="Tahoma"/>
              </a:rPr>
              <a:t>islamicaich.salsabeel.ai</a:t>
            </a:r>
          </a:p>
        </p:txBody>
      </p:sp>
      <p:sp>
        <p:nvSpPr>
          <p:cNvPr id="15" name="text-742">
            <a:extLst xmlns:a="http://schemas.openxmlformats.org/drawingml/2006/main">
              <a:ext uri="{FF2B5EF4-FFF2-40B4-BE49-F238E27FC236}">
                <a16:creationId xmlns:a16="http://schemas.microsoft.com/office/drawing/2014/main" id="{C8E05876-46AC-4127-B7BF-8CA897DE52C1}"/>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المجلس</a:t>
            </a:r>
          </a:p>
        </p:txBody>
      </p:sp>
      <p:sp>
        <p:nvSpPr>
          <p:cNvPr id="16" name="text-743">
            <a:extLst xmlns:a="http://schemas.openxmlformats.org/drawingml/2006/main">
              <a:ext uri="{FF2B5EF4-FFF2-40B4-BE49-F238E27FC236}">
                <a16:creationId xmlns:a16="http://schemas.microsoft.com/office/drawing/2014/main" id="{3AE485F9-52D4-4B3F-B043-67AAAB631B74}"/>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17" name="text-744">
            <a:extLst xmlns:a="http://schemas.openxmlformats.org/drawingml/2006/main">
              <a:ext uri="{FF2B5EF4-FFF2-40B4-BE49-F238E27FC236}">
                <a16:creationId xmlns:a16="http://schemas.microsoft.com/office/drawing/2014/main" id="{A2849843-82D2-46CB-A785-81704C974558}"/>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دليل</a:t>
            </a:r>
          </a:p>
        </p:txBody>
      </p:sp>
      <p:sp>
        <p:nvSpPr>
          <p:cNvPr id="18" name="text-745">
            <a:extLst xmlns:a="http://schemas.openxmlformats.org/drawingml/2006/main">
              <a:ext uri="{FF2B5EF4-FFF2-40B4-BE49-F238E27FC236}">
                <a16:creationId xmlns:a16="http://schemas.microsoft.com/office/drawing/2014/main" id="{464D9B6F-1508-48A9-9ED1-B1CD6E1FA7A0}"/>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المحكّم</a:t>
            </a:r>
          </a:p>
        </p:txBody>
      </p:sp>
      <p:sp>
        <p:nvSpPr>
          <p:cNvPr id="19" name="text-746">
            <a:extLst xmlns:a="http://schemas.openxmlformats.org/drawingml/2006/main">
              <a:ext uri="{FF2B5EF4-FFF2-40B4-BE49-F238E27FC236}">
                <a16:creationId xmlns:a16="http://schemas.microsoft.com/office/drawing/2014/main" id="{89801B80-9CAE-4C74-A4E1-5F09C4EF9283}"/>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20" name="text-747">
            <a:extLst xmlns:a="http://schemas.openxmlformats.org/drawingml/2006/main">
              <a:ext uri="{FF2B5EF4-FFF2-40B4-BE49-F238E27FC236}">
                <a16:creationId xmlns:a16="http://schemas.microsoft.com/office/drawing/2014/main" id="{79936AE8-4056-4F00-8B83-2DFAE1EB659A}"/>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المصادر</a:t>
            </a:r>
          </a:p>
        </p:txBody>
      </p:sp>
      <p:sp>
        <p:nvSpPr>
          <p:cNvPr id="21" name="text-748">
            <a:extLst xmlns:a="http://schemas.openxmlformats.org/drawingml/2006/main">
              <a:ext uri="{FF2B5EF4-FFF2-40B4-BE49-F238E27FC236}">
                <a16:creationId xmlns:a16="http://schemas.microsoft.com/office/drawing/2014/main" id="{0CE92D81-1E34-467D-96A8-0E7F641B408C}"/>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A6DAB5"/>
                </a:solidFill>
                <a:latin typeface="Tahoma"/>
                <a:ea typeface="Tahoma"/>
                <a:cs typeface="Tahoma"/>
              </a:defRPr>
            </a:pPr>
            <a:r>
              <a:rPr sz="2700" b="0">
                <a:solidFill>
                  <a:srgbClr val="A6DAB5"/>
                </a:solidFill>
                <a:latin typeface="Tahoma"/>
                <a:ea typeface="Tahoma"/>
                <a:cs typeface="Tahoma"/>
              </a:rPr>
              <a:t>github.com/Salsabeel-AI/islamicaich</a:t>
            </a:r>
          </a:p>
        </p:txBody>
      </p:sp>
      <p:sp>
        <p:nvSpPr>
          <p:cNvPr id="22" name="text-749">
            <a:extLst xmlns:a="http://schemas.openxmlformats.org/drawingml/2006/main">
              <a:ext uri="{FF2B5EF4-FFF2-40B4-BE49-F238E27FC236}">
                <a16:creationId xmlns:a16="http://schemas.microsoft.com/office/drawing/2014/main" id="{3392D411-D683-42A6-BF52-6C21C97F5432}"/>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الكود</a:t>
            </a:r>
          </a:p>
        </p:txBody>
      </p:sp>
      <p:sp>
        <p:nvSpPr>
          <p:cNvPr id="23" name="text-750">
            <a:extLst xmlns:a="http://schemas.openxmlformats.org/drawingml/2006/main">
              <a:ext uri="{FF2B5EF4-FFF2-40B4-BE49-F238E27FC236}">
                <a16:creationId xmlns:a16="http://schemas.microsoft.com/office/drawing/2014/main" id="{872806DC-8CFF-436D-95ED-A413AAF83DDE}"/>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والمعمارية</a:t>
            </a:r>
          </a:p>
        </p:txBody>
      </p:sp>
      <p:sp>
        <p:nvSpPr>
          <p:cNvPr id="24" name="text-751">
            <a:extLst xmlns:a="http://schemas.openxmlformats.org/drawingml/2006/main">
              <a:ext uri="{FF2B5EF4-FFF2-40B4-BE49-F238E27FC236}">
                <a16:creationId xmlns:a16="http://schemas.microsoft.com/office/drawing/2014/main" id="{27E1A7F8-455C-48C4-9EEB-7ECDAFEA541C}"/>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والأدلة</a:t>
            </a:r>
          </a:p>
        </p:txBody>
      </p:sp>
      <p:sp>
        <p:nvSpPr>
          <p:cNvPr id="25" name="text-752">
            <a:extLst xmlns:a="http://schemas.openxmlformats.org/drawingml/2006/main">
              <a:ext uri="{FF2B5EF4-FFF2-40B4-BE49-F238E27FC236}">
                <a16:creationId xmlns:a16="http://schemas.microsoft.com/office/drawing/2014/main" id="{FFB1A07D-CEAC-45DC-891E-D81328045472}"/>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وخط</a:t>
            </a:r>
          </a:p>
        </p:txBody>
      </p:sp>
      <p:sp>
        <p:nvSpPr>
          <p:cNvPr id="26" name="text-753">
            <a:extLst xmlns:a="http://schemas.openxmlformats.org/drawingml/2006/main">
              <a:ext uri="{FF2B5EF4-FFF2-40B4-BE49-F238E27FC236}">
                <a16:creationId xmlns:a16="http://schemas.microsoft.com/office/drawing/2014/main" id="{D0BB34E8-E1C3-43FF-A363-4F09D4B91551}"/>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الأساس</a:t>
            </a:r>
          </a:p>
        </p:txBody>
      </p:sp>
      <p:sp>
        <p:nvSpPr>
          <p:cNvPr id="27" name="text-754">
            <a:extLst xmlns:a="http://schemas.openxmlformats.org/drawingml/2006/main">
              <a:ext uri="{FF2B5EF4-FFF2-40B4-BE49-F238E27FC236}">
                <a16:creationId xmlns:a16="http://schemas.microsoft.com/office/drawing/2014/main" id="{61CDAFCE-34D9-4DA0-8325-F4C9D2C671E1}"/>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بين</a:t>
            </a:r>
          </a:p>
        </p:txBody>
      </p:sp>
      <p:sp>
        <p:nvSpPr>
          <p:cNvPr id="28" name="text-755">
            <a:extLst xmlns:a="http://schemas.openxmlformats.org/drawingml/2006/main">
              <a:ext uri="{FF2B5EF4-FFF2-40B4-BE49-F238E27FC236}">
                <a16:creationId xmlns:a16="http://schemas.microsoft.com/office/drawing/2014/main" id="{0D62D38E-C550-462D-976E-18CF8F3F96F4}"/>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أيديكم</a:t>
            </a:r>
          </a:p>
        </p:txBody>
      </p:sp>
    </p:spTree>
    <p:extLst>
      <p:ext uri="{BB962C8B-B14F-4D97-AF65-F5344CB8AC3E}">
        <p14:creationId xmlns:p14="http://schemas.microsoft.com/office/powerpoint/2010/main" val="12011586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2026-10-06T18:06:06.6900000Z</dcterms:created>
  <dcterms:modified xsi:type="dcterms:W3CDTF">2026-10-06T18:06:06.6900000Z</dcterms:modified>
</coreProperties>
</file>