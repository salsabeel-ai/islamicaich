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c48accc62054ac9" /><Relationship Type="http://schemas.openxmlformats.org/officeDocument/2006/relationships/extended-properties" Target="/docProps/app.xml" Id="R0fa9a41702c44a53" /><Relationship Type="http://schemas.openxmlformats.org/officeDocument/2006/relationships/officeDocument" Target="/ppt/presentation.xml" Id="Rc6b56327c5cb43ba" /></Relationships>
</file>

<file path=ppt/presentation.xml><?xml version="1.0" encoding="utf-8"?>
<p:presentation xmlns:p="http://schemas.openxmlformats.org/presentationml/2006/main">
  <p:sldMasterIdLst>
    <p:sldMasterId xmlns:r="http://schemas.openxmlformats.org/officeDocument/2006/relationships" id="2147483648" r:id="R2296a844eebf4f19"/>
  </p:sldMasterIdLst>
  <p:notesMasterIdLst>
    <p:notesMasterId xmlns:r="http://schemas.openxmlformats.org/officeDocument/2006/relationships" r:id="R3eb7b992978b4f0c"/>
  </p:notesMasterIdLst>
  <p:sldIdLst>
    <p:sldId xmlns:r="http://schemas.openxmlformats.org/officeDocument/2006/relationships" id="256" r:id="Re6e68988585e4240"/>
    <p:sldId xmlns:r="http://schemas.openxmlformats.org/officeDocument/2006/relationships" id="257" r:id="R994313c1cfb44a4c"/>
    <p:sldId xmlns:r="http://schemas.openxmlformats.org/officeDocument/2006/relationships" id="258" r:id="R8df8009a9e4342b1"/>
    <p:sldId xmlns:r="http://schemas.openxmlformats.org/officeDocument/2006/relationships" id="259" r:id="R6a2c6b2ee60748e1"/>
    <p:sldId xmlns:r="http://schemas.openxmlformats.org/officeDocument/2006/relationships" id="260" r:id="Rde61845edfa34781"/>
    <p:sldId xmlns:r="http://schemas.openxmlformats.org/officeDocument/2006/relationships" id="261" r:id="R47709887e2f84b48"/>
    <p:sldId xmlns:r="http://schemas.openxmlformats.org/officeDocument/2006/relationships" id="262" r:id="R54ea0a07f05a4bbf"/>
    <p:sldId xmlns:r="http://schemas.openxmlformats.org/officeDocument/2006/relationships" id="263" r:id="Rb37e8e2e7ee24acd"/>
    <p:sldId xmlns:r="http://schemas.openxmlformats.org/officeDocument/2006/relationships" id="264" r:id="R8d806ed5bb5544ff"/>
    <p:sldId xmlns:r="http://schemas.openxmlformats.org/officeDocument/2006/relationships" id="265" r:id="Re0d0a39dd09040a3"/>
    <p:sldId xmlns:r="http://schemas.openxmlformats.org/officeDocument/2006/relationships" id="266" r:id="Ra43356d5152e48d6"/>
    <p:sldId xmlns:r="http://schemas.openxmlformats.org/officeDocument/2006/relationships" id="267" r:id="R48989260ff8b4393"/>
    <p:sldId xmlns:r="http://schemas.openxmlformats.org/officeDocument/2006/relationships" id="268" r:id="Rbf6482fd98ce4a0b"/>
    <p:sldId xmlns:r="http://schemas.openxmlformats.org/officeDocument/2006/relationships" id="269" r:id="Ra2002f8a81be43db"/>
    <p:sldId xmlns:r="http://schemas.openxmlformats.org/officeDocument/2006/relationships" id="270" r:id="R252b91811c3e4627"/>
    <p:sldId xmlns:r="http://schemas.openxmlformats.org/officeDocument/2006/relationships" id="271" r:id="Rb449acfbfeff4e5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f75833bdc254079" /><Relationship Type="http://schemas.openxmlformats.org/officeDocument/2006/relationships/slideMaster" Target="/ppt/slideMasters/slideMaster1.xml" Id="R2296a844eebf4f19" /><Relationship Type="http://schemas.openxmlformats.org/officeDocument/2006/relationships/notesMaster" Target="/ppt/notesMasters/notesMaster1.xml" Id="R3eb7b992978b4f0c" /><Relationship Type="http://schemas.openxmlformats.org/officeDocument/2006/relationships/presProps" Target="/ppt/presProps.xml" Id="Rf2856289634247c2" /><Relationship Type="http://schemas.openxmlformats.org/officeDocument/2006/relationships/tableStyles" Target="/ppt/tableStyles.xml" Id="R80856f91da90459e" /><Relationship Type="http://schemas.openxmlformats.org/officeDocument/2006/relationships/slide" Target="/ppt/slides/slide1.xml" Id="Re6e68988585e4240" /><Relationship Type="http://schemas.openxmlformats.org/officeDocument/2006/relationships/slide" Target="/ppt/slides/slide2.xml" Id="R994313c1cfb44a4c" /><Relationship Type="http://schemas.openxmlformats.org/officeDocument/2006/relationships/slide" Target="/ppt/slides/slide3.xml" Id="R8df8009a9e4342b1" /><Relationship Type="http://schemas.openxmlformats.org/officeDocument/2006/relationships/slide" Target="/ppt/slides/slide4.xml" Id="R6a2c6b2ee60748e1" /><Relationship Type="http://schemas.openxmlformats.org/officeDocument/2006/relationships/slide" Target="/ppt/slides/slide5.xml" Id="Rde61845edfa34781" /><Relationship Type="http://schemas.openxmlformats.org/officeDocument/2006/relationships/slide" Target="/ppt/slides/slide6.xml" Id="R47709887e2f84b48" /><Relationship Type="http://schemas.openxmlformats.org/officeDocument/2006/relationships/slide" Target="/ppt/slides/slide7.xml" Id="R54ea0a07f05a4bbf" /><Relationship Type="http://schemas.openxmlformats.org/officeDocument/2006/relationships/slide" Target="/ppt/slides/slide8.xml" Id="Rb37e8e2e7ee24acd" /><Relationship Type="http://schemas.openxmlformats.org/officeDocument/2006/relationships/slide" Target="/ppt/slides/slide9.xml" Id="R8d806ed5bb5544ff" /><Relationship Type="http://schemas.openxmlformats.org/officeDocument/2006/relationships/slide" Target="/ppt/slides/slide10.xml" Id="Re0d0a39dd09040a3" /><Relationship Type="http://schemas.openxmlformats.org/officeDocument/2006/relationships/slide" Target="/ppt/slides/slide11.xml" Id="Ra43356d5152e48d6" /><Relationship Type="http://schemas.openxmlformats.org/officeDocument/2006/relationships/slide" Target="/ppt/slides/slide12.xml" Id="R48989260ff8b4393" /><Relationship Type="http://schemas.openxmlformats.org/officeDocument/2006/relationships/slide" Target="/ppt/slides/slide13.xml" Id="Rbf6482fd98ce4a0b" /><Relationship Type="http://schemas.openxmlformats.org/officeDocument/2006/relationships/slide" Target="/ppt/slides/slide14.xml" Id="Ra2002f8a81be43db" /><Relationship Type="http://schemas.openxmlformats.org/officeDocument/2006/relationships/slide" Target="/ppt/slides/slide15.xml" Id="R252b91811c3e4627" /><Relationship Type="http://schemas.openxmlformats.org/officeDocument/2006/relationships/slide" Target="/ppt/slides/slide16.xml" Id="Rb449acfbfeff4e5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0b89b0cf3b04ca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fcf7376c87d4524" /><Relationship Type="http://schemas.openxmlformats.org/officeDocument/2006/relationships/notesMaster" Target="/ppt/notesMasters/notesMaster1.xml" Id="R5d7cb41a51334731" /></Relationships>
</file>

<file path=ppt/notesSlides/_rels/notesSlide2.xml.rels>&#65279;<?xml version="1.0" encoding="utf-8"?><Relationships xmlns="http://schemas.openxmlformats.org/package/2006/relationships"><Relationship Type="http://schemas.openxmlformats.org/officeDocument/2006/relationships/slide" Target="/ppt/slides/slide2.xml" Id="R13388af2ec9d4d1d" /><Relationship Type="http://schemas.openxmlformats.org/officeDocument/2006/relationships/notesMaster" Target="/ppt/notesMasters/notesMaster1.xml" Id="Rbae26a3e7ed94265" /></Relationships>
</file>

<file path=ppt/notesSlides/_rels/notesSlide3.xml.rels>&#65279;<?xml version="1.0" encoding="utf-8"?><Relationships xmlns="http://schemas.openxmlformats.org/package/2006/relationships"><Relationship Type="http://schemas.openxmlformats.org/officeDocument/2006/relationships/slide" Target="/ppt/slides/slide3.xml" Id="R8e8d96fbb5704c01" /><Relationship Type="http://schemas.openxmlformats.org/officeDocument/2006/relationships/notesMaster" Target="/ppt/notesMasters/notesMaster1.xml" Id="Rb98c0cde195442ee" /></Relationships>
</file>

<file path=ppt/notesSlides/_rels/notesSlide4.xml.rels>&#65279;<?xml version="1.0" encoding="utf-8"?><Relationships xmlns="http://schemas.openxmlformats.org/package/2006/relationships"><Relationship Type="http://schemas.openxmlformats.org/officeDocument/2006/relationships/slide" Target="/ppt/slides/slide4.xml" Id="R7b0a7095111744ca" /><Relationship Type="http://schemas.openxmlformats.org/officeDocument/2006/relationships/notesMaster" Target="/ppt/notesMasters/notesMaster1.xml" Id="Ree7abd2bac1242ee" /></Relationships>
</file>

<file path=ppt/notesSlides/_rels/notesSlide5.xml.rels>&#65279;<?xml version="1.0" encoding="utf-8"?><Relationships xmlns="http://schemas.openxmlformats.org/package/2006/relationships"><Relationship Type="http://schemas.openxmlformats.org/officeDocument/2006/relationships/slide" Target="/ppt/slides/slide5.xml" Id="R236b3f190b5b4f2a" /><Relationship Type="http://schemas.openxmlformats.org/officeDocument/2006/relationships/notesMaster" Target="/ppt/notesMasters/notesMaster1.xml" Id="R85ffa6273e0c4dc2" /></Relationships>
</file>

<file path=ppt/notesSlides/_rels/notesSlide6.xml.rels>&#65279;<?xml version="1.0" encoding="utf-8"?><Relationships xmlns="http://schemas.openxmlformats.org/package/2006/relationships"><Relationship Type="http://schemas.openxmlformats.org/officeDocument/2006/relationships/slide" Target="/ppt/slides/slide6.xml" Id="R0955338d069a47ae" /><Relationship Type="http://schemas.openxmlformats.org/officeDocument/2006/relationships/notesMaster" Target="/ppt/notesMasters/notesMaster1.xml" Id="R4e52904cb9d74479" /></Relationships>
</file>

<file path=ppt/notesSlides/_rels/notesSlide7.xml.rels>&#65279;<?xml version="1.0" encoding="utf-8"?><Relationships xmlns="http://schemas.openxmlformats.org/package/2006/relationships"><Relationship Type="http://schemas.openxmlformats.org/officeDocument/2006/relationships/slide" Target="/ppt/slides/slide7.xml" Id="R8b16404e89644ed6" /><Relationship Type="http://schemas.openxmlformats.org/officeDocument/2006/relationships/notesMaster" Target="/ppt/notesMasters/notesMaster1.xml" Id="R84d5cbb9de0245d4" /></Relationships>
</file>

<file path=ppt/notesSlides/_rels/notesSlide8.xml.rels>&#65279;<?xml version="1.0" encoding="utf-8"?><Relationships xmlns="http://schemas.openxmlformats.org/package/2006/relationships"><Relationship Type="http://schemas.openxmlformats.org/officeDocument/2006/relationships/slide" Target="/ppt/slides/slide8.xml" Id="Rac64ed69bb984086" /><Relationship Type="http://schemas.openxmlformats.org/officeDocument/2006/relationships/notesMaster" Target="/ppt/notesMasters/notesMaster1.xml" Id="R8b5aa14dc20944a3" /></Relationships>
</file>

<file path=ppt/notesSlides/_rels/notesSlide9.xml.rels>&#65279;<?xml version="1.0" encoding="utf-8"?><Relationships xmlns="http://schemas.openxmlformats.org/package/2006/relationships"><Relationship Type="http://schemas.openxmlformats.org/officeDocument/2006/relationships/slide" Target="/ppt/slides/slide9.xml" Id="Rfaac1d006a2d467b" /><Relationship Type="http://schemas.openxmlformats.org/officeDocument/2006/relationships/notesMaster" Target="/ppt/notesMasters/notesMaster1.xml" Id="R49cdf82bf8d0473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075391be97e4f00" /><Relationship Type="http://schemas.openxmlformats.org/officeDocument/2006/relationships/notesMaster" Target="/ppt/notesMasters/notesMaster1.xml" Id="Rd6aae52cbbd84eb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80a9672f081409a" /><Relationship Type="http://schemas.openxmlformats.org/officeDocument/2006/relationships/notesMaster" Target="/ppt/notesMasters/notesMaster1.xml" Id="R180344a4062049d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0af473bd4ee484e" /><Relationship Type="http://schemas.openxmlformats.org/officeDocument/2006/relationships/notesMaster" Target="/ppt/notesMasters/notesMaster1.xml" Id="Refd01c5dce6c442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7866571893b4557" /><Relationship Type="http://schemas.openxmlformats.org/officeDocument/2006/relationships/notesMaster" Target="/ppt/notesMasters/notesMaster1.xml" Id="R627930ed927448b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9380a0eeebf4fe0" /><Relationship Type="http://schemas.openxmlformats.org/officeDocument/2006/relationships/notesMaster" Target="/ppt/notesMasters/notesMaster1.xml" Id="Raebda402d8054a7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a51318d3b2f4a60" /><Relationship Type="http://schemas.openxmlformats.org/officeDocument/2006/relationships/notesMaster" Target="/ppt/notesMasters/notesMaster1.xml" Id="R0c17bbf2609c4a5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d367eb955f6431f" /><Relationship Type="http://schemas.openxmlformats.org/officeDocument/2006/relationships/notesMaster" Target="/ppt/notesMasters/notesMaster1.xml" Id="Rbbfeb5d7cd48483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الاسم المسجل: برق: الذكاء العربي الموثّق لخدمة المعرفة الإسلامية. مجلس سلسبيل اسم تجربة الاستخدام الحالية. المصدر: README.md ودليل المجلس https://islamicaich.salsabeel.ai/judge-guide.html . الادعاء بامتلاك الأوزان يخص برق الفتى، ولا يمتد إلى كل اعتماد في شخصيتي لينة وقبس.</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المشهد البصري من الفيلم المعتمد R10 العلماء صور توضيحية لا صور تاريخية فوتوغرافية. الخوارزمي: الجبر ابن الهيثم: البحث التجريبي. لا ندّعي اختراع جميع العلوم أو تشبيهًا تقنيًا يثبت جودة النموذج. مصدر المشهد: media/source/picture.mp4 عند الثانية 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سؤال من المرجعية. لقطة فعلية من المجلس الرئيسي في6أكتوبر بعد تثبيت النسخة. أجاب الفتى في4.9ث في هذه العينة وفتح مرجع الجمهرة92923 وطابق نصه. هذه عينة منتقاة لا نسبة دقة عامة. المصدر https://islamic-content.com/post/92923 . evidence/screenshots/council-kaaba-answer.png وcouncil-kaaba-source-text.png.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لقطة حقيقية من المجلس الرئيسي بعد تثبيت نسخة6أكتوبر. https://islamicaich.salsabeel.ai/README.md . الفتى نموذج سيادي، ولينة وقبس تجربتان تستخدمان أدوات سلسبيل مع اعتماداتهما المعلنة. لا يثبت هذا المشهد جودة جميع الأجوبة.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دليل المجلس ودليل المستخدم docs/USER_GUIDE_AR.md. الاختيار من البطاقة أو قائمة تحدّث مع. السؤال المقترح يرسل مباشرة. أدوات الكتابة والاختيار تعطل أثناء الطلب لمنع التكرار. المصادر تبدأ بالظهور عند اكتمال الرد النهائي.</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لقطة إنتاج حقيقية لقارئ الطبري في جواب الحجرات11 يوم6أكتوبر. https://islamicaich.salsabeel.ai/judge-guide.html . تغيير الشخصية يستعيد محادثتها الحالية أثناء بقاء الصفحة. الإحالة المعروفة ترسل السؤال الأصلي فقط؛ لا تنقل كامل التاريخ.</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مخطط مفاهيمي من architecture/README.md. المجلس يدير اختيار الشخصية والسياق والبث والمصادر. برق الفتى نموذج سلسبيل السيادي. لينة وقبس تستخدمان أدوات سلسبيل واعتمادات إضافية، فلا تنطبق عليهما دعوى امتلاك كل الأوزان. مزود الخدمة منفصل عن كود واجهة التحدي.</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استلهمنا من حفظ الإمام البخاري ودقة ضبطه الفصل بين هوية النص ونقله وشرحه. لقطة حية من المجلس الرئيسي بتاريخ6أكتوبر2026: استكمل الفتى النحل90 في2.3ث في هذه العينة. evidence/screenshots/council-nmn-current.png . اللقطة تثبت استكمال النص وموضعه، ولا تثبت وحدها كل مكونات طلب البراءة أو اجتياز كل صياغات التصحيح.</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لقطة حية من المجلس الرئيسي بتاريخ6أكتوبر2026 لسؤال ما الفرق بين النفس والروح، بزمن4.1ث لهذه العينة. evidence/screenshots/council-adjacency-current.png . اللقطة تمرير حقيقي إلى قسم البصمة الفارقة، وتخص الدعوى هذا القسم فقط. بقي خطأ الوزن الصرفي فعّل في جزء سابق من الجواب الكامل خارج المشهد؛ لا ندّعي إصلاحه أو صحة كامل الجواب. البحث سابق للتحدي https://barq.salsabeel.ai/public/reports/barq-findings-public-ar-2026-07-07.html . قوة الاقتران إحصائية وليست حكمًا قطعيًا.</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docs/INNOVATION_AR.md وevidence/innovation-register.json. أرقام الطلبات مؤكدة في سجل المالك بتاريخ1أكتوبر؛ ليست براءات ممنوحة ولم نتحقق مستقلا من السجل الرسمي. بحث المتجاور تقرير منشور من المالك؛ لا ادعاء تحكيم أكاديمي. هذه مكونات سابقة للتحدي، والإضافة دمجها في تجربة المشاركة.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لقطة حية من المجلس الرئيسي بتاريخ6أكتوبر2026. مسألة تعليمية لزوجة وابن وبنتين وصافي تركة240000ريال. أجابت العينة في1.5ث: للزوجة30000 وللابن105000 ولكل بنت52500. الصورة من عرض المتصفح الواسع دون تغيير CSS أو المحتوى. ليست فتوى لحالة شخصية أو إثباتًا لكل مسائل الفرائض. evidence/screenshots/council-inheritance-current.png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data-cards/rag/embedding-receipt.json index-receipt.json وretrieval-experiment.json بيانات تضمين وفهرسة سابقة للتحدي. text-embedding-3-small اعتماد خارجي. data-cards/sft/provenance.json وresults.json. الأرقام ليست دقة إجابات SFT مرشح محدود الاستخدام وتراجعاته معلنة.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challenge/README.md وchallenge/baseline/manifest.json. خط الأساس مصدر تاريخي مؤرخ لا إثباتًا مستقلاً لساعة بدء المنافسة. لا تنسب المنصة والأوزان والبحث السابق إلى أيام التحدي.</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إيصال النسخة الثابتة6أكتوبر بعد التحويل17:55:39الرياض. 368 اختبارًا محليًا و60 فحص تشغيل محلي و28 فحصًا عامًا. العينات الحية للشخصيات الثلاث تثبت التشغيل والبث وفتح مراجع محددة، ولا تعطي نسبة دقة عامة. قبس له ملاحظات في اتساع العبارات وإسنادها الدقيق.</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النسخة الرئيسية ثابتة للاختبار البشري. التطوير في نطاق مستقل، والأرشيف محفوظ. اعتماد أدوات المعرفة المشتركة لا يعني تجميد محتواها. طلب واحد منفذ وطابور حتى12؛ لا اختبار حمل عام أو اتفاقية SLA. المحادثات مؤقتة.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الرابط الرئيسي للمجلس الثابت. دليل المحكم https://islamicaich.salsabeel.ai/judge-guide.html . الكود والبيانات المسموح بها والأدلة في المستودع العام. مواد العرض توضح نطاق الجاهزية ولا تثبت صحة جميع الأجوبة.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cbc18e62b994aa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b7edb2dfa644a2e" /><Relationship Type="http://schemas.openxmlformats.org/officeDocument/2006/relationships/slideLayout" Target="/ppt/slideLayouts/slideLayout1.xml" Id="Rd5e3965c7df54e5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5e3965c7df54e5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43cedc139de4ae0" /><Relationship Type="http://schemas.openxmlformats.org/officeDocument/2006/relationships/notesSlide" Target="/ppt/notesSlides/notesSlide1.xml" Id="R9c260ec93bbd484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4e89567bbb74581" /><Relationship Type="http://schemas.openxmlformats.org/officeDocument/2006/relationships/image" Target="/ppt/media/image.png" Id="R0467a5fc3b7e4e57" /><Relationship Type="http://schemas.openxmlformats.org/officeDocument/2006/relationships/notesSlide" Target="/ppt/notesSlides/notesSlide2.xml" Id="Rd755b8ce71c6455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ab58c4c65f84482" /><Relationship Type="http://schemas.openxmlformats.org/officeDocument/2006/relationships/image" Target="/ppt/media/image.jpeg" Id="Refa77448a98044c8" /><Relationship Type="http://schemas.openxmlformats.org/officeDocument/2006/relationships/notesSlide" Target="/ppt/notesSlides/notesSlide3.xml" Id="R1a2878835bc9408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da390c9de0b4eba" /><Relationship Type="http://schemas.openxmlformats.org/officeDocument/2006/relationships/image" Target="/ppt/media/image2.jpeg" Id="R3fae32dfcf6842cb" /><Relationship Type="http://schemas.openxmlformats.org/officeDocument/2006/relationships/notesSlide" Target="/ppt/notesSlides/notesSlide4.xml" Id="Ra8887aeb27d44d7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bbd300712b14c9a" /><Relationship Type="http://schemas.openxmlformats.org/officeDocument/2006/relationships/image" Target="/ppt/media/image3.jpeg" Id="Re22006d5255b4535" /><Relationship Type="http://schemas.openxmlformats.org/officeDocument/2006/relationships/notesSlide" Target="/ppt/notesSlides/notesSlide5.xml" Id="Ra615eac0b18b49c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410268e885f40f8" /><Relationship Type="http://schemas.openxmlformats.org/officeDocument/2006/relationships/image" Target="/ppt/media/image4.jpeg" Id="R839c2c8d2ebc421f" /><Relationship Type="http://schemas.openxmlformats.org/officeDocument/2006/relationships/notesSlide" Target="/ppt/notesSlides/notesSlide6.xml" Id="R886918ba6d664c7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03b98966e6447cb" /><Relationship Type="http://schemas.openxmlformats.org/officeDocument/2006/relationships/notesSlide" Target="/ppt/notesSlides/notesSlide7.xml" Id="Rd751b3e31f5e449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852ef0215cc45e9" /><Relationship Type="http://schemas.openxmlformats.org/officeDocument/2006/relationships/image" Target="/ppt/media/image5.jpeg" Id="R642ea02d3abf412d" /><Relationship Type="http://schemas.openxmlformats.org/officeDocument/2006/relationships/notesSlide" Target="/ppt/notesSlides/notesSlide8.xml" Id="R80893770853d447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7be9f9508714f65" /><Relationship Type="http://schemas.openxmlformats.org/officeDocument/2006/relationships/image" Target="/ppt/media/image6.jpeg" Id="Rec6b8cfe2d854ff1" /><Relationship Type="http://schemas.openxmlformats.org/officeDocument/2006/relationships/notesSlide" Target="/ppt/notesSlides/notesSlide9.xml" Id="R9856088bdb92409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bf89ff410774d13" /><Relationship Type="http://schemas.openxmlformats.org/officeDocument/2006/relationships/notesSlide" Target="/ppt/notesSlides/notesSlide10.xml" Id="R3425d00c8d28474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f2fc7d1407f4892" /><Relationship Type="http://schemas.openxmlformats.org/officeDocument/2006/relationships/image" Target="/ppt/media/image7.jpeg" Id="Rcbb57ffddf3c4fb9" /><Relationship Type="http://schemas.openxmlformats.org/officeDocument/2006/relationships/notesSlide" Target="/ppt/notesSlides/notesSlide11.xml" Id="R9fab174537b7418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bb069c04aea47f8" /><Relationship Type="http://schemas.openxmlformats.org/officeDocument/2006/relationships/notesSlide" Target="/ppt/notesSlides/notesSlide12.xml" Id="R01f25ef60c9e428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f581fa820e648ed" /><Relationship Type="http://schemas.openxmlformats.org/officeDocument/2006/relationships/notesSlide" Target="/ppt/notesSlides/notesSlide13.xml" Id="Ra5ee9c800e3a4a2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eca71e792bf4a56" /><Relationship Type="http://schemas.openxmlformats.org/officeDocument/2006/relationships/notesSlide" Target="/ppt/notesSlides/notesSlide14.xml" Id="Rb2b80b9a06d44f6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a742c178330476d" /><Relationship Type="http://schemas.openxmlformats.org/officeDocument/2006/relationships/notesSlide" Target="/ppt/notesSlides/notesSlide15.xml" Id="R94540d84f50b43f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48b1cf65e7340c8" /><Relationship Type="http://schemas.openxmlformats.org/officeDocument/2006/relationships/notesSlide" Target="/ppt/notesSlides/notesSlide16.xml" Id="Rf5b4f22c4f7d45a7" /></Relationships>
</file>

<file path=ppt/slides/slide1.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33" name="shape-1">
            <a:extLst xmlns:a="http://schemas.openxmlformats.org/drawingml/2006/main">
              <a:ext uri="{FF2B5EF4-FFF2-40B4-BE49-F238E27FC236}">
                <a16:creationId xmlns:a16="http://schemas.microsoft.com/office/drawing/2014/main" id="{6173D9A4-1669-459E-903B-394EBC771279}"/>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2" name="text-2">
            <a:extLst xmlns:a="http://schemas.openxmlformats.org/drawingml/2006/main">
              <a:ext uri="{FF2B5EF4-FFF2-40B4-BE49-F238E27FC236}">
                <a16:creationId xmlns:a16="http://schemas.microsoft.com/office/drawing/2014/main" id="{D72E501E-75F8-4F22-9DDF-3CFB9FEC7B1A}"/>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3" name="text-3">
            <a:extLst xmlns:a="http://schemas.openxmlformats.org/drawingml/2006/main">
              <a:ext uri="{FF2B5EF4-FFF2-40B4-BE49-F238E27FC236}">
                <a16:creationId xmlns:a16="http://schemas.microsoft.com/office/drawing/2014/main" id="{0687A95F-5FFF-440E-8D07-24D18DF93078}"/>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4" name="text-4">
            <a:extLst xmlns:a="http://schemas.openxmlformats.org/drawingml/2006/main">
              <a:ext uri="{FF2B5EF4-FFF2-40B4-BE49-F238E27FC236}">
                <a16:creationId xmlns:a16="http://schemas.microsoft.com/office/drawing/2014/main" id="{0BB17734-BB4D-4675-A45B-567803373BA3}"/>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5" name="text-5">
            <a:extLst xmlns:a="http://schemas.openxmlformats.org/drawingml/2006/main">
              <a:ext uri="{FF2B5EF4-FFF2-40B4-BE49-F238E27FC236}">
                <a16:creationId xmlns:a16="http://schemas.microsoft.com/office/drawing/2014/main" id="{D1B553FF-D2D9-4338-82E4-A356C3EB0E81}"/>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6" name="text-6">
            <a:extLst xmlns:a="http://schemas.openxmlformats.org/drawingml/2006/main">
              <a:ext uri="{FF2B5EF4-FFF2-40B4-BE49-F238E27FC236}">
                <a16:creationId xmlns:a16="http://schemas.microsoft.com/office/drawing/2014/main" id="{0EBF9486-CA9E-478A-8663-64CEC6719E0C}"/>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7" name="text-7">
            <a:extLst xmlns:a="http://schemas.openxmlformats.org/drawingml/2006/main">
              <a:ext uri="{FF2B5EF4-FFF2-40B4-BE49-F238E27FC236}">
                <a16:creationId xmlns:a16="http://schemas.microsoft.com/office/drawing/2014/main" id="{F31DB6DD-3DA7-43CE-9C3D-B6542278438F}"/>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8" name="text-8">
            <a:extLst xmlns:a="http://schemas.openxmlformats.org/drawingml/2006/main">
              <a:ext uri="{FF2B5EF4-FFF2-40B4-BE49-F238E27FC236}">
                <a16:creationId xmlns:a16="http://schemas.microsoft.com/office/drawing/2014/main" id="{1261E3E0-5CE8-461A-B195-024F1BF91A24}"/>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01</a:t>
            </a:r>
          </a:p>
        </p:txBody>
      </p:sp>
      <p:sp>
        <p:nvSpPr>
          <p:cNvPr id="9" name="text-9">
            <a:extLst xmlns:a="http://schemas.openxmlformats.org/drawingml/2006/main">
              <a:ext uri="{FF2B5EF4-FFF2-40B4-BE49-F238E27FC236}">
                <a16:creationId xmlns:a16="http://schemas.microsoft.com/office/drawing/2014/main" id="{D3A9F3F7-F109-49B3-BCF0-BCC3FEC737CD}"/>
              </a:ext>
            </a:extLst>
          </p:cNvPr>
          <p:cNvSpPr>
            <a:spLocks xmlns:a="http://schemas.openxmlformats.org/drawingml/2006/main" noGrp="1"/>
          </p:cNvSpPr>
          <p:nvPr/>
        </p:nvSpPr>
        <p:spPr>
          <a:xfrm xmlns:a="http://schemas.openxmlformats.org/drawingml/2006/main">
            <a:off x="9760527" y="742950"/>
            <a:ext cx="1821873" cy="16354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7350" b="1">
                <a:solidFill>
                  <a:srgbClr val="EDCA7E"/>
                </a:solidFill>
                <a:latin typeface="Tahoma"/>
                <a:ea typeface="Tahoma"/>
                <a:cs typeface="Tahoma"/>
              </a:defRPr>
            </a:pPr>
            <a:r>
              <a:rPr sz="7350" b="1">
                <a:solidFill>
                  <a:srgbClr val="EDCA7E"/>
                </a:solidFill>
                <a:latin typeface="Tahoma"/>
                <a:ea typeface="Tahoma"/>
                <a:cs typeface="Tahoma"/>
              </a:rPr>
              <a:t>برق</a:t>
            </a:r>
          </a:p>
        </p:txBody>
      </p:sp>
      <p:sp>
        <p:nvSpPr>
          <p:cNvPr id="10" name="text-10">
            <a:extLst xmlns:a="http://schemas.openxmlformats.org/drawingml/2006/main">
              <a:ext uri="{FF2B5EF4-FFF2-40B4-BE49-F238E27FC236}">
                <a16:creationId xmlns:a16="http://schemas.microsoft.com/office/drawing/2014/main" id="{A9B62E51-4F7D-434B-B0C6-B1DE1F238BD9}"/>
              </a:ext>
            </a:extLst>
          </p:cNvPr>
          <p:cNvSpPr>
            <a:spLocks xmlns:a="http://schemas.openxmlformats.org/drawingml/2006/main" noGrp="1"/>
          </p:cNvSpPr>
          <p:nvPr/>
        </p:nvSpPr>
        <p:spPr>
          <a:xfrm xmlns:a="http://schemas.openxmlformats.org/drawingml/2006/main">
            <a:off x="10184503" y="2152650"/>
            <a:ext cx="1397897"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1F5ED"/>
                </a:solidFill>
                <a:latin typeface="Tahoma"/>
                <a:ea typeface="Tahoma"/>
                <a:cs typeface="Tahoma"/>
              </a:defRPr>
            </a:pPr>
            <a:r>
              <a:rPr sz="4050" b="1">
                <a:solidFill>
                  <a:srgbClr val="F1F5ED"/>
                </a:solidFill>
                <a:latin typeface="Tahoma"/>
                <a:ea typeface="Tahoma"/>
                <a:cs typeface="Tahoma"/>
              </a:rPr>
              <a:t>الذكاء</a:t>
            </a:r>
          </a:p>
        </p:txBody>
      </p:sp>
      <p:sp>
        <p:nvSpPr>
          <p:cNvPr id="11" name="text-11">
            <a:extLst xmlns:a="http://schemas.openxmlformats.org/drawingml/2006/main">
              <a:ext uri="{FF2B5EF4-FFF2-40B4-BE49-F238E27FC236}">
                <a16:creationId xmlns:a16="http://schemas.microsoft.com/office/drawing/2014/main" id="{9C38A3E2-D67C-4294-A208-87BD112216C1}"/>
              </a:ext>
            </a:extLst>
          </p:cNvPr>
          <p:cNvSpPr>
            <a:spLocks xmlns:a="http://schemas.openxmlformats.org/drawingml/2006/main" noGrp="1"/>
          </p:cNvSpPr>
          <p:nvPr/>
        </p:nvSpPr>
        <p:spPr>
          <a:xfrm xmlns:a="http://schemas.openxmlformats.org/drawingml/2006/main">
            <a:off x="8286171" y="2152650"/>
            <a:ext cx="1766697"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1F5ED"/>
                </a:solidFill>
                <a:latin typeface="Tahoma"/>
                <a:ea typeface="Tahoma"/>
                <a:cs typeface="Tahoma"/>
              </a:defRPr>
            </a:pPr>
            <a:r>
              <a:rPr sz="4050" b="1">
                <a:solidFill>
                  <a:srgbClr val="F1F5ED"/>
                </a:solidFill>
                <a:latin typeface="Tahoma"/>
                <a:ea typeface="Tahoma"/>
                <a:cs typeface="Tahoma"/>
              </a:rPr>
              <a:t>العربي</a:t>
            </a:r>
          </a:p>
        </p:txBody>
      </p:sp>
      <p:sp>
        <p:nvSpPr>
          <p:cNvPr id="12" name="text-12">
            <a:extLst xmlns:a="http://schemas.openxmlformats.org/drawingml/2006/main">
              <a:ext uri="{FF2B5EF4-FFF2-40B4-BE49-F238E27FC236}">
                <a16:creationId xmlns:a16="http://schemas.microsoft.com/office/drawing/2014/main" id="{5CBDC206-FC8F-4781-9B45-987CA62B72F9}"/>
              </a:ext>
            </a:extLst>
          </p:cNvPr>
          <p:cNvSpPr>
            <a:spLocks xmlns:a="http://schemas.openxmlformats.org/drawingml/2006/main" noGrp="1"/>
          </p:cNvSpPr>
          <p:nvPr/>
        </p:nvSpPr>
        <p:spPr>
          <a:xfrm xmlns:a="http://schemas.openxmlformats.org/drawingml/2006/main">
            <a:off x="6367729" y="2152650"/>
            <a:ext cx="1786806"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1F5ED"/>
                </a:solidFill>
                <a:latin typeface="Tahoma"/>
                <a:ea typeface="Tahoma"/>
                <a:cs typeface="Tahoma"/>
              </a:defRPr>
            </a:pPr>
            <a:r>
              <a:rPr sz="4050" b="1">
                <a:solidFill>
                  <a:srgbClr val="F1F5ED"/>
                </a:solidFill>
                <a:latin typeface="Tahoma"/>
                <a:ea typeface="Tahoma"/>
                <a:cs typeface="Tahoma"/>
              </a:rPr>
              <a:t>الموثّق</a:t>
            </a:r>
          </a:p>
        </p:txBody>
      </p:sp>
      <p:sp>
        <p:nvSpPr>
          <p:cNvPr id="13" name="text-13">
            <a:extLst xmlns:a="http://schemas.openxmlformats.org/drawingml/2006/main">
              <a:ext uri="{FF2B5EF4-FFF2-40B4-BE49-F238E27FC236}">
                <a16:creationId xmlns:a16="http://schemas.microsoft.com/office/drawing/2014/main" id="{37C97069-5D56-4EB3-A951-4900C15AEEB0}"/>
              </a:ext>
            </a:extLst>
          </p:cNvPr>
          <p:cNvSpPr>
            <a:spLocks xmlns:a="http://schemas.openxmlformats.org/drawingml/2006/main" noGrp="1"/>
          </p:cNvSpPr>
          <p:nvPr/>
        </p:nvSpPr>
        <p:spPr>
          <a:xfrm xmlns:a="http://schemas.openxmlformats.org/drawingml/2006/main">
            <a:off x="9977963" y="2905125"/>
            <a:ext cx="1604437"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1F5ED"/>
                </a:solidFill>
                <a:latin typeface="Tahoma"/>
                <a:ea typeface="Tahoma"/>
                <a:cs typeface="Tahoma"/>
              </a:defRPr>
            </a:pPr>
            <a:r>
              <a:rPr sz="4050" b="1">
                <a:solidFill>
                  <a:srgbClr val="F1F5ED"/>
                </a:solidFill>
                <a:latin typeface="Tahoma"/>
                <a:ea typeface="Tahoma"/>
                <a:cs typeface="Tahoma"/>
              </a:rPr>
              <a:t>لخدمة</a:t>
            </a:r>
          </a:p>
        </p:txBody>
      </p:sp>
      <p:sp>
        <p:nvSpPr>
          <p:cNvPr id="14" name="text-14">
            <a:extLst xmlns:a="http://schemas.openxmlformats.org/drawingml/2006/main">
              <a:ext uri="{FF2B5EF4-FFF2-40B4-BE49-F238E27FC236}">
                <a16:creationId xmlns:a16="http://schemas.microsoft.com/office/drawing/2014/main" id="{DEF82413-9ECD-4858-8E95-6E8BDBC3E25D}"/>
              </a:ext>
            </a:extLst>
          </p:cNvPr>
          <p:cNvSpPr>
            <a:spLocks xmlns:a="http://schemas.openxmlformats.org/drawingml/2006/main" noGrp="1"/>
          </p:cNvSpPr>
          <p:nvPr/>
        </p:nvSpPr>
        <p:spPr>
          <a:xfrm xmlns:a="http://schemas.openxmlformats.org/drawingml/2006/main">
            <a:off x="7876162" y="2905125"/>
            <a:ext cx="1970166"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1F5ED"/>
                </a:solidFill>
                <a:latin typeface="Tahoma"/>
                <a:ea typeface="Tahoma"/>
                <a:cs typeface="Tahoma"/>
              </a:defRPr>
            </a:pPr>
            <a:r>
              <a:rPr sz="4050" b="1">
                <a:solidFill>
                  <a:srgbClr val="F1F5ED"/>
                </a:solidFill>
                <a:latin typeface="Tahoma"/>
                <a:ea typeface="Tahoma"/>
                <a:cs typeface="Tahoma"/>
              </a:rPr>
              <a:t>المعرفة</a:t>
            </a:r>
          </a:p>
        </p:txBody>
      </p:sp>
      <p:sp>
        <p:nvSpPr>
          <p:cNvPr id="15" name="text-15">
            <a:extLst xmlns:a="http://schemas.openxmlformats.org/drawingml/2006/main">
              <a:ext uri="{FF2B5EF4-FFF2-40B4-BE49-F238E27FC236}">
                <a16:creationId xmlns:a16="http://schemas.microsoft.com/office/drawing/2014/main" id="{433D2BEF-8EC6-4A76-9B67-939E54FC8835}"/>
              </a:ext>
            </a:extLst>
          </p:cNvPr>
          <p:cNvSpPr>
            <a:spLocks xmlns:a="http://schemas.openxmlformats.org/drawingml/2006/main" noGrp="1"/>
          </p:cNvSpPr>
          <p:nvPr/>
        </p:nvSpPr>
        <p:spPr>
          <a:xfrm xmlns:a="http://schemas.openxmlformats.org/drawingml/2006/main">
            <a:off x="5318585" y="2905125"/>
            <a:ext cx="2425941"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1F5ED"/>
                </a:solidFill>
                <a:latin typeface="Tahoma"/>
                <a:ea typeface="Tahoma"/>
                <a:cs typeface="Tahoma"/>
              </a:defRPr>
            </a:pPr>
            <a:r>
              <a:rPr sz="4050" b="1">
                <a:solidFill>
                  <a:srgbClr val="F1F5ED"/>
                </a:solidFill>
                <a:latin typeface="Tahoma"/>
                <a:ea typeface="Tahoma"/>
                <a:cs typeface="Tahoma"/>
              </a:rPr>
              <a:t>الإسلامية</a:t>
            </a:r>
          </a:p>
        </p:txBody>
      </p:sp>
      <p:sp>
        <p:nvSpPr>
          <p:cNvPr id="16" name="text-16">
            <a:extLst xmlns:a="http://schemas.openxmlformats.org/drawingml/2006/main">
              <a:ext uri="{FF2B5EF4-FFF2-40B4-BE49-F238E27FC236}">
                <a16:creationId xmlns:a16="http://schemas.microsoft.com/office/drawing/2014/main" id="{B1CEEAF0-D8D7-46A8-8787-17E3F08D3803}"/>
              </a:ext>
            </a:extLst>
          </p:cNvPr>
          <p:cNvSpPr>
            <a:spLocks xmlns:a="http://schemas.openxmlformats.org/drawingml/2006/main" noGrp="1"/>
          </p:cNvSpPr>
          <p:nvPr/>
        </p:nvSpPr>
        <p:spPr>
          <a:xfrm xmlns:a="http://schemas.openxmlformats.org/drawingml/2006/main">
            <a:off x="10306842" y="4086225"/>
            <a:ext cx="1275558" cy="7081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925" b="1">
                <a:solidFill>
                  <a:srgbClr val="78DAC1"/>
                </a:solidFill>
                <a:latin typeface="Tahoma"/>
                <a:ea typeface="Tahoma"/>
                <a:cs typeface="Tahoma"/>
              </a:defRPr>
            </a:pPr>
            <a:r>
              <a:rPr sz="2925" b="1">
                <a:solidFill>
                  <a:srgbClr val="78DAC1"/>
                </a:solidFill>
                <a:latin typeface="Tahoma"/>
                <a:ea typeface="Tahoma"/>
                <a:cs typeface="Tahoma"/>
              </a:rPr>
              <a:t>مجلس</a:t>
            </a:r>
          </a:p>
        </p:txBody>
      </p:sp>
      <p:sp>
        <p:nvSpPr>
          <p:cNvPr id="17" name="text-17">
            <a:extLst xmlns:a="http://schemas.openxmlformats.org/drawingml/2006/main">
              <a:ext uri="{FF2B5EF4-FFF2-40B4-BE49-F238E27FC236}">
                <a16:creationId xmlns:a16="http://schemas.microsoft.com/office/drawing/2014/main" id="{5DB395BD-84D1-41E2-BE5D-98ECA069A682}"/>
              </a:ext>
            </a:extLst>
          </p:cNvPr>
          <p:cNvSpPr>
            <a:spLocks xmlns:a="http://schemas.openxmlformats.org/drawingml/2006/main" noGrp="1"/>
          </p:cNvSpPr>
          <p:nvPr/>
        </p:nvSpPr>
        <p:spPr>
          <a:xfrm xmlns:a="http://schemas.openxmlformats.org/drawingml/2006/main">
            <a:off x="8549088" y="4086225"/>
            <a:ext cx="1667934" cy="7081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925" b="1">
                <a:solidFill>
                  <a:srgbClr val="78DAC1"/>
                </a:solidFill>
                <a:latin typeface="Tahoma"/>
                <a:ea typeface="Tahoma"/>
                <a:cs typeface="Tahoma"/>
              </a:defRPr>
            </a:pPr>
            <a:r>
              <a:rPr sz="2925" b="1">
                <a:solidFill>
                  <a:srgbClr val="78DAC1"/>
                </a:solidFill>
                <a:latin typeface="Tahoma"/>
                <a:ea typeface="Tahoma"/>
                <a:cs typeface="Tahoma"/>
              </a:rPr>
              <a:t>سلسبيل</a:t>
            </a:r>
          </a:p>
        </p:txBody>
      </p:sp>
      <p:sp>
        <p:nvSpPr>
          <p:cNvPr id="18" name="text-18">
            <a:extLst xmlns:a="http://schemas.openxmlformats.org/drawingml/2006/main">
              <a:ext uri="{FF2B5EF4-FFF2-40B4-BE49-F238E27FC236}">
                <a16:creationId xmlns:a16="http://schemas.microsoft.com/office/drawing/2014/main" id="{5F79FDE2-DB7A-4E8A-8BD2-7FC5F3C0EFC7}"/>
              </a:ext>
            </a:extLst>
          </p:cNvPr>
          <p:cNvSpPr>
            <a:spLocks xmlns:a="http://schemas.openxmlformats.org/drawingml/2006/main" noGrp="1"/>
          </p:cNvSpPr>
          <p:nvPr/>
        </p:nvSpPr>
        <p:spPr>
          <a:xfrm xmlns:a="http://schemas.openxmlformats.org/drawingml/2006/main">
            <a:off x="10868830" y="4810125"/>
            <a:ext cx="71357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الفتى</a:t>
            </a:r>
          </a:p>
        </p:txBody>
      </p:sp>
      <p:sp>
        <p:nvSpPr>
          <p:cNvPr id="19" name="text-19">
            <a:extLst xmlns:a="http://schemas.openxmlformats.org/drawingml/2006/main">
              <a:ext uri="{FF2B5EF4-FFF2-40B4-BE49-F238E27FC236}">
                <a16:creationId xmlns:a16="http://schemas.microsoft.com/office/drawing/2014/main" id="{7C32EAA6-F8D7-4A8F-AFA3-CE98EFAD899D}"/>
              </a:ext>
            </a:extLst>
          </p:cNvPr>
          <p:cNvSpPr>
            <a:spLocks xmlns:a="http://schemas.openxmlformats.org/drawingml/2006/main" noGrp="1"/>
          </p:cNvSpPr>
          <p:nvPr/>
        </p:nvSpPr>
        <p:spPr>
          <a:xfrm xmlns:a="http://schemas.openxmlformats.org/drawingml/2006/main">
            <a:off x="10201818" y="4810125"/>
            <a:ext cx="59976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ولينة</a:t>
            </a:r>
          </a:p>
        </p:txBody>
      </p:sp>
      <p:sp>
        <p:nvSpPr>
          <p:cNvPr id="20" name="text-20">
            <a:extLst xmlns:a="http://schemas.openxmlformats.org/drawingml/2006/main">
              <a:ext uri="{FF2B5EF4-FFF2-40B4-BE49-F238E27FC236}">
                <a16:creationId xmlns:a16="http://schemas.microsoft.com/office/drawing/2014/main" id="{43920FB3-7651-45EA-BE1C-7172E447F637}"/>
              </a:ext>
            </a:extLst>
          </p:cNvPr>
          <p:cNvSpPr>
            <a:spLocks xmlns:a="http://schemas.openxmlformats.org/drawingml/2006/main" noGrp="1"/>
          </p:cNvSpPr>
          <p:nvPr/>
        </p:nvSpPr>
        <p:spPr>
          <a:xfrm xmlns:a="http://schemas.openxmlformats.org/drawingml/2006/main">
            <a:off x="9392844" y="4810125"/>
            <a:ext cx="74172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وقبس</a:t>
            </a:r>
          </a:p>
        </p:txBody>
      </p:sp>
      <p:sp>
        <p:nvSpPr>
          <p:cNvPr id="21" name="text-21">
            <a:extLst xmlns:a="http://schemas.openxmlformats.org/drawingml/2006/main">
              <a:ext uri="{FF2B5EF4-FFF2-40B4-BE49-F238E27FC236}">
                <a16:creationId xmlns:a16="http://schemas.microsoft.com/office/drawing/2014/main" id="{825C5705-FE44-4C9E-8555-260122E1867C}"/>
              </a:ext>
            </a:extLst>
          </p:cNvPr>
          <p:cNvSpPr>
            <a:spLocks xmlns:a="http://schemas.openxmlformats.org/drawingml/2006/main" noGrp="1"/>
          </p:cNvSpPr>
          <p:nvPr/>
        </p:nvSpPr>
        <p:spPr>
          <a:xfrm xmlns:a="http://schemas.openxmlformats.org/drawingml/2006/main">
            <a:off x="8850429" y="4810125"/>
            <a:ext cx="475169"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لكل</a:t>
            </a:r>
          </a:p>
        </p:txBody>
      </p:sp>
      <p:sp>
        <p:nvSpPr>
          <p:cNvPr id="22" name="text-22">
            <a:extLst xmlns:a="http://schemas.openxmlformats.org/drawingml/2006/main">
              <a:ext uri="{FF2B5EF4-FFF2-40B4-BE49-F238E27FC236}">
                <a16:creationId xmlns:a16="http://schemas.microsoft.com/office/drawing/2014/main" id="{4426E19F-8C72-4ED5-90A8-D6E090B86564}"/>
              </a:ext>
            </a:extLst>
          </p:cNvPr>
          <p:cNvSpPr>
            <a:spLocks xmlns:a="http://schemas.openxmlformats.org/drawingml/2006/main" noGrp="1"/>
          </p:cNvSpPr>
          <p:nvPr/>
        </p:nvSpPr>
        <p:spPr>
          <a:xfrm xmlns:a="http://schemas.openxmlformats.org/drawingml/2006/main">
            <a:off x="8087272" y="4810125"/>
            <a:ext cx="695911"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سؤال</a:t>
            </a:r>
          </a:p>
        </p:txBody>
      </p:sp>
      <p:sp>
        <p:nvSpPr>
          <p:cNvPr id="23" name="text-23">
            <a:extLst xmlns:a="http://schemas.openxmlformats.org/drawingml/2006/main">
              <a:ext uri="{FF2B5EF4-FFF2-40B4-BE49-F238E27FC236}">
                <a16:creationId xmlns:a16="http://schemas.microsoft.com/office/drawing/2014/main" id="{D7BC4A0C-C0C0-499D-86B7-8C6B5B0677AC}"/>
              </a:ext>
            </a:extLst>
          </p:cNvPr>
          <p:cNvSpPr>
            <a:spLocks xmlns:a="http://schemas.openxmlformats.org/drawingml/2006/main" noGrp="1"/>
          </p:cNvSpPr>
          <p:nvPr/>
        </p:nvSpPr>
        <p:spPr>
          <a:xfrm xmlns:a="http://schemas.openxmlformats.org/drawingml/2006/main">
            <a:off x="7409468" y="4810125"/>
            <a:ext cx="61055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رفيق</a:t>
            </a:r>
          </a:p>
        </p:txBody>
      </p:sp>
      <p:sp>
        <p:nvSpPr>
          <p:cNvPr id="24" name="text-24">
            <a:extLst xmlns:a="http://schemas.openxmlformats.org/drawingml/2006/main">
              <a:ext uri="{FF2B5EF4-FFF2-40B4-BE49-F238E27FC236}">
                <a16:creationId xmlns:a16="http://schemas.microsoft.com/office/drawing/2014/main" id="{D843B993-59F5-43BB-B6F8-B8029574A10A}"/>
              </a:ext>
            </a:extLst>
          </p:cNvPr>
          <p:cNvSpPr>
            <a:spLocks xmlns:a="http://schemas.openxmlformats.org/drawingml/2006/main" noGrp="1"/>
          </p:cNvSpPr>
          <p:nvPr/>
        </p:nvSpPr>
        <p:spPr>
          <a:xfrm xmlns:a="http://schemas.openxmlformats.org/drawingml/2006/main">
            <a:off x="6622961" y="4810125"/>
            <a:ext cx="71926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معرفة</a:t>
            </a:r>
          </a:p>
        </p:txBody>
      </p:sp>
      <p:sp>
        <p:nvSpPr>
          <p:cNvPr id="25" name="text-25">
            <a:extLst xmlns:a="http://schemas.openxmlformats.org/drawingml/2006/main">
              <a:ext uri="{FF2B5EF4-FFF2-40B4-BE49-F238E27FC236}">
                <a16:creationId xmlns:a16="http://schemas.microsoft.com/office/drawing/2014/main" id="{C248E431-8284-401B-BCB2-9F94B2EFC6C7}"/>
              </a:ext>
            </a:extLst>
          </p:cNvPr>
          <p:cNvSpPr>
            <a:spLocks xmlns:a="http://schemas.openxmlformats.org/drawingml/2006/main" noGrp="1"/>
          </p:cNvSpPr>
          <p:nvPr/>
        </p:nvSpPr>
        <p:spPr>
          <a:xfrm xmlns:a="http://schemas.openxmlformats.org/drawingml/2006/main">
            <a:off x="10929362" y="5467350"/>
            <a:ext cx="653038"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الفريق</a:t>
            </a:r>
          </a:p>
        </p:txBody>
      </p:sp>
      <p:sp>
        <p:nvSpPr>
          <p:cNvPr id="26" name="text-26">
            <a:extLst xmlns:a="http://schemas.openxmlformats.org/drawingml/2006/main">
              <a:ext uri="{FF2B5EF4-FFF2-40B4-BE49-F238E27FC236}">
                <a16:creationId xmlns:a16="http://schemas.microsoft.com/office/drawing/2014/main" id="{9EECA6D4-26EF-4941-979F-33E6F0363076}"/>
              </a:ext>
            </a:extLst>
          </p:cNvPr>
          <p:cNvSpPr>
            <a:spLocks xmlns:a="http://schemas.openxmlformats.org/drawingml/2006/main" noGrp="1"/>
          </p:cNvSpPr>
          <p:nvPr/>
        </p:nvSpPr>
        <p:spPr>
          <a:xfrm xmlns:a="http://schemas.openxmlformats.org/drawingml/2006/main">
            <a:off x="9940014" y="5467350"/>
            <a:ext cx="936961"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سلسبيل</a:t>
            </a:r>
          </a:p>
        </p:txBody>
      </p:sp>
      <p:sp>
        <p:nvSpPr>
          <p:cNvPr id="27" name="text-27">
            <a:extLst xmlns:a="http://schemas.openxmlformats.org/drawingml/2006/main">
              <a:ext uri="{FF2B5EF4-FFF2-40B4-BE49-F238E27FC236}">
                <a16:creationId xmlns:a16="http://schemas.microsoft.com/office/drawing/2014/main" id="{EFD871DD-90EB-484B-9F9D-8682A933FBB8}"/>
              </a:ext>
            </a:extLst>
          </p:cNvPr>
          <p:cNvSpPr>
            <a:spLocks xmlns:a="http://schemas.openxmlformats.org/drawingml/2006/main" noGrp="1"/>
          </p:cNvSpPr>
          <p:nvPr/>
        </p:nvSpPr>
        <p:spPr>
          <a:xfrm xmlns:a="http://schemas.openxmlformats.org/drawingml/2006/main">
            <a:off x="9766331" y="5467350"/>
            <a:ext cx="12129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a:t>
            </a:r>
          </a:p>
        </p:txBody>
      </p:sp>
      <p:sp>
        <p:nvSpPr>
          <p:cNvPr id="28" name="text-28">
            <a:extLst xmlns:a="http://schemas.openxmlformats.org/drawingml/2006/main">
              <a:ext uri="{FF2B5EF4-FFF2-40B4-BE49-F238E27FC236}">
                <a16:creationId xmlns:a16="http://schemas.microsoft.com/office/drawing/2014/main" id="{46AF970B-847A-4419-94C1-7E2026234DF8}"/>
              </a:ext>
            </a:extLst>
          </p:cNvPr>
          <p:cNvSpPr>
            <a:spLocks xmlns:a="http://schemas.openxmlformats.org/drawingml/2006/main" noGrp="1"/>
          </p:cNvSpPr>
          <p:nvPr/>
        </p:nvSpPr>
        <p:spPr>
          <a:xfrm xmlns:a="http://schemas.openxmlformats.org/drawingml/2006/main">
            <a:off x="9151165" y="5467350"/>
            <a:ext cx="56277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مسار</a:t>
            </a:r>
          </a:p>
        </p:txBody>
      </p:sp>
      <p:sp>
        <p:nvSpPr>
          <p:cNvPr id="29" name="text-29">
            <a:extLst xmlns:a="http://schemas.openxmlformats.org/drawingml/2006/main">
              <a:ext uri="{FF2B5EF4-FFF2-40B4-BE49-F238E27FC236}">
                <a16:creationId xmlns:a16="http://schemas.microsoft.com/office/drawing/2014/main" id="{C18D3810-E45A-47CB-8B03-484297C6E2E8}"/>
              </a:ext>
            </a:extLst>
          </p:cNvPr>
          <p:cNvSpPr>
            <a:spLocks xmlns:a="http://schemas.openxmlformats.org/drawingml/2006/main" noGrp="1"/>
          </p:cNvSpPr>
          <p:nvPr/>
        </p:nvSpPr>
        <p:spPr>
          <a:xfrm xmlns:a="http://schemas.openxmlformats.org/drawingml/2006/main">
            <a:off x="8531093" y="5467350"/>
            <a:ext cx="567684"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الحوار</a:t>
            </a:r>
          </a:p>
        </p:txBody>
      </p:sp>
      <p:sp>
        <p:nvSpPr>
          <p:cNvPr id="30" name="text-30">
            <a:extLst xmlns:a="http://schemas.openxmlformats.org/drawingml/2006/main">
              <a:ext uri="{FF2B5EF4-FFF2-40B4-BE49-F238E27FC236}">
                <a16:creationId xmlns:a16="http://schemas.microsoft.com/office/drawing/2014/main" id="{888B6EDE-7065-42FC-BC33-A8F9232A60AB}"/>
              </a:ext>
            </a:extLst>
          </p:cNvPr>
          <p:cNvSpPr>
            <a:spLocks xmlns:a="http://schemas.openxmlformats.org/drawingml/2006/main" noGrp="1"/>
          </p:cNvSpPr>
          <p:nvPr/>
        </p:nvSpPr>
        <p:spPr>
          <a:xfrm xmlns:a="http://schemas.openxmlformats.org/drawingml/2006/main">
            <a:off x="7631611" y="5467350"/>
            <a:ext cx="847094"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المعرفي</a:t>
            </a:r>
          </a:p>
        </p:txBody>
      </p:sp>
      <p:sp>
        <p:nvSpPr>
          <p:cNvPr id="31" name="text-31">
            <a:extLst xmlns:a="http://schemas.openxmlformats.org/drawingml/2006/main">
              <a:ext uri="{FF2B5EF4-FFF2-40B4-BE49-F238E27FC236}">
                <a16:creationId xmlns:a16="http://schemas.microsoft.com/office/drawing/2014/main" id="{9ECA384F-2B0C-42BF-ADCA-B6E1712BAB33}"/>
              </a:ext>
            </a:extLst>
          </p:cNvPr>
          <p:cNvSpPr>
            <a:spLocks xmlns:a="http://schemas.openxmlformats.org/drawingml/2006/main" noGrp="1"/>
          </p:cNvSpPr>
          <p:nvPr/>
        </p:nvSpPr>
        <p:spPr>
          <a:xfrm xmlns:a="http://schemas.openxmlformats.org/drawingml/2006/main">
            <a:off x="6692297" y="5467350"/>
            <a:ext cx="88692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والإجابات</a:t>
            </a:r>
          </a:p>
        </p:txBody>
      </p:sp>
      <p:sp>
        <p:nvSpPr>
          <p:cNvPr id="32" name="text-32">
            <a:extLst xmlns:a="http://schemas.openxmlformats.org/drawingml/2006/main">
              <a:ext uri="{FF2B5EF4-FFF2-40B4-BE49-F238E27FC236}">
                <a16:creationId xmlns:a16="http://schemas.microsoft.com/office/drawing/2014/main" id="{C645951A-7519-45DA-B7DC-317013EF32FA}"/>
              </a:ext>
            </a:extLst>
          </p:cNvPr>
          <p:cNvSpPr>
            <a:spLocks xmlns:a="http://schemas.openxmlformats.org/drawingml/2006/main" noGrp="1"/>
          </p:cNvSpPr>
          <p:nvPr/>
        </p:nvSpPr>
        <p:spPr>
          <a:xfrm xmlns:a="http://schemas.openxmlformats.org/drawingml/2006/main">
            <a:off x="5829311" y="5467350"/>
            <a:ext cx="810598"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الموثوقة</a:t>
            </a:r>
          </a:p>
        </p:txBody>
      </p:sp>
    </p:spTree>
    <p:extLst>
      <p:ext uri="{BB962C8B-B14F-4D97-AF65-F5344CB8AC3E}">
        <p14:creationId xmlns:p14="http://schemas.microsoft.com/office/powerpoint/2010/main" val="1681645190"/>
      </p:ext>
    </p:extLst>
  </p:cSld>
</p:sld>
</file>

<file path=ppt/slides/slide2.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32" name="text-33">
            <a:extLst xmlns:a="http://schemas.openxmlformats.org/drawingml/2006/main">
              <a:ext uri="{FF2B5EF4-FFF2-40B4-BE49-F238E27FC236}">
                <a16:creationId xmlns:a16="http://schemas.microsoft.com/office/drawing/2014/main" id="{9A9C9ADE-5F30-421C-908F-A14A08ECE129}"/>
              </a:ext>
            </a:extLst>
          </p:cNvPr>
          <p:cNvSpPr>
            <a:spLocks xmlns:a="http://schemas.openxmlformats.org/drawingml/2006/main" noGrp="1"/>
          </p:cNvSpPr>
          <p:nvPr/>
        </p:nvSpPr>
        <p:spPr>
          <a:xfrm xmlns:a="http://schemas.openxmlformats.org/drawingml/2006/main">
            <a:off x="10308229" y="457200"/>
            <a:ext cx="127417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معرفة</a:t>
            </a:r>
          </a:p>
        </p:txBody>
      </p:sp>
      <p:sp>
        <p:nvSpPr>
          <p:cNvPr id="2" name="text-34">
            <a:extLst xmlns:a="http://schemas.openxmlformats.org/drawingml/2006/main">
              <a:ext uri="{FF2B5EF4-FFF2-40B4-BE49-F238E27FC236}">
                <a16:creationId xmlns:a16="http://schemas.microsoft.com/office/drawing/2014/main" id="{46AFF236-65A6-4A32-B4E9-B959C6A3ECAF}"/>
              </a:ext>
            </a:extLst>
          </p:cNvPr>
          <p:cNvSpPr>
            <a:spLocks xmlns:a="http://schemas.openxmlformats.org/drawingml/2006/main" noGrp="1"/>
          </p:cNvSpPr>
          <p:nvPr/>
        </p:nvSpPr>
        <p:spPr>
          <a:xfrm xmlns:a="http://schemas.openxmlformats.org/drawingml/2006/main">
            <a:off x="9210561" y="457200"/>
            <a:ext cx="99670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الأمة</a:t>
            </a:r>
          </a:p>
        </p:txBody>
      </p:sp>
      <p:sp>
        <p:nvSpPr>
          <p:cNvPr id="3" name="text-35">
            <a:extLst xmlns:a="http://schemas.openxmlformats.org/drawingml/2006/main">
              <a:ext uri="{FF2B5EF4-FFF2-40B4-BE49-F238E27FC236}">
                <a16:creationId xmlns:a16="http://schemas.microsoft.com/office/drawing/2014/main" id="{42FBA0C9-C025-4424-8A45-E1E9FA360649}"/>
              </a:ext>
            </a:extLst>
          </p:cNvPr>
          <p:cNvSpPr>
            <a:spLocks xmlns:a="http://schemas.openxmlformats.org/drawingml/2006/main" noGrp="1"/>
          </p:cNvSpPr>
          <p:nvPr/>
        </p:nvSpPr>
        <p:spPr>
          <a:xfrm xmlns:a="http://schemas.openxmlformats.org/drawingml/2006/main">
            <a:off x="7505555" y="457200"/>
            <a:ext cx="16040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تستحق</a:t>
            </a:r>
          </a:p>
        </p:txBody>
      </p:sp>
      <p:sp>
        <p:nvSpPr>
          <p:cNvPr id="4" name="text-36">
            <a:extLst xmlns:a="http://schemas.openxmlformats.org/drawingml/2006/main">
              <a:ext uri="{FF2B5EF4-FFF2-40B4-BE49-F238E27FC236}">
                <a16:creationId xmlns:a16="http://schemas.microsoft.com/office/drawing/2014/main" id="{F730EDF1-86DB-4A2F-BAAB-3F440B79A8F3}"/>
              </a:ext>
            </a:extLst>
          </p:cNvPr>
          <p:cNvSpPr>
            <a:spLocks xmlns:a="http://schemas.openxmlformats.org/drawingml/2006/main" noGrp="1"/>
          </p:cNvSpPr>
          <p:nvPr/>
        </p:nvSpPr>
        <p:spPr>
          <a:xfrm xmlns:a="http://schemas.openxmlformats.org/drawingml/2006/main">
            <a:off x="6253353" y="457200"/>
            <a:ext cx="115123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أدوات</a:t>
            </a:r>
          </a:p>
        </p:txBody>
      </p:sp>
      <p:sp>
        <p:nvSpPr>
          <p:cNvPr id="5" name="text-37">
            <a:extLst xmlns:a="http://schemas.openxmlformats.org/drawingml/2006/main">
              <a:ext uri="{FF2B5EF4-FFF2-40B4-BE49-F238E27FC236}">
                <a16:creationId xmlns:a16="http://schemas.microsoft.com/office/drawing/2014/main" id="{3227BF29-17F3-4809-860E-67A9DD1735F7}"/>
              </a:ext>
            </a:extLst>
          </p:cNvPr>
          <p:cNvSpPr>
            <a:spLocks xmlns:a="http://schemas.openxmlformats.org/drawingml/2006/main" noGrp="1"/>
          </p:cNvSpPr>
          <p:nvPr/>
        </p:nvSpPr>
        <p:spPr>
          <a:xfrm xmlns:a="http://schemas.openxmlformats.org/drawingml/2006/main">
            <a:off x="5139240" y="457200"/>
            <a:ext cx="101314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نملك</a:t>
            </a:r>
          </a:p>
        </p:txBody>
      </p:sp>
      <p:sp>
        <p:nvSpPr>
          <p:cNvPr id="6" name="text-38">
            <a:extLst xmlns:a="http://schemas.openxmlformats.org/drawingml/2006/main">
              <a:ext uri="{FF2B5EF4-FFF2-40B4-BE49-F238E27FC236}">
                <a16:creationId xmlns:a16="http://schemas.microsoft.com/office/drawing/2014/main" id="{162B5EDA-9B90-4609-ADBC-F5D501848B57}"/>
              </a:ext>
            </a:extLst>
          </p:cNvPr>
          <p:cNvSpPr>
            <a:spLocks xmlns:a="http://schemas.openxmlformats.org/drawingml/2006/main" noGrp="1"/>
          </p:cNvSpPr>
          <p:nvPr/>
        </p:nvSpPr>
        <p:spPr>
          <a:xfrm xmlns:a="http://schemas.openxmlformats.org/drawingml/2006/main">
            <a:off x="3758458" y="457200"/>
            <a:ext cx="127981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زمامها</a:t>
            </a:r>
          </a:p>
        </p:txBody>
      </p:sp>
      <p:sp>
        <p:nvSpPr>
          <p:cNvPr id="7" name="shape-39">
            <a:extLst xmlns:a="http://schemas.openxmlformats.org/drawingml/2006/main">
              <a:ext uri="{FF2B5EF4-FFF2-40B4-BE49-F238E27FC236}">
                <a16:creationId xmlns:a16="http://schemas.microsoft.com/office/drawing/2014/main" id="{412D5944-8A64-417B-8D2A-9FBD1A1367FC}"/>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8" name="text-40">
            <a:extLst xmlns:a="http://schemas.openxmlformats.org/drawingml/2006/main">
              <a:ext uri="{FF2B5EF4-FFF2-40B4-BE49-F238E27FC236}">
                <a16:creationId xmlns:a16="http://schemas.microsoft.com/office/drawing/2014/main" id="{877A0B24-7E4A-448F-9623-2804C30C74B4}"/>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9" name="text-41">
            <a:extLst xmlns:a="http://schemas.openxmlformats.org/drawingml/2006/main">
              <a:ext uri="{FF2B5EF4-FFF2-40B4-BE49-F238E27FC236}">
                <a16:creationId xmlns:a16="http://schemas.microsoft.com/office/drawing/2014/main" id="{F7ED026F-85F1-47D1-8027-FC092CAFAFD2}"/>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10" name="text-42">
            <a:extLst xmlns:a="http://schemas.openxmlformats.org/drawingml/2006/main">
              <a:ext uri="{FF2B5EF4-FFF2-40B4-BE49-F238E27FC236}">
                <a16:creationId xmlns:a16="http://schemas.microsoft.com/office/drawing/2014/main" id="{DF5409F0-9E0E-4088-9842-7A18413EEFA7}"/>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1" name="text-43">
            <a:extLst xmlns:a="http://schemas.openxmlformats.org/drawingml/2006/main">
              <a:ext uri="{FF2B5EF4-FFF2-40B4-BE49-F238E27FC236}">
                <a16:creationId xmlns:a16="http://schemas.microsoft.com/office/drawing/2014/main" id="{01DBDCEC-B405-4C92-9FC8-9F44F6DAB9DD}"/>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2" name="text-44">
            <a:extLst xmlns:a="http://schemas.openxmlformats.org/drawingml/2006/main">
              <a:ext uri="{FF2B5EF4-FFF2-40B4-BE49-F238E27FC236}">
                <a16:creationId xmlns:a16="http://schemas.microsoft.com/office/drawing/2014/main" id="{A4BAA5D7-D2CE-4700-BA69-0C42786C5EDF}"/>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3" name="text-45">
            <a:extLst xmlns:a="http://schemas.openxmlformats.org/drawingml/2006/main">
              <a:ext uri="{FF2B5EF4-FFF2-40B4-BE49-F238E27FC236}">
                <a16:creationId xmlns:a16="http://schemas.microsoft.com/office/drawing/2014/main" id="{C5ED501E-AB53-4317-AF1E-0093E87F6711}"/>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4" name="text-46">
            <a:extLst xmlns:a="http://schemas.openxmlformats.org/drawingml/2006/main">
              <a:ext uri="{FF2B5EF4-FFF2-40B4-BE49-F238E27FC236}">
                <a16:creationId xmlns:a16="http://schemas.microsoft.com/office/drawing/2014/main" id="{412A6623-04B3-4B18-9FF1-70977A7C9879}"/>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02</a:t>
            </a:r>
          </a:p>
        </p:txBody>
      </p:sp>
      <p:pic>
        <p:nvPicPr>
          <p:cNvPr id="46" name=""/>
          <p:cNvPicPr>
            <a:picLocks xmlns:a="http://schemas.openxmlformats.org/drawingml/2006/main" noChangeAspect="1"/>
          </p:cNvPicPr>
          <p:nvPr/>
        </p:nvPicPr>
        <p:blipFill>
          <a:blip xmlns:r="http://schemas.openxmlformats.org/officeDocument/2006/relationships" xmlns:a="http://schemas.openxmlformats.org/drawingml/2006/main" r:embed="R0467a5fc3b7e4e57"/>
          <a:stretch xmlns:a="http://schemas.openxmlformats.org/drawingml/2006/main"/>
        </p:blipFill>
        <p:spPr>
          <a:xfrm xmlns:a="http://schemas.openxmlformats.org/drawingml/2006/main">
            <a:off x="609600" y="1362670"/>
            <a:ext cx="7143750" cy="4018359"/>
          </a:xfrm>
          <a:prstGeom xmlns:a="http://schemas.openxmlformats.org/drawingml/2006/main" prst="rect">
            <a:avLst/>
          </a:prstGeom>
        </p:spPr>
      </p:pic>
      <p:sp>
        <p:nvSpPr>
          <p:cNvPr id="16" name="text-47">
            <a:extLst xmlns:a="http://schemas.openxmlformats.org/drawingml/2006/main">
              <a:ext uri="{FF2B5EF4-FFF2-40B4-BE49-F238E27FC236}">
                <a16:creationId xmlns:a16="http://schemas.microsoft.com/office/drawing/2014/main" id="{256FA56C-1CBF-4105-8780-F76364B1013E}"/>
              </a:ext>
            </a:extLst>
          </p:cNvPr>
          <p:cNvSpPr>
            <a:spLocks xmlns:a="http://schemas.openxmlformats.org/drawingml/2006/main" noGrp="1"/>
          </p:cNvSpPr>
          <p:nvPr/>
        </p:nvSpPr>
        <p:spPr>
          <a:xfrm xmlns:a="http://schemas.openxmlformats.org/drawingml/2006/main">
            <a:off x="9833633" y="1543050"/>
            <a:ext cx="1748767" cy="6453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625" b="1">
                <a:solidFill>
                  <a:srgbClr val="EDCA7E"/>
                </a:solidFill>
                <a:latin typeface="Tahoma"/>
                <a:ea typeface="Tahoma"/>
                <a:cs typeface="Tahoma"/>
              </a:defRPr>
            </a:pPr>
            <a:r>
              <a:rPr sz="2625" b="1">
                <a:solidFill>
                  <a:srgbClr val="EDCA7E"/>
                </a:solidFill>
                <a:latin typeface="Tahoma"/>
                <a:ea typeface="Tahoma"/>
                <a:cs typeface="Tahoma"/>
              </a:rPr>
              <a:t>الخوارزمي</a:t>
            </a:r>
          </a:p>
        </p:txBody>
      </p:sp>
      <p:sp>
        <p:nvSpPr>
          <p:cNvPr id="17" name="text-48">
            <a:extLst xmlns:a="http://schemas.openxmlformats.org/drawingml/2006/main">
              <a:ext uri="{FF2B5EF4-FFF2-40B4-BE49-F238E27FC236}">
                <a16:creationId xmlns:a16="http://schemas.microsoft.com/office/drawing/2014/main" id="{7DD3B4DB-0DA4-4232-8AEC-5109C05DDA21}"/>
              </a:ext>
            </a:extLst>
          </p:cNvPr>
          <p:cNvSpPr>
            <a:spLocks xmlns:a="http://schemas.openxmlformats.org/drawingml/2006/main" noGrp="1"/>
          </p:cNvSpPr>
          <p:nvPr/>
        </p:nvSpPr>
        <p:spPr>
          <a:xfrm xmlns:a="http://schemas.openxmlformats.org/drawingml/2006/main">
            <a:off x="11022368" y="2143125"/>
            <a:ext cx="56003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الجبر</a:t>
            </a:r>
          </a:p>
        </p:txBody>
      </p:sp>
      <p:sp>
        <p:nvSpPr>
          <p:cNvPr id="18" name="text-49">
            <a:extLst xmlns:a="http://schemas.openxmlformats.org/drawingml/2006/main">
              <a:ext uri="{FF2B5EF4-FFF2-40B4-BE49-F238E27FC236}">
                <a16:creationId xmlns:a16="http://schemas.microsoft.com/office/drawing/2014/main" id="{9B0C90C3-D3F7-4E46-99E4-935F84B2E141}"/>
              </a:ext>
            </a:extLst>
          </p:cNvPr>
          <p:cNvSpPr>
            <a:spLocks xmlns:a="http://schemas.openxmlformats.org/drawingml/2006/main" noGrp="1"/>
          </p:cNvSpPr>
          <p:nvPr/>
        </p:nvSpPr>
        <p:spPr>
          <a:xfrm xmlns:a="http://schemas.openxmlformats.org/drawingml/2006/main">
            <a:off x="9600634" y="2143125"/>
            <a:ext cx="136039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والخوارزميات</a:t>
            </a:r>
          </a:p>
        </p:txBody>
      </p:sp>
      <p:sp>
        <p:nvSpPr>
          <p:cNvPr id="19" name="text-50">
            <a:extLst xmlns:a="http://schemas.openxmlformats.org/drawingml/2006/main">
              <a:ext uri="{FF2B5EF4-FFF2-40B4-BE49-F238E27FC236}">
                <a16:creationId xmlns:a16="http://schemas.microsoft.com/office/drawing/2014/main" id="{C6009DAA-6AAC-4784-88CB-0E04B51C94F3}"/>
              </a:ext>
            </a:extLst>
          </p:cNvPr>
          <p:cNvSpPr>
            <a:spLocks xmlns:a="http://schemas.openxmlformats.org/drawingml/2006/main" noGrp="1"/>
          </p:cNvSpPr>
          <p:nvPr/>
        </p:nvSpPr>
        <p:spPr>
          <a:xfrm xmlns:a="http://schemas.openxmlformats.org/drawingml/2006/main">
            <a:off x="11027306" y="3238500"/>
            <a:ext cx="555094" cy="6453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625" b="1">
                <a:solidFill>
                  <a:srgbClr val="EDCA7E"/>
                </a:solidFill>
                <a:latin typeface="Tahoma"/>
                <a:ea typeface="Tahoma"/>
                <a:cs typeface="Tahoma"/>
              </a:defRPr>
            </a:pPr>
            <a:r>
              <a:rPr sz="2625" b="1">
                <a:solidFill>
                  <a:srgbClr val="EDCA7E"/>
                </a:solidFill>
                <a:latin typeface="Tahoma"/>
                <a:ea typeface="Tahoma"/>
                <a:cs typeface="Tahoma"/>
              </a:rPr>
              <a:t>ابن</a:t>
            </a:r>
          </a:p>
        </p:txBody>
      </p:sp>
      <p:sp>
        <p:nvSpPr>
          <p:cNvPr id="20" name="text-51">
            <a:extLst xmlns:a="http://schemas.openxmlformats.org/drawingml/2006/main">
              <a:ext uri="{FF2B5EF4-FFF2-40B4-BE49-F238E27FC236}">
                <a16:creationId xmlns:a16="http://schemas.microsoft.com/office/drawing/2014/main" id="{292E1687-6B3B-47E6-89AA-60D3991E3FD0}"/>
              </a:ext>
            </a:extLst>
          </p:cNvPr>
          <p:cNvSpPr>
            <a:spLocks xmlns:a="http://schemas.openxmlformats.org/drawingml/2006/main" noGrp="1"/>
          </p:cNvSpPr>
          <p:nvPr/>
        </p:nvSpPr>
        <p:spPr>
          <a:xfrm xmlns:a="http://schemas.openxmlformats.org/drawingml/2006/main">
            <a:off x="9961234" y="3238500"/>
            <a:ext cx="987491" cy="6453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625" b="1">
                <a:solidFill>
                  <a:srgbClr val="EDCA7E"/>
                </a:solidFill>
                <a:latin typeface="Tahoma"/>
                <a:ea typeface="Tahoma"/>
                <a:cs typeface="Tahoma"/>
              </a:defRPr>
            </a:pPr>
            <a:r>
              <a:rPr sz="2625" b="1">
                <a:solidFill>
                  <a:srgbClr val="EDCA7E"/>
                </a:solidFill>
                <a:latin typeface="Tahoma"/>
                <a:ea typeface="Tahoma"/>
                <a:cs typeface="Tahoma"/>
              </a:rPr>
              <a:t>الهيثم</a:t>
            </a:r>
          </a:p>
        </p:txBody>
      </p:sp>
      <p:sp>
        <p:nvSpPr>
          <p:cNvPr id="21" name="text-52">
            <a:extLst xmlns:a="http://schemas.openxmlformats.org/drawingml/2006/main">
              <a:ext uri="{FF2B5EF4-FFF2-40B4-BE49-F238E27FC236}">
                <a16:creationId xmlns:a16="http://schemas.microsoft.com/office/drawing/2014/main" id="{C4B1E046-3A89-41CC-884D-710A8F7C4C05}"/>
              </a:ext>
            </a:extLst>
          </p:cNvPr>
          <p:cNvSpPr>
            <a:spLocks xmlns:a="http://schemas.openxmlformats.org/drawingml/2006/main" noGrp="1"/>
          </p:cNvSpPr>
          <p:nvPr/>
        </p:nvSpPr>
        <p:spPr>
          <a:xfrm xmlns:a="http://schemas.openxmlformats.org/drawingml/2006/main">
            <a:off x="10796230" y="3838575"/>
            <a:ext cx="78617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التجربة</a:t>
            </a:r>
          </a:p>
        </p:txBody>
      </p:sp>
      <p:sp>
        <p:nvSpPr>
          <p:cNvPr id="22" name="text-53">
            <a:extLst xmlns:a="http://schemas.openxmlformats.org/drawingml/2006/main">
              <a:ext uri="{FF2B5EF4-FFF2-40B4-BE49-F238E27FC236}">
                <a16:creationId xmlns:a16="http://schemas.microsoft.com/office/drawing/2014/main" id="{AA2AF9B0-1460-474C-BFAB-DCD2F3754866}"/>
              </a:ext>
            </a:extLst>
          </p:cNvPr>
          <p:cNvSpPr>
            <a:spLocks xmlns:a="http://schemas.openxmlformats.org/drawingml/2006/main" noGrp="1"/>
          </p:cNvSpPr>
          <p:nvPr/>
        </p:nvSpPr>
        <p:spPr>
          <a:xfrm xmlns:a="http://schemas.openxmlformats.org/drawingml/2006/main">
            <a:off x="9812841" y="3838575"/>
            <a:ext cx="922049"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والبرهان</a:t>
            </a:r>
          </a:p>
        </p:txBody>
      </p:sp>
      <p:sp>
        <p:nvSpPr>
          <p:cNvPr id="23" name="text-54">
            <a:extLst xmlns:a="http://schemas.openxmlformats.org/drawingml/2006/main">
              <a:ext uri="{FF2B5EF4-FFF2-40B4-BE49-F238E27FC236}">
                <a16:creationId xmlns:a16="http://schemas.microsoft.com/office/drawing/2014/main" id="{CDF973A2-3716-48D7-BB2B-1ACA1A2C45CA}"/>
              </a:ext>
            </a:extLst>
          </p:cNvPr>
          <p:cNvSpPr>
            <a:spLocks xmlns:a="http://schemas.openxmlformats.org/drawingml/2006/main" noGrp="1"/>
          </p:cNvSpPr>
          <p:nvPr/>
        </p:nvSpPr>
        <p:spPr>
          <a:xfrm xmlns:a="http://schemas.openxmlformats.org/drawingml/2006/main">
            <a:off x="10687037" y="5505450"/>
            <a:ext cx="895363"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المعرفة</a:t>
            </a:r>
          </a:p>
        </p:txBody>
      </p:sp>
      <p:sp>
        <p:nvSpPr>
          <p:cNvPr id="24" name="text-55">
            <a:extLst xmlns:a="http://schemas.openxmlformats.org/drawingml/2006/main">
              <a:ext uri="{FF2B5EF4-FFF2-40B4-BE49-F238E27FC236}">
                <a16:creationId xmlns:a16="http://schemas.microsoft.com/office/drawing/2014/main" id="{1E6E5713-5CEA-4F67-A4EC-684A9AA2B9D7}"/>
              </a:ext>
            </a:extLst>
          </p:cNvPr>
          <p:cNvSpPr>
            <a:spLocks xmlns:a="http://schemas.openxmlformats.org/drawingml/2006/main" noGrp="1"/>
          </p:cNvSpPr>
          <p:nvPr/>
        </p:nvSpPr>
        <p:spPr>
          <a:xfrm xmlns:a="http://schemas.openxmlformats.org/drawingml/2006/main">
            <a:off x="9450707" y="5505450"/>
            <a:ext cx="1169083"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الإسلامية</a:t>
            </a:r>
          </a:p>
        </p:txBody>
      </p:sp>
      <p:sp>
        <p:nvSpPr>
          <p:cNvPr id="25" name="text-56">
            <a:extLst xmlns:a="http://schemas.openxmlformats.org/drawingml/2006/main">
              <a:ext uri="{FF2B5EF4-FFF2-40B4-BE49-F238E27FC236}">
                <a16:creationId xmlns:a16="http://schemas.microsoft.com/office/drawing/2014/main" id="{36A4BED8-CE99-4EB7-A4D6-015F9BEA2460}"/>
              </a:ext>
            </a:extLst>
          </p:cNvPr>
          <p:cNvSpPr>
            <a:spLocks xmlns:a="http://schemas.openxmlformats.org/drawingml/2006/main" noGrp="1"/>
          </p:cNvSpPr>
          <p:nvPr/>
        </p:nvSpPr>
        <p:spPr>
          <a:xfrm xmlns:a="http://schemas.openxmlformats.org/drawingml/2006/main">
            <a:off x="8714922" y="5505450"/>
            <a:ext cx="668539"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تحتاج</a:t>
            </a:r>
          </a:p>
        </p:txBody>
      </p:sp>
      <p:sp>
        <p:nvSpPr>
          <p:cNvPr id="26" name="text-57">
            <a:extLst xmlns:a="http://schemas.openxmlformats.org/drawingml/2006/main">
              <a:ext uri="{FF2B5EF4-FFF2-40B4-BE49-F238E27FC236}">
                <a16:creationId xmlns:a16="http://schemas.microsoft.com/office/drawing/2014/main" id="{677319BB-C8EA-4FA1-A116-48B38CBCF4B4}"/>
              </a:ext>
            </a:extLst>
          </p:cNvPr>
          <p:cNvSpPr>
            <a:spLocks xmlns:a="http://schemas.openxmlformats.org/drawingml/2006/main" noGrp="1"/>
          </p:cNvSpPr>
          <p:nvPr/>
        </p:nvSpPr>
        <p:spPr>
          <a:xfrm xmlns:a="http://schemas.openxmlformats.org/drawingml/2006/main">
            <a:off x="7879557" y="5505450"/>
            <a:ext cx="768118"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سيادة</a:t>
            </a:r>
          </a:p>
        </p:txBody>
      </p:sp>
      <p:sp>
        <p:nvSpPr>
          <p:cNvPr id="27" name="text-58">
            <a:extLst xmlns:a="http://schemas.openxmlformats.org/drawingml/2006/main">
              <a:ext uri="{FF2B5EF4-FFF2-40B4-BE49-F238E27FC236}">
                <a16:creationId xmlns:a16="http://schemas.microsoft.com/office/drawing/2014/main" id="{EE115C61-EC01-4EA0-BCFE-25D293AE277A}"/>
              </a:ext>
            </a:extLst>
          </p:cNvPr>
          <p:cNvSpPr>
            <a:spLocks xmlns:a="http://schemas.openxmlformats.org/drawingml/2006/main" noGrp="1"/>
          </p:cNvSpPr>
          <p:nvPr/>
        </p:nvSpPr>
        <p:spPr>
          <a:xfrm xmlns:a="http://schemas.openxmlformats.org/drawingml/2006/main">
            <a:off x="7221964" y="5505450"/>
            <a:ext cx="59034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على</a:t>
            </a:r>
          </a:p>
        </p:txBody>
      </p:sp>
      <p:sp>
        <p:nvSpPr>
          <p:cNvPr id="28" name="text-59">
            <a:extLst xmlns:a="http://schemas.openxmlformats.org/drawingml/2006/main">
              <a:ext uri="{FF2B5EF4-FFF2-40B4-BE49-F238E27FC236}">
                <a16:creationId xmlns:a16="http://schemas.microsoft.com/office/drawing/2014/main" id="{240D93F3-8DAD-4FDC-A5E9-2079FB8EB288}"/>
              </a:ext>
            </a:extLst>
          </p:cNvPr>
          <p:cNvSpPr>
            <a:spLocks xmlns:a="http://schemas.openxmlformats.org/drawingml/2006/main" noGrp="1"/>
          </p:cNvSpPr>
          <p:nvPr/>
        </p:nvSpPr>
        <p:spPr>
          <a:xfrm xmlns:a="http://schemas.openxmlformats.org/drawingml/2006/main">
            <a:off x="6483431" y="5505450"/>
            <a:ext cx="671286"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الذكاء</a:t>
            </a:r>
          </a:p>
        </p:txBody>
      </p:sp>
      <p:sp>
        <p:nvSpPr>
          <p:cNvPr id="29" name="text-60">
            <a:extLst xmlns:a="http://schemas.openxmlformats.org/drawingml/2006/main">
              <a:ext uri="{FF2B5EF4-FFF2-40B4-BE49-F238E27FC236}">
                <a16:creationId xmlns:a16="http://schemas.microsoft.com/office/drawing/2014/main" id="{4DB3121B-50F4-4A0C-8FC7-29C539AEA4B2}"/>
              </a:ext>
            </a:extLst>
          </p:cNvPr>
          <p:cNvSpPr>
            <a:spLocks xmlns:a="http://schemas.openxmlformats.org/drawingml/2006/main" noGrp="1"/>
          </p:cNvSpPr>
          <p:nvPr/>
        </p:nvSpPr>
        <p:spPr>
          <a:xfrm xmlns:a="http://schemas.openxmlformats.org/drawingml/2006/main">
            <a:off x="5659447" y="5505450"/>
            <a:ext cx="75673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وضبطًا</a:t>
            </a:r>
          </a:p>
        </p:txBody>
      </p:sp>
      <p:sp>
        <p:nvSpPr>
          <p:cNvPr id="30" name="text-61">
            <a:extLst xmlns:a="http://schemas.openxmlformats.org/drawingml/2006/main">
              <a:ext uri="{FF2B5EF4-FFF2-40B4-BE49-F238E27FC236}">
                <a16:creationId xmlns:a16="http://schemas.microsoft.com/office/drawing/2014/main" id="{5B33BB57-1CCF-49C1-BA05-7FA5583F1B6C}"/>
              </a:ext>
            </a:extLst>
          </p:cNvPr>
          <p:cNvSpPr>
            <a:spLocks xmlns:a="http://schemas.openxmlformats.org/drawingml/2006/main" noGrp="1"/>
          </p:cNvSpPr>
          <p:nvPr/>
        </p:nvSpPr>
        <p:spPr>
          <a:xfrm xmlns:a="http://schemas.openxmlformats.org/drawingml/2006/main">
            <a:off x="4943284" y="5505450"/>
            <a:ext cx="64891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للنص</a:t>
            </a:r>
          </a:p>
        </p:txBody>
      </p:sp>
      <p:sp>
        <p:nvSpPr>
          <p:cNvPr id="31" name="text-62">
            <a:extLst xmlns:a="http://schemas.openxmlformats.org/drawingml/2006/main">
              <a:ext uri="{FF2B5EF4-FFF2-40B4-BE49-F238E27FC236}">
                <a16:creationId xmlns:a16="http://schemas.microsoft.com/office/drawing/2014/main" id="{F7107E2C-32AD-40FD-8A1C-764397192534}"/>
              </a:ext>
            </a:extLst>
          </p:cNvPr>
          <p:cNvSpPr>
            <a:spLocks xmlns:a="http://schemas.openxmlformats.org/drawingml/2006/main" noGrp="1"/>
          </p:cNvSpPr>
          <p:nvPr/>
        </p:nvSpPr>
        <p:spPr>
          <a:xfrm xmlns:a="http://schemas.openxmlformats.org/drawingml/2006/main">
            <a:off x="3586085" y="5505450"/>
            <a:ext cx="128995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والاستدلال</a:t>
            </a:r>
          </a:p>
        </p:txBody>
      </p:sp>
    </p:spTree>
    <p:extLst>
      <p:ext uri="{BB962C8B-B14F-4D97-AF65-F5344CB8AC3E}">
        <p14:creationId xmlns:p14="http://schemas.microsoft.com/office/powerpoint/2010/main" val="1024108990"/>
      </p:ext>
    </p:extLst>
  </p:cSld>
</p:sld>
</file>

<file path=ppt/slides/slide3.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42" name="text-63">
            <a:extLst xmlns:a="http://schemas.openxmlformats.org/drawingml/2006/main">
              <a:ext uri="{FF2B5EF4-FFF2-40B4-BE49-F238E27FC236}">
                <a16:creationId xmlns:a16="http://schemas.microsoft.com/office/drawing/2014/main" id="{C3CC8BDB-C189-43E5-A4BF-912B01B8DE2A}"/>
              </a:ext>
            </a:extLst>
          </p:cNvPr>
          <p:cNvSpPr>
            <a:spLocks xmlns:a="http://schemas.openxmlformats.org/drawingml/2006/main" noGrp="1"/>
          </p:cNvSpPr>
          <p:nvPr/>
        </p:nvSpPr>
        <p:spPr>
          <a:xfrm xmlns:a="http://schemas.openxmlformats.org/drawingml/2006/main">
            <a:off x="10611056" y="457200"/>
            <a:ext cx="97134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لماذا</a:t>
            </a:r>
          </a:p>
        </p:txBody>
      </p:sp>
      <p:sp>
        <p:nvSpPr>
          <p:cNvPr id="2" name="text-64">
            <a:extLst xmlns:a="http://schemas.openxmlformats.org/drawingml/2006/main">
              <a:ext uri="{FF2B5EF4-FFF2-40B4-BE49-F238E27FC236}">
                <a16:creationId xmlns:a16="http://schemas.microsoft.com/office/drawing/2014/main" id="{4B02B7E5-754A-488C-850C-280FE0478D83}"/>
              </a:ext>
            </a:extLst>
          </p:cNvPr>
          <p:cNvSpPr>
            <a:spLocks xmlns:a="http://schemas.openxmlformats.org/drawingml/2006/main" noGrp="1"/>
          </p:cNvSpPr>
          <p:nvPr/>
        </p:nvSpPr>
        <p:spPr>
          <a:xfrm xmlns:a="http://schemas.openxmlformats.org/drawingml/2006/main">
            <a:off x="9665642" y="457200"/>
            <a:ext cx="84444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يعبد</a:t>
            </a:r>
          </a:p>
        </p:txBody>
      </p:sp>
      <p:sp>
        <p:nvSpPr>
          <p:cNvPr id="3" name="text-65">
            <a:extLst xmlns:a="http://schemas.openxmlformats.org/drawingml/2006/main">
              <a:ext uri="{FF2B5EF4-FFF2-40B4-BE49-F238E27FC236}">
                <a16:creationId xmlns:a16="http://schemas.microsoft.com/office/drawing/2014/main" id="{12025488-A9FA-4523-B0C1-A208B099D1A1}"/>
              </a:ext>
            </a:extLst>
          </p:cNvPr>
          <p:cNvSpPr>
            <a:spLocks xmlns:a="http://schemas.openxmlformats.org/drawingml/2006/main" noGrp="1"/>
          </p:cNvSpPr>
          <p:nvPr/>
        </p:nvSpPr>
        <p:spPr>
          <a:xfrm xmlns:a="http://schemas.openxmlformats.org/drawingml/2006/main">
            <a:off x="7466426" y="457200"/>
            <a:ext cx="209825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المسلمون</a:t>
            </a:r>
          </a:p>
        </p:txBody>
      </p:sp>
      <p:sp>
        <p:nvSpPr>
          <p:cNvPr id="4" name="text-66">
            <a:extLst xmlns:a="http://schemas.openxmlformats.org/drawingml/2006/main">
              <a:ext uri="{FF2B5EF4-FFF2-40B4-BE49-F238E27FC236}">
                <a16:creationId xmlns:a16="http://schemas.microsoft.com/office/drawing/2014/main" id="{0B6196F9-22F2-4892-BFFB-982B0581F984}"/>
              </a:ext>
            </a:extLst>
          </p:cNvPr>
          <p:cNvSpPr>
            <a:spLocks xmlns:a="http://schemas.openxmlformats.org/drawingml/2006/main" noGrp="1"/>
          </p:cNvSpPr>
          <p:nvPr/>
        </p:nvSpPr>
        <p:spPr>
          <a:xfrm xmlns:a="http://schemas.openxmlformats.org/drawingml/2006/main">
            <a:off x="5856221" y="457200"/>
            <a:ext cx="15092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الكعبة؟</a:t>
            </a:r>
          </a:p>
        </p:txBody>
      </p:sp>
      <p:sp>
        <p:nvSpPr>
          <p:cNvPr id="5" name="shape-67">
            <a:extLst xmlns:a="http://schemas.openxmlformats.org/drawingml/2006/main">
              <a:ext uri="{FF2B5EF4-FFF2-40B4-BE49-F238E27FC236}">
                <a16:creationId xmlns:a16="http://schemas.microsoft.com/office/drawing/2014/main" id="{C71D5FE4-F867-4C82-9D73-7970DDE3CEB1}"/>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6" name="text-68">
            <a:extLst xmlns:a="http://schemas.openxmlformats.org/drawingml/2006/main">
              <a:ext uri="{FF2B5EF4-FFF2-40B4-BE49-F238E27FC236}">
                <a16:creationId xmlns:a16="http://schemas.microsoft.com/office/drawing/2014/main" id="{4CB78A1C-5ED6-4D85-8214-F927B29CF91A}"/>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7" name="text-69">
            <a:extLst xmlns:a="http://schemas.openxmlformats.org/drawingml/2006/main">
              <a:ext uri="{FF2B5EF4-FFF2-40B4-BE49-F238E27FC236}">
                <a16:creationId xmlns:a16="http://schemas.microsoft.com/office/drawing/2014/main" id="{FB26988C-B0D2-4C5F-9BE1-4C7688EDFE48}"/>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8" name="text-70">
            <a:extLst xmlns:a="http://schemas.openxmlformats.org/drawingml/2006/main">
              <a:ext uri="{FF2B5EF4-FFF2-40B4-BE49-F238E27FC236}">
                <a16:creationId xmlns:a16="http://schemas.microsoft.com/office/drawing/2014/main" id="{0C30A8B7-67AE-4EB4-8B4B-C9E158B01FA8}"/>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9" name="text-71">
            <a:extLst xmlns:a="http://schemas.openxmlformats.org/drawingml/2006/main">
              <a:ext uri="{FF2B5EF4-FFF2-40B4-BE49-F238E27FC236}">
                <a16:creationId xmlns:a16="http://schemas.microsoft.com/office/drawing/2014/main" id="{5C7BD441-26DC-41D1-9BB6-D56CA1250294}"/>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0" name="text-72">
            <a:extLst xmlns:a="http://schemas.openxmlformats.org/drawingml/2006/main">
              <a:ext uri="{FF2B5EF4-FFF2-40B4-BE49-F238E27FC236}">
                <a16:creationId xmlns:a16="http://schemas.microsoft.com/office/drawing/2014/main" id="{B1FBEA3F-79B7-490C-BB7F-4C3D8625A89C}"/>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1" name="text-73">
            <a:extLst xmlns:a="http://schemas.openxmlformats.org/drawingml/2006/main">
              <a:ext uri="{FF2B5EF4-FFF2-40B4-BE49-F238E27FC236}">
                <a16:creationId xmlns:a16="http://schemas.microsoft.com/office/drawing/2014/main" id="{8535F3B5-C9EC-422D-AB57-FCFDC5338749}"/>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2" name="text-74">
            <a:extLst xmlns:a="http://schemas.openxmlformats.org/drawingml/2006/main">
              <a:ext uri="{FF2B5EF4-FFF2-40B4-BE49-F238E27FC236}">
                <a16:creationId xmlns:a16="http://schemas.microsoft.com/office/drawing/2014/main" id="{B0A997A6-45BD-4C74-86CE-BEEDBCA7240F}"/>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03</a:t>
            </a:r>
          </a:p>
        </p:txBody>
      </p:sp>
      <p:pic>
        <p:nvPicPr>
          <p:cNvPr id="54" name=""/>
          <p:cNvPicPr>
            <a:picLocks xmlns:a="http://schemas.openxmlformats.org/drawingml/2006/main" noChangeAspect="1"/>
          </p:cNvPicPr>
          <p:nvPr/>
        </p:nvPicPr>
        <p:blipFill>
          <a:blip xmlns:r="http://schemas.openxmlformats.org/officeDocument/2006/relationships" xmlns:a="http://schemas.openxmlformats.org/drawingml/2006/main" r:embed="Refa77448a98044c8"/>
          <a:stretch xmlns:a="http://schemas.openxmlformats.org/drawingml/2006/main"/>
        </p:blipFill>
        <p:spPr>
          <a:xfrm xmlns:a="http://schemas.openxmlformats.org/drawingml/2006/main">
            <a:off x="609600" y="1451584"/>
            <a:ext cx="7381875" cy="4154858"/>
          </a:xfrm>
          <a:prstGeom xmlns:a="http://schemas.openxmlformats.org/drawingml/2006/main" prst="rect">
            <a:avLst/>
          </a:prstGeom>
        </p:spPr>
      </p:pic>
      <p:sp>
        <p:nvSpPr>
          <p:cNvPr id="14" name="text-75">
            <a:extLst xmlns:a="http://schemas.openxmlformats.org/drawingml/2006/main">
              <a:ext uri="{FF2B5EF4-FFF2-40B4-BE49-F238E27FC236}">
                <a16:creationId xmlns:a16="http://schemas.microsoft.com/office/drawing/2014/main" id="{220899F0-3C1D-48E8-A643-550EE3E3CDD7}"/>
              </a:ext>
            </a:extLst>
          </p:cNvPr>
          <p:cNvSpPr>
            <a:spLocks xmlns:a="http://schemas.openxmlformats.org/drawingml/2006/main" noGrp="1"/>
          </p:cNvSpPr>
          <p:nvPr/>
        </p:nvSpPr>
        <p:spPr>
          <a:xfrm xmlns:a="http://schemas.openxmlformats.org/drawingml/2006/main">
            <a:off x="10719923" y="1714500"/>
            <a:ext cx="86247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EDCA7E"/>
                </a:solidFill>
                <a:latin typeface="Tahoma"/>
                <a:ea typeface="Tahoma"/>
                <a:cs typeface="Tahoma"/>
              </a:defRPr>
            </a:pPr>
            <a:r>
              <a:rPr sz="2175" b="1">
                <a:solidFill>
                  <a:srgbClr val="EDCA7E"/>
                </a:solidFill>
                <a:latin typeface="Tahoma"/>
                <a:ea typeface="Tahoma"/>
                <a:cs typeface="Tahoma"/>
              </a:rPr>
              <a:t>يصحح</a:t>
            </a:r>
          </a:p>
        </p:txBody>
      </p:sp>
      <p:sp>
        <p:nvSpPr>
          <p:cNvPr id="15" name="text-76">
            <a:extLst xmlns:a="http://schemas.openxmlformats.org/drawingml/2006/main">
              <a:ext uri="{FF2B5EF4-FFF2-40B4-BE49-F238E27FC236}">
                <a16:creationId xmlns:a16="http://schemas.microsoft.com/office/drawing/2014/main" id="{7DA10282-E52B-451F-91AC-034F54541685}"/>
              </a:ext>
            </a:extLst>
          </p:cNvPr>
          <p:cNvSpPr>
            <a:spLocks xmlns:a="http://schemas.openxmlformats.org/drawingml/2006/main" noGrp="1"/>
          </p:cNvSpPr>
          <p:nvPr/>
        </p:nvSpPr>
        <p:spPr>
          <a:xfrm xmlns:a="http://schemas.openxmlformats.org/drawingml/2006/main">
            <a:off x="9748578" y="1714500"/>
            <a:ext cx="90943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EDCA7E"/>
                </a:solidFill>
                <a:latin typeface="Tahoma"/>
                <a:ea typeface="Tahoma"/>
                <a:cs typeface="Tahoma"/>
              </a:defRPr>
            </a:pPr>
            <a:r>
              <a:rPr sz="2175" b="1">
                <a:solidFill>
                  <a:srgbClr val="EDCA7E"/>
                </a:solidFill>
                <a:latin typeface="Tahoma"/>
                <a:ea typeface="Tahoma"/>
                <a:cs typeface="Tahoma"/>
              </a:rPr>
              <a:t>فرضية</a:t>
            </a:r>
          </a:p>
        </p:txBody>
      </p:sp>
      <p:sp>
        <p:nvSpPr>
          <p:cNvPr id="16" name="text-77">
            <a:extLst xmlns:a="http://schemas.openxmlformats.org/drawingml/2006/main">
              <a:ext uri="{FF2B5EF4-FFF2-40B4-BE49-F238E27FC236}">
                <a16:creationId xmlns:a16="http://schemas.microsoft.com/office/drawing/2014/main" id="{22132008-E5BD-47BF-908E-76C0421565AE}"/>
              </a:ext>
            </a:extLst>
          </p:cNvPr>
          <p:cNvSpPr>
            <a:spLocks xmlns:a="http://schemas.openxmlformats.org/drawingml/2006/main" noGrp="1"/>
          </p:cNvSpPr>
          <p:nvPr/>
        </p:nvSpPr>
        <p:spPr>
          <a:xfrm xmlns:a="http://schemas.openxmlformats.org/drawingml/2006/main">
            <a:off x="8663414" y="1714500"/>
            <a:ext cx="102325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EDCA7E"/>
                </a:solidFill>
                <a:latin typeface="Tahoma"/>
                <a:ea typeface="Tahoma"/>
                <a:cs typeface="Tahoma"/>
              </a:defRPr>
            </a:pPr>
            <a:r>
              <a:rPr sz="2175" b="1">
                <a:solidFill>
                  <a:srgbClr val="EDCA7E"/>
                </a:solidFill>
                <a:latin typeface="Tahoma"/>
                <a:ea typeface="Tahoma"/>
                <a:cs typeface="Tahoma"/>
              </a:rPr>
              <a:t>السؤال</a:t>
            </a:r>
          </a:p>
        </p:txBody>
      </p:sp>
      <p:sp>
        <p:nvSpPr>
          <p:cNvPr id="17" name="text-78">
            <a:extLst xmlns:a="http://schemas.openxmlformats.org/drawingml/2006/main">
              <a:ext uri="{FF2B5EF4-FFF2-40B4-BE49-F238E27FC236}">
                <a16:creationId xmlns:a16="http://schemas.microsoft.com/office/drawing/2014/main" id="{82BB18B3-D9BA-40B6-B82D-64FFF484BE06}"/>
              </a:ext>
            </a:extLst>
          </p:cNvPr>
          <p:cNvSpPr>
            <a:spLocks xmlns:a="http://schemas.openxmlformats.org/drawingml/2006/main" noGrp="1"/>
          </p:cNvSpPr>
          <p:nvPr/>
        </p:nvSpPr>
        <p:spPr>
          <a:xfrm xmlns:a="http://schemas.openxmlformats.org/drawingml/2006/main">
            <a:off x="10459231" y="2590800"/>
            <a:ext cx="112316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المسلمون</a:t>
            </a:r>
          </a:p>
        </p:txBody>
      </p:sp>
      <p:sp>
        <p:nvSpPr>
          <p:cNvPr id="18" name="text-79">
            <a:extLst xmlns:a="http://schemas.openxmlformats.org/drawingml/2006/main">
              <a:ext uri="{FF2B5EF4-FFF2-40B4-BE49-F238E27FC236}">
                <a16:creationId xmlns:a16="http://schemas.microsoft.com/office/drawing/2014/main" id="{5282771F-D3BE-498C-9184-A5919545E23F}"/>
              </a:ext>
            </a:extLst>
          </p:cNvPr>
          <p:cNvSpPr>
            <a:spLocks xmlns:a="http://schemas.openxmlformats.org/drawingml/2006/main" noGrp="1"/>
          </p:cNvSpPr>
          <p:nvPr/>
        </p:nvSpPr>
        <p:spPr>
          <a:xfrm xmlns:a="http://schemas.openxmlformats.org/drawingml/2006/main">
            <a:off x="9664119" y="2590800"/>
            <a:ext cx="736723"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يعبدون</a:t>
            </a:r>
          </a:p>
        </p:txBody>
      </p:sp>
      <p:sp>
        <p:nvSpPr>
          <p:cNvPr id="19" name="text-80">
            <a:extLst xmlns:a="http://schemas.openxmlformats.org/drawingml/2006/main">
              <a:ext uri="{FF2B5EF4-FFF2-40B4-BE49-F238E27FC236}">
                <a16:creationId xmlns:a16="http://schemas.microsoft.com/office/drawing/2014/main" id="{DD91A46B-7649-4626-A979-CEF0C2505ADF}"/>
              </a:ext>
            </a:extLst>
          </p:cNvPr>
          <p:cNvSpPr>
            <a:spLocks xmlns:a="http://schemas.openxmlformats.org/drawingml/2006/main" noGrp="1"/>
          </p:cNvSpPr>
          <p:nvPr/>
        </p:nvSpPr>
        <p:spPr>
          <a:xfrm xmlns:a="http://schemas.openxmlformats.org/drawingml/2006/main">
            <a:off x="9263203" y="2590800"/>
            <a:ext cx="34252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الله</a:t>
            </a:r>
          </a:p>
        </p:txBody>
      </p:sp>
      <p:sp>
        <p:nvSpPr>
          <p:cNvPr id="20" name="text-81">
            <a:extLst xmlns:a="http://schemas.openxmlformats.org/drawingml/2006/main">
              <a:ext uri="{FF2B5EF4-FFF2-40B4-BE49-F238E27FC236}">
                <a16:creationId xmlns:a16="http://schemas.microsoft.com/office/drawing/2014/main" id="{AD55F1BA-8AB5-4441-86BA-A427DF902CCB}"/>
              </a:ext>
            </a:extLst>
          </p:cNvPr>
          <p:cNvSpPr>
            <a:spLocks xmlns:a="http://schemas.openxmlformats.org/drawingml/2006/main" noGrp="1"/>
          </p:cNvSpPr>
          <p:nvPr/>
        </p:nvSpPr>
        <p:spPr>
          <a:xfrm xmlns:a="http://schemas.openxmlformats.org/drawingml/2006/main">
            <a:off x="10809867" y="3038475"/>
            <a:ext cx="772533"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والكعبة</a:t>
            </a:r>
          </a:p>
        </p:txBody>
      </p:sp>
      <p:sp>
        <p:nvSpPr>
          <p:cNvPr id="21" name="text-82">
            <a:extLst xmlns:a="http://schemas.openxmlformats.org/drawingml/2006/main">
              <a:ext uri="{FF2B5EF4-FFF2-40B4-BE49-F238E27FC236}">
                <a16:creationId xmlns:a16="http://schemas.microsoft.com/office/drawing/2014/main" id="{94E373F6-AAD3-46A1-9E43-060E43F9892E}"/>
              </a:ext>
            </a:extLst>
          </p:cNvPr>
          <p:cNvSpPr>
            <a:spLocks xmlns:a="http://schemas.openxmlformats.org/drawingml/2006/main" noGrp="1"/>
          </p:cNvSpPr>
          <p:nvPr/>
        </p:nvSpPr>
        <p:spPr>
          <a:xfrm xmlns:a="http://schemas.openxmlformats.org/drawingml/2006/main">
            <a:off x="10283178" y="3038475"/>
            <a:ext cx="46830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قبلة</a:t>
            </a:r>
          </a:p>
        </p:txBody>
      </p:sp>
      <p:sp>
        <p:nvSpPr>
          <p:cNvPr id="22" name="text-83">
            <a:extLst xmlns:a="http://schemas.openxmlformats.org/drawingml/2006/main">
              <a:ext uri="{FF2B5EF4-FFF2-40B4-BE49-F238E27FC236}">
                <a16:creationId xmlns:a16="http://schemas.microsoft.com/office/drawing/2014/main" id="{40347DDB-28BF-4F17-9408-58CA861CC416}"/>
              </a:ext>
            </a:extLst>
          </p:cNvPr>
          <p:cNvSpPr>
            <a:spLocks xmlns:a="http://schemas.openxmlformats.org/drawingml/2006/main" noGrp="1"/>
          </p:cNvSpPr>
          <p:nvPr/>
        </p:nvSpPr>
        <p:spPr>
          <a:xfrm xmlns:a="http://schemas.openxmlformats.org/drawingml/2006/main">
            <a:off x="9425473" y="3038475"/>
            <a:ext cx="79931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صلاتهم</a:t>
            </a:r>
          </a:p>
        </p:txBody>
      </p:sp>
      <p:sp>
        <p:nvSpPr>
          <p:cNvPr id="23" name="text-84">
            <a:extLst xmlns:a="http://schemas.openxmlformats.org/drawingml/2006/main">
              <a:ext uri="{FF2B5EF4-FFF2-40B4-BE49-F238E27FC236}">
                <a16:creationId xmlns:a16="http://schemas.microsoft.com/office/drawing/2014/main" id="{E3CD4540-D31E-455C-A21E-8A654BA21D2B}"/>
              </a:ext>
            </a:extLst>
          </p:cNvPr>
          <p:cNvSpPr>
            <a:spLocks xmlns:a="http://schemas.openxmlformats.org/drawingml/2006/main" noGrp="1"/>
          </p:cNvSpPr>
          <p:nvPr/>
        </p:nvSpPr>
        <p:spPr>
          <a:xfrm xmlns:a="http://schemas.openxmlformats.org/drawingml/2006/main">
            <a:off x="11288239" y="3952875"/>
            <a:ext cx="29416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ثم</a:t>
            </a:r>
          </a:p>
        </p:txBody>
      </p:sp>
      <p:sp>
        <p:nvSpPr>
          <p:cNvPr id="24" name="text-85">
            <a:extLst xmlns:a="http://schemas.openxmlformats.org/drawingml/2006/main">
              <a:ext uri="{FF2B5EF4-FFF2-40B4-BE49-F238E27FC236}">
                <a16:creationId xmlns:a16="http://schemas.microsoft.com/office/drawing/2014/main" id="{92828FA3-32B5-42F7-B28F-D471903275E4}"/>
              </a:ext>
            </a:extLst>
          </p:cNvPr>
          <p:cNvSpPr>
            <a:spLocks xmlns:a="http://schemas.openxmlformats.org/drawingml/2006/main" noGrp="1"/>
          </p:cNvSpPr>
          <p:nvPr/>
        </p:nvSpPr>
        <p:spPr>
          <a:xfrm xmlns:a="http://schemas.openxmlformats.org/drawingml/2006/main">
            <a:off x="10743194" y="3952875"/>
            <a:ext cx="48370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يتيح</a:t>
            </a:r>
          </a:p>
        </p:txBody>
      </p:sp>
      <p:sp>
        <p:nvSpPr>
          <p:cNvPr id="25" name="text-86">
            <a:extLst xmlns:a="http://schemas.openxmlformats.org/drawingml/2006/main">
              <a:ext uri="{FF2B5EF4-FFF2-40B4-BE49-F238E27FC236}">
                <a16:creationId xmlns:a16="http://schemas.microsoft.com/office/drawing/2014/main" id="{55B13374-C396-464A-9983-18D891B4DB40}"/>
              </a:ext>
            </a:extLst>
          </p:cNvPr>
          <p:cNvSpPr>
            <a:spLocks xmlns:a="http://schemas.openxmlformats.org/drawingml/2006/main" noGrp="1"/>
          </p:cNvSpPr>
          <p:nvPr/>
        </p:nvSpPr>
        <p:spPr>
          <a:xfrm xmlns:a="http://schemas.openxmlformats.org/drawingml/2006/main">
            <a:off x="10256621" y="3952875"/>
            <a:ext cx="42523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فتح</a:t>
            </a:r>
          </a:p>
        </p:txBody>
      </p:sp>
      <p:sp>
        <p:nvSpPr>
          <p:cNvPr id="26" name="text-87">
            <a:extLst xmlns:a="http://schemas.openxmlformats.org/drawingml/2006/main">
              <a:ext uri="{FF2B5EF4-FFF2-40B4-BE49-F238E27FC236}">
                <a16:creationId xmlns:a16="http://schemas.microsoft.com/office/drawing/2014/main" id="{0B83FCFF-15F1-44AE-BA14-C59EC7E7FBFF}"/>
              </a:ext>
            </a:extLst>
          </p:cNvPr>
          <p:cNvSpPr>
            <a:spLocks xmlns:a="http://schemas.openxmlformats.org/drawingml/2006/main" noGrp="1"/>
          </p:cNvSpPr>
          <p:nvPr/>
        </p:nvSpPr>
        <p:spPr>
          <a:xfrm xmlns:a="http://schemas.openxmlformats.org/drawingml/2006/main">
            <a:off x="9414506" y="3952875"/>
            <a:ext cx="78077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المصدر</a:t>
            </a:r>
          </a:p>
        </p:txBody>
      </p:sp>
      <p:sp>
        <p:nvSpPr>
          <p:cNvPr id="27" name="text-88">
            <a:extLst xmlns:a="http://schemas.openxmlformats.org/drawingml/2006/main">
              <a:ext uri="{FF2B5EF4-FFF2-40B4-BE49-F238E27FC236}">
                <a16:creationId xmlns:a16="http://schemas.microsoft.com/office/drawing/2014/main" id="{00EA5A0F-CA6E-473F-B286-235E87992E8F}"/>
              </a:ext>
            </a:extLst>
          </p:cNvPr>
          <p:cNvSpPr>
            <a:spLocks xmlns:a="http://schemas.openxmlformats.org/drawingml/2006/main" noGrp="1"/>
          </p:cNvSpPr>
          <p:nvPr/>
        </p:nvSpPr>
        <p:spPr>
          <a:xfrm xmlns:a="http://schemas.openxmlformats.org/drawingml/2006/main">
            <a:off x="10653386" y="4438650"/>
            <a:ext cx="92901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والتحقق</a:t>
            </a:r>
          </a:p>
        </p:txBody>
      </p:sp>
      <p:sp>
        <p:nvSpPr>
          <p:cNvPr id="28" name="text-89">
            <a:extLst xmlns:a="http://schemas.openxmlformats.org/drawingml/2006/main">
              <a:ext uri="{FF2B5EF4-FFF2-40B4-BE49-F238E27FC236}">
                <a16:creationId xmlns:a16="http://schemas.microsoft.com/office/drawing/2014/main" id="{097BD8FF-5491-4E95-98BD-D4FB7F4F161A}"/>
              </a:ext>
            </a:extLst>
          </p:cNvPr>
          <p:cNvSpPr>
            <a:spLocks xmlns:a="http://schemas.openxmlformats.org/drawingml/2006/main" noGrp="1"/>
          </p:cNvSpPr>
          <p:nvPr/>
        </p:nvSpPr>
        <p:spPr>
          <a:xfrm xmlns:a="http://schemas.openxmlformats.org/drawingml/2006/main">
            <a:off x="10219496" y="4438650"/>
            <a:ext cx="37254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من</a:t>
            </a:r>
          </a:p>
        </p:txBody>
      </p:sp>
      <p:sp>
        <p:nvSpPr>
          <p:cNvPr id="29" name="text-90">
            <a:extLst xmlns:a="http://schemas.openxmlformats.org/drawingml/2006/main">
              <a:ext uri="{FF2B5EF4-FFF2-40B4-BE49-F238E27FC236}">
                <a16:creationId xmlns:a16="http://schemas.microsoft.com/office/drawing/2014/main" id="{DA83BE8F-7774-477C-A499-9D19D67F454F}"/>
              </a:ext>
            </a:extLst>
          </p:cNvPr>
          <p:cNvSpPr>
            <a:spLocks xmlns:a="http://schemas.openxmlformats.org/drawingml/2006/main" noGrp="1"/>
          </p:cNvSpPr>
          <p:nvPr/>
        </p:nvSpPr>
        <p:spPr>
          <a:xfrm xmlns:a="http://schemas.openxmlformats.org/drawingml/2006/main">
            <a:off x="9580464" y="4438650"/>
            <a:ext cx="57769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النص</a:t>
            </a:r>
          </a:p>
        </p:txBody>
      </p:sp>
      <p:sp>
        <p:nvSpPr>
          <p:cNvPr id="30" name="text-91">
            <a:extLst xmlns:a="http://schemas.openxmlformats.org/drawingml/2006/main">
              <a:ext uri="{FF2B5EF4-FFF2-40B4-BE49-F238E27FC236}">
                <a16:creationId xmlns:a16="http://schemas.microsoft.com/office/drawing/2014/main" id="{CB708208-5B52-4583-A7A5-452693525594}"/>
              </a:ext>
            </a:extLst>
          </p:cNvPr>
          <p:cNvSpPr>
            <a:spLocks xmlns:a="http://schemas.openxmlformats.org/drawingml/2006/main" noGrp="1"/>
          </p:cNvSpPr>
          <p:nvPr/>
        </p:nvSpPr>
        <p:spPr>
          <a:xfrm xmlns:a="http://schemas.openxmlformats.org/drawingml/2006/main">
            <a:off x="11058570" y="5657850"/>
            <a:ext cx="52383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لقطة</a:t>
            </a:r>
          </a:p>
        </p:txBody>
      </p:sp>
      <p:sp>
        <p:nvSpPr>
          <p:cNvPr id="31" name="text-92">
            <a:extLst xmlns:a="http://schemas.openxmlformats.org/drawingml/2006/main">
              <a:ext uri="{FF2B5EF4-FFF2-40B4-BE49-F238E27FC236}">
                <a16:creationId xmlns:a16="http://schemas.microsoft.com/office/drawing/2014/main" id="{AB28EBAB-0437-4E40-A16A-240007A28067}"/>
              </a:ext>
            </a:extLst>
          </p:cNvPr>
          <p:cNvSpPr>
            <a:spLocks xmlns:a="http://schemas.openxmlformats.org/drawingml/2006/main" noGrp="1"/>
          </p:cNvSpPr>
          <p:nvPr/>
        </p:nvSpPr>
        <p:spPr>
          <a:xfrm xmlns:a="http://schemas.openxmlformats.org/drawingml/2006/main">
            <a:off x="10594979" y="5657850"/>
            <a:ext cx="41120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حية</a:t>
            </a:r>
          </a:p>
        </p:txBody>
      </p:sp>
      <p:sp>
        <p:nvSpPr>
          <p:cNvPr id="32" name="text-93">
            <a:extLst xmlns:a="http://schemas.openxmlformats.org/drawingml/2006/main">
              <a:ext uri="{FF2B5EF4-FFF2-40B4-BE49-F238E27FC236}">
                <a16:creationId xmlns:a16="http://schemas.microsoft.com/office/drawing/2014/main" id="{4A7189CB-60F6-4913-A37B-FE58B78A55FB}"/>
              </a:ext>
            </a:extLst>
          </p:cNvPr>
          <p:cNvSpPr>
            <a:spLocks xmlns:a="http://schemas.openxmlformats.org/drawingml/2006/main" noGrp="1"/>
          </p:cNvSpPr>
          <p:nvPr/>
        </p:nvSpPr>
        <p:spPr>
          <a:xfrm xmlns:a="http://schemas.openxmlformats.org/drawingml/2006/main">
            <a:off x="10207226" y="5657850"/>
            <a:ext cx="33536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من</a:t>
            </a:r>
          </a:p>
        </p:txBody>
      </p:sp>
      <p:sp>
        <p:nvSpPr>
          <p:cNvPr id="33" name="text-94">
            <a:extLst xmlns:a="http://schemas.openxmlformats.org/drawingml/2006/main">
              <a:ext uri="{FF2B5EF4-FFF2-40B4-BE49-F238E27FC236}">
                <a16:creationId xmlns:a16="http://schemas.microsoft.com/office/drawing/2014/main" id="{C6614C71-A66D-493A-82E7-74E109344728}"/>
              </a:ext>
            </a:extLst>
          </p:cNvPr>
          <p:cNvSpPr>
            <a:spLocks xmlns:a="http://schemas.openxmlformats.org/drawingml/2006/main" noGrp="1"/>
          </p:cNvSpPr>
          <p:nvPr/>
        </p:nvSpPr>
        <p:spPr>
          <a:xfrm xmlns:a="http://schemas.openxmlformats.org/drawingml/2006/main">
            <a:off x="9303231" y="5657850"/>
            <a:ext cx="851607"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المجلس</a:t>
            </a:r>
          </a:p>
        </p:txBody>
      </p:sp>
      <p:sp>
        <p:nvSpPr>
          <p:cNvPr id="34" name="text-95">
            <a:extLst xmlns:a="http://schemas.openxmlformats.org/drawingml/2006/main">
              <a:ext uri="{FF2B5EF4-FFF2-40B4-BE49-F238E27FC236}">
                <a16:creationId xmlns:a16="http://schemas.microsoft.com/office/drawing/2014/main" id="{175BA85B-90AA-4B2B-A895-A9EBF827CD13}"/>
              </a:ext>
            </a:extLst>
          </p:cNvPr>
          <p:cNvSpPr>
            <a:spLocks xmlns:a="http://schemas.openxmlformats.org/drawingml/2006/main" noGrp="1"/>
          </p:cNvSpPr>
          <p:nvPr/>
        </p:nvSpPr>
        <p:spPr>
          <a:xfrm xmlns:a="http://schemas.openxmlformats.org/drawingml/2006/main">
            <a:off x="9078140" y="5657850"/>
            <a:ext cx="17270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٦</a:t>
            </a:r>
          </a:p>
        </p:txBody>
      </p:sp>
      <p:sp>
        <p:nvSpPr>
          <p:cNvPr id="35" name="text-96">
            <a:extLst xmlns:a="http://schemas.openxmlformats.org/drawingml/2006/main">
              <a:ext uri="{FF2B5EF4-FFF2-40B4-BE49-F238E27FC236}">
                <a16:creationId xmlns:a16="http://schemas.microsoft.com/office/drawing/2014/main" id="{35758047-D9A0-4293-82C1-5685A9FB8B2B}"/>
              </a:ext>
            </a:extLst>
          </p:cNvPr>
          <p:cNvSpPr>
            <a:spLocks xmlns:a="http://schemas.openxmlformats.org/drawingml/2006/main" noGrp="1"/>
          </p:cNvSpPr>
          <p:nvPr/>
        </p:nvSpPr>
        <p:spPr>
          <a:xfrm xmlns:a="http://schemas.openxmlformats.org/drawingml/2006/main">
            <a:off x="8466604" y="5657850"/>
            <a:ext cx="55914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أكتوبر</a:t>
            </a:r>
          </a:p>
        </p:txBody>
      </p:sp>
      <p:sp>
        <p:nvSpPr>
          <p:cNvPr id="36" name="text-97">
            <a:extLst xmlns:a="http://schemas.openxmlformats.org/drawingml/2006/main">
              <a:ext uri="{FF2B5EF4-FFF2-40B4-BE49-F238E27FC236}">
                <a16:creationId xmlns:a16="http://schemas.microsoft.com/office/drawing/2014/main" id="{6376DD3B-9AF8-45AD-8128-3F44425ACA88}"/>
              </a:ext>
            </a:extLst>
          </p:cNvPr>
          <p:cNvSpPr>
            <a:spLocks xmlns:a="http://schemas.openxmlformats.org/drawingml/2006/main" noGrp="1"/>
          </p:cNvSpPr>
          <p:nvPr/>
        </p:nvSpPr>
        <p:spPr>
          <a:xfrm xmlns:a="http://schemas.openxmlformats.org/drawingml/2006/main">
            <a:off x="8292921" y="5657850"/>
            <a:ext cx="12129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a:t>
            </a:r>
          </a:p>
        </p:txBody>
      </p:sp>
      <p:sp>
        <p:nvSpPr>
          <p:cNvPr id="37" name="text-98">
            <a:extLst xmlns:a="http://schemas.openxmlformats.org/drawingml/2006/main">
              <a:ext uri="{FF2B5EF4-FFF2-40B4-BE49-F238E27FC236}">
                <a16:creationId xmlns:a16="http://schemas.microsoft.com/office/drawing/2014/main" id="{699CCE95-4287-4C2E-BA1D-541C71A61434}"/>
              </a:ext>
            </a:extLst>
          </p:cNvPr>
          <p:cNvSpPr>
            <a:spLocks xmlns:a="http://schemas.openxmlformats.org/drawingml/2006/main" noGrp="1"/>
          </p:cNvSpPr>
          <p:nvPr/>
        </p:nvSpPr>
        <p:spPr>
          <a:xfrm xmlns:a="http://schemas.openxmlformats.org/drawingml/2006/main">
            <a:off x="7542268" y="5657850"/>
            <a:ext cx="69826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المصدر</a:t>
            </a:r>
          </a:p>
        </p:txBody>
      </p:sp>
      <p:sp>
        <p:nvSpPr>
          <p:cNvPr id="38" name="text-99">
            <a:extLst xmlns:a="http://schemas.openxmlformats.org/drawingml/2006/main">
              <a:ext uri="{FF2B5EF4-FFF2-40B4-BE49-F238E27FC236}">
                <a16:creationId xmlns:a16="http://schemas.microsoft.com/office/drawing/2014/main" id="{30787527-D460-476A-8CBC-28FFACA404CC}"/>
              </a:ext>
            </a:extLst>
          </p:cNvPr>
          <p:cNvSpPr>
            <a:spLocks xmlns:a="http://schemas.openxmlformats.org/drawingml/2006/main" noGrp="1"/>
          </p:cNvSpPr>
          <p:nvPr/>
        </p:nvSpPr>
        <p:spPr>
          <a:xfrm xmlns:a="http://schemas.openxmlformats.org/drawingml/2006/main">
            <a:off x="7107718" y="5657850"/>
            <a:ext cx="38216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فُتح</a:t>
            </a:r>
          </a:p>
        </p:txBody>
      </p:sp>
      <p:sp>
        <p:nvSpPr>
          <p:cNvPr id="39" name="text-100">
            <a:extLst xmlns:a="http://schemas.openxmlformats.org/drawingml/2006/main">
              <a:ext uri="{FF2B5EF4-FFF2-40B4-BE49-F238E27FC236}">
                <a16:creationId xmlns:a16="http://schemas.microsoft.com/office/drawing/2014/main" id="{4B83817E-7EC6-4C29-8348-0F8F7841D82E}"/>
              </a:ext>
            </a:extLst>
          </p:cNvPr>
          <p:cNvSpPr>
            <a:spLocks xmlns:a="http://schemas.openxmlformats.org/drawingml/2006/main" noGrp="1"/>
          </p:cNvSpPr>
          <p:nvPr/>
        </p:nvSpPr>
        <p:spPr>
          <a:xfrm xmlns:a="http://schemas.openxmlformats.org/drawingml/2006/main">
            <a:off x="6380611" y="5657850"/>
            <a:ext cx="67472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وطُوبق</a:t>
            </a:r>
          </a:p>
        </p:txBody>
      </p:sp>
      <p:sp>
        <p:nvSpPr>
          <p:cNvPr id="40" name="text-101">
            <a:extLst xmlns:a="http://schemas.openxmlformats.org/drawingml/2006/main">
              <a:ext uri="{FF2B5EF4-FFF2-40B4-BE49-F238E27FC236}">
                <a16:creationId xmlns:a16="http://schemas.microsoft.com/office/drawing/2014/main" id="{4A4B59DF-A071-4F2E-AA63-F5F8EEAD0122}"/>
              </a:ext>
            </a:extLst>
          </p:cNvPr>
          <p:cNvSpPr>
            <a:spLocks xmlns:a="http://schemas.openxmlformats.org/drawingml/2006/main" noGrp="1"/>
          </p:cNvSpPr>
          <p:nvPr/>
        </p:nvSpPr>
        <p:spPr>
          <a:xfrm xmlns:a="http://schemas.openxmlformats.org/drawingml/2006/main">
            <a:off x="6032101" y="5657850"/>
            <a:ext cx="29612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مع</a:t>
            </a:r>
          </a:p>
        </p:txBody>
      </p:sp>
      <p:sp>
        <p:nvSpPr>
          <p:cNvPr id="41" name="text-102">
            <a:extLst xmlns:a="http://schemas.openxmlformats.org/drawingml/2006/main">
              <a:ext uri="{FF2B5EF4-FFF2-40B4-BE49-F238E27FC236}">
                <a16:creationId xmlns:a16="http://schemas.microsoft.com/office/drawing/2014/main" id="{8DF79FEA-C554-4C70-9B86-5FAC306057BA}"/>
              </a:ext>
            </a:extLst>
          </p:cNvPr>
          <p:cNvSpPr>
            <a:spLocks xmlns:a="http://schemas.openxmlformats.org/drawingml/2006/main" noGrp="1"/>
          </p:cNvSpPr>
          <p:nvPr/>
        </p:nvSpPr>
        <p:spPr>
          <a:xfrm xmlns:a="http://schemas.openxmlformats.org/drawingml/2006/main">
            <a:off x="5307250" y="5657850"/>
            <a:ext cx="67246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الجواب</a:t>
            </a:r>
          </a:p>
        </p:txBody>
      </p:sp>
    </p:spTree>
    <p:extLst>
      <p:ext uri="{BB962C8B-B14F-4D97-AF65-F5344CB8AC3E}">
        <p14:creationId xmlns:p14="http://schemas.microsoft.com/office/powerpoint/2010/main" val="2030638143"/>
      </p:ext>
    </p:extLst>
  </p:cSld>
</p:sld>
</file>

<file path=ppt/slides/slide4.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29" name="text-103">
            <a:extLst xmlns:a="http://schemas.openxmlformats.org/drawingml/2006/main">
              <a:ext uri="{FF2B5EF4-FFF2-40B4-BE49-F238E27FC236}">
                <a16:creationId xmlns:a16="http://schemas.microsoft.com/office/drawing/2014/main" id="{3B319022-BBFA-4C48-B600-1BA0F548380B}"/>
              </a:ext>
            </a:extLst>
          </p:cNvPr>
          <p:cNvSpPr>
            <a:spLocks xmlns:a="http://schemas.openxmlformats.org/drawingml/2006/main" noGrp="1"/>
          </p:cNvSpPr>
          <p:nvPr/>
        </p:nvSpPr>
        <p:spPr>
          <a:xfrm xmlns:a="http://schemas.openxmlformats.org/drawingml/2006/main">
            <a:off x="10179947" y="457200"/>
            <a:ext cx="140245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مجلس</a:t>
            </a:r>
          </a:p>
        </p:txBody>
      </p:sp>
      <p:sp>
        <p:nvSpPr>
          <p:cNvPr id="2" name="text-104">
            <a:extLst xmlns:a="http://schemas.openxmlformats.org/drawingml/2006/main">
              <a:ext uri="{FF2B5EF4-FFF2-40B4-BE49-F238E27FC236}">
                <a16:creationId xmlns:a16="http://schemas.microsoft.com/office/drawing/2014/main" id="{7122C160-FD83-4DAA-8F22-212BA0C7A2F2}"/>
              </a:ext>
            </a:extLst>
          </p:cNvPr>
          <p:cNvSpPr>
            <a:spLocks xmlns:a="http://schemas.openxmlformats.org/drawingml/2006/main" noGrp="1"/>
          </p:cNvSpPr>
          <p:nvPr/>
        </p:nvSpPr>
        <p:spPr>
          <a:xfrm xmlns:a="http://schemas.openxmlformats.org/drawingml/2006/main">
            <a:off x="8243834" y="457200"/>
            <a:ext cx="183514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سلسبيل</a:t>
            </a:r>
          </a:p>
        </p:txBody>
      </p:sp>
      <p:sp>
        <p:nvSpPr>
          <p:cNvPr id="3" name="text-105">
            <a:extLst xmlns:a="http://schemas.openxmlformats.org/drawingml/2006/main">
              <a:ext uri="{FF2B5EF4-FFF2-40B4-BE49-F238E27FC236}">
                <a16:creationId xmlns:a16="http://schemas.microsoft.com/office/drawing/2014/main" id="{24825BA2-0A54-4CC4-B43E-C0DB73595390}"/>
              </a:ext>
            </a:extLst>
          </p:cNvPr>
          <p:cNvSpPr>
            <a:spLocks xmlns:a="http://schemas.openxmlformats.org/drawingml/2006/main" noGrp="1"/>
          </p:cNvSpPr>
          <p:nvPr/>
        </p:nvSpPr>
        <p:spPr>
          <a:xfrm xmlns:a="http://schemas.openxmlformats.org/drawingml/2006/main">
            <a:off x="6986184" y="457200"/>
            <a:ext cx="115668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يوضح</a:t>
            </a:r>
          </a:p>
        </p:txBody>
      </p:sp>
      <p:sp>
        <p:nvSpPr>
          <p:cNvPr id="4" name="text-106">
            <a:extLst xmlns:a="http://schemas.openxmlformats.org/drawingml/2006/main">
              <a:ext uri="{FF2B5EF4-FFF2-40B4-BE49-F238E27FC236}">
                <a16:creationId xmlns:a16="http://schemas.microsoft.com/office/drawing/2014/main" id="{528B010C-C686-45D4-B86C-FBC7484D4673}"/>
              </a:ext>
            </a:extLst>
          </p:cNvPr>
          <p:cNvSpPr>
            <a:spLocks xmlns:a="http://schemas.openxmlformats.org/drawingml/2006/main" noGrp="1"/>
          </p:cNvSpPr>
          <p:nvPr/>
        </p:nvSpPr>
        <p:spPr>
          <a:xfrm xmlns:a="http://schemas.openxmlformats.org/drawingml/2006/main">
            <a:off x="6193422" y="457200"/>
            <a:ext cx="69179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دور</a:t>
            </a:r>
          </a:p>
        </p:txBody>
      </p:sp>
      <p:sp>
        <p:nvSpPr>
          <p:cNvPr id="5" name="text-107">
            <a:extLst xmlns:a="http://schemas.openxmlformats.org/drawingml/2006/main">
              <a:ext uri="{FF2B5EF4-FFF2-40B4-BE49-F238E27FC236}">
                <a16:creationId xmlns:a16="http://schemas.microsoft.com/office/drawing/2014/main" id="{4E6098A4-E813-4154-A481-8A3C3C93EF12}"/>
              </a:ext>
            </a:extLst>
          </p:cNvPr>
          <p:cNvSpPr>
            <a:spLocks xmlns:a="http://schemas.openxmlformats.org/drawingml/2006/main" noGrp="1"/>
          </p:cNvSpPr>
          <p:nvPr/>
        </p:nvSpPr>
        <p:spPr>
          <a:xfrm xmlns:a="http://schemas.openxmlformats.org/drawingml/2006/main">
            <a:off x="5469110" y="457200"/>
            <a:ext cx="62334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كل</a:t>
            </a:r>
          </a:p>
        </p:txBody>
      </p:sp>
      <p:sp>
        <p:nvSpPr>
          <p:cNvPr id="6" name="text-108">
            <a:extLst xmlns:a="http://schemas.openxmlformats.org/drawingml/2006/main">
              <a:ext uri="{FF2B5EF4-FFF2-40B4-BE49-F238E27FC236}">
                <a16:creationId xmlns:a16="http://schemas.microsoft.com/office/drawing/2014/main" id="{9E21F8D3-36E4-4804-B008-6DFAE1D80732}"/>
              </a:ext>
            </a:extLst>
          </p:cNvPr>
          <p:cNvSpPr>
            <a:spLocks xmlns:a="http://schemas.openxmlformats.org/drawingml/2006/main" noGrp="1"/>
          </p:cNvSpPr>
          <p:nvPr/>
        </p:nvSpPr>
        <p:spPr>
          <a:xfrm xmlns:a="http://schemas.openxmlformats.org/drawingml/2006/main">
            <a:off x="3673861" y="457200"/>
            <a:ext cx="169428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شخصية</a:t>
            </a:r>
          </a:p>
        </p:txBody>
      </p:sp>
      <p:sp>
        <p:nvSpPr>
          <p:cNvPr id="7" name="shape-109">
            <a:extLst xmlns:a="http://schemas.openxmlformats.org/drawingml/2006/main">
              <a:ext uri="{FF2B5EF4-FFF2-40B4-BE49-F238E27FC236}">
                <a16:creationId xmlns:a16="http://schemas.microsoft.com/office/drawing/2014/main" id="{288245E7-EBE8-41AD-8BBF-37BCBD13DC88}"/>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8" name="text-110">
            <a:extLst xmlns:a="http://schemas.openxmlformats.org/drawingml/2006/main">
              <a:ext uri="{FF2B5EF4-FFF2-40B4-BE49-F238E27FC236}">
                <a16:creationId xmlns:a16="http://schemas.microsoft.com/office/drawing/2014/main" id="{D9DAF099-C486-473A-8BC7-0220627AD7F0}"/>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9" name="text-111">
            <a:extLst xmlns:a="http://schemas.openxmlformats.org/drawingml/2006/main">
              <a:ext uri="{FF2B5EF4-FFF2-40B4-BE49-F238E27FC236}">
                <a16:creationId xmlns:a16="http://schemas.microsoft.com/office/drawing/2014/main" id="{F61D2E15-A9CC-446B-8815-7BC92D714F73}"/>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10" name="text-112">
            <a:extLst xmlns:a="http://schemas.openxmlformats.org/drawingml/2006/main">
              <a:ext uri="{FF2B5EF4-FFF2-40B4-BE49-F238E27FC236}">
                <a16:creationId xmlns:a16="http://schemas.microsoft.com/office/drawing/2014/main" id="{DD1BB838-CADA-40B7-ABCE-8D9B1112387E}"/>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1" name="text-113">
            <a:extLst xmlns:a="http://schemas.openxmlformats.org/drawingml/2006/main">
              <a:ext uri="{FF2B5EF4-FFF2-40B4-BE49-F238E27FC236}">
                <a16:creationId xmlns:a16="http://schemas.microsoft.com/office/drawing/2014/main" id="{B204A99C-487F-4E88-8A11-9F995164ED50}"/>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2" name="text-114">
            <a:extLst xmlns:a="http://schemas.openxmlformats.org/drawingml/2006/main">
              <a:ext uri="{FF2B5EF4-FFF2-40B4-BE49-F238E27FC236}">
                <a16:creationId xmlns:a16="http://schemas.microsoft.com/office/drawing/2014/main" id="{CF4DF86D-33E1-4927-BE1C-AB2F81A94D8A}"/>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3" name="text-115">
            <a:extLst xmlns:a="http://schemas.openxmlformats.org/drawingml/2006/main">
              <a:ext uri="{FF2B5EF4-FFF2-40B4-BE49-F238E27FC236}">
                <a16:creationId xmlns:a16="http://schemas.microsoft.com/office/drawing/2014/main" id="{656D07BE-5256-4F7B-A40C-CBCC4CF3990E}"/>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4" name="text-116">
            <a:extLst xmlns:a="http://schemas.openxmlformats.org/drawingml/2006/main">
              <a:ext uri="{FF2B5EF4-FFF2-40B4-BE49-F238E27FC236}">
                <a16:creationId xmlns:a16="http://schemas.microsoft.com/office/drawing/2014/main" id="{F4EE4F0C-B5C1-42BB-8234-5D87ADECB77C}"/>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04</a:t>
            </a:r>
          </a:p>
        </p:txBody>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3fae32dfcf6842cb"/>
          <a:stretch xmlns:a="http://schemas.openxmlformats.org/drawingml/2006/main"/>
        </p:blipFill>
        <p:spPr>
          <a:xfrm xmlns:a="http://schemas.openxmlformats.org/drawingml/2006/main">
            <a:off x="609600" y="1477166"/>
            <a:ext cx="7477125" cy="4208469"/>
          </a:xfrm>
          <a:prstGeom xmlns:a="http://schemas.openxmlformats.org/drawingml/2006/main" prst="rect">
            <a:avLst/>
          </a:prstGeom>
        </p:spPr>
      </p:pic>
      <p:sp>
        <p:nvSpPr>
          <p:cNvPr id="16" name="text-117">
            <a:extLst xmlns:a="http://schemas.openxmlformats.org/drawingml/2006/main">
              <a:ext uri="{FF2B5EF4-FFF2-40B4-BE49-F238E27FC236}">
                <a16:creationId xmlns:a16="http://schemas.microsoft.com/office/drawing/2014/main" id="{769EBD9A-91D4-4190-A04F-DECB9121B6A5}"/>
              </a:ext>
            </a:extLst>
          </p:cNvPr>
          <p:cNvSpPr>
            <a:spLocks xmlns:a="http://schemas.openxmlformats.org/drawingml/2006/main" noGrp="1"/>
          </p:cNvSpPr>
          <p:nvPr/>
        </p:nvSpPr>
        <p:spPr>
          <a:xfrm xmlns:a="http://schemas.openxmlformats.org/drawingml/2006/main">
            <a:off x="10998281" y="1514475"/>
            <a:ext cx="584119"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EDCA7E"/>
                </a:solidFill>
                <a:latin typeface="Tahoma"/>
                <a:ea typeface="Tahoma"/>
                <a:cs typeface="Tahoma"/>
              </a:defRPr>
            </a:pPr>
            <a:r>
              <a:rPr sz="2250" b="1">
                <a:solidFill>
                  <a:srgbClr val="EDCA7E"/>
                </a:solidFill>
                <a:latin typeface="Tahoma"/>
                <a:ea typeface="Tahoma"/>
                <a:cs typeface="Tahoma"/>
              </a:rPr>
              <a:t>برق</a:t>
            </a:r>
          </a:p>
        </p:txBody>
      </p:sp>
      <p:sp>
        <p:nvSpPr>
          <p:cNvPr id="17" name="text-118">
            <a:extLst xmlns:a="http://schemas.openxmlformats.org/drawingml/2006/main">
              <a:ext uri="{FF2B5EF4-FFF2-40B4-BE49-F238E27FC236}">
                <a16:creationId xmlns:a16="http://schemas.microsoft.com/office/drawing/2014/main" id="{8F57745A-5BF9-44D6-963F-07A90D53D371}"/>
              </a:ext>
            </a:extLst>
          </p:cNvPr>
          <p:cNvSpPr>
            <a:spLocks xmlns:a="http://schemas.openxmlformats.org/drawingml/2006/main" noGrp="1"/>
          </p:cNvSpPr>
          <p:nvPr/>
        </p:nvSpPr>
        <p:spPr>
          <a:xfrm xmlns:a="http://schemas.openxmlformats.org/drawingml/2006/main">
            <a:off x="10092229" y="1514475"/>
            <a:ext cx="841378"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EDCA7E"/>
                </a:solidFill>
                <a:latin typeface="Tahoma"/>
                <a:ea typeface="Tahoma"/>
                <a:cs typeface="Tahoma"/>
              </a:defRPr>
            </a:pPr>
            <a:r>
              <a:rPr sz="2250" b="1">
                <a:solidFill>
                  <a:srgbClr val="EDCA7E"/>
                </a:solidFill>
                <a:latin typeface="Tahoma"/>
                <a:ea typeface="Tahoma"/>
                <a:cs typeface="Tahoma"/>
              </a:rPr>
              <a:t>الفتى</a:t>
            </a:r>
          </a:p>
        </p:txBody>
      </p:sp>
      <p:sp>
        <p:nvSpPr>
          <p:cNvPr id="18" name="text-119">
            <a:extLst xmlns:a="http://schemas.openxmlformats.org/drawingml/2006/main">
              <a:ext uri="{FF2B5EF4-FFF2-40B4-BE49-F238E27FC236}">
                <a16:creationId xmlns:a16="http://schemas.microsoft.com/office/drawing/2014/main" id="{7E6AC5C3-88FF-4519-92D2-1C406A8BEA3E}"/>
              </a:ext>
            </a:extLst>
          </p:cNvPr>
          <p:cNvSpPr>
            <a:spLocks xmlns:a="http://schemas.openxmlformats.org/drawingml/2006/main" noGrp="1"/>
          </p:cNvSpPr>
          <p:nvPr/>
        </p:nvSpPr>
        <p:spPr>
          <a:xfrm xmlns:a="http://schemas.openxmlformats.org/drawingml/2006/main">
            <a:off x="10968899" y="2019300"/>
            <a:ext cx="61350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القرآن</a:t>
            </a:r>
          </a:p>
        </p:txBody>
      </p:sp>
      <p:sp>
        <p:nvSpPr>
          <p:cNvPr id="19" name="text-120">
            <a:extLst xmlns:a="http://schemas.openxmlformats.org/drawingml/2006/main">
              <a:ext uri="{FF2B5EF4-FFF2-40B4-BE49-F238E27FC236}">
                <a16:creationId xmlns:a16="http://schemas.microsoft.com/office/drawing/2014/main" id="{C3F71679-7BAD-44C1-A461-F459A3467619}"/>
              </a:ext>
            </a:extLst>
          </p:cNvPr>
          <p:cNvSpPr>
            <a:spLocks xmlns:a="http://schemas.openxmlformats.org/drawingml/2006/main" noGrp="1"/>
          </p:cNvSpPr>
          <p:nvPr/>
        </p:nvSpPr>
        <p:spPr>
          <a:xfrm xmlns:a="http://schemas.openxmlformats.org/drawingml/2006/main">
            <a:off x="10045960" y="2019300"/>
            <a:ext cx="86759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والحديث</a:t>
            </a:r>
          </a:p>
        </p:txBody>
      </p:sp>
      <p:sp>
        <p:nvSpPr>
          <p:cNvPr id="20" name="text-121">
            <a:extLst xmlns:a="http://schemas.openxmlformats.org/drawingml/2006/main">
              <a:ext uri="{FF2B5EF4-FFF2-40B4-BE49-F238E27FC236}">
                <a16:creationId xmlns:a16="http://schemas.microsoft.com/office/drawing/2014/main" id="{01D9122C-487A-4ED5-865E-8255235BE8F1}"/>
              </a:ext>
            </a:extLst>
          </p:cNvPr>
          <p:cNvSpPr>
            <a:spLocks xmlns:a="http://schemas.openxmlformats.org/drawingml/2006/main" noGrp="1"/>
          </p:cNvSpPr>
          <p:nvPr/>
        </p:nvSpPr>
        <p:spPr>
          <a:xfrm xmlns:a="http://schemas.openxmlformats.org/drawingml/2006/main">
            <a:off x="9376825" y="2019300"/>
            <a:ext cx="61379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واللغة</a:t>
            </a:r>
          </a:p>
        </p:txBody>
      </p:sp>
      <p:sp>
        <p:nvSpPr>
          <p:cNvPr id="21" name="text-122">
            <a:extLst xmlns:a="http://schemas.openxmlformats.org/drawingml/2006/main">
              <a:ext uri="{FF2B5EF4-FFF2-40B4-BE49-F238E27FC236}">
                <a16:creationId xmlns:a16="http://schemas.microsoft.com/office/drawing/2014/main" id="{D8978553-CEE7-4C07-A02B-9DEC26230437}"/>
              </a:ext>
            </a:extLst>
          </p:cNvPr>
          <p:cNvSpPr>
            <a:spLocks xmlns:a="http://schemas.openxmlformats.org/drawingml/2006/main" noGrp="1"/>
          </p:cNvSpPr>
          <p:nvPr/>
        </p:nvSpPr>
        <p:spPr>
          <a:xfrm xmlns:a="http://schemas.openxmlformats.org/drawingml/2006/main">
            <a:off x="11015221" y="2905125"/>
            <a:ext cx="567179"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EDCA7E"/>
                </a:solidFill>
                <a:latin typeface="Tahoma"/>
                <a:ea typeface="Tahoma"/>
                <a:cs typeface="Tahoma"/>
              </a:defRPr>
            </a:pPr>
            <a:r>
              <a:rPr sz="2250" b="1">
                <a:solidFill>
                  <a:srgbClr val="EDCA7E"/>
                </a:solidFill>
                <a:latin typeface="Tahoma"/>
                <a:ea typeface="Tahoma"/>
                <a:cs typeface="Tahoma"/>
              </a:rPr>
              <a:t>لينة</a:t>
            </a:r>
          </a:p>
        </p:txBody>
      </p:sp>
      <p:sp>
        <p:nvSpPr>
          <p:cNvPr id="22" name="text-123">
            <a:extLst xmlns:a="http://schemas.openxmlformats.org/drawingml/2006/main">
              <a:ext uri="{FF2B5EF4-FFF2-40B4-BE49-F238E27FC236}">
                <a16:creationId xmlns:a16="http://schemas.microsoft.com/office/drawing/2014/main" id="{748599ED-4440-49D6-A3B9-39219623EBE3}"/>
              </a:ext>
            </a:extLst>
          </p:cNvPr>
          <p:cNvSpPr>
            <a:spLocks xmlns:a="http://schemas.openxmlformats.org/drawingml/2006/main" noGrp="1"/>
          </p:cNvSpPr>
          <p:nvPr/>
        </p:nvSpPr>
        <p:spPr>
          <a:xfrm xmlns:a="http://schemas.openxmlformats.org/drawingml/2006/main">
            <a:off x="11028255" y="3409950"/>
            <a:ext cx="55414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الفقه</a:t>
            </a:r>
          </a:p>
        </p:txBody>
      </p:sp>
      <p:sp>
        <p:nvSpPr>
          <p:cNvPr id="23" name="text-124">
            <a:extLst xmlns:a="http://schemas.openxmlformats.org/drawingml/2006/main">
              <a:ext uri="{FF2B5EF4-FFF2-40B4-BE49-F238E27FC236}">
                <a16:creationId xmlns:a16="http://schemas.microsoft.com/office/drawing/2014/main" id="{515DB5AD-21C5-4198-851F-E20DA1A0BD9F}"/>
              </a:ext>
            </a:extLst>
          </p:cNvPr>
          <p:cNvSpPr>
            <a:spLocks xmlns:a="http://schemas.openxmlformats.org/drawingml/2006/main" noGrp="1"/>
          </p:cNvSpPr>
          <p:nvPr/>
        </p:nvSpPr>
        <p:spPr>
          <a:xfrm xmlns:a="http://schemas.openxmlformats.org/drawingml/2006/main">
            <a:off x="10263661" y="3409950"/>
            <a:ext cx="70925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وأحكام</a:t>
            </a:r>
          </a:p>
        </p:txBody>
      </p:sp>
      <p:sp>
        <p:nvSpPr>
          <p:cNvPr id="24" name="text-125">
            <a:extLst xmlns:a="http://schemas.openxmlformats.org/drawingml/2006/main">
              <a:ext uri="{FF2B5EF4-FFF2-40B4-BE49-F238E27FC236}">
                <a16:creationId xmlns:a16="http://schemas.microsoft.com/office/drawing/2014/main" id="{E67D0CFC-6291-435A-B003-CFDEF2C329C6}"/>
              </a:ext>
            </a:extLst>
          </p:cNvPr>
          <p:cNvSpPr>
            <a:spLocks xmlns:a="http://schemas.openxmlformats.org/drawingml/2006/main" noGrp="1"/>
          </p:cNvSpPr>
          <p:nvPr/>
        </p:nvSpPr>
        <p:spPr>
          <a:xfrm xmlns:a="http://schemas.openxmlformats.org/drawingml/2006/main">
            <a:off x="9503482" y="3409950"/>
            <a:ext cx="70483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الأسرة</a:t>
            </a:r>
          </a:p>
        </p:txBody>
      </p:sp>
      <p:sp>
        <p:nvSpPr>
          <p:cNvPr id="25" name="text-126">
            <a:extLst xmlns:a="http://schemas.openxmlformats.org/drawingml/2006/main">
              <a:ext uri="{FF2B5EF4-FFF2-40B4-BE49-F238E27FC236}">
                <a16:creationId xmlns:a16="http://schemas.microsoft.com/office/drawing/2014/main" id="{8CD34893-3717-458A-9C2C-9964A1D1780F}"/>
              </a:ext>
            </a:extLst>
          </p:cNvPr>
          <p:cNvSpPr>
            <a:spLocks xmlns:a="http://schemas.openxmlformats.org/drawingml/2006/main" noGrp="1"/>
          </p:cNvSpPr>
          <p:nvPr/>
        </p:nvSpPr>
        <p:spPr>
          <a:xfrm xmlns:a="http://schemas.openxmlformats.org/drawingml/2006/main">
            <a:off x="10832257" y="4295775"/>
            <a:ext cx="750143"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EDCA7E"/>
                </a:solidFill>
                <a:latin typeface="Tahoma"/>
                <a:ea typeface="Tahoma"/>
                <a:cs typeface="Tahoma"/>
              </a:defRPr>
            </a:pPr>
            <a:r>
              <a:rPr sz="2250" b="1">
                <a:solidFill>
                  <a:srgbClr val="EDCA7E"/>
                </a:solidFill>
                <a:latin typeface="Tahoma"/>
                <a:ea typeface="Tahoma"/>
                <a:cs typeface="Tahoma"/>
              </a:rPr>
              <a:t>قبس</a:t>
            </a:r>
          </a:p>
        </p:txBody>
      </p:sp>
      <p:sp>
        <p:nvSpPr>
          <p:cNvPr id="26" name="text-127">
            <a:extLst xmlns:a="http://schemas.openxmlformats.org/drawingml/2006/main">
              <a:ext uri="{FF2B5EF4-FFF2-40B4-BE49-F238E27FC236}">
                <a16:creationId xmlns:a16="http://schemas.microsoft.com/office/drawing/2014/main" id="{5BE844C7-D98F-415E-9FF8-1617226EFE69}"/>
              </a:ext>
            </a:extLst>
          </p:cNvPr>
          <p:cNvSpPr>
            <a:spLocks xmlns:a="http://schemas.openxmlformats.org/drawingml/2006/main" noGrp="1"/>
          </p:cNvSpPr>
          <p:nvPr/>
        </p:nvSpPr>
        <p:spPr>
          <a:xfrm xmlns:a="http://schemas.openxmlformats.org/drawingml/2006/main">
            <a:off x="10933483" y="4800600"/>
            <a:ext cx="64891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البحث</a:t>
            </a:r>
          </a:p>
        </p:txBody>
      </p:sp>
      <p:sp>
        <p:nvSpPr>
          <p:cNvPr id="27" name="text-128">
            <a:extLst xmlns:a="http://schemas.openxmlformats.org/drawingml/2006/main">
              <a:ext uri="{FF2B5EF4-FFF2-40B4-BE49-F238E27FC236}">
                <a16:creationId xmlns:a16="http://schemas.microsoft.com/office/drawing/2014/main" id="{FAD4554C-9704-44DA-B8CE-AC0AA46EA0B3}"/>
              </a:ext>
            </a:extLst>
          </p:cNvPr>
          <p:cNvSpPr>
            <a:spLocks xmlns:a="http://schemas.openxmlformats.org/drawingml/2006/main" noGrp="1"/>
          </p:cNvSpPr>
          <p:nvPr/>
        </p:nvSpPr>
        <p:spPr>
          <a:xfrm xmlns:a="http://schemas.openxmlformats.org/drawingml/2006/main">
            <a:off x="10407683" y="4800600"/>
            <a:ext cx="47046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وربط</a:t>
            </a:r>
          </a:p>
        </p:txBody>
      </p:sp>
      <p:sp>
        <p:nvSpPr>
          <p:cNvPr id="28" name="text-129">
            <a:extLst xmlns:a="http://schemas.openxmlformats.org/drawingml/2006/main">
              <a:ext uri="{FF2B5EF4-FFF2-40B4-BE49-F238E27FC236}">
                <a16:creationId xmlns:a16="http://schemas.microsoft.com/office/drawing/2014/main" id="{594DE3FE-2600-4EFB-A6EB-22D4C75BAC2A}"/>
              </a:ext>
            </a:extLst>
          </p:cNvPr>
          <p:cNvSpPr>
            <a:spLocks xmlns:a="http://schemas.openxmlformats.org/drawingml/2006/main" noGrp="1"/>
          </p:cNvSpPr>
          <p:nvPr/>
        </p:nvSpPr>
        <p:spPr>
          <a:xfrm xmlns:a="http://schemas.openxmlformats.org/drawingml/2006/main">
            <a:off x="9781323" y="4800600"/>
            <a:ext cx="57102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الأدلة</a:t>
            </a:r>
          </a:p>
        </p:txBody>
      </p:sp>
    </p:spTree>
    <p:extLst>
      <p:ext uri="{BB962C8B-B14F-4D97-AF65-F5344CB8AC3E}">
        <p14:creationId xmlns:p14="http://schemas.microsoft.com/office/powerpoint/2010/main" val="1063042038"/>
      </p:ext>
    </p:extLst>
  </p:cSld>
</p:sld>
</file>

<file path=ppt/slides/slide5.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43" name="text-130">
            <a:extLst xmlns:a="http://schemas.openxmlformats.org/drawingml/2006/main">
              <a:ext uri="{FF2B5EF4-FFF2-40B4-BE49-F238E27FC236}">
                <a16:creationId xmlns:a16="http://schemas.microsoft.com/office/drawing/2014/main" id="{AAC27020-8555-4972-8D24-3568641C128B}"/>
              </a:ext>
            </a:extLst>
          </p:cNvPr>
          <p:cNvSpPr>
            <a:spLocks xmlns:a="http://schemas.openxmlformats.org/drawingml/2006/main" noGrp="1"/>
          </p:cNvSpPr>
          <p:nvPr/>
        </p:nvSpPr>
        <p:spPr>
          <a:xfrm xmlns:a="http://schemas.openxmlformats.org/drawingml/2006/main">
            <a:off x="10694464" y="457200"/>
            <a:ext cx="8879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كيف</a:t>
            </a:r>
          </a:p>
        </p:txBody>
      </p:sp>
      <p:sp>
        <p:nvSpPr>
          <p:cNvPr id="2" name="text-131">
            <a:extLst xmlns:a="http://schemas.openxmlformats.org/drawingml/2006/main">
              <a:ext uri="{FF2B5EF4-FFF2-40B4-BE49-F238E27FC236}">
                <a16:creationId xmlns:a16="http://schemas.microsoft.com/office/drawing/2014/main" id="{AC50CEC6-F80D-46F7-AD0A-201E50B7C18E}"/>
              </a:ext>
            </a:extLst>
          </p:cNvPr>
          <p:cNvSpPr>
            <a:spLocks xmlns:a="http://schemas.openxmlformats.org/drawingml/2006/main" noGrp="1"/>
          </p:cNvSpPr>
          <p:nvPr/>
        </p:nvSpPr>
        <p:spPr>
          <a:xfrm xmlns:a="http://schemas.openxmlformats.org/drawingml/2006/main">
            <a:off x="9628594" y="457200"/>
            <a:ext cx="964905"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تبدأ؟</a:t>
            </a:r>
          </a:p>
        </p:txBody>
      </p:sp>
      <p:sp>
        <p:nvSpPr>
          <p:cNvPr id="3" name="text-132">
            <a:extLst xmlns:a="http://schemas.openxmlformats.org/drawingml/2006/main">
              <a:ext uri="{FF2B5EF4-FFF2-40B4-BE49-F238E27FC236}">
                <a16:creationId xmlns:a16="http://schemas.microsoft.com/office/drawing/2014/main" id="{6A31EFDF-9D07-4B08-ABD0-25470E6185A5}"/>
              </a:ext>
            </a:extLst>
          </p:cNvPr>
          <p:cNvSpPr>
            <a:spLocks xmlns:a="http://schemas.openxmlformats.org/drawingml/2006/main" noGrp="1"/>
          </p:cNvSpPr>
          <p:nvPr/>
        </p:nvSpPr>
        <p:spPr>
          <a:xfrm xmlns:a="http://schemas.openxmlformats.org/drawingml/2006/main">
            <a:off x="7833345" y="457200"/>
            <a:ext cx="169428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شخصية</a:t>
            </a:r>
          </a:p>
        </p:txBody>
      </p:sp>
      <p:sp>
        <p:nvSpPr>
          <p:cNvPr id="4" name="text-133">
            <a:extLst xmlns:a="http://schemas.openxmlformats.org/drawingml/2006/main">
              <a:ext uri="{FF2B5EF4-FFF2-40B4-BE49-F238E27FC236}">
                <a16:creationId xmlns:a16="http://schemas.microsoft.com/office/drawing/2014/main" id="{8651A481-4FA4-47BC-B2E4-308B2AA37109}"/>
              </a:ext>
            </a:extLst>
          </p:cNvPr>
          <p:cNvSpPr>
            <a:spLocks xmlns:a="http://schemas.openxmlformats.org/drawingml/2006/main" noGrp="1"/>
          </p:cNvSpPr>
          <p:nvPr/>
        </p:nvSpPr>
        <p:spPr>
          <a:xfrm xmlns:a="http://schemas.openxmlformats.org/drawingml/2006/main">
            <a:off x="7234839" y="457200"/>
            <a:ext cx="4975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ثم</a:t>
            </a:r>
          </a:p>
        </p:txBody>
      </p:sp>
      <p:sp>
        <p:nvSpPr>
          <p:cNvPr id="5" name="text-134">
            <a:extLst xmlns:a="http://schemas.openxmlformats.org/drawingml/2006/main">
              <a:ext uri="{FF2B5EF4-FFF2-40B4-BE49-F238E27FC236}">
                <a16:creationId xmlns:a16="http://schemas.microsoft.com/office/drawing/2014/main" id="{1EBC545F-92F9-461A-A9AE-4F4A083ED1E5}"/>
              </a:ext>
            </a:extLst>
          </p:cNvPr>
          <p:cNvSpPr>
            <a:spLocks xmlns:a="http://schemas.openxmlformats.org/drawingml/2006/main" noGrp="1"/>
          </p:cNvSpPr>
          <p:nvPr/>
        </p:nvSpPr>
        <p:spPr>
          <a:xfrm xmlns:a="http://schemas.openxmlformats.org/drawingml/2006/main">
            <a:off x="5928947" y="457200"/>
            <a:ext cx="120492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سؤال</a:t>
            </a:r>
          </a:p>
        </p:txBody>
      </p:sp>
      <p:sp>
        <p:nvSpPr>
          <p:cNvPr id="6" name="shape-135">
            <a:extLst xmlns:a="http://schemas.openxmlformats.org/drawingml/2006/main">
              <a:ext uri="{FF2B5EF4-FFF2-40B4-BE49-F238E27FC236}">
                <a16:creationId xmlns:a16="http://schemas.microsoft.com/office/drawing/2014/main" id="{C0D26A88-4C33-44B4-942F-9B9CC3F0D465}"/>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7" name="text-136">
            <a:extLst xmlns:a="http://schemas.openxmlformats.org/drawingml/2006/main">
              <a:ext uri="{FF2B5EF4-FFF2-40B4-BE49-F238E27FC236}">
                <a16:creationId xmlns:a16="http://schemas.microsoft.com/office/drawing/2014/main" id="{2252AE77-DA12-4259-9B3A-8A101241A26C}"/>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8" name="text-137">
            <a:extLst xmlns:a="http://schemas.openxmlformats.org/drawingml/2006/main">
              <a:ext uri="{FF2B5EF4-FFF2-40B4-BE49-F238E27FC236}">
                <a16:creationId xmlns:a16="http://schemas.microsoft.com/office/drawing/2014/main" id="{4365DA29-368D-4A31-B766-9FC655E08DF0}"/>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9" name="text-138">
            <a:extLst xmlns:a="http://schemas.openxmlformats.org/drawingml/2006/main">
              <a:ext uri="{FF2B5EF4-FFF2-40B4-BE49-F238E27FC236}">
                <a16:creationId xmlns:a16="http://schemas.microsoft.com/office/drawing/2014/main" id="{1C0BAC0C-B6FE-4029-88D1-5B31F2625B6E}"/>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0" name="text-139">
            <a:extLst xmlns:a="http://schemas.openxmlformats.org/drawingml/2006/main">
              <a:ext uri="{FF2B5EF4-FFF2-40B4-BE49-F238E27FC236}">
                <a16:creationId xmlns:a16="http://schemas.microsoft.com/office/drawing/2014/main" id="{9B472931-191C-4AEA-B9D7-8CBC668E7807}"/>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1" name="text-140">
            <a:extLst xmlns:a="http://schemas.openxmlformats.org/drawingml/2006/main">
              <a:ext uri="{FF2B5EF4-FFF2-40B4-BE49-F238E27FC236}">
                <a16:creationId xmlns:a16="http://schemas.microsoft.com/office/drawing/2014/main" id="{0475BD0C-E476-4850-AFA1-6732FF575BD4}"/>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2" name="text-141">
            <a:extLst xmlns:a="http://schemas.openxmlformats.org/drawingml/2006/main">
              <a:ext uri="{FF2B5EF4-FFF2-40B4-BE49-F238E27FC236}">
                <a16:creationId xmlns:a16="http://schemas.microsoft.com/office/drawing/2014/main" id="{1386B145-0E4F-4A21-BD25-4D31054D5E17}"/>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3" name="text-142">
            <a:extLst xmlns:a="http://schemas.openxmlformats.org/drawingml/2006/main">
              <a:ext uri="{FF2B5EF4-FFF2-40B4-BE49-F238E27FC236}">
                <a16:creationId xmlns:a16="http://schemas.microsoft.com/office/drawing/2014/main" id="{7207C679-4AB1-446C-A063-CCF767630CD0}"/>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05</a:t>
            </a: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e22006d5255b4535"/>
          <a:stretch xmlns:a="http://schemas.openxmlformats.org/drawingml/2006/main"/>
        </p:blipFill>
        <p:spPr>
          <a:xfrm xmlns:a="http://schemas.openxmlformats.org/drawingml/2006/main">
            <a:off x="609600" y="1477166"/>
            <a:ext cx="7477125" cy="4208469"/>
          </a:xfrm>
          <a:prstGeom xmlns:a="http://schemas.openxmlformats.org/drawingml/2006/main" prst="rect">
            <a:avLst/>
          </a:prstGeom>
        </p:spPr>
      </p:pic>
      <p:sp>
        <p:nvSpPr>
          <p:cNvPr id="15" name="text-143">
            <a:extLst xmlns:a="http://schemas.openxmlformats.org/drawingml/2006/main">
              <a:ext uri="{FF2B5EF4-FFF2-40B4-BE49-F238E27FC236}">
                <a16:creationId xmlns:a16="http://schemas.microsoft.com/office/drawing/2014/main" id="{2A75495B-3AAF-4BAC-A557-B9321AEDF8A3}"/>
              </a:ext>
            </a:extLst>
          </p:cNvPr>
          <p:cNvSpPr>
            <a:spLocks xmlns:a="http://schemas.openxmlformats.org/drawingml/2006/main" noGrp="1"/>
          </p:cNvSpPr>
          <p:nvPr/>
        </p:nvSpPr>
        <p:spPr>
          <a:xfrm xmlns:a="http://schemas.openxmlformats.org/drawingml/2006/main">
            <a:off x="10983224" y="1590675"/>
            <a:ext cx="599176"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EDCA7E"/>
                </a:solidFill>
                <a:latin typeface="Tahoma"/>
                <a:ea typeface="Tahoma"/>
                <a:cs typeface="Tahoma"/>
              </a:defRPr>
            </a:pPr>
            <a:r>
              <a:rPr sz="2175" b="1">
                <a:solidFill>
                  <a:srgbClr val="EDCA7E"/>
                </a:solidFill>
                <a:latin typeface="Tahoma"/>
                <a:ea typeface="Tahoma"/>
                <a:cs typeface="Tahoma"/>
              </a:rPr>
              <a:t>اختر</a:t>
            </a:r>
          </a:p>
        </p:txBody>
      </p:sp>
      <p:sp>
        <p:nvSpPr>
          <p:cNvPr id="16" name="text-144">
            <a:extLst xmlns:a="http://schemas.openxmlformats.org/drawingml/2006/main">
              <a:ext uri="{FF2B5EF4-FFF2-40B4-BE49-F238E27FC236}">
                <a16:creationId xmlns:a16="http://schemas.microsoft.com/office/drawing/2014/main" id="{29BEE955-C43F-479F-A2D2-4A7C74376AB0}"/>
              </a:ext>
            </a:extLst>
          </p:cNvPr>
          <p:cNvSpPr>
            <a:spLocks xmlns:a="http://schemas.openxmlformats.org/drawingml/2006/main" noGrp="1"/>
          </p:cNvSpPr>
          <p:nvPr/>
        </p:nvSpPr>
        <p:spPr>
          <a:xfrm xmlns:a="http://schemas.openxmlformats.org/drawingml/2006/main">
            <a:off x="9567992" y="1590675"/>
            <a:ext cx="135332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EDCA7E"/>
                </a:solidFill>
                <a:latin typeface="Tahoma"/>
                <a:ea typeface="Tahoma"/>
                <a:cs typeface="Tahoma"/>
              </a:defRPr>
            </a:pPr>
            <a:r>
              <a:rPr sz="2175" b="1">
                <a:solidFill>
                  <a:srgbClr val="EDCA7E"/>
                </a:solidFill>
                <a:latin typeface="Tahoma"/>
                <a:ea typeface="Tahoma"/>
                <a:cs typeface="Tahoma"/>
              </a:rPr>
              <a:t>الشخصية</a:t>
            </a:r>
          </a:p>
        </p:txBody>
      </p:sp>
      <p:sp>
        <p:nvSpPr>
          <p:cNvPr id="17" name="text-145">
            <a:extLst xmlns:a="http://schemas.openxmlformats.org/drawingml/2006/main">
              <a:ext uri="{FF2B5EF4-FFF2-40B4-BE49-F238E27FC236}">
                <a16:creationId xmlns:a16="http://schemas.microsoft.com/office/drawing/2014/main" id="{62D2ECD1-E67D-43E4-A071-35C5A8A0D943}"/>
              </a:ext>
            </a:extLst>
          </p:cNvPr>
          <p:cNvSpPr>
            <a:spLocks xmlns:a="http://schemas.openxmlformats.org/drawingml/2006/main" noGrp="1"/>
          </p:cNvSpPr>
          <p:nvPr/>
        </p:nvSpPr>
        <p:spPr>
          <a:xfrm xmlns:a="http://schemas.openxmlformats.org/drawingml/2006/main">
            <a:off x="11051506" y="2371725"/>
            <a:ext cx="53089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اكتب</a:t>
            </a:r>
          </a:p>
        </p:txBody>
      </p:sp>
      <p:sp>
        <p:nvSpPr>
          <p:cNvPr id="18" name="text-146">
            <a:extLst xmlns:a="http://schemas.openxmlformats.org/drawingml/2006/main">
              <a:ext uri="{FF2B5EF4-FFF2-40B4-BE49-F238E27FC236}">
                <a16:creationId xmlns:a16="http://schemas.microsoft.com/office/drawing/2014/main" id="{AB3B35C8-9EA4-4B4C-AE32-6AE1EA5E6626}"/>
              </a:ext>
            </a:extLst>
          </p:cNvPr>
          <p:cNvSpPr>
            <a:spLocks xmlns:a="http://schemas.openxmlformats.org/drawingml/2006/main" noGrp="1"/>
          </p:cNvSpPr>
          <p:nvPr/>
        </p:nvSpPr>
        <p:spPr>
          <a:xfrm xmlns:a="http://schemas.openxmlformats.org/drawingml/2006/main">
            <a:off x="10720940" y="2371725"/>
            <a:ext cx="27522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ثم</a:t>
            </a:r>
          </a:p>
        </p:txBody>
      </p:sp>
      <p:sp>
        <p:nvSpPr>
          <p:cNvPr id="19" name="text-147">
            <a:extLst xmlns:a="http://schemas.openxmlformats.org/drawingml/2006/main">
              <a:ext uri="{FF2B5EF4-FFF2-40B4-BE49-F238E27FC236}">
                <a16:creationId xmlns:a16="http://schemas.microsoft.com/office/drawing/2014/main" id="{35D1559C-DA4E-44DA-B1DE-916B0949EC30}"/>
              </a:ext>
            </a:extLst>
          </p:cNvPr>
          <p:cNvSpPr>
            <a:spLocks xmlns:a="http://schemas.openxmlformats.org/drawingml/2006/main" noGrp="1"/>
          </p:cNvSpPr>
          <p:nvPr/>
        </p:nvSpPr>
        <p:spPr>
          <a:xfrm xmlns:a="http://schemas.openxmlformats.org/drawingml/2006/main">
            <a:off x="10091342" y="2371725"/>
            <a:ext cx="57425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اضغط</a:t>
            </a:r>
          </a:p>
        </p:txBody>
      </p:sp>
      <p:sp>
        <p:nvSpPr>
          <p:cNvPr id="20" name="text-148">
            <a:extLst xmlns:a="http://schemas.openxmlformats.org/drawingml/2006/main">
              <a:ext uri="{FF2B5EF4-FFF2-40B4-BE49-F238E27FC236}">
                <a16:creationId xmlns:a16="http://schemas.microsoft.com/office/drawing/2014/main" id="{0598B718-D5B9-47C6-A7BC-44BEB10D27BA}"/>
              </a:ext>
            </a:extLst>
          </p:cNvPr>
          <p:cNvSpPr>
            <a:spLocks xmlns:a="http://schemas.openxmlformats.org/drawingml/2006/main" noGrp="1"/>
          </p:cNvSpPr>
          <p:nvPr/>
        </p:nvSpPr>
        <p:spPr>
          <a:xfrm xmlns:a="http://schemas.openxmlformats.org/drawingml/2006/main">
            <a:off x="9229033" y="2371725"/>
            <a:ext cx="80696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الإرسال</a:t>
            </a:r>
          </a:p>
        </p:txBody>
      </p:sp>
      <p:sp>
        <p:nvSpPr>
          <p:cNvPr id="21" name="text-149">
            <a:extLst xmlns:a="http://schemas.openxmlformats.org/drawingml/2006/main">
              <a:ext uri="{FF2B5EF4-FFF2-40B4-BE49-F238E27FC236}">
                <a16:creationId xmlns:a16="http://schemas.microsoft.com/office/drawing/2014/main" id="{DE98CD4D-E8DF-4AD3-A319-59D456972041}"/>
              </a:ext>
            </a:extLst>
          </p:cNvPr>
          <p:cNvSpPr>
            <a:spLocks xmlns:a="http://schemas.openxmlformats.org/drawingml/2006/main" noGrp="1"/>
          </p:cNvSpPr>
          <p:nvPr/>
        </p:nvSpPr>
        <p:spPr>
          <a:xfrm xmlns:a="http://schemas.openxmlformats.org/drawingml/2006/main">
            <a:off x="11382815" y="3124200"/>
            <a:ext cx="1995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أو</a:t>
            </a:r>
          </a:p>
        </p:txBody>
      </p:sp>
      <p:sp>
        <p:nvSpPr>
          <p:cNvPr id="22" name="text-150">
            <a:extLst xmlns:a="http://schemas.openxmlformats.org/drawingml/2006/main">
              <a:ext uri="{FF2B5EF4-FFF2-40B4-BE49-F238E27FC236}">
                <a16:creationId xmlns:a16="http://schemas.microsoft.com/office/drawing/2014/main" id="{C2C2D70D-8DDF-468A-9F3F-13781E6F8CCF}"/>
              </a:ext>
            </a:extLst>
          </p:cNvPr>
          <p:cNvSpPr>
            <a:spLocks xmlns:a="http://schemas.openxmlformats.org/drawingml/2006/main" noGrp="1"/>
          </p:cNvSpPr>
          <p:nvPr/>
        </p:nvSpPr>
        <p:spPr>
          <a:xfrm xmlns:a="http://schemas.openxmlformats.org/drawingml/2006/main">
            <a:off x="10753217" y="3124200"/>
            <a:ext cx="57425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اضغط</a:t>
            </a:r>
          </a:p>
        </p:txBody>
      </p:sp>
      <p:sp>
        <p:nvSpPr>
          <p:cNvPr id="23" name="text-151">
            <a:extLst xmlns:a="http://schemas.openxmlformats.org/drawingml/2006/main">
              <a:ext uri="{FF2B5EF4-FFF2-40B4-BE49-F238E27FC236}">
                <a16:creationId xmlns:a16="http://schemas.microsoft.com/office/drawing/2014/main" id="{E4BF45A4-40F9-4660-A76E-C7B2DCC4DE51}"/>
              </a:ext>
            </a:extLst>
          </p:cNvPr>
          <p:cNvSpPr>
            <a:spLocks xmlns:a="http://schemas.openxmlformats.org/drawingml/2006/main" noGrp="1"/>
          </p:cNvSpPr>
          <p:nvPr/>
        </p:nvSpPr>
        <p:spPr>
          <a:xfrm xmlns:a="http://schemas.openxmlformats.org/drawingml/2006/main">
            <a:off x="10102036" y="3124200"/>
            <a:ext cx="59584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سؤالًا</a:t>
            </a:r>
          </a:p>
        </p:txBody>
      </p:sp>
      <p:sp>
        <p:nvSpPr>
          <p:cNvPr id="24" name="text-152">
            <a:extLst xmlns:a="http://schemas.openxmlformats.org/drawingml/2006/main">
              <a:ext uri="{FF2B5EF4-FFF2-40B4-BE49-F238E27FC236}">
                <a16:creationId xmlns:a16="http://schemas.microsoft.com/office/drawing/2014/main" id="{3207CF85-7828-4F68-8BD1-5C16F9801E7C}"/>
              </a:ext>
            </a:extLst>
          </p:cNvPr>
          <p:cNvSpPr>
            <a:spLocks xmlns:a="http://schemas.openxmlformats.org/drawingml/2006/main" noGrp="1"/>
          </p:cNvSpPr>
          <p:nvPr/>
        </p:nvSpPr>
        <p:spPr>
          <a:xfrm xmlns:a="http://schemas.openxmlformats.org/drawingml/2006/main">
            <a:off x="9337344" y="3124200"/>
            <a:ext cx="70935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مقترحًا</a:t>
            </a:r>
          </a:p>
        </p:txBody>
      </p:sp>
      <p:sp>
        <p:nvSpPr>
          <p:cNvPr id="25" name="text-153">
            <a:extLst xmlns:a="http://schemas.openxmlformats.org/drawingml/2006/main">
              <a:ext uri="{FF2B5EF4-FFF2-40B4-BE49-F238E27FC236}">
                <a16:creationId xmlns:a16="http://schemas.microsoft.com/office/drawing/2014/main" id="{E00DAA69-86B7-47E5-BB8A-950C9C1D1D8D}"/>
              </a:ext>
            </a:extLst>
          </p:cNvPr>
          <p:cNvSpPr>
            <a:spLocks xmlns:a="http://schemas.openxmlformats.org/drawingml/2006/main" noGrp="1"/>
          </p:cNvSpPr>
          <p:nvPr/>
        </p:nvSpPr>
        <p:spPr>
          <a:xfrm xmlns:a="http://schemas.openxmlformats.org/drawingml/2006/main">
            <a:off x="11065830" y="3876675"/>
            <a:ext cx="51657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يظهر</a:t>
            </a:r>
          </a:p>
        </p:txBody>
      </p:sp>
      <p:sp>
        <p:nvSpPr>
          <p:cNvPr id="26" name="text-154">
            <a:extLst xmlns:a="http://schemas.openxmlformats.org/drawingml/2006/main">
              <a:ext uri="{FF2B5EF4-FFF2-40B4-BE49-F238E27FC236}">
                <a16:creationId xmlns:a16="http://schemas.microsoft.com/office/drawing/2014/main" id="{EE58BAE3-4609-457C-B9D2-81D682AC8EFA}"/>
              </a:ext>
            </a:extLst>
          </p:cNvPr>
          <p:cNvSpPr>
            <a:spLocks xmlns:a="http://schemas.openxmlformats.org/drawingml/2006/main" noGrp="1"/>
          </p:cNvSpPr>
          <p:nvPr/>
        </p:nvSpPr>
        <p:spPr>
          <a:xfrm xmlns:a="http://schemas.openxmlformats.org/drawingml/2006/main">
            <a:off x="10311537" y="3876675"/>
            <a:ext cx="69895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الجواب</a:t>
            </a:r>
          </a:p>
        </p:txBody>
      </p:sp>
      <p:sp>
        <p:nvSpPr>
          <p:cNvPr id="27" name="text-155">
            <a:extLst xmlns:a="http://schemas.openxmlformats.org/drawingml/2006/main">
              <a:ext uri="{FF2B5EF4-FFF2-40B4-BE49-F238E27FC236}">
                <a16:creationId xmlns:a16="http://schemas.microsoft.com/office/drawing/2014/main" id="{8473C668-858C-4F2D-A4DB-FE6C9B7E5DDB}"/>
              </a:ext>
            </a:extLst>
          </p:cNvPr>
          <p:cNvSpPr>
            <a:spLocks xmlns:a="http://schemas.openxmlformats.org/drawingml/2006/main" noGrp="1"/>
          </p:cNvSpPr>
          <p:nvPr/>
        </p:nvSpPr>
        <p:spPr>
          <a:xfrm xmlns:a="http://schemas.openxmlformats.org/drawingml/2006/main">
            <a:off x="9532718" y="3876675"/>
            <a:ext cx="72347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تدريجيًا</a:t>
            </a:r>
          </a:p>
        </p:txBody>
      </p:sp>
      <p:sp>
        <p:nvSpPr>
          <p:cNvPr id="28" name="text-156">
            <a:extLst xmlns:a="http://schemas.openxmlformats.org/drawingml/2006/main">
              <a:ext uri="{FF2B5EF4-FFF2-40B4-BE49-F238E27FC236}">
                <a16:creationId xmlns:a16="http://schemas.microsoft.com/office/drawing/2014/main" id="{D82E0F29-83DD-41FB-8AF1-6AE35B59A18A}"/>
              </a:ext>
            </a:extLst>
          </p:cNvPr>
          <p:cNvSpPr>
            <a:spLocks xmlns:a="http://schemas.openxmlformats.org/drawingml/2006/main" noGrp="1"/>
          </p:cNvSpPr>
          <p:nvPr/>
        </p:nvSpPr>
        <p:spPr>
          <a:xfrm xmlns:a="http://schemas.openxmlformats.org/drawingml/2006/main">
            <a:off x="11055430" y="4629150"/>
            <a:ext cx="52697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انتظر</a:t>
            </a:r>
          </a:p>
        </p:txBody>
      </p:sp>
      <p:sp>
        <p:nvSpPr>
          <p:cNvPr id="29" name="text-157">
            <a:extLst xmlns:a="http://schemas.openxmlformats.org/drawingml/2006/main">
              <a:ext uri="{FF2B5EF4-FFF2-40B4-BE49-F238E27FC236}">
                <a16:creationId xmlns:a16="http://schemas.microsoft.com/office/drawing/2014/main" id="{A219DB0A-EBD1-4B37-BEAC-F8A7EE5D3F15}"/>
              </a:ext>
            </a:extLst>
          </p:cNvPr>
          <p:cNvSpPr>
            <a:spLocks xmlns:a="http://schemas.openxmlformats.org/drawingml/2006/main" noGrp="1"/>
          </p:cNvSpPr>
          <p:nvPr/>
        </p:nvSpPr>
        <p:spPr>
          <a:xfrm xmlns:a="http://schemas.openxmlformats.org/drawingml/2006/main">
            <a:off x="10267879" y="4629150"/>
            <a:ext cx="73221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اكتماله</a:t>
            </a:r>
          </a:p>
        </p:txBody>
      </p:sp>
      <p:sp>
        <p:nvSpPr>
          <p:cNvPr id="30" name="text-158">
            <a:extLst xmlns:a="http://schemas.openxmlformats.org/drawingml/2006/main">
              <a:ext uri="{FF2B5EF4-FFF2-40B4-BE49-F238E27FC236}">
                <a16:creationId xmlns:a16="http://schemas.microsoft.com/office/drawing/2014/main" id="{EB4FCDCF-0A03-4041-987F-3B83ABE2603E}"/>
              </a:ext>
            </a:extLst>
          </p:cNvPr>
          <p:cNvSpPr>
            <a:spLocks xmlns:a="http://schemas.openxmlformats.org/drawingml/2006/main" noGrp="1"/>
          </p:cNvSpPr>
          <p:nvPr/>
        </p:nvSpPr>
        <p:spPr>
          <a:xfrm xmlns:a="http://schemas.openxmlformats.org/drawingml/2006/main">
            <a:off x="9937313" y="4629150"/>
            <a:ext cx="27522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ثم</a:t>
            </a:r>
          </a:p>
        </p:txBody>
      </p:sp>
      <p:sp>
        <p:nvSpPr>
          <p:cNvPr id="31" name="text-159">
            <a:extLst xmlns:a="http://schemas.openxmlformats.org/drawingml/2006/main">
              <a:ext uri="{FF2B5EF4-FFF2-40B4-BE49-F238E27FC236}">
                <a16:creationId xmlns:a16="http://schemas.microsoft.com/office/drawing/2014/main" id="{57E0F296-C7A7-4315-BC1C-B043FED8967F}"/>
              </a:ext>
            </a:extLst>
          </p:cNvPr>
          <p:cNvSpPr>
            <a:spLocks xmlns:a="http://schemas.openxmlformats.org/drawingml/2006/main" noGrp="1"/>
          </p:cNvSpPr>
          <p:nvPr/>
        </p:nvSpPr>
        <p:spPr>
          <a:xfrm xmlns:a="http://schemas.openxmlformats.org/drawingml/2006/main">
            <a:off x="9367463" y="4629150"/>
            <a:ext cx="51451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قيّمه</a:t>
            </a:r>
          </a:p>
        </p:txBody>
      </p:sp>
      <p:sp>
        <p:nvSpPr>
          <p:cNvPr id="32" name="text-160">
            <a:extLst xmlns:a="http://schemas.openxmlformats.org/drawingml/2006/main">
              <a:ext uri="{FF2B5EF4-FFF2-40B4-BE49-F238E27FC236}">
                <a16:creationId xmlns:a16="http://schemas.microsoft.com/office/drawing/2014/main" id="{B5FDBF49-5CF5-4907-93A6-B3A95B5E50C3}"/>
              </a:ext>
            </a:extLst>
          </p:cNvPr>
          <p:cNvSpPr>
            <a:spLocks xmlns:a="http://schemas.openxmlformats.org/drawingml/2006/main" noGrp="1"/>
          </p:cNvSpPr>
          <p:nvPr/>
        </p:nvSpPr>
        <p:spPr>
          <a:xfrm xmlns:a="http://schemas.openxmlformats.org/drawingml/2006/main">
            <a:off x="11394980" y="5676900"/>
            <a:ext cx="18742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لا</a:t>
            </a:r>
          </a:p>
        </p:txBody>
      </p:sp>
      <p:sp>
        <p:nvSpPr>
          <p:cNvPr id="33" name="text-161">
            <a:extLst xmlns:a="http://schemas.openxmlformats.org/drawingml/2006/main">
              <a:ext uri="{FF2B5EF4-FFF2-40B4-BE49-F238E27FC236}">
                <a16:creationId xmlns:a16="http://schemas.microsoft.com/office/drawing/2014/main" id="{535EA417-424B-4796-A606-E99A1EE7C612}"/>
              </a:ext>
            </a:extLst>
          </p:cNvPr>
          <p:cNvSpPr>
            <a:spLocks xmlns:a="http://schemas.openxmlformats.org/drawingml/2006/main" noGrp="1"/>
          </p:cNvSpPr>
          <p:nvPr/>
        </p:nvSpPr>
        <p:spPr>
          <a:xfrm xmlns:a="http://schemas.openxmlformats.org/drawingml/2006/main">
            <a:off x="10758025" y="5676900"/>
            <a:ext cx="58161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يحتاج</a:t>
            </a:r>
          </a:p>
        </p:txBody>
      </p:sp>
      <p:sp>
        <p:nvSpPr>
          <p:cNvPr id="34" name="text-162">
            <a:extLst xmlns:a="http://schemas.openxmlformats.org/drawingml/2006/main">
              <a:ext uri="{FF2B5EF4-FFF2-40B4-BE49-F238E27FC236}">
                <a16:creationId xmlns:a16="http://schemas.microsoft.com/office/drawing/2014/main" id="{74536DAF-A34B-4EB9-A1AC-B76A67F3FD26}"/>
              </a:ext>
            </a:extLst>
          </p:cNvPr>
          <p:cNvSpPr>
            <a:spLocks xmlns:a="http://schemas.openxmlformats.org/drawingml/2006/main" noGrp="1"/>
          </p:cNvSpPr>
          <p:nvPr/>
        </p:nvSpPr>
        <p:spPr>
          <a:xfrm xmlns:a="http://schemas.openxmlformats.org/drawingml/2006/main">
            <a:off x="10204264" y="5676900"/>
            <a:ext cx="49842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الزائر</a:t>
            </a:r>
          </a:p>
        </p:txBody>
      </p:sp>
      <p:sp>
        <p:nvSpPr>
          <p:cNvPr id="35" name="text-163">
            <a:extLst xmlns:a="http://schemas.openxmlformats.org/drawingml/2006/main">
              <a:ext uri="{FF2B5EF4-FFF2-40B4-BE49-F238E27FC236}">
                <a16:creationId xmlns:a16="http://schemas.microsoft.com/office/drawing/2014/main" id="{D6DAD4E6-A0FC-4187-8782-615A409C6F9A}"/>
              </a:ext>
            </a:extLst>
          </p:cNvPr>
          <p:cNvSpPr>
            <a:spLocks xmlns:a="http://schemas.openxmlformats.org/drawingml/2006/main" noGrp="1"/>
          </p:cNvSpPr>
          <p:nvPr/>
        </p:nvSpPr>
        <p:spPr>
          <a:xfrm xmlns:a="http://schemas.openxmlformats.org/drawingml/2006/main">
            <a:off x="9469299" y="5676900"/>
            <a:ext cx="67962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مفتاحًا</a:t>
            </a:r>
          </a:p>
        </p:txBody>
      </p:sp>
      <p:sp>
        <p:nvSpPr>
          <p:cNvPr id="36" name="text-164">
            <a:extLst xmlns:a="http://schemas.openxmlformats.org/drawingml/2006/main">
              <a:ext uri="{FF2B5EF4-FFF2-40B4-BE49-F238E27FC236}">
                <a16:creationId xmlns:a16="http://schemas.microsoft.com/office/drawing/2014/main" id="{7A11D881-BACC-49E5-AE68-B7073AECE57F}"/>
              </a:ext>
            </a:extLst>
          </p:cNvPr>
          <p:cNvSpPr>
            <a:spLocks xmlns:a="http://schemas.openxmlformats.org/drawingml/2006/main" noGrp="1"/>
          </p:cNvSpPr>
          <p:nvPr/>
        </p:nvSpPr>
        <p:spPr>
          <a:xfrm xmlns:a="http://schemas.openxmlformats.org/drawingml/2006/main">
            <a:off x="9289131" y="5676900"/>
            <a:ext cx="1248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a:t>
            </a:r>
          </a:p>
        </p:txBody>
      </p:sp>
      <p:sp>
        <p:nvSpPr>
          <p:cNvPr id="37" name="text-165">
            <a:extLst xmlns:a="http://schemas.openxmlformats.org/drawingml/2006/main">
              <a:ext uri="{FF2B5EF4-FFF2-40B4-BE49-F238E27FC236}">
                <a16:creationId xmlns:a16="http://schemas.microsoft.com/office/drawing/2014/main" id="{668B1FE2-C1B1-4A30-84D5-15C4C69A27BF}"/>
              </a:ext>
            </a:extLst>
          </p:cNvPr>
          <p:cNvSpPr>
            <a:spLocks xmlns:a="http://schemas.openxmlformats.org/drawingml/2006/main" noGrp="1"/>
          </p:cNvSpPr>
          <p:nvPr/>
        </p:nvSpPr>
        <p:spPr>
          <a:xfrm xmlns:a="http://schemas.openxmlformats.org/drawingml/2006/main">
            <a:off x="8818958" y="5676900"/>
            <a:ext cx="41483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لكل</a:t>
            </a:r>
          </a:p>
        </p:txBody>
      </p:sp>
      <p:sp>
        <p:nvSpPr>
          <p:cNvPr id="38" name="text-166">
            <a:extLst xmlns:a="http://schemas.openxmlformats.org/drawingml/2006/main">
              <a:ext uri="{FF2B5EF4-FFF2-40B4-BE49-F238E27FC236}">
                <a16:creationId xmlns:a16="http://schemas.microsoft.com/office/drawing/2014/main" id="{A7E6E9ED-3DA7-44C4-AD0E-EBFA1017EC09}"/>
              </a:ext>
            </a:extLst>
          </p:cNvPr>
          <p:cNvSpPr>
            <a:spLocks xmlns:a="http://schemas.openxmlformats.org/drawingml/2006/main" noGrp="1"/>
          </p:cNvSpPr>
          <p:nvPr/>
        </p:nvSpPr>
        <p:spPr>
          <a:xfrm xmlns:a="http://schemas.openxmlformats.org/drawingml/2006/main">
            <a:off x="7903279" y="5676900"/>
            <a:ext cx="86033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شخصية</a:t>
            </a:r>
          </a:p>
        </p:txBody>
      </p:sp>
      <p:sp>
        <p:nvSpPr>
          <p:cNvPr id="39" name="text-167">
            <a:extLst xmlns:a="http://schemas.openxmlformats.org/drawingml/2006/main">
              <a:ext uri="{FF2B5EF4-FFF2-40B4-BE49-F238E27FC236}">
                <a16:creationId xmlns:a16="http://schemas.microsoft.com/office/drawing/2014/main" id="{03225268-1D0D-49A6-95B3-95AC0191A731}"/>
              </a:ext>
            </a:extLst>
          </p:cNvPr>
          <p:cNvSpPr>
            <a:spLocks xmlns:a="http://schemas.openxmlformats.org/drawingml/2006/main" noGrp="1"/>
          </p:cNvSpPr>
          <p:nvPr/>
        </p:nvSpPr>
        <p:spPr>
          <a:xfrm xmlns:a="http://schemas.openxmlformats.org/drawingml/2006/main">
            <a:off x="6968567" y="5676900"/>
            <a:ext cx="87937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محادثتها</a:t>
            </a:r>
          </a:p>
        </p:txBody>
      </p:sp>
      <p:sp>
        <p:nvSpPr>
          <p:cNvPr id="40" name="text-168">
            <a:extLst xmlns:a="http://schemas.openxmlformats.org/drawingml/2006/main">
              <a:ext uri="{FF2B5EF4-FFF2-40B4-BE49-F238E27FC236}">
                <a16:creationId xmlns:a16="http://schemas.microsoft.com/office/drawing/2014/main" id="{021B6654-615E-4994-A138-1BF26ADDE45D}"/>
              </a:ext>
            </a:extLst>
          </p:cNvPr>
          <p:cNvSpPr>
            <a:spLocks xmlns:a="http://schemas.openxmlformats.org/drawingml/2006/main" noGrp="1"/>
          </p:cNvSpPr>
          <p:nvPr/>
        </p:nvSpPr>
        <p:spPr>
          <a:xfrm xmlns:a="http://schemas.openxmlformats.org/drawingml/2006/main">
            <a:off x="6494960" y="5676900"/>
            <a:ext cx="41826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أثناء</a:t>
            </a:r>
          </a:p>
        </p:txBody>
      </p:sp>
      <p:sp>
        <p:nvSpPr>
          <p:cNvPr id="41" name="text-169">
            <a:extLst xmlns:a="http://schemas.openxmlformats.org/drawingml/2006/main">
              <a:ext uri="{FF2B5EF4-FFF2-40B4-BE49-F238E27FC236}">
                <a16:creationId xmlns:a16="http://schemas.microsoft.com/office/drawing/2014/main" id="{548AAF3A-F6D6-4101-B8FC-934300818FE4}"/>
              </a:ext>
            </a:extLst>
          </p:cNvPr>
          <p:cNvSpPr>
            <a:spLocks xmlns:a="http://schemas.openxmlformats.org/drawingml/2006/main" noGrp="1"/>
          </p:cNvSpPr>
          <p:nvPr/>
        </p:nvSpPr>
        <p:spPr>
          <a:xfrm xmlns:a="http://schemas.openxmlformats.org/drawingml/2006/main">
            <a:off x="6043035" y="5676900"/>
            <a:ext cx="3965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بقاء</a:t>
            </a:r>
          </a:p>
        </p:txBody>
      </p:sp>
      <p:sp>
        <p:nvSpPr>
          <p:cNvPr id="42" name="text-170">
            <a:extLst xmlns:a="http://schemas.openxmlformats.org/drawingml/2006/main">
              <a:ext uri="{FF2B5EF4-FFF2-40B4-BE49-F238E27FC236}">
                <a16:creationId xmlns:a16="http://schemas.microsoft.com/office/drawing/2014/main" id="{B1575F28-451E-45D2-B06A-DC9474EC751E}"/>
              </a:ext>
            </a:extLst>
          </p:cNvPr>
          <p:cNvSpPr>
            <a:spLocks xmlns:a="http://schemas.openxmlformats.org/drawingml/2006/main" noGrp="1"/>
          </p:cNvSpPr>
          <p:nvPr/>
        </p:nvSpPr>
        <p:spPr>
          <a:xfrm xmlns:a="http://schemas.openxmlformats.org/drawingml/2006/main">
            <a:off x="5202212" y="5676900"/>
            <a:ext cx="78548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الصفحة</a:t>
            </a:r>
          </a:p>
        </p:txBody>
      </p:sp>
    </p:spTree>
    <p:extLst>
      <p:ext uri="{BB962C8B-B14F-4D97-AF65-F5344CB8AC3E}">
        <p14:creationId xmlns:p14="http://schemas.microsoft.com/office/powerpoint/2010/main" val="931312867"/>
      </p:ext>
    </p:extLst>
  </p:cSld>
</p:sld>
</file>

<file path=ppt/slides/slide6.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42" name="text-171">
            <a:extLst xmlns:a="http://schemas.openxmlformats.org/drawingml/2006/main">
              <a:ext uri="{FF2B5EF4-FFF2-40B4-BE49-F238E27FC236}">
                <a16:creationId xmlns:a16="http://schemas.microsoft.com/office/drawing/2014/main" id="{E40B0B09-D225-4E64-B221-53D650E40661}"/>
              </a:ext>
            </a:extLst>
          </p:cNvPr>
          <p:cNvSpPr>
            <a:spLocks xmlns:a="http://schemas.openxmlformats.org/drawingml/2006/main" noGrp="1"/>
          </p:cNvSpPr>
          <p:nvPr/>
        </p:nvSpPr>
        <p:spPr>
          <a:xfrm xmlns:a="http://schemas.openxmlformats.org/drawingml/2006/main">
            <a:off x="10694464" y="457200"/>
            <a:ext cx="8879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كيف</a:t>
            </a:r>
          </a:p>
        </p:txBody>
      </p:sp>
      <p:sp>
        <p:nvSpPr>
          <p:cNvPr id="2" name="text-172">
            <a:extLst xmlns:a="http://schemas.openxmlformats.org/drawingml/2006/main">
              <a:ext uri="{FF2B5EF4-FFF2-40B4-BE49-F238E27FC236}">
                <a16:creationId xmlns:a16="http://schemas.microsoft.com/office/drawing/2014/main" id="{55F542E6-B08B-4DA1-A722-FDD011C3EA95}"/>
              </a:ext>
            </a:extLst>
          </p:cNvPr>
          <p:cNvSpPr>
            <a:spLocks xmlns:a="http://schemas.openxmlformats.org/drawingml/2006/main" noGrp="1"/>
          </p:cNvSpPr>
          <p:nvPr/>
        </p:nvSpPr>
        <p:spPr>
          <a:xfrm xmlns:a="http://schemas.openxmlformats.org/drawingml/2006/main">
            <a:off x="8990251" y="457200"/>
            <a:ext cx="160324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تتحقق؟</a:t>
            </a:r>
          </a:p>
        </p:txBody>
      </p:sp>
      <p:sp>
        <p:nvSpPr>
          <p:cNvPr id="3" name="text-173">
            <a:extLst xmlns:a="http://schemas.openxmlformats.org/drawingml/2006/main">
              <a:ext uri="{FF2B5EF4-FFF2-40B4-BE49-F238E27FC236}">
                <a16:creationId xmlns:a16="http://schemas.microsoft.com/office/drawing/2014/main" id="{E2669226-4349-4377-BC73-19390B89EF0A}"/>
              </a:ext>
            </a:extLst>
          </p:cNvPr>
          <p:cNvSpPr>
            <a:spLocks xmlns:a="http://schemas.openxmlformats.org/drawingml/2006/main" noGrp="1"/>
          </p:cNvSpPr>
          <p:nvPr/>
        </p:nvSpPr>
        <p:spPr>
          <a:xfrm xmlns:a="http://schemas.openxmlformats.org/drawingml/2006/main">
            <a:off x="7988473" y="457200"/>
            <a:ext cx="90081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افتح</a:t>
            </a:r>
          </a:p>
        </p:txBody>
      </p:sp>
      <p:sp>
        <p:nvSpPr>
          <p:cNvPr id="4" name="text-174">
            <a:extLst xmlns:a="http://schemas.openxmlformats.org/drawingml/2006/main">
              <a:ext uri="{FF2B5EF4-FFF2-40B4-BE49-F238E27FC236}">
                <a16:creationId xmlns:a16="http://schemas.microsoft.com/office/drawing/2014/main" id="{446B9F79-A498-4DB6-8741-60DA69F31065}"/>
              </a:ext>
            </a:extLst>
          </p:cNvPr>
          <p:cNvSpPr>
            <a:spLocks xmlns:a="http://schemas.openxmlformats.org/drawingml/2006/main" noGrp="1"/>
          </p:cNvSpPr>
          <p:nvPr/>
        </p:nvSpPr>
        <p:spPr>
          <a:xfrm xmlns:a="http://schemas.openxmlformats.org/drawingml/2006/main">
            <a:off x="6468610" y="457200"/>
            <a:ext cx="141889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المرجع</a:t>
            </a:r>
          </a:p>
        </p:txBody>
      </p:sp>
      <p:sp>
        <p:nvSpPr>
          <p:cNvPr id="5" name="text-175">
            <a:extLst xmlns:a="http://schemas.openxmlformats.org/drawingml/2006/main">
              <a:ext uri="{FF2B5EF4-FFF2-40B4-BE49-F238E27FC236}">
                <a16:creationId xmlns:a16="http://schemas.microsoft.com/office/drawing/2014/main" id="{8E297B4D-F6BB-476B-9911-42D7197E220A}"/>
              </a:ext>
            </a:extLst>
          </p:cNvPr>
          <p:cNvSpPr>
            <a:spLocks xmlns:a="http://schemas.openxmlformats.org/drawingml/2006/main" noGrp="1"/>
          </p:cNvSpPr>
          <p:nvPr/>
        </p:nvSpPr>
        <p:spPr>
          <a:xfrm xmlns:a="http://schemas.openxmlformats.org/drawingml/2006/main">
            <a:off x="5870105" y="457200"/>
            <a:ext cx="4975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ثم</a:t>
            </a:r>
          </a:p>
        </p:txBody>
      </p:sp>
      <p:sp>
        <p:nvSpPr>
          <p:cNvPr id="6" name="text-176">
            <a:extLst xmlns:a="http://schemas.openxmlformats.org/drawingml/2006/main">
              <a:ext uri="{FF2B5EF4-FFF2-40B4-BE49-F238E27FC236}">
                <a16:creationId xmlns:a16="http://schemas.microsoft.com/office/drawing/2014/main" id="{E6E89122-B52A-4E4E-8FA4-0FA4548823B6}"/>
              </a:ext>
            </a:extLst>
          </p:cNvPr>
          <p:cNvSpPr>
            <a:spLocks xmlns:a="http://schemas.openxmlformats.org/drawingml/2006/main" noGrp="1"/>
          </p:cNvSpPr>
          <p:nvPr/>
        </p:nvSpPr>
        <p:spPr>
          <a:xfrm xmlns:a="http://schemas.openxmlformats.org/drawingml/2006/main">
            <a:off x="5007704" y="457200"/>
            <a:ext cx="7614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تابع</a:t>
            </a:r>
          </a:p>
        </p:txBody>
      </p:sp>
      <p:sp>
        <p:nvSpPr>
          <p:cNvPr id="7" name="shape-177">
            <a:extLst xmlns:a="http://schemas.openxmlformats.org/drawingml/2006/main">
              <a:ext uri="{FF2B5EF4-FFF2-40B4-BE49-F238E27FC236}">
                <a16:creationId xmlns:a16="http://schemas.microsoft.com/office/drawing/2014/main" id="{2320B39C-2ED5-4A8E-B579-FB6D29EAD4C5}"/>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8" name="text-178">
            <a:extLst xmlns:a="http://schemas.openxmlformats.org/drawingml/2006/main">
              <a:ext uri="{FF2B5EF4-FFF2-40B4-BE49-F238E27FC236}">
                <a16:creationId xmlns:a16="http://schemas.microsoft.com/office/drawing/2014/main" id="{7F3CEF8A-7048-4358-B527-31ED40D40562}"/>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9" name="text-179">
            <a:extLst xmlns:a="http://schemas.openxmlformats.org/drawingml/2006/main">
              <a:ext uri="{FF2B5EF4-FFF2-40B4-BE49-F238E27FC236}">
                <a16:creationId xmlns:a16="http://schemas.microsoft.com/office/drawing/2014/main" id="{C8FA5A84-4570-4A99-B20E-292682055CE2}"/>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10" name="text-180">
            <a:extLst xmlns:a="http://schemas.openxmlformats.org/drawingml/2006/main">
              <a:ext uri="{FF2B5EF4-FFF2-40B4-BE49-F238E27FC236}">
                <a16:creationId xmlns:a16="http://schemas.microsoft.com/office/drawing/2014/main" id="{87CEB9F2-E659-4F80-9AD0-82632FBA39EB}"/>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1" name="text-181">
            <a:extLst xmlns:a="http://schemas.openxmlformats.org/drawingml/2006/main">
              <a:ext uri="{FF2B5EF4-FFF2-40B4-BE49-F238E27FC236}">
                <a16:creationId xmlns:a16="http://schemas.microsoft.com/office/drawing/2014/main" id="{726C2DB8-C42D-4F9C-A4E4-8F80C08714AF}"/>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2" name="text-182">
            <a:extLst xmlns:a="http://schemas.openxmlformats.org/drawingml/2006/main">
              <a:ext uri="{FF2B5EF4-FFF2-40B4-BE49-F238E27FC236}">
                <a16:creationId xmlns:a16="http://schemas.microsoft.com/office/drawing/2014/main" id="{C0215FB0-2C4D-46A4-91D2-828C3AB2F8FB}"/>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3" name="text-183">
            <a:extLst xmlns:a="http://schemas.openxmlformats.org/drawingml/2006/main">
              <a:ext uri="{FF2B5EF4-FFF2-40B4-BE49-F238E27FC236}">
                <a16:creationId xmlns:a16="http://schemas.microsoft.com/office/drawing/2014/main" id="{D2DDDEC6-6E0C-498B-84BD-5C30A46B53F6}"/>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4" name="text-184">
            <a:extLst xmlns:a="http://schemas.openxmlformats.org/drawingml/2006/main">
              <a:ext uri="{FF2B5EF4-FFF2-40B4-BE49-F238E27FC236}">
                <a16:creationId xmlns:a16="http://schemas.microsoft.com/office/drawing/2014/main" id="{77E75FB6-65C5-486D-8A50-0DEC0FB01BCB}"/>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06</a:t>
            </a: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839c2c8d2ebc421f"/>
          <a:stretch xmlns:a="http://schemas.openxmlformats.org/drawingml/2006/main"/>
        </p:blipFill>
        <p:spPr>
          <a:xfrm xmlns:a="http://schemas.openxmlformats.org/drawingml/2006/main">
            <a:off x="609600" y="1400966"/>
            <a:ext cx="7477125" cy="4208469"/>
          </a:xfrm>
          <a:prstGeom xmlns:a="http://schemas.openxmlformats.org/drawingml/2006/main" prst="rect">
            <a:avLst/>
          </a:prstGeom>
        </p:spPr>
      </p:pic>
      <p:sp>
        <p:nvSpPr>
          <p:cNvPr id="16" name="text-185">
            <a:extLst xmlns:a="http://schemas.openxmlformats.org/drawingml/2006/main">
              <a:ext uri="{FF2B5EF4-FFF2-40B4-BE49-F238E27FC236}">
                <a16:creationId xmlns:a16="http://schemas.microsoft.com/office/drawing/2014/main" id="{D3801702-B19A-44E5-AEE4-C11E90C5087D}"/>
              </a:ext>
            </a:extLst>
          </p:cNvPr>
          <p:cNvSpPr>
            <a:spLocks xmlns:a="http://schemas.openxmlformats.org/drawingml/2006/main" noGrp="1"/>
          </p:cNvSpPr>
          <p:nvPr/>
        </p:nvSpPr>
        <p:spPr>
          <a:xfrm xmlns:a="http://schemas.openxmlformats.org/drawingml/2006/main">
            <a:off x="10798774" y="1571625"/>
            <a:ext cx="78362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اضغط</a:t>
            </a:r>
          </a:p>
        </p:txBody>
      </p:sp>
      <p:sp>
        <p:nvSpPr>
          <p:cNvPr id="17" name="text-186">
            <a:extLst xmlns:a="http://schemas.openxmlformats.org/drawingml/2006/main">
              <a:ext uri="{FF2B5EF4-FFF2-40B4-BE49-F238E27FC236}">
                <a16:creationId xmlns:a16="http://schemas.microsoft.com/office/drawing/2014/main" id="{DA5AFEF9-F275-4A69-8B91-5A539FF31778}"/>
              </a:ext>
            </a:extLst>
          </p:cNvPr>
          <p:cNvSpPr>
            <a:spLocks xmlns:a="http://schemas.openxmlformats.org/drawingml/2006/main" noGrp="1"/>
          </p:cNvSpPr>
          <p:nvPr/>
        </p:nvSpPr>
        <p:spPr>
          <a:xfrm xmlns:a="http://schemas.openxmlformats.org/drawingml/2006/main">
            <a:off x="9777687" y="1571625"/>
            <a:ext cx="96203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المصدر</a:t>
            </a:r>
          </a:p>
        </p:txBody>
      </p:sp>
      <p:sp>
        <p:nvSpPr>
          <p:cNvPr id="18" name="text-187">
            <a:extLst xmlns:a="http://schemas.openxmlformats.org/drawingml/2006/main">
              <a:ext uri="{FF2B5EF4-FFF2-40B4-BE49-F238E27FC236}">
                <a16:creationId xmlns:a16="http://schemas.microsoft.com/office/drawing/2014/main" id="{3E363DB4-DFE3-4C09-9061-6F9A231C1A4E}"/>
              </a:ext>
            </a:extLst>
          </p:cNvPr>
          <p:cNvSpPr>
            <a:spLocks xmlns:a="http://schemas.openxmlformats.org/drawingml/2006/main" noGrp="1"/>
          </p:cNvSpPr>
          <p:nvPr/>
        </p:nvSpPr>
        <p:spPr>
          <a:xfrm xmlns:a="http://schemas.openxmlformats.org/drawingml/2006/main">
            <a:off x="11019719" y="2333625"/>
            <a:ext cx="56268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طابق</a:t>
            </a:r>
          </a:p>
        </p:txBody>
      </p:sp>
      <p:sp>
        <p:nvSpPr>
          <p:cNvPr id="19" name="text-188">
            <a:extLst xmlns:a="http://schemas.openxmlformats.org/drawingml/2006/main">
              <a:ext uri="{FF2B5EF4-FFF2-40B4-BE49-F238E27FC236}">
                <a16:creationId xmlns:a16="http://schemas.microsoft.com/office/drawing/2014/main" id="{25C37B4F-8267-41BE-90DF-32AE4A294823}"/>
              </a:ext>
            </a:extLst>
          </p:cNvPr>
          <p:cNvSpPr>
            <a:spLocks xmlns:a="http://schemas.openxmlformats.org/drawingml/2006/main" noGrp="1"/>
          </p:cNvSpPr>
          <p:nvPr/>
        </p:nvSpPr>
        <p:spPr>
          <a:xfrm xmlns:a="http://schemas.openxmlformats.org/drawingml/2006/main">
            <a:off x="10426617" y="2333625"/>
            <a:ext cx="5377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النص</a:t>
            </a:r>
          </a:p>
        </p:txBody>
      </p:sp>
      <p:sp>
        <p:nvSpPr>
          <p:cNvPr id="20" name="text-189">
            <a:extLst xmlns:a="http://schemas.openxmlformats.org/drawingml/2006/main">
              <a:ext uri="{FF2B5EF4-FFF2-40B4-BE49-F238E27FC236}">
                <a16:creationId xmlns:a16="http://schemas.microsoft.com/office/drawing/2014/main" id="{D1B3208A-6CF2-445C-B558-EAB3976E5C1F}"/>
              </a:ext>
            </a:extLst>
          </p:cNvPr>
          <p:cNvSpPr>
            <a:spLocks xmlns:a="http://schemas.openxmlformats.org/drawingml/2006/main" noGrp="1"/>
          </p:cNvSpPr>
          <p:nvPr/>
        </p:nvSpPr>
        <p:spPr>
          <a:xfrm xmlns:a="http://schemas.openxmlformats.org/drawingml/2006/main">
            <a:off x="10064461" y="2333625"/>
            <a:ext cx="30681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مع</a:t>
            </a:r>
          </a:p>
        </p:txBody>
      </p:sp>
      <p:sp>
        <p:nvSpPr>
          <p:cNvPr id="21" name="text-190">
            <a:extLst xmlns:a="http://schemas.openxmlformats.org/drawingml/2006/main">
              <a:ext uri="{FF2B5EF4-FFF2-40B4-BE49-F238E27FC236}">
                <a16:creationId xmlns:a16="http://schemas.microsoft.com/office/drawing/2014/main" id="{630D09A6-FF21-43AD-B896-6793A3243BEC}"/>
              </a:ext>
            </a:extLst>
          </p:cNvPr>
          <p:cNvSpPr>
            <a:spLocks xmlns:a="http://schemas.openxmlformats.org/drawingml/2006/main" noGrp="1"/>
          </p:cNvSpPr>
          <p:nvPr/>
        </p:nvSpPr>
        <p:spPr>
          <a:xfrm xmlns:a="http://schemas.openxmlformats.org/drawingml/2006/main">
            <a:off x="9310168" y="2333625"/>
            <a:ext cx="69895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الجواب</a:t>
            </a:r>
          </a:p>
        </p:txBody>
      </p:sp>
      <p:sp>
        <p:nvSpPr>
          <p:cNvPr id="22" name="text-191">
            <a:extLst xmlns:a="http://schemas.openxmlformats.org/drawingml/2006/main">
              <a:ext uri="{FF2B5EF4-FFF2-40B4-BE49-F238E27FC236}">
                <a16:creationId xmlns:a16="http://schemas.microsoft.com/office/drawing/2014/main" id="{F108731F-29E6-47EC-B6A5-09003E86040E}"/>
              </a:ext>
            </a:extLst>
          </p:cNvPr>
          <p:cNvSpPr>
            <a:spLocks xmlns:a="http://schemas.openxmlformats.org/drawingml/2006/main" noGrp="1"/>
          </p:cNvSpPr>
          <p:nvPr/>
        </p:nvSpPr>
        <p:spPr>
          <a:xfrm xmlns:a="http://schemas.openxmlformats.org/drawingml/2006/main">
            <a:off x="11035514" y="3095625"/>
            <a:ext cx="54688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أغلق</a:t>
            </a:r>
          </a:p>
        </p:txBody>
      </p:sp>
      <p:sp>
        <p:nvSpPr>
          <p:cNvPr id="23" name="text-192">
            <a:extLst xmlns:a="http://schemas.openxmlformats.org/drawingml/2006/main">
              <a:ext uri="{FF2B5EF4-FFF2-40B4-BE49-F238E27FC236}">
                <a16:creationId xmlns:a16="http://schemas.microsoft.com/office/drawing/2014/main" id="{1F53A3EC-4CE3-417F-AE91-957D8A31B9C8}"/>
              </a:ext>
            </a:extLst>
          </p:cNvPr>
          <p:cNvSpPr>
            <a:spLocks xmlns:a="http://schemas.openxmlformats.org/drawingml/2006/main" noGrp="1"/>
          </p:cNvSpPr>
          <p:nvPr/>
        </p:nvSpPr>
        <p:spPr>
          <a:xfrm xmlns:a="http://schemas.openxmlformats.org/drawingml/2006/main">
            <a:off x="10315265" y="3095625"/>
            <a:ext cx="66490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القارئ</a:t>
            </a:r>
          </a:p>
        </p:txBody>
      </p:sp>
      <p:sp>
        <p:nvSpPr>
          <p:cNvPr id="24" name="text-193">
            <a:extLst xmlns:a="http://schemas.openxmlformats.org/drawingml/2006/main">
              <a:ext uri="{FF2B5EF4-FFF2-40B4-BE49-F238E27FC236}">
                <a16:creationId xmlns:a16="http://schemas.microsoft.com/office/drawing/2014/main" id="{670C3B69-4A0A-436E-9DE3-D898C5D811BA}"/>
              </a:ext>
            </a:extLst>
          </p:cNvPr>
          <p:cNvSpPr>
            <a:spLocks xmlns:a="http://schemas.openxmlformats.org/drawingml/2006/main" noGrp="1"/>
          </p:cNvSpPr>
          <p:nvPr/>
        </p:nvSpPr>
        <p:spPr>
          <a:xfrm xmlns:a="http://schemas.openxmlformats.org/drawingml/2006/main">
            <a:off x="9766018" y="3095625"/>
            <a:ext cx="49390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وتابع</a:t>
            </a:r>
          </a:p>
        </p:txBody>
      </p:sp>
      <p:sp>
        <p:nvSpPr>
          <p:cNvPr id="25" name="text-194">
            <a:extLst xmlns:a="http://schemas.openxmlformats.org/drawingml/2006/main">
              <a:ext uri="{FF2B5EF4-FFF2-40B4-BE49-F238E27FC236}">
                <a16:creationId xmlns:a16="http://schemas.microsoft.com/office/drawing/2014/main" id="{840FCE20-1A92-4CB6-A74D-5F652D5B0274}"/>
              </a:ext>
            </a:extLst>
          </p:cNvPr>
          <p:cNvSpPr>
            <a:spLocks xmlns:a="http://schemas.openxmlformats.org/drawingml/2006/main" noGrp="1"/>
          </p:cNvSpPr>
          <p:nvPr/>
        </p:nvSpPr>
        <p:spPr>
          <a:xfrm xmlns:a="http://schemas.openxmlformats.org/drawingml/2006/main">
            <a:off x="11183068" y="3857625"/>
            <a:ext cx="39933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بدّل</a:t>
            </a:r>
          </a:p>
        </p:txBody>
      </p:sp>
      <p:sp>
        <p:nvSpPr>
          <p:cNvPr id="26" name="text-195">
            <a:extLst xmlns:a="http://schemas.openxmlformats.org/drawingml/2006/main">
              <a:ext uri="{FF2B5EF4-FFF2-40B4-BE49-F238E27FC236}">
                <a16:creationId xmlns:a16="http://schemas.microsoft.com/office/drawing/2014/main" id="{7DDB8ECF-F430-4F94-AF0A-50502F3B11CB}"/>
              </a:ext>
            </a:extLst>
          </p:cNvPr>
          <p:cNvSpPr>
            <a:spLocks xmlns:a="http://schemas.openxmlformats.org/drawingml/2006/main" noGrp="1"/>
          </p:cNvSpPr>
          <p:nvPr/>
        </p:nvSpPr>
        <p:spPr>
          <a:xfrm xmlns:a="http://schemas.openxmlformats.org/drawingml/2006/main">
            <a:off x="10119443" y="3857625"/>
            <a:ext cx="10082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الشخصية</a:t>
            </a:r>
          </a:p>
        </p:txBody>
      </p:sp>
      <p:sp>
        <p:nvSpPr>
          <p:cNvPr id="27" name="text-196">
            <a:extLst xmlns:a="http://schemas.openxmlformats.org/drawingml/2006/main">
              <a:ext uri="{FF2B5EF4-FFF2-40B4-BE49-F238E27FC236}">
                <a16:creationId xmlns:a16="http://schemas.microsoft.com/office/drawing/2014/main" id="{DDBB6DC5-214F-44E5-8C47-37383C4BEA39}"/>
              </a:ext>
            </a:extLst>
          </p:cNvPr>
          <p:cNvSpPr>
            <a:spLocks xmlns:a="http://schemas.openxmlformats.org/drawingml/2006/main" noGrp="1"/>
          </p:cNvSpPr>
          <p:nvPr/>
        </p:nvSpPr>
        <p:spPr>
          <a:xfrm xmlns:a="http://schemas.openxmlformats.org/drawingml/2006/main">
            <a:off x="9788877" y="3857625"/>
            <a:ext cx="27522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ثم</a:t>
            </a:r>
          </a:p>
        </p:txBody>
      </p:sp>
      <p:sp>
        <p:nvSpPr>
          <p:cNvPr id="28" name="text-197">
            <a:extLst xmlns:a="http://schemas.openxmlformats.org/drawingml/2006/main">
              <a:ext uri="{FF2B5EF4-FFF2-40B4-BE49-F238E27FC236}">
                <a16:creationId xmlns:a16="http://schemas.microsoft.com/office/drawing/2014/main" id="{00FF6D98-B3DE-4103-BD80-D192FE184843}"/>
              </a:ext>
            </a:extLst>
          </p:cNvPr>
          <p:cNvSpPr>
            <a:spLocks xmlns:a="http://schemas.openxmlformats.org/drawingml/2006/main" noGrp="1"/>
          </p:cNvSpPr>
          <p:nvPr/>
        </p:nvSpPr>
        <p:spPr>
          <a:xfrm xmlns:a="http://schemas.openxmlformats.org/drawingml/2006/main">
            <a:off x="9242180" y="3857625"/>
            <a:ext cx="49135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ارجع</a:t>
            </a:r>
          </a:p>
        </p:txBody>
      </p:sp>
      <p:sp>
        <p:nvSpPr>
          <p:cNvPr id="29" name="text-198">
            <a:extLst xmlns:a="http://schemas.openxmlformats.org/drawingml/2006/main">
              <a:ext uri="{FF2B5EF4-FFF2-40B4-BE49-F238E27FC236}">
                <a16:creationId xmlns:a16="http://schemas.microsoft.com/office/drawing/2014/main" id="{F0AB57A8-5218-4435-B047-4D00BE300C28}"/>
              </a:ext>
            </a:extLst>
          </p:cNvPr>
          <p:cNvSpPr>
            <a:spLocks xmlns:a="http://schemas.openxmlformats.org/drawingml/2006/main" noGrp="1"/>
          </p:cNvSpPr>
          <p:nvPr/>
        </p:nvSpPr>
        <p:spPr>
          <a:xfrm xmlns:a="http://schemas.openxmlformats.org/drawingml/2006/main">
            <a:off x="10790932" y="4619625"/>
            <a:ext cx="79146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تستعيد</a:t>
            </a:r>
          </a:p>
        </p:txBody>
      </p:sp>
      <p:sp>
        <p:nvSpPr>
          <p:cNvPr id="30" name="text-199">
            <a:extLst xmlns:a="http://schemas.openxmlformats.org/drawingml/2006/main">
              <a:ext uri="{FF2B5EF4-FFF2-40B4-BE49-F238E27FC236}">
                <a16:creationId xmlns:a16="http://schemas.microsoft.com/office/drawing/2014/main" id="{9A294EA0-24F8-4510-8F45-088A1E43485F}"/>
              </a:ext>
            </a:extLst>
          </p:cNvPr>
          <p:cNvSpPr>
            <a:spLocks xmlns:a="http://schemas.openxmlformats.org/drawingml/2006/main" noGrp="1"/>
          </p:cNvSpPr>
          <p:nvPr/>
        </p:nvSpPr>
        <p:spPr>
          <a:xfrm xmlns:a="http://schemas.openxmlformats.org/drawingml/2006/main">
            <a:off x="10041644" y="4619625"/>
            <a:ext cx="69394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حوارها</a:t>
            </a:r>
          </a:p>
        </p:txBody>
      </p:sp>
      <p:sp>
        <p:nvSpPr>
          <p:cNvPr id="31" name="text-200">
            <a:extLst xmlns:a="http://schemas.openxmlformats.org/drawingml/2006/main">
              <a:ext uri="{FF2B5EF4-FFF2-40B4-BE49-F238E27FC236}">
                <a16:creationId xmlns:a16="http://schemas.microsoft.com/office/drawing/2014/main" id="{561F0540-22EF-415A-B2DE-2E47D7C89230}"/>
              </a:ext>
            </a:extLst>
          </p:cNvPr>
          <p:cNvSpPr>
            <a:spLocks xmlns:a="http://schemas.openxmlformats.org/drawingml/2006/main" noGrp="1"/>
          </p:cNvSpPr>
          <p:nvPr/>
        </p:nvSpPr>
        <p:spPr>
          <a:xfrm xmlns:a="http://schemas.openxmlformats.org/drawingml/2006/main">
            <a:off x="9024031" y="4619625"/>
            <a:ext cx="96227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المستقل</a:t>
            </a:r>
          </a:p>
        </p:txBody>
      </p:sp>
      <p:sp>
        <p:nvSpPr>
          <p:cNvPr id="32" name="text-201">
            <a:extLst xmlns:a="http://schemas.openxmlformats.org/drawingml/2006/main">
              <a:ext uri="{FF2B5EF4-FFF2-40B4-BE49-F238E27FC236}">
                <a16:creationId xmlns:a16="http://schemas.microsoft.com/office/drawing/2014/main" id="{8F9E2BDD-2D03-4504-B658-2B74700A28B1}"/>
              </a:ext>
            </a:extLst>
          </p:cNvPr>
          <p:cNvSpPr>
            <a:spLocks xmlns:a="http://schemas.openxmlformats.org/drawingml/2006/main" noGrp="1"/>
          </p:cNvSpPr>
          <p:nvPr/>
        </p:nvSpPr>
        <p:spPr>
          <a:xfrm xmlns:a="http://schemas.openxmlformats.org/drawingml/2006/main">
            <a:off x="10855683" y="5676900"/>
            <a:ext cx="72671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محادثة</a:t>
            </a:r>
          </a:p>
        </p:txBody>
      </p:sp>
      <p:sp>
        <p:nvSpPr>
          <p:cNvPr id="33" name="text-202">
            <a:extLst xmlns:a="http://schemas.openxmlformats.org/drawingml/2006/main">
              <a:ext uri="{FF2B5EF4-FFF2-40B4-BE49-F238E27FC236}">
                <a16:creationId xmlns:a16="http://schemas.microsoft.com/office/drawing/2014/main" id="{B67B6DA3-4B50-4272-8946-BFC6B027C568}"/>
              </a:ext>
            </a:extLst>
          </p:cNvPr>
          <p:cNvSpPr>
            <a:spLocks xmlns:a="http://schemas.openxmlformats.org/drawingml/2006/main" noGrp="1"/>
          </p:cNvSpPr>
          <p:nvPr/>
        </p:nvSpPr>
        <p:spPr>
          <a:xfrm xmlns:a="http://schemas.openxmlformats.org/drawingml/2006/main">
            <a:off x="10148581" y="5676900"/>
            <a:ext cx="6517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جديدة</a:t>
            </a:r>
          </a:p>
        </p:txBody>
      </p:sp>
      <p:sp>
        <p:nvSpPr>
          <p:cNvPr id="34" name="text-203">
            <a:extLst xmlns:a="http://schemas.openxmlformats.org/drawingml/2006/main">
              <a:ext uri="{FF2B5EF4-FFF2-40B4-BE49-F238E27FC236}">
                <a16:creationId xmlns:a16="http://schemas.microsoft.com/office/drawing/2014/main" id="{CB6A4C43-104C-46D0-B082-D75F7F126AAB}"/>
              </a:ext>
            </a:extLst>
          </p:cNvPr>
          <p:cNvSpPr>
            <a:spLocks xmlns:a="http://schemas.openxmlformats.org/drawingml/2006/main" noGrp="1"/>
          </p:cNvSpPr>
          <p:nvPr/>
        </p:nvSpPr>
        <p:spPr>
          <a:xfrm xmlns:a="http://schemas.openxmlformats.org/drawingml/2006/main">
            <a:off x="9405669" y="5676900"/>
            <a:ext cx="68757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تمسح</a:t>
            </a:r>
          </a:p>
        </p:txBody>
      </p:sp>
      <p:sp>
        <p:nvSpPr>
          <p:cNvPr id="35" name="text-204">
            <a:extLst xmlns:a="http://schemas.openxmlformats.org/drawingml/2006/main">
              <a:ext uri="{FF2B5EF4-FFF2-40B4-BE49-F238E27FC236}">
                <a16:creationId xmlns:a16="http://schemas.microsoft.com/office/drawing/2014/main" id="{F14F7872-E8D6-4E4C-BB15-DC20BAAE95CA}"/>
              </a:ext>
            </a:extLst>
          </p:cNvPr>
          <p:cNvSpPr>
            <a:spLocks xmlns:a="http://schemas.openxmlformats.org/drawingml/2006/main" noGrp="1"/>
          </p:cNvSpPr>
          <p:nvPr/>
        </p:nvSpPr>
        <p:spPr>
          <a:xfrm xmlns:a="http://schemas.openxmlformats.org/drawingml/2006/main">
            <a:off x="8893800" y="5676900"/>
            <a:ext cx="45652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حوار</a:t>
            </a:r>
          </a:p>
        </p:txBody>
      </p:sp>
      <p:sp>
        <p:nvSpPr>
          <p:cNvPr id="36" name="text-205">
            <a:extLst xmlns:a="http://schemas.openxmlformats.org/drawingml/2006/main">
              <a:ext uri="{FF2B5EF4-FFF2-40B4-BE49-F238E27FC236}">
                <a16:creationId xmlns:a16="http://schemas.microsoft.com/office/drawing/2014/main" id="{78D0A14C-E466-4AD5-881C-FF1EE57ED26C}"/>
              </a:ext>
            </a:extLst>
          </p:cNvPr>
          <p:cNvSpPr>
            <a:spLocks xmlns:a="http://schemas.openxmlformats.org/drawingml/2006/main" noGrp="1"/>
          </p:cNvSpPr>
          <p:nvPr/>
        </p:nvSpPr>
        <p:spPr>
          <a:xfrm xmlns:a="http://schemas.openxmlformats.org/drawingml/2006/main">
            <a:off x="7830175" y="5676900"/>
            <a:ext cx="10082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الشخصية</a:t>
            </a:r>
          </a:p>
        </p:txBody>
      </p:sp>
      <p:sp>
        <p:nvSpPr>
          <p:cNvPr id="37" name="text-206">
            <a:extLst xmlns:a="http://schemas.openxmlformats.org/drawingml/2006/main">
              <a:ext uri="{FF2B5EF4-FFF2-40B4-BE49-F238E27FC236}">
                <a16:creationId xmlns:a16="http://schemas.microsoft.com/office/drawing/2014/main" id="{1FBFFC4C-2870-4FC2-A13B-FCCD01F53AD6}"/>
              </a:ext>
            </a:extLst>
          </p:cNvPr>
          <p:cNvSpPr>
            <a:spLocks xmlns:a="http://schemas.openxmlformats.org/drawingml/2006/main" noGrp="1"/>
          </p:cNvSpPr>
          <p:nvPr/>
        </p:nvSpPr>
        <p:spPr>
          <a:xfrm xmlns:a="http://schemas.openxmlformats.org/drawingml/2006/main">
            <a:off x="6929997" y="5676900"/>
            <a:ext cx="84483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المختارة</a:t>
            </a:r>
          </a:p>
        </p:txBody>
      </p:sp>
      <p:sp>
        <p:nvSpPr>
          <p:cNvPr id="38" name="text-207">
            <a:extLst xmlns:a="http://schemas.openxmlformats.org/drawingml/2006/main">
              <a:ext uri="{FF2B5EF4-FFF2-40B4-BE49-F238E27FC236}">
                <a16:creationId xmlns:a16="http://schemas.microsoft.com/office/drawing/2014/main" id="{E1C1ED29-1AA2-4755-9689-0499BA8EFBD2}"/>
              </a:ext>
            </a:extLst>
          </p:cNvPr>
          <p:cNvSpPr>
            <a:spLocks xmlns:a="http://schemas.openxmlformats.org/drawingml/2006/main" noGrp="1"/>
          </p:cNvSpPr>
          <p:nvPr/>
        </p:nvSpPr>
        <p:spPr>
          <a:xfrm xmlns:a="http://schemas.openxmlformats.org/drawingml/2006/main">
            <a:off x="6439711" y="5676900"/>
            <a:ext cx="43494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فقط</a:t>
            </a:r>
          </a:p>
        </p:txBody>
      </p:sp>
      <p:sp>
        <p:nvSpPr>
          <p:cNvPr id="39" name="text-208">
            <a:extLst xmlns:a="http://schemas.openxmlformats.org/drawingml/2006/main">
              <a:ext uri="{FF2B5EF4-FFF2-40B4-BE49-F238E27FC236}">
                <a16:creationId xmlns:a16="http://schemas.microsoft.com/office/drawing/2014/main" id="{83D71B6C-5F6B-4905-9D83-B52535796445}"/>
              </a:ext>
            </a:extLst>
          </p:cNvPr>
          <p:cNvSpPr>
            <a:spLocks xmlns:a="http://schemas.openxmlformats.org/drawingml/2006/main" noGrp="1"/>
          </p:cNvSpPr>
          <p:nvPr/>
        </p:nvSpPr>
        <p:spPr>
          <a:xfrm xmlns:a="http://schemas.openxmlformats.org/drawingml/2006/main">
            <a:off x="6259544" y="5676900"/>
            <a:ext cx="1248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a:t>
            </a:r>
          </a:p>
        </p:txBody>
      </p:sp>
      <p:sp>
        <p:nvSpPr>
          <p:cNvPr id="40" name="text-209">
            <a:extLst xmlns:a="http://schemas.openxmlformats.org/drawingml/2006/main">
              <a:ext uri="{FF2B5EF4-FFF2-40B4-BE49-F238E27FC236}">
                <a16:creationId xmlns:a16="http://schemas.microsoft.com/office/drawing/2014/main" id="{72451A13-E277-453E-8B96-875966651354}"/>
              </a:ext>
            </a:extLst>
          </p:cNvPr>
          <p:cNvSpPr>
            <a:spLocks xmlns:a="http://schemas.openxmlformats.org/drawingml/2006/main" noGrp="1"/>
          </p:cNvSpPr>
          <p:nvPr/>
        </p:nvSpPr>
        <p:spPr>
          <a:xfrm xmlns:a="http://schemas.openxmlformats.org/drawingml/2006/main">
            <a:off x="5575006" y="5676900"/>
            <a:ext cx="62919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الحفظ</a:t>
            </a:r>
          </a:p>
        </p:txBody>
      </p:sp>
      <p:sp>
        <p:nvSpPr>
          <p:cNvPr id="41" name="text-210">
            <a:extLst xmlns:a="http://schemas.openxmlformats.org/drawingml/2006/main">
              <a:ext uri="{FF2B5EF4-FFF2-40B4-BE49-F238E27FC236}">
                <a16:creationId xmlns:a16="http://schemas.microsoft.com/office/drawing/2014/main" id="{BC011ABA-6E26-4624-B193-13A21DE125BF}"/>
              </a:ext>
            </a:extLst>
          </p:cNvPr>
          <p:cNvSpPr>
            <a:spLocks xmlns:a="http://schemas.openxmlformats.org/drawingml/2006/main" noGrp="1"/>
          </p:cNvSpPr>
          <p:nvPr/>
        </p:nvSpPr>
        <p:spPr>
          <a:xfrm xmlns:a="http://schemas.openxmlformats.org/drawingml/2006/main">
            <a:off x="4917252" y="5676900"/>
            <a:ext cx="60241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مؤقت</a:t>
            </a:r>
          </a:p>
        </p:txBody>
      </p:sp>
    </p:spTree>
    <p:extLst>
      <p:ext uri="{BB962C8B-B14F-4D97-AF65-F5344CB8AC3E}">
        <p14:creationId xmlns:p14="http://schemas.microsoft.com/office/powerpoint/2010/main" val="815823984"/>
      </p:ext>
    </p:extLst>
  </p:cSld>
</p:sld>
</file>

<file path=ppt/slides/slide7.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64" name="text-211">
            <a:extLst xmlns:a="http://schemas.openxmlformats.org/drawingml/2006/main">
              <a:ext uri="{FF2B5EF4-FFF2-40B4-BE49-F238E27FC236}">
                <a16:creationId xmlns:a16="http://schemas.microsoft.com/office/drawing/2014/main" id="{1C29AE1A-3009-435B-88E9-B83C65D9847D}"/>
              </a:ext>
            </a:extLst>
          </p:cNvPr>
          <p:cNvSpPr>
            <a:spLocks xmlns:a="http://schemas.openxmlformats.org/drawingml/2006/main" noGrp="1"/>
          </p:cNvSpPr>
          <p:nvPr/>
        </p:nvSpPr>
        <p:spPr>
          <a:xfrm xmlns:a="http://schemas.openxmlformats.org/drawingml/2006/main">
            <a:off x="9685538" y="457200"/>
            <a:ext cx="189686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المعمارية</a:t>
            </a:r>
          </a:p>
        </p:txBody>
      </p:sp>
      <p:sp>
        <p:nvSpPr>
          <p:cNvPr id="2" name="text-212">
            <a:extLst xmlns:a="http://schemas.openxmlformats.org/drawingml/2006/main">
              <a:ext uri="{FF2B5EF4-FFF2-40B4-BE49-F238E27FC236}">
                <a16:creationId xmlns:a16="http://schemas.microsoft.com/office/drawing/2014/main" id="{365C8631-420F-4385-984A-E1057D7C4640}"/>
              </a:ext>
            </a:extLst>
          </p:cNvPr>
          <p:cNvSpPr>
            <a:spLocks xmlns:a="http://schemas.openxmlformats.org/drawingml/2006/main" noGrp="1"/>
          </p:cNvSpPr>
          <p:nvPr/>
        </p:nvSpPr>
        <p:spPr>
          <a:xfrm xmlns:a="http://schemas.openxmlformats.org/drawingml/2006/main">
            <a:off x="8667514" y="457200"/>
            <a:ext cx="91705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ودور</a:t>
            </a:r>
          </a:p>
        </p:txBody>
      </p:sp>
      <p:sp>
        <p:nvSpPr>
          <p:cNvPr id="3" name="text-213">
            <a:extLst xmlns:a="http://schemas.openxmlformats.org/drawingml/2006/main">
              <a:ext uri="{FF2B5EF4-FFF2-40B4-BE49-F238E27FC236}">
                <a16:creationId xmlns:a16="http://schemas.microsoft.com/office/drawing/2014/main" id="{C368402C-FC7B-44C2-BD35-50F95DAE0894}"/>
              </a:ext>
            </a:extLst>
          </p:cNvPr>
          <p:cNvSpPr>
            <a:spLocks xmlns:a="http://schemas.openxmlformats.org/drawingml/2006/main" noGrp="1"/>
          </p:cNvSpPr>
          <p:nvPr/>
        </p:nvSpPr>
        <p:spPr>
          <a:xfrm xmlns:a="http://schemas.openxmlformats.org/drawingml/2006/main">
            <a:off x="7600851" y="457200"/>
            <a:ext cx="96569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مزوّد</a:t>
            </a:r>
          </a:p>
        </p:txBody>
      </p:sp>
      <p:sp>
        <p:nvSpPr>
          <p:cNvPr id="4" name="text-214">
            <a:extLst xmlns:a="http://schemas.openxmlformats.org/drawingml/2006/main">
              <a:ext uri="{FF2B5EF4-FFF2-40B4-BE49-F238E27FC236}">
                <a16:creationId xmlns:a16="http://schemas.microsoft.com/office/drawing/2014/main" id="{A5D52473-28D6-40D1-AE57-C6A7879FF636}"/>
              </a:ext>
            </a:extLst>
          </p:cNvPr>
          <p:cNvSpPr>
            <a:spLocks xmlns:a="http://schemas.openxmlformats.org/drawingml/2006/main" noGrp="1"/>
          </p:cNvSpPr>
          <p:nvPr/>
        </p:nvSpPr>
        <p:spPr>
          <a:xfrm xmlns:a="http://schemas.openxmlformats.org/drawingml/2006/main">
            <a:off x="6084059" y="457200"/>
            <a:ext cx="141582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الخدمة</a:t>
            </a:r>
          </a:p>
        </p:txBody>
      </p:sp>
      <p:sp>
        <p:nvSpPr>
          <p:cNvPr id="5" name="shape-215">
            <a:extLst xmlns:a="http://schemas.openxmlformats.org/drawingml/2006/main">
              <a:ext uri="{FF2B5EF4-FFF2-40B4-BE49-F238E27FC236}">
                <a16:creationId xmlns:a16="http://schemas.microsoft.com/office/drawing/2014/main" id="{C03713AE-CD1E-4DBA-94BA-BC9D0686631A}"/>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6" name="text-216">
            <a:extLst xmlns:a="http://schemas.openxmlformats.org/drawingml/2006/main">
              <a:ext uri="{FF2B5EF4-FFF2-40B4-BE49-F238E27FC236}">
                <a16:creationId xmlns:a16="http://schemas.microsoft.com/office/drawing/2014/main" id="{82F9F7F4-AF8A-47A9-812B-99C102C7AA42}"/>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7" name="text-217">
            <a:extLst xmlns:a="http://schemas.openxmlformats.org/drawingml/2006/main">
              <a:ext uri="{FF2B5EF4-FFF2-40B4-BE49-F238E27FC236}">
                <a16:creationId xmlns:a16="http://schemas.microsoft.com/office/drawing/2014/main" id="{C1408A36-E512-4469-843B-944CB138203C}"/>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8" name="text-218">
            <a:extLst xmlns:a="http://schemas.openxmlformats.org/drawingml/2006/main">
              <a:ext uri="{FF2B5EF4-FFF2-40B4-BE49-F238E27FC236}">
                <a16:creationId xmlns:a16="http://schemas.microsoft.com/office/drawing/2014/main" id="{399E257D-30A4-46D6-861A-D89ADB860F16}"/>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9" name="text-219">
            <a:extLst xmlns:a="http://schemas.openxmlformats.org/drawingml/2006/main">
              <a:ext uri="{FF2B5EF4-FFF2-40B4-BE49-F238E27FC236}">
                <a16:creationId xmlns:a16="http://schemas.microsoft.com/office/drawing/2014/main" id="{01113735-32C5-4FA1-8BA3-2AEB4B218C0A}"/>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0" name="text-220">
            <a:extLst xmlns:a="http://schemas.openxmlformats.org/drawingml/2006/main">
              <a:ext uri="{FF2B5EF4-FFF2-40B4-BE49-F238E27FC236}">
                <a16:creationId xmlns:a16="http://schemas.microsoft.com/office/drawing/2014/main" id="{74A052E9-922D-493E-9CF8-D028346DE8A9}"/>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1" name="text-221">
            <a:extLst xmlns:a="http://schemas.openxmlformats.org/drawingml/2006/main">
              <a:ext uri="{FF2B5EF4-FFF2-40B4-BE49-F238E27FC236}">
                <a16:creationId xmlns:a16="http://schemas.microsoft.com/office/drawing/2014/main" id="{E304A42B-9600-442A-A5D0-0175C3826EC8}"/>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2" name="text-222">
            <a:extLst xmlns:a="http://schemas.openxmlformats.org/drawingml/2006/main">
              <a:ext uri="{FF2B5EF4-FFF2-40B4-BE49-F238E27FC236}">
                <a16:creationId xmlns:a16="http://schemas.microsoft.com/office/drawing/2014/main" id="{B34F402F-DE32-47A1-9112-772AD3F59A7A}"/>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07</a:t>
            </a:r>
          </a:p>
        </p:txBody>
      </p:sp>
      <p:sp>
        <p:nvSpPr>
          <p:cNvPr id="13" name="shape-223">
            <a:extLst xmlns:a="http://schemas.openxmlformats.org/drawingml/2006/main">
              <a:ext uri="{FF2B5EF4-FFF2-40B4-BE49-F238E27FC236}">
                <a16:creationId xmlns:a16="http://schemas.microsoft.com/office/drawing/2014/main" id="{24F7A0C5-AE68-4520-BBE4-126BF2B9DA1E}"/>
              </a:ext>
            </a:extLst>
          </p:cNvPr>
          <p:cNvSpPr>
            <a:spLocks xmlns:a="http://schemas.openxmlformats.org/drawingml/2006/main" noGrp="1"/>
          </p:cNvSpPr>
          <p:nvPr/>
        </p:nvSpPr>
        <p:spPr>
          <a:xfrm xmlns:a="http://schemas.openxmlformats.org/drawingml/2006/main">
            <a:off x="9105900" y="1809750"/>
            <a:ext cx="2476500" cy="1371600"/>
          </a:xfrm>
          <a:prstGeom xmlns:a="http://schemas.openxmlformats.org/drawingml/2006/main" prst="rect">
            <a:avLst/>
          </a:prstGeom>
          <a:solidFill xmlns:a="http://schemas.openxmlformats.org/drawingml/2006/main">
            <a:srgbClr val="12322E"/>
          </a:solidFill>
          <a:ln xmlns:a="http://schemas.openxmlformats.org/drawingml/2006/main" w="9525">
            <a:solidFill>
              <a:srgbClr val="31504A"/>
            </a:solidFill>
          </a:ln>
        </p:spPr>
      </p:sp>
      <p:sp>
        <p:nvSpPr>
          <p:cNvPr id="14" name="text-224">
            <a:extLst xmlns:a="http://schemas.openxmlformats.org/drawingml/2006/main">
              <a:ext uri="{FF2B5EF4-FFF2-40B4-BE49-F238E27FC236}">
                <a16:creationId xmlns:a16="http://schemas.microsoft.com/office/drawing/2014/main" id="{1B89F429-0EEB-4B2E-9472-93763E2BC442}"/>
              </a:ext>
            </a:extLst>
          </p:cNvPr>
          <p:cNvSpPr>
            <a:spLocks xmlns:a="http://schemas.openxmlformats.org/drawingml/2006/main" noGrp="1"/>
          </p:cNvSpPr>
          <p:nvPr/>
        </p:nvSpPr>
        <p:spPr>
          <a:xfrm xmlns:a="http://schemas.openxmlformats.org/drawingml/2006/main">
            <a:off x="9635315" y="2019300"/>
            <a:ext cx="137957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المستخدم</a:t>
            </a:r>
          </a:p>
        </p:txBody>
      </p:sp>
      <p:sp>
        <p:nvSpPr>
          <p:cNvPr id="15" name="text-225">
            <a:extLst xmlns:a="http://schemas.openxmlformats.org/drawingml/2006/main">
              <a:ext uri="{FF2B5EF4-FFF2-40B4-BE49-F238E27FC236}">
                <a16:creationId xmlns:a16="http://schemas.microsoft.com/office/drawing/2014/main" id="{66106FFF-B407-4649-86D9-D1834DF97C11}"/>
              </a:ext>
            </a:extLst>
          </p:cNvPr>
          <p:cNvSpPr>
            <a:spLocks xmlns:a="http://schemas.openxmlformats.org/drawingml/2006/main" noGrp="1"/>
          </p:cNvSpPr>
          <p:nvPr/>
        </p:nvSpPr>
        <p:spPr>
          <a:xfrm xmlns:a="http://schemas.openxmlformats.org/drawingml/2006/main">
            <a:off x="10551518" y="2628900"/>
            <a:ext cx="443676"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يختار</a:t>
            </a:r>
          </a:p>
        </p:txBody>
      </p:sp>
      <p:sp>
        <p:nvSpPr>
          <p:cNvPr id="16" name="text-226">
            <a:extLst xmlns:a="http://schemas.openxmlformats.org/drawingml/2006/main">
              <a:ext uri="{FF2B5EF4-FFF2-40B4-BE49-F238E27FC236}">
                <a16:creationId xmlns:a16="http://schemas.microsoft.com/office/drawing/2014/main" id="{2FF0F4AB-C847-4618-A11A-798D6C175C7E}"/>
              </a:ext>
            </a:extLst>
          </p:cNvPr>
          <p:cNvSpPr>
            <a:spLocks xmlns:a="http://schemas.openxmlformats.org/drawingml/2006/main" noGrp="1"/>
          </p:cNvSpPr>
          <p:nvPr/>
        </p:nvSpPr>
        <p:spPr>
          <a:xfrm xmlns:a="http://schemas.openxmlformats.org/drawingml/2006/main">
            <a:off x="9655005" y="2628900"/>
            <a:ext cx="853079"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الشخصية</a:t>
            </a:r>
          </a:p>
        </p:txBody>
      </p:sp>
      <p:sp>
        <p:nvSpPr>
          <p:cNvPr id="17" name="text-227">
            <a:extLst xmlns:a="http://schemas.openxmlformats.org/drawingml/2006/main">
              <a:ext uri="{FF2B5EF4-FFF2-40B4-BE49-F238E27FC236}">
                <a16:creationId xmlns:a16="http://schemas.microsoft.com/office/drawing/2014/main" id="{FEE813E6-18E6-4419-8A9B-C0B4990F06B4}"/>
              </a:ext>
            </a:extLst>
          </p:cNvPr>
          <p:cNvSpPr>
            <a:spLocks xmlns:a="http://schemas.openxmlformats.org/drawingml/2006/main" noGrp="1"/>
          </p:cNvSpPr>
          <p:nvPr/>
        </p:nvSpPr>
        <p:spPr>
          <a:xfrm xmlns:a="http://schemas.openxmlformats.org/drawingml/2006/main">
            <a:off x="8782050" y="2209800"/>
            <a:ext cx="30480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a:t>
            </a:r>
          </a:p>
        </p:txBody>
      </p:sp>
      <p:sp>
        <p:nvSpPr>
          <p:cNvPr id="18" name="shape-228">
            <a:extLst xmlns:a="http://schemas.openxmlformats.org/drawingml/2006/main">
              <a:ext uri="{FF2B5EF4-FFF2-40B4-BE49-F238E27FC236}">
                <a16:creationId xmlns:a16="http://schemas.microsoft.com/office/drawing/2014/main" id="{45C43276-EB93-4CA2-A982-390461DCC01C}"/>
              </a:ext>
            </a:extLst>
          </p:cNvPr>
          <p:cNvSpPr>
            <a:spLocks xmlns:a="http://schemas.openxmlformats.org/drawingml/2006/main" noGrp="1"/>
          </p:cNvSpPr>
          <p:nvPr/>
        </p:nvSpPr>
        <p:spPr>
          <a:xfrm xmlns:a="http://schemas.openxmlformats.org/drawingml/2006/main">
            <a:off x="6305550" y="1809750"/>
            <a:ext cx="2476500" cy="1371600"/>
          </a:xfrm>
          <a:prstGeom xmlns:a="http://schemas.openxmlformats.org/drawingml/2006/main" prst="rect">
            <a:avLst/>
          </a:prstGeom>
          <a:solidFill xmlns:a="http://schemas.openxmlformats.org/drawingml/2006/main">
            <a:srgbClr val="12322E"/>
          </a:solidFill>
          <a:ln xmlns:a="http://schemas.openxmlformats.org/drawingml/2006/main" w="9525">
            <a:solidFill>
              <a:srgbClr val="31504A"/>
            </a:solidFill>
          </a:ln>
        </p:spPr>
      </p:sp>
      <p:sp>
        <p:nvSpPr>
          <p:cNvPr id="19" name="text-229">
            <a:extLst xmlns:a="http://schemas.openxmlformats.org/drawingml/2006/main">
              <a:ext uri="{FF2B5EF4-FFF2-40B4-BE49-F238E27FC236}">
                <a16:creationId xmlns:a16="http://schemas.microsoft.com/office/drawing/2014/main" id="{5B513B51-49EF-4FA7-908A-EEC06ECEC657}"/>
              </a:ext>
            </a:extLst>
          </p:cNvPr>
          <p:cNvSpPr>
            <a:spLocks xmlns:a="http://schemas.openxmlformats.org/drawingml/2006/main" noGrp="1"/>
          </p:cNvSpPr>
          <p:nvPr/>
        </p:nvSpPr>
        <p:spPr>
          <a:xfrm xmlns:a="http://schemas.openxmlformats.org/drawingml/2006/main">
            <a:off x="6963000" y="2019300"/>
            <a:ext cx="112350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المجلس</a:t>
            </a:r>
          </a:p>
        </p:txBody>
      </p:sp>
      <p:sp>
        <p:nvSpPr>
          <p:cNvPr id="20" name="text-230">
            <a:extLst xmlns:a="http://schemas.openxmlformats.org/drawingml/2006/main">
              <a:ext uri="{FF2B5EF4-FFF2-40B4-BE49-F238E27FC236}">
                <a16:creationId xmlns:a16="http://schemas.microsoft.com/office/drawing/2014/main" id="{D064CB48-FDE5-4A2E-8BE1-4ADC7B325015}"/>
              </a:ext>
            </a:extLst>
          </p:cNvPr>
          <p:cNvSpPr>
            <a:spLocks xmlns:a="http://schemas.openxmlformats.org/drawingml/2006/main" noGrp="1"/>
          </p:cNvSpPr>
          <p:nvPr/>
        </p:nvSpPr>
        <p:spPr>
          <a:xfrm xmlns:a="http://schemas.openxmlformats.org/drawingml/2006/main">
            <a:off x="7789826" y="2628900"/>
            <a:ext cx="552576"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سياق</a:t>
            </a:r>
          </a:p>
        </p:txBody>
      </p:sp>
      <p:sp>
        <p:nvSpPr>
          <p:cNvPr id="21" name="text-231">
            <a:extLst xmlns:a="http://schemas.openxmlformats.org/drawingml/2006/main">
              <a:ext uri="{FF2B5EF4-FFF2-40B4-BE49-F238E27FC236}">
                <a16:creationId xmlns:a16="http://schemas.microsoft.com/office/drawing/2014/main" id="{37AB8A53-9468-4A04-9E35-19235B37C16D}"/>
              </a:ext>
            </a:extLst>
          </p:cNvPr>
          <p:cNvSpPr>
            <a:spLocks xmlns:a="http://schemas.openxmlformats.org/drawingml/2006/main" noGrp="1"/>
          </p:cNvSpPr>
          <p:nvPr/>
        </p:nvSpPr>
        <p:spPr>
          <a:xfrm xmlns:a="http://schemas.openxmlformats.org/drawingml/2006/main">
            <a:off x="7371685" y="2628900"/>
            <a:ext cx="374707"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وبث</a:t>
            </a:r>
          </a:p>
        </p:txBody>
      </p:sp>
      <p:sp>
        <p:nvSpPr>
          <p:cNvPr id="22" name="text-232">
            <a:extLst xmlns:a="http://schemas.openxmlformats.org/drawingml/2006/main">
              <a:ext uri="{FF2B5EF4-FFF2-40B4-BE49-F238E27FC236}">
                <a16:creationId xmlns:a16="http://schemas.microsoft.com/office/drawing/2014/main" id="{8475A5A9-FD57-4015-9E2C-5E36BE6871B5}"/>
              </a:ext>
            </a:extLst>
          </p:cNvPr>
          <p:cNvSpPr>
            <a:spLocks xmlns:a="http://schemas.openxmlformats.org/drawingml/2006/main" noGrp="1"/>
          </p:cNvSpPr>
          <p:nvPr/>
        </p:nvSpPr>
        <p:spPr>
          <a:xfrm xmlns:a="http://schemas.openxmlformats.org/drawingml/2006/main">
            <a:off x="6707098" y="2628900"/>
            <a:ext cx="621153"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ومراجع</a:t>
            </a:r>
          </a:p>
        </p:txBody>
      </p:sp>
      <p:sp>
        <p:nvSpPr>
          <p:cNvPr id="23" name="text-233">
            <a:extLst xmlns:a="http://schemas.openxmlformats.org/drawingml/2006/main">
              <a:ext uri="{FF2B5EF4-FFF2-40B4-BE49-F238E27FC236}">
                <a16:creationId xmlns:a16="http://schemas.microsoft.com/office/drawing/2014/main" id="{155E51B8-AD99-4CBF-82BD-89F79838C121}"/>
              </a:ext>
            </a:extLst>
          </p:cNvPr>
          <p:cNvSpPr>
            <a:spLocks xmlns:a="http://schemas.openxmlformats.org/drawingml/2006/main" noGrp="1"/>
          </p:cNvSpPr>
          <p:nvPr/>
        </p:nvSpPr>
        <p:spPr>
          <a:xfrm xmlns:a="http://schemas.openxmlformats.org/drawingml/2006/main">
            <a:off x="5981700" y="2209800"/>
            <a:ext cx="30480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a:t>
            </a:r>
          </a:p>
        </p:txBody>
      </p:sp>
      <p:sp>
        <p:nvSpPr>
          <p:cNvPr id="24" name="shape-234">
            <a:extLst xmlns:a="http://schemas.openxmlformats.org/drawingml/2006/main">
              <a:ext uri="{FF2B5EF4-FFF2-40B4-BE49-F238E27FC236}">
                <a16:creationId xmlns:a16="http://schemas.microsoft.com/office/drawing/2014/main" id="{E1B485E9-0B2A-477A-86FE-BA395D5C31F6}"/>
              </a:ext>
            </a:extLst>
          </p:cNvPr>
          <p:cNvSpPr>
            <a:spLocks xmlns:a="http://schemas.openxmlformats.org/drawingml/2006/main" noGrp="1"/>
          </p:cNvSpPr>
          <p:nvPr/>
        </p:nvSpPr>
        <p:spPr>
          <a:xfrm xmlns:a="http://schemas.openxmlformats.org/drawingml/2006/main">
            <a:off x="3505200" y="1809750"/>
            <a:ext cx="2476500" cy="1371600"/>
          </a:xfrm>
          <a:prstGeom xmlns:a="http://schemas.openxmlformats.org/drawingml/2006/main" prst="rect">
            <a:avLst/>
          </a:prstGeom>
          <a:solidFill xmlns:a="http://schemas.openxmlformats.org/drawingml/2006/main">
            <a:srgbClr val="12322E"/>
          </a:solidFill>
          <a:ln xmlns:a="http://schemas.openxmlformats.org/drawingml/2006/main" w="9525">
            <a:solidFill>
              <a:srgbClr val="31504A"/>
            </a:solidFill>
          </a:ln>
        </p:spPr>
      </p:sp>
      <p:sp>
        <p:nvSpPr>
          <p:cNvPr id="25" name="text-235">
            <a:extLst xmlns:a="http://schemas.openxmlformats.org/drawingml/2006/main">
              <a:ext uri="{FF2B5EF4-FFF2-40B4-BE49-F238E27FC236}">
                <a16:creationId xmlns:a16="http://schemas.microsoft.com/office/drawing/2014/main" id="{6F888B0A-D9EF-4119-893D-220F415EF757}"/>
              </a:ext>
            </a:extLst>
          </p:cNvPr>
          <p:cNvSpPr>
            <a:spLocks xmlns:a="http://schemas.openxmlformats.org/drawingml/2006/main" noGrp="1"/>
          </p:cNvSpPr>
          <p:nvPr/>
        </p:nvSpPr>
        <p:spPr>
          <a:xfrm xmlns:a="http://schemas.openxmlformats.org/drawingml/2006/main">
            <a:off x="4896425" y="2019300"/>
            <a:ext cx="92330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خدمات</a:t>
            </a:r>
          </a:p>
        </p:txBody>
      </p:sp>
      <p:sp>
        <p:nvSpPr>
          <p:cNvPr id="26" name="text-236">
            <a:extLst xmlns:a="http://schemas.openxmlformats.org/drawingml/2006/main">
              <a:ext uri="{FF2B5EF4-FFF2-40B4-BE49-F238E27FC236}">
                <a16:creationId xmlns:a16="http://schemas.microsoft.com/office/drawing/2014/main" id="{CF2D5357-BC08-4A3A-B476-430DCC247FEB}"/>
              </a:ext>
            </a:extLst>
          </p:cNvPr>
          <p:cNvSpPr>
            <a:spLocks xmlns:a="http://schemas.openxmlformats.org/drawingml/2006/main" noGrp="1"/>
          </p:cNvSpPr>
          <p:nvPr/>
        </p:nvSpPr>
        <p:spPr>
          <a:xfrm xmlns:a="http://schemas.openxmlformats.org/drawingml/2006/main">
            <a:off x="3629075" y="2019300"/>
            <a:ext cx="120829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سلسبيل</a:t>
            </a:r>
          </a:p>
        </p:txBody>
      </p:sp>
      <p:sp>
        <p:nvSpPr>
          <p:cNvPr id="27" name="text-237">
            <a:extLst xmlns:a="http://schemas.openxmlformats.org/drawingml/2006/main">
              <a:ext uri="{FF2B5EF4-FFF2-40B4-BE49-F238E27FC236}">
                <a16:creationId xmlns:a16="http://schemas.microsoft.com/office/drawing/2014/main" id="{0EFFEB26-620C-4EA3-ACF6-BFB6FB37DE1F}"/>
              </a:ext>
            </a:extLst>
          </p:cNvPr>
          <p:cNvSpPr>
            <a:spLocks xmlns:a="http://schemas.openxmlformats.org/drawingml/2006/main" noGrp="1"/>
          </p:cNvSpPr>
          <p:nvPr/>
        </p:nvSpPr>
        <p:spPr>
          <a:xfrm xmlns:a="http://schemas.openxmlformats.org/drawingml/2006/main">
            <a:off x="5067717" y="2628900"/>
            <a:ext cx="503522"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نماذج</a:t>
            </a:r>
          </a:p>
        </p:txBody>
      </p:sp>
      <p:sp>
        <p:nvSpPr>
          <p:cNvPr id="28" name="text-238">
            <a:extLst xmlns:a="http://schemas.openxmlformats.org/drawingml/2006/main">
              <a:ext uri="{FF2B5EF4-FFF2-40B4-BE49-F238E27FC236}">
                <a16:creationId xmlns:a16="http://schemas.microsoft.com/office/drawing/2014/main" id="{9C927D9B-B1E0-4F24-96D6-938A50E35611}"/>
              </a:ext>
            </a:extLst>
          </p:cNvPr>
          <p:cNvSpPr>
            <a:spLocks xmlns:a="http://schemas.openxmlformats.org/drawingml/2006/main" noGrp="1"/>
          </p:cNvSpPr>
          <p:nvPr/>
        </p:nvSpPr>
        <p:spPr>
          <a:xfrm xmlns:a="http://schemas.openxmlformats.org/drawingml/2006/main">
            <a:off x="4452282" y="2628900"/>
            <a:ext cx="572001"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وأدوات</a:t>
            </a:r>
          </a:p>
        </p:txBody>
      </p:sp>
      <p:sp>
        <p:nvSpPr>
          <p:cNvPr id="29" name="text-239">
            <a:extLst xmlns:a="http://schemas.openxmlformats.org/drawingml/2006/main">
              <a:ext uri="{FF2B5EF4-FFF2-40B4-BE49-F238E27FC236}">
                <a16:creationId xmlns:a16="http://schemas.microsoft.com/office/drawing/2014/main" id="{D98D2079-A337-44E7-94C6-C25A10E92626}"/>
              </a:ext>
            </a:extLst>
          </p:cNvPr>
          <p:cNvSpPr>
            <a:spLocks xmlns:a="http://schemas.openxmlformats.org/drawingml/2006/main" noGrp="1"/>
          </p:cNvSpPr>
          <p:nvPr/>
        </p:nvSpPr>
        <p:spPr>
          <a:xfrm xmlns:a="http://schemas.openxmlformats.org/drawingml/2006/main">
            <a:off x="3877561" y="2628900"/>
            <a:ext cx="531286"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معرفة</a:t>
            </a:r>
          </a:p>
        </p:txBody>
      </p:sp>
      <p:sp>
        <p:nvSpPr>
          <p:cNvPr id="30" name="text-240">
            <a:extLst xmlns:a="http://schemas.openxmlformats.org/drawingml/2006/main">
              <a:ext uri="{FF2B5EF4-FFF2-40B4-BE49-F238E27FC236}">
                <a16:creationId xmlns:a16="http://schemas.microsoft.com/office/drawing/2014/main" id="{91F38A24-401D-419B-802F-F27693583553}"/>
              </a:ext>
            </a:extLst>
          </p:cNvPr>
          <p:cNvSpPr>
            <a:spLocks xmlns:a="http://schemas.openxmlformats.org/drawingml/2006/main" noGrp="1"/>
          </p:cNvSpPr>
          <p:nvPr/>
        </p:nvSpPr>
        <p:spPr>
          <a:xfrm xmlns:a="http://schemas.openxmlformats.org/drawingml/2006/main">
            <a:off x="3181350" y="2209800"/>
            <a:ext cx="30480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a:t>
            </a:r>
          </a:p>
        </p:txBody>
      </p:sp>
      <p:sp>
        <p:nvSpPr>
          <p:cNvPr id="31" name="shape-241">
            <a:extLst xmlns:a="http://schemas.openxmlformats.org/drawingml/2006/main">
              <a:ext uri="{FF2B5EF4-FFF2-40B4-BE49-F238E27FC236}">
                <a16:creationId xmlns:a16="http://schemas.microsoft.com/office/drawing/2014/main" id="{B814FE4B-D8D9-4FD4-AE31-5249E22730AC}"/>
              </a:ext>
            </a:extLst>
          </p:cNvPr>
          <p:cNvSpPr>
            <a:spLocks xmlns:a="http://schemas.openxmlformats.org/drawingml/2006/main" noGrp="1"/>
          </p:cNvSpPr>
          <p:nvPr/>
        </p:nvSpPr>
        <p:spPr>
          <a:xfrm xmlns:a="http://schemas.openxmlformats.org/drawingml/2006/main">
            <a:off x="704850" y="1809750"/>
            <a:ext cx="2476500" cy="1371600"/>
          </a:xfrm>
          <a:prstGeom xmlns:a="http://schemas.openxmlformats.org/drawingml/2006/main" prst="rect">
            <a:avLst/>
          </a:prstGeom>
          <a:solidFill xmlns:a="http://schemas.openxmlformats.org/drawingml/2006/main">
            <a:srgbClr val="12322E"/>
          </a:solidFill>
          <a:ln xmlns:a="http://schemas.openxmlformats.org/drawingml/2006/main" w="9525">
            <a:solidFill>
              <a:srgbClr val="31504A"/>
            </a:solidFill>
          </a:ln>
        </p:spPr>
      </p:sp>
      <p:sp>
        <p:nvSpPr>
          <p:cNvPr id="32" name="text-242">
            <a:extLst xmlns:a="http://schemas.openxmlformats.org/drawingml/2006/main">
              <a:ext uri="{FF2B5EF4-FFF2-40B4-BE49-F238E27FC236}">
                <a16:creationId xmlns:a16="http://schemas.microsoft.com/office/drawing/2014/main" id="{16406B18-8AF3-4252-80E1-1D9073FBAAF0}"/>
              </a:ext>
            </a:extLst>
          </p:cNvPr>
          <p:cNvSpPr>
            <a:spLocks xmlns:a="http://schemas.openxmlformats.org/drawingml/2006/main" noGrp="1"/>
          </p:cNvSpPr>
          <p:nvPr/>
        </p:nvSpPr>
        <p:spPr>
          <a:xfrm xmlns:a="http://schemas.openxmlformats.org/drawingml/2006/main">
            <a:off x="1461607" y="2019300"/>
            <a:ext cx="92488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الجواب</a:t>
            </a:r>
          </a:p>
        </p:txBody>
      </p:sp>
      <p:sp>
        <p:nvSpPr>
          <p:cNvPr id="33" name="text-243">
            <a:extLst xmlns:a="http://schemas.openxmlformats.org/drawingml/2006/main">
              <a:ext uri="{FF2B5EF4-FFF2-40B4-BE49-F238E27FC236}">
                <a16:creationId xmlns:a16="http://schemas.microsoft.com/office/drawing/2014/main" id="{20EC7D56-0F8B-4D00-9BB0-4FC3F5AF7714}"/>
              </a:ext>
            </a:extLst>
          </p:cNvPr>
          <p:cNvSpPr>
            <a:spLocks xmlns:a="http://schemas.openxmlformats.org/drawingml/2006/main" noGrp="1"/>
          </p:cNvSpPr>
          <p:nvPr/>
        </p:nvSpPr>
        <p:spPr>
          <a:xfrm xmlns:a="http://schemas.openxmlformats.org/drawingml/2006/main">
            <a:off x="2364003" y="2628900"/>
            <a:ext cx="335562"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نص</a:t>
            </a:r>
          </a:p>
        </p:txBody>
      </p:sp>
      <p:sp>
        <p:nvSpPr>
          <p:cNvPr id="34" name="text-244">
            <a:extLst xmlns:a="http://schemas.openxmlformats.org/drawingml/2006/main">
              <a:ext uri="{FF2B5EF4-FFF2-40B4-BE49-F238E27FC236}">
                <a16:creationId xmlns:a16="http://schemas.microsoft.com/office/drawing/2014/main" id="{07A92BDB-539D-4A79-9C60-936CBEFDAA53}"/>
              </a:ext>
            </a:extLst>
          </p:cNvPr>
          <p:cNvSpPr>
            <a:spLocks xmlns:a="http://schemas.openxmlformats.org/drawingml/2006/main" noGrp="1"/>
          </p:cNvSpPr>
          <p:nvPr/>
        </p:nvSpPr>
        <p:spPr>
          <a:xfrm xmlns:a="http://schemas.openxmlformats.org/drawingml/2006/main">
            <a:off x="1746507" y="2628900"/>
            <a:ext cx="574061"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ومصدر</a:t>
            </a:r>
          </a:p>
        </p:txBody>
      </p:sp>
      <p:sp>
        <p:nvSpPr>
          <p:cNvPr id="35" name="text-245">
            <a:extLst xmlns:a="http://schemas.openxmlformats.org/drawingml/2006/main">
              <a:ext uri="{FF2B5EF4-FFF2-40B4-BE49-F238E27FC236}">
                <a16:creationId xmlns:a16="http://schemas.microsoft.com/office/drawing/2014/main" id="{DEFCAFCC-B0EF-44CE-8470-333DD6DF596D}"/>
              </a:ext>
            </a:extLst>
          </p:cNvPr>
          <p:cNvSpPr>
            <a:spLocks xmlns:a="http://schemas.openxmlformats.org/drawingml/2006/main" noGrp="1"/>
          </p:cNvSpPr>
          <p:nvPr/>
        </p:nvSpPr>
        <p:spPr>
          <a:xfrm xmlns:a="http://schemas.openxmlformats.org/drawingml/2006/main">
            <a:off x="1148535" y="2628900"/>
            <a:ext cx="554538"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وحدود</a:t>
            </a:r>
          </a:p>
        </p:txBody>
      </p:sp>
      <p:sp>
        <p:nvSpPr>
          <p:cNvPr id="36" name="text-246">
            <a:extLst xmlns:a="http://schemas.openxmlformats.org/drawingml/2006/main">
              <a:ext uri="{FF2B5EF4-FFF2-40B4-BE49-F238E27FC236}">
                <a16:creationId xmlns:a16="http://schemas.microsoft.com/office/drawing/2014/main" id="{D17F5C96-461D-4455-8DF6-247FE10B6F7E}"/>
              </a:ext>
            </a:extLst>
          </p:cNvPr>
          <p:cNvSpPr>
            <a:spLocks xmlns:a="http://schemas.openxmlformats.org/drawingml/2006/main" noGrp="1"/>
          </p:cNvSpPr>
          <p:nvPr/>
        </p:nvSpPr>
        <p:spPr>
          <a:xfrm xmlns:a="http://schemas.openxmlformats.org/drawingml/2006/main">
            <a:off x="10980054" y="3943350"/>
            <a:ext cx="602346"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EDCA7E"/>
                </a:solidFill>
                <a:latin typeface="Tahoma"/>
                <a:ea typeface="Tahoma"/>
                <a:cs typeface="Tahoma"/>
              </a:defRPr>
            </a:pPr>
            <a:r>
              <a:rPr sz="2325" b="1">
                <a:solidFill>
                  <a:srgbClr val="EDCA7E"/>
                </a:solidFill>
                <a:latin typeface="Tahoma"/>
                <a:ea typeface="Tahoma"/>
                <a:cs typeface="Tahoma"/>
              </a:rPr>
              <a:t>برق</a:t>
            </a:r>
          </a:p>
        </p:txBody>
      </p:sp>
      <p:sp>
        <p:nvSpPr>
          <p:cNvPr id="37" name="text-247">
            <a:extLst xmlns:a="http://schemas.openxmlformats.org/drawingml/2006/main">
              <a:ext uri="{FF2B5EF4-FFF2-40B4-BE49-F238E27FC236}">
                <a16:creationId xmlns:a16="http://schemas.microsoft.com/office/drawing/2014/main" id="{11F3440D-6F7B-42C8-996A-C23415CA3F56}"/>
              </a:ext>
            </a:extLst>
          </p:cNvPr>
          <p:cNvSpPr>
            <a:spLocks xmlns:a="http://schemas.openxmlformats.org/drawingml/2006/main" noGrp="1"/>
          </p:cNvSpPr>
          <p:nvPr/>
        </p:nvSpPr>
        <p:spPr>
          <a:xfrm xmlns:a="http://schemas.openxmlformats.org/drawingml/2006/main">
            <a:off x="10044394" y="3943350"/>
            <a:ext cx="868223"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EDCA7E"/>
                </a:solidFill>
                <a:latin typeface="Tahoma"/>
                <a:ea typeface="Tahoma"/>
                <a:cs typeface="Tahoma"/>
              </a:defRPr>
            </a:pPr>
            <a:r>
              <a:rPr sz="2325" b="1">
                <a:solidFill>
                  <a:srgbClr val="EDCA7E"/>
                </a:solidFill>
                <a:latin typeface="Tahoma"/>
                <a:ea typeface="Tahoma"/>
                <a:cs typeface="Tahoma"/>
              </a:rPr>
              <a:t>الفتى</a:t>
            </a:r>
          </a:p>
        </p:txBody>
      </p:sp>
      <p:sp>
        <p:nvSpPr>
          <p:cNvPr id="38" name="text-248">
            <a:extLst xmlns:a="http://schemas.openxmlformats.org/drawingml/2006/main">
              <a:ext uri="{FF2B5EF4-FFF2-40B4-BE49-F238E27FC236}">
                <a16:creationId xmlns:a16="http://schemas.microsoft.com/office/drawing/2014/main" id="{E6AF2E82-529E-4C5C-9E93-08BDEC91867B}"/>
              </a:ext>
            </a:extLst>
          </p:cNvPr>
          <p:cNvSpPr>
            <a:spLocks xmlns:a="http://schemas.openxmlformats.org/drawingml/2006/main" noGrp="1"/>
          </p:cNvSpPr>
          <p:nvPr/>
        </p:nvSpPr>
        <p:spPr>
          <a:xfrm xmlns:a="http://schemas.openxmlformats.org/drawingml/2006/main">
            <a:off x="9077531" y="3943350"/>
            <a:ext cx="899427"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EDCA7E"/>
                </a:solidFill>
                <a:latin typeface="Tahoma"/>
                <a:ea typeface="Tahoma"/>
                <a:cs typeface="Tahoma"/>
              </a:defRPr>
            </a:pPr>
            <a:r>
              <a:rPr sz="2325" b="1">
                <a:solidFill>
                  <a:srgbClr val="EDCA7E"/>
                </a:solidFill>
                <a:latin typeface="Tahoma"/>
                <a:ea typeface="Tahoma"/>
                <a:cs typeface="Tahoma"/>
              </a:rPr>
              <a:t>نموذج</a:t>
            </a:r>
          </a:p>
        </p:txBody>
      </p:sp>
      <p:sp>
        <p:nvSpPr>
          <p:cNvPr id="39" name="text-249">
            <a:extLst xmlns:a="http://schemas.openxmlformats.org/drawingml/2006/main">
              <a:ext uri="{FF2B5EF4-FFF2-40B4-BE49-F238E27FC236}">
                <a16:creationId xmlns:a16="http://schemas.microsoft.com/office/drawing/2014/main" id="{2D6E1141-7641-4C45-99F4-610F3DFAF543}"/>
              </a:ext>
            </a:extLst>
          </p:cNvPr>
          <p:cNvSpPr>
            <a:spLocks xmlns:a="http://schemas.openxmlformats.org/drawingml/2006/main" noGrp="1"/>
          </p:cNvSpPr>
          <p:nvPr/>
        </p:nvSpPr>
        <p:spPr>
          <a:xfrm xmlns:a="http://schemas.openxmlformats.org/drawingml/2006/main">
            <a:off x="8150885" y="3943350"/>
            <a:ext cx="859208"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EDCA7E"/>
                </a:solidFill>
                <a:latin typeface="Tahoma"/>
                <a:ea typeface="Tahoma"/>
                <a:cs typeface="Tahoma"/>
              </a:defRPr>
            </a:pPr>
            <a:r>
              <a:rPr sz="2325" b="1">
                <a:solidFill>
                  <a:srgbClr val="EDCA7E"/>
                </a:solidFill>
                <a:latin typeface="Tahoma"/>
                <a:ea typeface="Tahoma"/>
                <a:cs typeface="Tahoma"/>
              </a:rPr>
              <a:t>عربي</a:t>
            </a:r>
          </a:p>
        </p:txBody>
      </p:sp>
      <p:sp>
        <p:nvSpPr>
          <p:cNvPr id="40" name="text-250">
            <a:extLst xmlns:a="http://schemas.openxmlformats.org/drawingml/2006/main">
              <a:ext uri="{FF2B5EF4-FFF2-40B4-BE49-F238E27FC236}">
                <a16:creationId xmlns:a16="http://schemas.microsoft.com/office/drawing/2014/main" id="{4808C15F-D23D-4D31-B83E-51837A7316D4}"/>
              </a:ext>
            </a:extLst>
          </p:cNvPr>
          <p:cNvSpPr>
            <a:spLocks xmlns:a="http://schemas.openxmlformats.org/drawingml/2006/main" noGrp="1"/>
          </p:cNvSpPr>
          <p:nvPr/>
        </p:nvSpPr>
        <p:spPr>
          <a:xfrm xmlns:a="http://schemas.openxmlformats.org/drawingml/2006/main">
            <a:off x="7019285" y="3943350"/>
            <a:ext cx="1064163"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EDCA7E"/>
                </a:solidFill>
                <a:latin typeface="Tahoma"/>
                <a:ea typeface="Tahoma"/>
                <a:cs typeface="Tahoma"/>
              </a:defRPr>
            </a:pPr>
            <a:r>
              <a:rPr sz="2325" b="1">
                <a:solidFill>
                  <a:srgbClr val="EDCA7E"/>
                </a:solidFill>
                <a:latin typeface="Tahoma"/>
                <a:ea typeface="Tahoma"/>
                <a:cs typeface="Tahoma"/>
              </a:rPr>
              <a:t>سيادي</a:t>
            </a:r>
          </a:p>
        </p:txBody>
      </p:sp>
      <p:sp>
        <p:nvSpPr>
          <p:cNvPr id="41" name="text-251">
            <a:extLst xmlns:a="http://schemas.openxmlformats.org/drawingml/2006/main">
              <a:ext uri="{FF2B5EF4-FFF2-40B4-BE49-F238E27FC236}">
                <a16:creationId xmlns:a16="http://schemas.microsoft.com/office/drawing/2014/main" id="{BCBC5993-271F-4C3F-A4BF-E021B94F6CC5}"/>
              </a:ext>
            </a:extLst>
          </p:cNvPr>
          <p:cNvSpPr>
            <a:spLocks xmlns:a="http://schemas.openxmlformats.org/drawingml/2006/main" noGrp="1"/>
          </p:cNvSpPr>
          <p:nvPr/>
        </p:nvSpPr>
        <p:spPr>
          <a:xfrm xmlns:a="http://schemas.openxmlformats.org/drawingml/2006/main">
            <a:off x="6210818" y="3943350"/>
            <a:ext cx="741030"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EDCA7E"/>
                </a:solidFill>
                <a:latin typeface="Tahoma"/>
                <a:ea typeface="Tahoma"/>
                <a:cs typeface="Tahoma"/>
              </a:defRPr>
            </a:pPr>
            <a:r>
              <a:rPr sz="2325" b="1">
                <a:solidFill>
                  <a:srgbClr val="EDCA7E"/>
                </a:solidFill>
                <a:latin typeface="Tahoma"/>
                <a:ea typeface="Tahoma"/>
                <a:cs typeface="Tahoma"/>
              </a:rPr>
              <a:t>نملك</a:t>
            </a:r>
          </a:p>
        </p:txBody>
      </p:sp>
      <p:sp>
        <p:nvSpPr>
          <p:cNvPr id="42" name="text-252">
            <a:extLst xmlns:a="http://schemas.openxmlformats.org/drawingml/2006/main">
              <a:ext uri="{FF2B5EF4-FFF2-40B4-BE49-F238E27FC236}">
                <a16:creationId xmlns:a16="http://schemas.microsoft.com/office/drawing/2014/main" id="{79F88249-08CB-4009-84BA-6722A65B6D33}"/>
              </a:ext>
            </a:extLst>
          </p:cNvPr>
          <p:cNvSpPr>
            <a:spLocks xmlns:a="http://schemas.openxmlformats.org/drawingml/2006/main" noGrp="1"/>
          </p:cNvSpPr>
          <p:nvPr/>
        </p:nvSpPr>
        <p:spPr>
          <a:xfrm xmlns:a="http://schemas.openxmlformats.org/drawingml/2006/main">
            <a:off x="5304084" y="3943350"/>
            <a:ext cx="839297"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EDCA7E"/>
                </a:solidFill>
                <a:latin typeface="Tahoma"/>
                <a:ea typeface="Tahoma"/>
                <a:cs typeface="Tahoma"/>
              </a:defRPr>
            </a:pPr>
            <a:r>
              <a:rPr sz="2325" b="1">
                <a:solidFill>
                  <a:srgbClr val="EDCA7E"/>
                </a:solidFill>
                <a:latin typeface="Tahoma"/>
                <a:ea typeface="Tahoma"/>
                <a:cs typeface="Tahoma"/>
              </a:rPr>
              <a:t>أوزانه</a:t>
            </a:r>
          </a:p>
        </p:txBody>
      </p:sp>
      <p:sp>
        <p:nvSpPr>
          <p:cNvPr id="43" name="text-253">
            <a:extLst xmlns:a="http://schemas.openxmlformats.org/drawingml/2006/main">
              <a:ext uri="{FF2B5EF4-FFF2-40B4-BE49-F238E27FC236}">
                <a16:creationId xmlns:a16="http://schemas.microsoft.com/office/drawing/2014/main" id="{08D70676-EF07-48B4-BC8E-15DA8E0228A5}"/>
              </a:ext>
            </a:extLst>
          </p:cNvPr>
          <p:cNvSpPr>
            <a:spLocks xmlns:a="http://schemas.openxmlformats.org/drawingml/2006/main" noGrp="1"/>
          </p:cNvSpPr>
          <p:nvPr/>
        </p:nvSpPr>
        <p:spPr>
          <a:xfrm xmlns:a="http://schemas.openxmlformats.org/drawingml/2006/main">
            <a:off x="11131856" y="4543425"/>
            <a:ext cx="45054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لينة</a:t>
            </a:r>
          </a:p>
        </p:txBody>
      </p:sp>
      <p:sp>
        <p:nvSpPr>
          <p:cNvPr id="44" name="text-254">
            <a:extLst xmlns:a="http://schemas.openxmlformats.org/drawingml/2006/main">
              <a:ext uri="{FF2B5EF4-FFF2-40B4-BE49-F238E27FC236}">
                <a16:creationId xmlns:a16="http://schemas.microsoft.com/office/drawing/2014/main" id="{9D3BA086-CBBC-4C8A-9B31-A499E43EF761}"/>
              </a:ext>
            </a:extLst>
          </p:cNvPr>
          <p:cNvSpPr>
            <a:spLocks xmlns:a="http://schemas.openxmlformats.org/drawingml/2006/main" noGrp="1"/>
          </p:cNvSpPr>
          <p:nvPr/>
        </p:nvSpPr>
        <p:spPr>
          <a:xfrm xmlns:a="http://schemas.openxmlformats.org/drawingml/2006/main">
            <a:off x="10377351" y="4543425"/>
            <a:ext cx="69316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وقبس</a:t>
            </a:r>
          </a:p>
        </p:txBody>
      </p:sp>
      <p:sp>
        <p:nvSpPr>
          <p:cNvPr id="45" name="text-255">
            <a:extLst xmlns:a="http://schemas.openxmlformats.org/drawingml/2006/main">
              <a:ext uri="{FF2B5EF4-FFF2-40B4-BE49-F238E27FC236}">
                <a16:creationId xmlns:a16="http://schemas.microsoft.com/office/drawing/2014/main" id="{733A9518-DF8D-4DF4-9A63-E051D95F10B1}"/>
              </a:ext>
            </a:extLst>
          </p:cNvPr>
          <p:cNvSpPr>
            <a:spLocks xmlns:a="http://schemas.openxmlformats.org/drawingml/2006/main" noGrp="1"/>
          </p:cNvSpPr>
          <p:nvPr/>
        </p:nvSpPr>
        <p:spPr>
          <a:xfrm xmlns:a="http://schemas.openxmlformats.org/drawingml/2006/main">
            <a:off x="9219429" y="4543425"/>
            <a:ext cx="109658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تستفيدان</a:t>
            </a:r>
          </a:p>
        </p:txBody>
      </p:sp>
      <p:sp>
        <p:nvSpPr>
          <p:cNvPr id="46" name="text-256">
            <a:extLst xmlns:a="http://schemas.openxmlformats.org/drawingml/2006/main">
              <a:ext uri="{FF2B5EF4-FFF2-40B4-BE49-F238E27FC236}">
                <a16:creationId xmlns:a16="http://schemas.microsoft.com/office/drawing/2014/main" id="{2AC52C7F-C3A0-42C6-BD30-8C918E1CD038}"/>
              </a:ext>
            </a:extLst>
          </p:cNvPr>
          <p:cNvSpPr>
            <a:spLocks xmlns:a="http://schemas.openxmlformats.org/drawingml/2006/main" noGrp="1"/>
          </p:cNvSpPr>
          <p:nvPr/>
        </p:nvSpPr>
        <p:spPr>
          <a:xfrm xmlns:a="http://schemas.openxmlformats.org/drawingml/2006/main">
            <a:off x="8785539" y="4543425"/>
            <a:ext cx="37254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من</a:t>
            </a:r>
          </a:p>
        </p:txBody>
      </p:sp>
      <p:sp>
        <p:nvSpPr>
          <p:cNvPr id="47" name="text-257">
            <a:extLst xmlns:a="http://schemas.openxmlformats.org/drawingml/2006/main">
              <a:ext uri="{FF2B5EF4-FFF2-40B4-BE49-F238E27FC236}">
                <a16:creationId xmlns:a16="http://schemas.microsoft.com/office/drawing/2014/main" id="{86CFD604-8B19-4865-938D-FF64A4C4451D}"/>
              </a:ext>
            </a:extLst>
          </p:cNvPr>
          <p:cNvSpPr>
            <a:spLocks xmlns:a="http://schemas.openxmlformats.org/drawingml/2006/main" noGrp="1"/>
          </p:cNvSpPr>
          <p:nvPr/>
        </p:nvSpPr>
        <p:spPr>
          <a:xfrm xmlns:a="http://schemas.openxmlformats.org/drawingml/2006/main">
            <a:off x="8110109" y="4543425"/>
            <a:ext cx="614089"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أدوات</a:t>
            </a:r>
          </a:p>
        </p:txBody>
      </p:sp>
      <p:sp>
        <p:nvSpPr>
          <p:cNvPr id="48" name="text-258">
            <a:extLst xmlns:a="http://schemas.openxmlformats.org/drawingml/2006/main">
              <a:ext uri="{FF2B5EF4-FFF2-40B4-BE49-F238E27FC236}">
                <a16:creationId xmlns:a16="http://schemas.microsoft.com/office/drawing/2014/main" id="{0FDEC4BF-9C1D-4CC3-A5CC-EA670C9E4EC5}"/>
              </a:ext>
            </a:extLst>
          </p:cNvPr>
          <p:cNvSpPr>
            <a:spLocks xmlns:a="http://schemas.openxmlformats.org/drawingml/2006/main" noGrp="1"/>
          </p:cNvSpPr>
          <p:nvPr/>
        </p:nvSpPr>
        <p:spPr>
          <a:xfrm xmlns:a="http://schemas.openxmlformats.org/drawingml/2006/main">
            <a:off x="6999474" y="4543425"/>
            <a:ext cx="104929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سلسبيل</a:t>
            </a:r>
          </a:p>
        </p:txBody>
      </p:sp>
      <p:sp>
        <p:nvSpPr>
          <p:cNvPr id="49" name="text-259">
            <a:extLst xmlns:a="http://schemas.openxmlformats.org/drawingml/2006/main">
              <a:ext uri="{FF2B5EF4-FFF2-40B4-BE49-F238E27FC236}">
                <a16:creationId xmlns:a16="http://schemas.microsoft.com/office/drawing/2014/main" id="{CF7DDCD5-19C1-427B-B2E7-76D038F2300B}"/>
              </a:ext>
            </a:extLst>
          </p:cNvPr>
          <p:cNvSpPr>
            <a:spLocks xmlns:a="http://schemas.openxmlformats.org/drawingml/2006/main" noGrp="1"/>
          </p:cNvSpPr>
          <p:nvPr/>
        </p:nvSpPr>
        <p:spPr>
          <a:xfrm xmlns:a="http://schemas.openxmlformats.org/drawingml/2006/main">
            <a:off x="6291865" y="4543425"/>
            <a:ext cx="64626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لقراءة</a:t>
            </a:r>
          </a:p>
        </p:txBody>
      </p:sp>
      <p:sp>
        <p:nvSpPr>
          <p:cNvPr id="50" name="text-260">
            <a:extLst xmlns:a="http://schemas.openxmlformats.org/drawingml/2006/main">
              <a:ext uri="{FF2B5EF4-FFF2-40B4-BE49-F238E27FC236}">
                <a16:creationId xmlns:a16="http://schemas.microsoft.com/office/drawing/2014/main" id="{8B95C38D-6832-4C11-A71C-70E61769CC02}"/>
              </a:ext>
            </a:extLst>
          </p:cNvPr>
          <p:cNvSpPr>
            <a:spLocks xmlns:a="http://schemas.openxmlformats.org/drawingml/2006/main" noGrp="1"/>
          </p:cNvSpPr>
          <p:nvPr/>
        </p:nvSpPr>
        <p:spPr>
          <a:xfrm xmlns:a="http://schemas.openxmlformats.org/drawingml/2006/main">
            <a:off x="5392063" y="4543425"/>
            <a:ext cx="83846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المصادر</a:t>
            </a:r>
          </a:p>
        </p:txBody>
      </p:sp>
      <p:sp>
        <p:nvSpPr>
          <p:cNvPr id="51" name="text-261">
            <a:extLst xmlns:a="http://schemas.openxmlformats.org/drawingml/2006/main">
              <a:ext uri="{FF2B5EF4-FFF2-40B4-BE49-F238E27FC236}">
                <a16:creationId xmlns:a16="http://schemas.microsoft.com/office/drawing/2014/main" id="{549CD2B6-82ED-4E00-B6B6-A2840FF4BCA6}"/>
              </a:ext>
            </a:extLst>
          </p:cNvPr>
          <p:cNvSpPr>
            <a:spLocks xmlns:a="http://schemas.openxmlformats.org/drawingml/2006/main" noGrp="1"/>
          </p:cNvSpPr>
          <p:nvPr/>
        </p:nvSpPr>
        <p:spPr>
          <a:xfrm xmlns:a="http://schemas.openxmlformats.org/drawingml/2006/main">
            <a:off x="4825728" y="4543425"/>
            <a:ext cx="50499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وربط</a:t>
            </a:r>
          </a:p>
        </p:txBody>
      </p:sp>
      <p:sp>
        <p:nvSpPr>
          <p:cNvPr id="52" name="text-262">
            <a:extLst xmlns:a="http://schemas.openxmlformats.org/drawingml/2006/main">
              <a:ext uri="{FF2B5EF4-FFF2-40B4-BE49-F238E27FC236}">
                <a16:creationId xmlns:a16="http://schemas.microsoft.com/office/drawing/2014/main" id="{A022D207-CCDA-4ABF-8512-941B1FA0B34D}"/>
              </a:ext>
            </a:extLst>
          </p:cNvPr>
          <p:cNvSpPr>
            <a:spLocks xmlns:a="http://schemas.openxmlformats.org/drawingml/2006/main" noGrp="1"/>
          </p:cNvSpPr>
          <p:nvPr/>
        </p:nvSpPr>
        <p:spPr>
          <a:xfrm xmlns:a="http://schemas.openxmlformats.org/drawingml/2006/main">
            <a:off x="4150690" y="4543425"/>
            <a:ext cx="61369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الأدلة</a:t>
            </a:r>
          </a:p>
        </p:txBody>
      </p:sp>
      <p:sp>
        <p:nvSpPr>
          <p:cNvPr id="53" name="text-263">
            <a:extLst xmlns:a="http://schemas.openxmlformats.org/drawingml/2006/main">
              <a:ext uri="{FF2B5EF4-FFF2-40B4-BE49-F238E27FC236}">
                <a16:creationId xmlns:a16="http://schemas.microsoft.com/office/drawing/2014/main" id="{A9E54268-324C-4BF3-BA49-F3FD07B0F6A8}"/>
              </a:ext>
            </a:extLst>
          </p:cNvPr>
          <p:cNvSpPr>
            <a:spLocks xmlns:a="http://schemas.openxmlformats.org/drawingml/2006/main" noGrp="1"/>
          </p:cNvSpPr>
          <p:nvPr/>
        </p:nvSpPr>
        <p:spPr>
          <a:xfrm xmlns:a="http://schemas.openxmlformats.org/drawingml/2006/main">
            <a:off x="10987638" y="5324475"/>
            <a:ext cx="5947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مفتاح</a:t>
            </a:r>
          </a:p>
        </p:txBody>
      </p:sp>
      <p:sp>
        <p:nvSpPr>
          <p:cNvPr id="54" name="text-264">
            <a:extLst xmlns:a="http://schemas.openxmlformats.org/drawingml/2006/main">
              <a:ext uri="{FF2B5EF4-FFF2-40B4-BE49-F238E27FC236}">
                <a16:creationId xmlns:a16="http://schemas.microsoft.com/office/drawing/2014/main" id="{BA3DB7A5-4F2C-4B60-8A8A-FEBB26610B9F}"/>
              </a:ext>
            </a:extLst>
          </p:cNvPr>
          <p:cNvSpPr>
            <a:spLocks xmlns:a="http://schemas.openxmlformats.org/drawingml/2006/main" noGrp="1"/>
          </p:cNvSpPr>
          <p:nvPr/>
        </p:nvSpPr>
        <p:spPr>
          <a:xfrm xmlns:a="http://schemas.openxmlformats.org/drawingml/2006/main">
            <a:off x="10199597" y="5324475"/>
            <a:ext cx="73270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الخدمة</a:t>
            </a:r>
          </a:p>
        </p:txBody>
      </p:sp>
      <p:sp>
        <p:nvSpPr>
          <p:cNvPr id="55" name="text-265">
            <a:extLst xmlns:a="http://schemas.openxmlformats.org/drawingml/2006/main">
              <a:ext uri="{FF2B5EF4-FFF2-40B4-BE49-F238E27FC236}">
                <a16:creationId xmlns:a16="http://schemas.microsoft.com/office/drawing/2014/main" id="{AB73EB15-3FBB-498B-A4CE-8E5866D249E7}"/>
              </a:ext>
            </a:extLst>
          </p:cNvPr>
          <p:cNvSpPr>
            <a:spLocks xmlns:a="http://schemas.openxmlformats.org/drawingml/2006/main" noGrp="1"/>
          </p:cNvSpPr>
          <p:nvPr/>
        </p:nvSpPr>
        <p:spPr>
          <a:xfrm xmlns:a="http://schemas.openxmlformats.org/drawingml/2006/main">
            <a:off x="9761014" y="5324475"/>
            <a:ext cx="38324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في</a:t>
            </a:r>
          </a:p>
        </p:txBody>
      </p:sp>
      <p:sp>
        <p:nvSpPr>
          <p:cNvPr id="56" name="text-266">
            <a:extLst xmlns:a="http://schemas.openxmlformats.org/drawingml/2006/main">
              <a:ext uri="{FF2B5EF4-FFF2-40B4-BE49-F238E27FC236}">
                <a16:creationId xmlns:a16="http://schemas.microsoft.com/office/drawing/2014/main" id="{35751DFF-FAF9-4957-AAF8-74673BD2F902}"/>
              </a:ext>
            </a:extLst>
          </p:cNvPr>
          <p:cNvSpPr>
            <a:spLocks xmlns:a="http://schemas.openxmlformats.org/drawingml/2006/main" noGrp="1"/>
          </p:cNvSpPr>
          <p:nvPr/>
        </p:nvSpPr>
        <p:spPr>
          <a:xfrm xmlns:a="http://schemas.openxmlformats.org/drawingml/2006/main">
            <a:off x="9040471" y="5324475"/>
            <a:ext cx="66520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الخادم</a:t>
            </a:r>
          </a:p>
        </p:txBody>
      </p:sp>
      <p:sp>
        <p:nvSpPr>
          <p:cNvPr id="57" name="text-267">
            <a:extLst xmlns:a="http://schemas.openxmlformats.org/drawingml/2006/main">
              <a:ext uri="{FF2B5EF4-FFF2-40B4-BE49-F238E27FC236}">
                <a16:creationId xmlns:a16="http://schemas.microsoft.com/office/drawing/2014/main" id="{32ADB4AE-8765-4C42-A55D-E60D6BD4F540}"/>
              </a:ext>
            </a:extLst>
          </p:cNvPr>
          <p:cNvSpPr>
            <a:spLocks xmlns:a="http://schemas.openxmlformats.org/drawingml/2006/main" noGrp="1"/>
          </p:cNvSpPr>
          <p:nvPr/>
        </p:nvSpPr>
        <p:spPr>
          <a:xfrm xmlns:a="http://schemas.openxmlformats.org/drawingml/2006/main">
            <a:off x="8860304" y="5324475"/>
            <a:ext cx="1248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a:t>
            </a:r>
          </a:p>
        </p:txBody>
      </p:sp>
      <p:sp>
        <p:nvSpPr>
          <p:cNvPr id="58" name="text-268">
            <a:extLst xmlns:a="http://schemas.openxmlformats.org/drawingml/2006/main">
              <a:ext uri="{FF2B5EF4-FFF2-40B4-BE49-F238E27FC236}">
                <a16:creationId xmlns:a16="http://schemas.microsoft.com/office/drawing/2014/main" id="{1B2A6C46-B838-46D5-AB44-33126459342F}"/>
              </a:ext>
            </a:extLst>
          </p:cNvPr>
          <p:cNvSpPr>
            <a:spLocks xmlns:a="http://schemas.openxmlformats.org/drawingml/2006/main" noGrp="1"/>
          </p:cNvSpPr>
          <p:nvPr/>
        </p:nvSpPr>
        <p:spPr>
          <a:xfrm xmlns:a="http://schemas.openxmlformats.org/drawingml/2006/main">
            <a:off x="8295162" y="5324475"/>
            <a:ext cx="50980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أوزان</a:t>
            </a:r>
          </a:p>
        </p:txBody>
      </p:sp>
      <p:sp>
        <p:nvSpPr>
          <p:cNvPr id="59" name="text-269">
            <a:extLst xmlns:a="http://schemas.openxmlformats.org/drawingml/2006/main">
              <a:ext uri="{FF2B5EF4-FFF2-40B4-BE49-F238E27FC236}">
                <a16:creationId xmlns:a16="http://schemas.microsoft.com/office/drawing/2014/main" id="{D752BAC9-3D32-4A81-8AFA-36BA48BFA196}"/>
              </a:ext>
            </a:extLst>
          </p:cNvPr>
          <p:cNvSpPr>
            <a:spLocks xmlns:a="http://schemas.openxmlformats.org/drawingml/2006/main" noGrp="1"/>
          </p:cNvSpPr>
          <p:nvPr/>
        </p:nvSpPr>
        <p:spPr>
          <a:xfrm xmlns:a="http://schemas.openxmlformats.org/drawingml/2006/main">
            <a:off x="7465818" y="5324475"/>
            <a:ext cx="77400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النموذج</a:t>
            </a:r>
          </a:p>
        </p:txBody>
      </p:sp>
      <p:sp>
        <p:nvSpPr>
          <p:cNvPr id="60" name="text-270">
            <a:extLst xmlns:a="http://schemas.openxmlformats.org/drawingml/2006/main">
              <a:ext uri="{FF2B5EF4-FFF2-40B4-BE49-F238E27FC236}">
                <a16:creationId xmlns:a16="http://schemas.microsoft.com/office/drawing/2014/main" id="{95A03228-CC47-4A24-BE2A-1F17A81E774D}"/>
              </a:ext>
            </a:extLst>
          </p:cNvPr>
          <p:cNvSpPr>
            <a:spLocks xmlns:a="http://schemas.openxmlformats.org/drawingml/2006/main" noGrp="1"/>
          </p:cNvSpPr>
          <p:nvPr/>
        </p:nvSpPr>
        <p:spPr>
          <a:xfrm xmlns:a="http://schemas.openxmlformats.org/drawingml/2006/main">
            <a:off x="6611554" y="5324475"/>
            <a:ext cx="79892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ومصنعه</a:t>
            </a:r>
          </a:p>
        </p:txBody>
      </p:sp>
      <p:sp>
        <p:nvSpPr>
          <p:cNvPr id="61" name="text-271">
            <a:extLst xmlns:a="http://schemas.openxmlformats.org/drawingml/2006/main">
              <a:ext uri="{FF2B5EF4-FFF2-40B4-BE49-F238E27FC236}">
                <a16:creationId xmlns:a16="http://schemas.microsoft.com/office/drawing/2014/main" id="{560BF8B3-03BE-4DAC-B904-6FACFE9AF6FA}"/>
              </a:ext>
            </a:extLst>
          </p:cNvPr>
          <p:cNvSpPr>
            <a:spLocks xmlns:a="http://schemas.openxmlformats.org/drawingml/2006/main" noGrp="1"/>
          </p:cNvSpPr>
          <p:nvPr/>
        </p:nvSpPr>
        <p:spPr>
          <a:xfrm xmlns:a="http://schemas.openxmlformats.org/drawingml/2006/main">
            <a:off x="6045824" y="5324475"/>
            <a:ext cx="51038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خارج</a:t>
            </a:r>
          </a:p>
        </p:txBody>
      </p:sp>
      <p:sp>
        <p:nvSpPr>
          <p:cNvPr id="62" name="text-272">
            <a:extLst xmlns:a="http://schemas.openxmlformats.org/drawingml/2006/main">
              <a:ext uri="{FF2B5EF4-FFF2-40B4-BE49-F238E27FC236}">
                <a16:creationId xmlns:a16="http://schemas.microsoft.com/office/drawing/2014/main" id="{E22E8CCB-B8BE-457E-AC49-F8DA545C2180}"/>
              </a:ext>
            </a:extLst>
          </p:cNvPr>
          <p:cNvSpPr>
            <a:spLocks xmlns:a="http://schemas.openxmlformats.org/drawingml/2006/main" noGrp="1"/>
          </p:cNvSpPr>
          <p:nvPr/>
        </p:nvSpPr>
        <p:spPr>
          <a:xfrm xmlns:a="http://schemas.openxmlformats.org/drawingml/2006/main">
            <a:off x="5425056" y="5324475"/>
            <a:ext cx="56542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نطاق</a:t>
            </a:r>
          </a:p>
        </p:txBody>
      </p:sp>
      <p:sp>
        <p:nvSpPr>
          <p:cNvPr id="63" name="text-273">
            <a:extLst xmlns:a="http://schemas.openxmlformats.org/drawingml/2006/main">
              <a:ext uri="{FF2B5EF4-FFF2-40B4-BE49-F238E27FC236}">
                <a16:creationId xmlns:a16="http://schemas.microsoft.com/office/drawing/2014/main" id="{00E6D19E-57A4-41D3-B1A9-616EF30C17AB}"/>
              </a:ext>
            </a:extLst>
          </p:cNvPr>
          <p:cNvSpPr>
            <a:spLocks xmlns:a="http://schemas.openxmlformats.org/drawingml/2006/main" noGrp="1"/>
          </p:cNvSpPr>
          <p:nvPr/>
        </p:nvSpPr>
        <p:spPr>
          <a:xfrm xmlns:a="http://schemas.openxmlformats.org/drawingml/2006/main">
            <a:off x="4516539" y="5324475"/>
            <a:ext cx="85317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التسليم</a:t>
            </a:r>
          </a:p>
        </p:txBody>
      </p:sp>
    </p:spTree>
    <p:extLst>
      <p:ext uri="{BB962C8B-B14F-4D97-AF65-F5344CB8AC3E}">
        <p14:creationId xmlns:p14="http://schemas.microsoft.com/office/powerpoint/2010/main" val="1065240688"/>
      </p:ext>
    </p:extLst>
  </p:cSld>
</p:sld>
</file>

<file path=ppt/slides/slide8.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41" name="text-274">
            <a:extLst xmlns:a="http://schemas.openxmlformats.org/drawingml/2006/main">
              <a:ext uri="{FF2B5EF4-FFF2-40B4-BE49-F238E27FC236}">
                <a16:creationId xmlns:a16="http://schemas.microsoft.com/office/drawing/2014/main" id="{20AF5CDC-AECC-4201-8472-9B62CAD8BA81}"/>
              </a:ext>
            </a:extLst>
          </p:cNvPr>
          <p:cNvSpPr>
            <a:spLocks xmlns:a="http://schemas.openxmlformats.org/drawingml/2006/main" noGrp="1"/>
          </p:cNvSpPr>
          <p:nvPr/>
        </p:nvSpPr>
        <p:spPr>
          <a:xfrm xmlns:a="http://schemas.openxmlformats.org/drawingml/2006/main">
            <a:off x="10207981" y="457200"/>
            <a:ext cx="137441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الذاكرة</a:t>
            </a:r>
          </a:p>
        </p:txBody>
      </p:sp>
      <p:sp>
        <p:nvSpPr>
          <p:cNvPr id="2" name="text-275">
            <a:extLst xmlns:a="http://schemas.openxmlformats.org/drawingml/2006/main">
              <a:ext uri="{FF2B5EF4-FFF2-40B4-BE49-F238E27FC236}">
                <a16:creationId xmlns:a16="http://schemas.microsoft.com/office/drawing/2014/main" id="{0BA9E80E-2A57-42DC-B9CE-B2E38A9207AD}"/>
              </a:ext>
            </a:extLst>
          </p:cNvPr>
          <p:cNvSpPr>
            <a:spLocks xmlns:a="http://schemas.openxmlformats.org/drawingml/2006/main" noGrp="1"/>
          </p:cNvSpPr>
          <p:nvPr/>
        </p:nvSpPr>
        <p:spPr>
          <a:xfrm xmlns:a="http://schemas.openxmlformats.org/drawingml/2006/main">
            <a:off x="8397080" y="457200"/>
            <a:ext cx="17099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المهيكلة</a:t>
            </a:r>
          </a:p>
        </p:txBody>
      </p:sp>
      <p:sp>
        <p:nvSpPr>
          <p:cNvPr id="3" name="text-276">
            <a:extLst xmlns:a="http://schemas.openxmlformats.org/drawingml/2006/main">
              <a:ext uri="{FF2B5EF4-FFF2-40B4-BE49-F238E27FC236}">
                <a16:creationId xmlns:a16="http://schemas.microsoft.com/office/drawing/2014/main" id="{1002AA28-4756-478D-8B01-77C61E141E9D}"/>
              </a:ext>
            </a:extLst>
          </p:cNvPr>
          <p:cNvSpPr>
            <a:spLocks xmlns:a="http://schemas.openxmlformats.org/drawingml/2006/main" noGrp="1"/>
          </p:cNvSpPr>
          <p:nvPr/>
        </p:nvSpPr>
        <p:spPr>
          <a:xfrm xmlns:a="http://schemas.openxmlformats.org/drawingml/2006/main">
            <a:off x="7184601" y="457200"/>
            <a:ext cx="111151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النص</a:t>
            </a:r>
          </a:p>
        </p:txBody>
      </p:sp>
      <p:sp>
        <p:nvSpPr>
          <p:cNvPr id="4" name="text-277">
            <a:extLst xmlns:a="http://schemas.openxmlformats.org/drawingml/2006/main">
              <a:ext uri="{FF2B5EF4-FFF2-40B4-BE49-F238E27FC236}">
                <a16:creationId xmlns:a16="http://schemas.microsoft.com/office/drawing/2014/main" id="{5F831D41-AE3C-4A89-8790-2DBAB8A34518}"/>
              </a:ext>
            </a:extLst>
          </p:cNvPr>
          <p:cNvSpPr>
            <a:spLocks xmlns:a="http://schemas.openxmlformats.org/drawingml/2006/main" noGrp="1"/>
          </p:cNvSpPr>
          <p:nvPr/>
        </p:nvSpPr>
        <p:spPr>
          <a:xfrm xmlns:a="http://schemas.openxmlformats.org/drawingml/2006/main">
            <a:off x="6431958" y="457200"/>
            <a:ext cx="65167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من</a:t>
            </a:r>
          </a:p>
        </p:txBody>
      </p:sp>
      <p:sp>
        <p:nvSpPr>
          <p:cNvPr id="5" name="text-278">
            <a:extLst xmlns:a="http://schemas.openxmlformats.org/drawingml/2006/main">
              <a:ext uri="{FF2B5EF4-FFF2-40B4-BE49-F238E27FC236}">
                <a16:creationId xmlns:a16="http://schemas.microsoft.com/office/drawing/2014/main" id="{FDA322AE-40F3-4DD5-B2DB-74CEEE4FE5C3}"/>
              </a:ext>
            </a:extLst>
          </p:cNvPr>
          <p:cNvSpPr>
            <a:spLocks xmlns:a="http://schemas.openxmlformats.org/drawingml/2006/main" noGrp="1"/>
          </p:cNvSpPr>
          <p:nvPr/>
        </p:nvSpPr>
        <p:spPr>
          <a:xfrm xmlns:a="http://schemas.openxmlformats.org/drawingml/2006/main">
            <a:off x="5317251" y="457200"/>
            <a:ext cx="101374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أصله</a:t>
            </a:r>
          </a:p>
        </p:txBody>
      </p:sp>
      <p:sp>
        <p:nvSpPr>
          <p:cNvPr id="6" name="shape-279">
            <a:extLst xmlns:a="http://schemas.openxmlformats.org/drawingml/2006/main">
              <a:ext uri="{FF2B5EF4-FFF2-40B4-BE49-F238E27FC236}">
                <a16:creationId xmlns:a16="http://schemas.microsoft.com/office/drawing/2014/main" id="{3B4F670D-9ADE-42CF-8564-3B463953FF30}"/>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7" name="text-280">
            <a:extLst xmlns:a="http://schemas.openxmlformats.org/drawingml/2006/main">
              <a:ext uri="{FF2B5EF4-FFF2-40B4-BE49-F238E27FC236}">
                <a16:creationId xmlns:a16="http://schemas.microsoft.com/office/drawing/2014/main" id="{A993AD94-CDCB-4E38-A87F-68618C94C7A4}"/>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8" name="text-281">
            <a:extLst xmlns:a="http://schemas.openxmlformats.org/drawingml/2006/main">
              <a:ext uri="{FF2B5EF4-FFF2-40B4-BE49-F238E27FC236}">
                <a16:creationId xmlns:a16="http://schemas.microsoft.com/office/drawing/2014/main" id="{CFD9BB90-3DF5-45B4-97D4-847A5F6BCA3D}"/>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9" name="text-282">
            <a:extLst xmlns:a="http://schemas.openxmlformats.org/drawingml/2006/main">
              <a:ext uri="{FF2B5EF4-FFF2-40B4-BE49-F238E27FC236}">
                <a16:creationId xmlns:a16="http://schemas.microsoft.com/office/drawing/2014/main" id="{5628330C-5C0C-40A8-B26B-4050EC970072}"/>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0" name="text-283">
            <a:extLst xmlns:a="http://schemas.openxmlformats.org/drawingml/2006/main">
              <a:ext uri="{FF2B5EF4-FFF2-40B4-BE49-F238E27FC236}">
                <a16:creationId xmlns:a16="http://schemas.microsoft.com/office/drawing/2014/main" id="{0B8E62DF-D84A-48E0-8A16-176BD7AA303D}"/>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1" name="text-284">
            <a:extLst xmlns:a="http://schemas.openxmlformats.org/drawingml/2006/main">
              <a:ext uri="{FF2B5EF4-FFF2-40B4-BE49-F238E27FC236}">
                <a16:creationId xmlns:a16="http://schemas.microsoft.com/office/drawing/2014/main" id="{F70C5B83-E8AE-4172-88F9-B93472CA0F0C}"/>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2" name="text-285">
            <a:extLst xmlns:a="http://schemas.openxmlformats.org/drawingml/2006/main">
              <a:ext uri="{FF2B5EF4-FFF2-40B4-BE49-F238E27FC236}">
                <a16:creationId xmlns:a16="http://schemas.microsoft.com/office/drawing/2014/main" id="{2444E36C-D89A-477D-BCFF-5B1E52824CF8}"/>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3" name="text-286">
            <a:extLst xmlns:a="http://schemas.openxmlformats.org/drawingml/2006/main">
              <a:ext uri="{FF2B5EF4-FFF2-40B4-BE49-F238E27FC236}">
                <a16:creationId xmlns:a16="http://schemas.microsoft.com/office/drawing/2014/main" id="{C2DA4345-8F92-4D1A-9FB9-CB39AFC9D1EF}"/>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08</a:t>
            </a:r>
          </a:p>
        </p:txBody>
      </p:sp>
      <p:pic>
        <p:nvPicPr>
          <p:cNvPr id="54" name=""/>
          <p:cNvPicPr>
            <a:picLocks xmlns:a="http://schemas.openxmlformats.org/drawingml/2006/main" noChangeAspect="1"/>
          </p:cNvPicPr>
          <p:nvPr/>
        </p:nvPicPr>
        <p:blipFill>
          <a:blip xmlns:r="http://schemas.openxmlformats.org/officeDocument/2006/relationships" xmlns:a="http://schemas.openxmlformats.org/drawingml/2006/main" r:embed="R642ea02d3abf412d"/>
          <a:stretch xmlns:a="http://schemas.openxmlformats.org/drawingml/2006/main"/>
        </p:blipFill>
        <p:spPr>
          <a:xfrm xmlns:a="http://schemas.openxmlformats.org/drawingml/2006/main">
            <a:off x="609600" y="1453692"/>
            <a:ext cx="7239000" cy="4074441"/>
          </a:xfrm>
          <a:prstGeom xmlns:a="http://schemas.openxmlformats.org/drawingml/2006/main" prst="rect">
            <a:avLst/>
          </a:prstGeom>
        </p:spPr>
      </p:pic>
      <p:sp>
        <p:nvSpPr>
          <p:cNvPr id="15" name="text-287">
            <a:extLst xmlns:a="http://schemas.openxmlformats.org/drawingml/2006/main">
              <a:ext uri="{FF2B5EF4-FFF2-40B4-BE49-F238E27FC236}">
                <a16:creationId xmlns:a16="http://schemas.microsoft.com/office/drawing/2014/main" id="{BF1BA663-5998-4EDE-912A-FEFBBB01EA24}"/>
              </a:ext>
            </a:extLst>
          </p:cNvPr>
          <p:cNvSpPr>
            <a:spLocks xmlns:a="http://schemas.openxmlformats.org/drawingml/2006/main" noGrp="1"/>
          </p:cNvSpPr>
          <p:nvPr/>
        </p:nvSpPr>
        <p:spPr>
          <a:xfrm xmlns:a="http://schemas.openxmlformats.org/drawingml/2006/main">
            <a:off x="10394312" y="1762125"/>
            <a:ext cx="118808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استلهمنا</a:t>
            </a:r>
          </a:p>
        </p:txBody>
      </p:sp>
      <p:sp>
        <p:nvSpPr>
          <p:cNvPr id="16" name="text-288">
            <a:extLst xmlns:a="http://schemas.openxmlformats.org/drawingml/2006/main">
              <a:ext uri="{FF2B5EF4-FFF2-40B4-BE49-F238E27FC236}">
                <a16:creationId xmlns:a16="http://schemas.microsoft.com/office/drawing/2014/main" id="{40BB5CA6-0E11-4AF0-843C-3300F306E7F9}"/>
              </a:ext>
            </a:extLst>
          </p:cNvPr>
          <p:cNvSpPr>
            <a:spLocks xmlns:a="http://schemas.openxmlformats.org/drawingml/2006/main" noGrp="1"/>
          </p:cNvSpPr>
          <p:nvPr/>
        </p:nvSpPr>
        <p:spPr>
          <a:xfrm xmlns:a="http://schemas.openxmlformats.org/drawingml/2006/main">
            <a:off x="9811466" y="1762125"/>
            <a:ext cx="52379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دقة</a:t>
            </a:r>
          </a:p>
        </p:txBody>
      </p:sp>
      <p:sp>
        <p:nvSpPr>
          <p:cNvPr id="17" name="text-289">
            <a:extLst xmlns:a="http://schemas.openxmlformats.org/drawingml/2006/main">
              <a:ext uri="{FF2B5EF4-FFF2-40B4-BE49-F238E27FC236}">
                <a16:creationId xmlns:a16="http://schemas.microsoft.com/office/drawing/2014/main" id="{48DB13E4-ABB2-48F5-B298-332CEFBE4A1A}"/>
              </a:ext>
            </a:extLst>
          </p:cNvPr>
          <p:cNvSpPr>
            <a:spLocks xmlns:a="http://schemas.openxmlformats.org/drawingml/2006/main" noGrp="1"/>
          </p:cNvSpPr>
          <p:nvPr/>
        </p:nvSpPr>
        <p:spPr>
          <a:xfrm xmlns:a="http://schemas.openxmlformats.org/drawingml/2006/main">
            <a:off x="8928964" y="1762125"/>
            <a:ext cx="82344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الحفظ</a:t>
            </a:r>
          </a:p>
        </p:txBody>
      </p:sp>
      <p:sp>
        <p:nvSpPr>
          <p:cNvPr id="18" name="text-290">
            <a:extLst xmlns:a="http://schemas.openxmlformats.org/drawingml/2006/main">
              <a:ext uri="{FF2B5EF4-FFF2-40B4-BE49-F238E27FC236}">
                <a16:creationId xmlns:a16="http://schemas.microsoft.com/office/drawing/2014/main" id="{7BDF5EC1-8E67-43BE-95D1-BC96A1402BFE}"/>
              </a:ext>
            </a:extLst>
          </p:cNvPr>
          <p:cNvSpPr>
            <a:spLocks xmlns:a="http://schemas.openxmlformats.org/drawingml/2006/main" noGrp="1"/>
          </p:cNvSpPr>
          <p:nvPr/>
        </p:nvSpPr>
        <p:spPr>
          <a:xfrm xmlns:a="http://schemas.openxmlformats.org/drawingml/2006/main">
            <a:off x="10988030" y="2667000"/>
            <a:ext cx="59437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نكتب</a:t>
            </a:r>
          </a:p>
        </p:txBody>
      </p:sp>
      <p:sp>
        <p:nvSpPr>
          <p:cNvPr id="19" name="text-291">
            <a:extLst xmlns:a="http://schemas.openxmlformats.org/drawingml/2006/main">
              <a:ext uri="{FF2B5EF4-FFF2-40B4-BE49-F238E27FC236}">
                <a16:creationId xmlns:a16="http://schemas.microsoft.com/office/drawing/2014/main" id="{DBE0B4E4-0085-44C7-8E65-9FD5F7BA058F}"/>
              </a:ext>
            </a:extLst>
          </p:cNvPr>
          <p:cNvSpPr>
            <a:spLocks xmlns:a="http://schemas.openxmlformats.org/drawingml/2006/main" noGrp="1"/>
          </p:cNvSpPr>
          <p:nvPr/>
        </p:nvSpPr>
        <p:spPr>
          <a:xfrm xmlns:a="http://schemas.openxmlformats.org/drawingml/2006/main">
            <a:off x="10379804" y="2667000"/>
            <a:ext cx="54688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بداية</a:t>
            </a:r>
          </a:p>
        </p:txBody>
      </p:sp>
      <p:sp>
        <p:nvSpPr>
          <p:cNvPr id="20" name="text-292">
            <a:extLst xmlns:a="http://schemas.openxmlformats.org/drawingml/2006/main">
              <a:ext uri="{FF2B5EF4-FFF2-40B4-BE49-F238E27FC236}">
                <a16:creationId xmlns:a16="http://schemas.microsoft.com/office/drawing/2014/main" id="{1CA394C7-1D4B-4AEB-9AF5-5CF1261C29B8}"/>
              </a:ext>
            </a:extLst>
          </p:cNvPr>
          <p:cNvSpPr>
            <a:spLocks xmlns:a="http://schemas.openxmlformats.org/drawingml/2006/main" noGrp="1"/>
          </p:cNvSpPr>
          <p:nvPr/>
        </p:nvSpPr>
        <p:spPr>
          <a:xfrm xmlns:a="http://schemas.openxmlformats.org/drawingml/2006/main">
            <a:off x="9828970" y="2667000"/>
            <a:ext cx="48949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الآية</a:t>
            </a:r>
          </a:p>
        </p:txBody>
      </p:sp>
      <p:sp>
        <p:nvSpPr>
          <p:cNvPr id="21" name="text-293">
            <a:extLst xmlns:a="http://schemas.openxmlformats.org/drawingml/2006/main">
              <a:ext uri="{FF2B5EF4-FFF2-40B4-BE49-F238E27FC236}">
                <a16:creationId xmlns:a16="http://schemas.microsoft.com/office/drawing/2014/main" id="{6CF269B0-6BAE-4FE3-852B-3841D89C58EF}"/>
              </a:ext>
            </a:extLst>
          </p:cNvPr>
          <p:cNvSpPr>
            <a:spLocks xmlns:a="http://schemas.openxmlformats.org/drawingml/2006/main" noGrp="1"/>
          </p:cNvSpPr>
          <p:nvPr/>
        </p:nvSpPr>
        <p:spPr>
          <a:xfrm xmlns:a="http://schemas.openxmlformats.org/drawingml/2006/main">
            <a:off x="10994407" y="3181350"/>
            <a:ext cx="587993"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فيعود</a:t>
            </a:r>
          </a:p>
        </p:txBody>
      </p:sp>
      <p:sp>
        <p:nvSpPr>
          <p:cNvPr id="22" name="text-294">
            <a:extLst xmlns:a="http://schemas.openxmlformats.org/drawingml/2006/main">
              <a:ext uri="{FF2B5EF4-FFF2-40B4-BE49-F238E27FC236}">
                <a16:creationId xmlns:a16="http://schemas.microsoft.com/office/drawing/2014/main" id="{5AAF0ED6-B412-434D-93A6-9DD0A71BD0BF}"/>
              </a:ext>
            </a:extLst>
          </p:cNvPr>
          <p:cNvSpPr>
            <a:spLocks xmlns:a="http://schemas.openxmlformats.org/drawingml/2006/main" noGrp="1"/>
          </p:cNvSpPr>
          <p:nvPr/>
        </p:nvSpPr>
        <p:spPr>
          <a:xfrm xmlns:a="http://schemas.openxmlformats.org/drawingml/2006/main">
            <a:off x="10378342" y="3181350"/>
            <a:ext cx="557677"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النص</a:t>
            </a:r>
          </a:p>
        </p:txBody>
      </p:sp>
      <p:sp>
        <p:nvSpPr>
          <p:cNvPr id="23" name="text-295">
            <a:extLst xmlns:a="http://schemas.openxmlformats.org/drawingml/2006/main">
              <a:ext uri="{FF2B5EF4-FFF2-40B4-BE49-F238E27FC236}">
                <a16:creationId xmlns:a16="http://schemas.microsoft.com/office/drawing/2014/main" id="{61744278-62CC-454A-BA71-46DFCCF062DE}"/>
              </a:ext>
            </a:extLst>
          </p:cNvPr>
          <p:cNvSpPr>
            <a:spLocks xmlns:a="http://schemas.openxmlformats.org/drawingml/2006/main" noGrp="1"/>
          </p:cNvSpPr>
          <p:nvPr/>
        </p:nvSpPr>
        <p:spPr>
          <a:xfrm xmlns:a="http://schemas.openxmlformats.org/drawingml/2006/main">
            <a:off x="9469327" y="3181350"/>
            <a:ext cx="85062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وموضعه</a:t>
            </a:r>
          </a:p>
        </p:txBody>
      </p:sp>
      <p:sp>
        <p:nvSpPr>
          <p:cNvPr id="24" name="text-296">
            <a:extLst xmlns:a="http://schemas.openxmlformats.org/drawingml/2006/main">
              <a:ext uri="{FF2B5EF4-FFF2-40B4-BE49-F238E27FC236}">
                <a16:creationId xmlns:a16="http://schemas.microsoft.com/office/drawing/2014/main" id="{A3C543D3-7E22-4330-A42D-7B0D7E8DB8F9}"/>
              </a:ext>
            </a:extLst>
          </p:cNvPr>
          <p:cNvSpPr>
            <a:spLocks xmlns:a="http://schemas.openxmlformats.org/drawingml/2006/main" noGrp="1"/>
          </p:cNvSpPr>
          <p:nvPr/>
        </p:nvSpPr>
        <p:spPr>
          <a:xfrm xmlns:a="http://schemas.openxmlformats.org/drawingml/2006/main">
            <a:off x="11044638" y="4086225"/>
            <a:ext cx="5377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النص</a:t>
            </a:r>
          </a:p>
        </p:txBody>
      </p:sp>
      <p:sp>
        <p:nvSpPr>
          <p:cNvPr id="25" name="text-297">
            <a:extLst xmlns:a="http://schemas.openxmlformats.org/drawingml/2006/main">
              <a:ext uri="{FF2B5EF4-FFF2-40B4-BE49-F238E27FC236}">
                <a16:creationId xmlns:a16="http://schemas.microsoft.com/office/drawing/2014/main" id="{C97A01F5-40C0-4596-A526-53C5E30ACC8A}"/>
              </a:ext>
            </a:extLst>
          </p:cNvPr>
          <p:cNvSpPr>
            <a:spLocks xmlns:a="http://schemas.openxmlformats.org/drawingml/2006/main" noGrp="1"/>
          </p:cNvSpPr>
          <p:nvPr/>
        </p:nvSpPr>
        <p:spPr>
          <a:xfrm xmlns:a="http://schemas.openxmlformats.org/drawingml/2006/main">
            <a:off x="10178896" y="4086225"/>
            <a:ext cx="81040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مستقل</a:t>
            </a:r>
          </a:p>
        </p:txBody>
      </p:sp>
      <p:sp>
        <p:nvSpPr>
          <p:cNvPr id="26" name="text-298">
            <a:extLst xmlns:a="http://schemas.openxmlformats.org/drawingml/2006/main">
              <a:ext uri="{FF2B5EF4-FFF2-40B4-BE49-F238E27FC236}">
                <a16:creationId xmlns:a16="http://schemas.microsoft.com/office/drawing/2014/main" id="{172FD99E-918A-430D-A65A-09D7A1DA4172}"/>
              </a:ext>
            </a:extLst>
          </p:cNvPr>
          <p:cNvSpPr>
            <a:spLocks xmlns:a="http://schemas.openxmlformats.org/drawingml/2006/main" noGrp="1"/>
          </p:cNvSpPr>
          <p:nvPr/>
        </p:nvSpPr>
        <p:spPr>
          <a:xfrm xmlns:a="http://schemas.openxmlformats.org/drawingml/2006/main">
            <a:off x="9755422" y="4086225"/>
            <a:ext cx="36813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عن</a:t>
            </a:r>
          </a:p>
        </p:txBody>
      </p:sp>
      <p:sp>
        <p:nvSpPr>
          <p:cNvPr id="27" name="text-299">
            <a:extLst xmlns:a="http://schemas.openxmlformats.org/drawingml/2006/main">
              <a:ext uri="{FF2B5EF4-FFF2-40B4-BE49-F238E27FC236}">
                <a16:creationId xmlns:a16="http://schemas.microsoft.com/office/drawing/2014/main" id="{AF2356CF-D276-4589-A4B6-A95EFC54B266}"/>
              </a:ext>
            </a:extLst>
          </p:cNvPr>
          <p:cNvSpPr>
            <a:spLocks xmlns:a="http://schemas.openxmlformats.org/drawingml/2006/main" noGrp="1"/>
          </p:cNvSpPr>
          <p:nvPr/>
        </p:nvSpPr>
        <p:spPr>
          <a:xfrm xmlns:a="http://schemas.openxmlformats.org/drawingml/2006/main">
            <a:off x="9022125" y="4086225"/>
            <a:ext cx="67795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الشرح</a:t>
            </a:r>
          </a:p>
        </p:txBody>
      </p:sp>
      <p:sp>
        <p:nvSpPr>
          <p:cNvPr id="28" name="text-300">
            <a:extLst xmlns:a="http://schemas.openxmlformats.org/drawingml/2006/main">
              <a:ext uri="{FF2B5EF4-FFF2-40B4-BE49-F238E27FC236}">
                <a16:creationId xmlns:a16="http://schemas.microsoft.com/office/drawing/2014/main" id="{C0266CA6-0652-4A3A-B404-83DB7A6BDD65}"/>
              </a:ext>
            </a:extLst>
          </p:cNvPr>
          <p:cNvSpPr>
            <a:spLocks xmlns:a="http://schemas.openxmlformats.org/drawingml/2006/main" noGrp="1"/>
          </p:cNvSpPr>
          <p:nvPr/>
        </p:nvSpPr>
        <p:spPr>
          <a:xfrm xmlns:a="http://schemas.openxmlformats.org/drawingml/2006/main">
            <a:off x="7915275" y="4638675"/>
            <a:ext cx="3667125"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1">
                <a:solidFill>
                  <a:srgbClr val="EDCA7E"/>
                </a:solidFill>
                <a:latin typeface="Tahoma"/>
                <a:ea typeface="Tahoma"/>
                <a:cs typeface="Tahoma"/>
              </a:defRPr>
            </a:pPr>
            <a:r>
              <a:rPr sz="1725" b="1">
                <a:solidFill>
                  <a:srgbClr val="EDCA7E"/>
                </a:solidFill>
                <a:latin typeface="Tahoma"/>
                <a:ea typeface="Tahoma"/>
                <a:cs typeface="Tahoma"/>
              </a:rPr>
              <a:t>NMN · SA 1020268774</a:t>
            </a:r>
          </a:p>
        </p:txBody>
      </p:sp>
      <p:sp>
        <p:nvSpPr>
          <p:cNvPr id="29" name="text-301">
            <a:extLst xmlns:a="http://schemas.openxmlformats.org/drawingml/2006/main">
              <a:ext uri="{FF2B5EF4-FFF2-40B4-BE49-F238E27FC236}">
                <a16:creationId xmlns:a16="http://schemas.microsoft.com/office/drawing/2014/main" id="{9DED1E2B-0F3F-4E09-8FE8-D8F2F44EF18B}"/>
              </a:ext>
            </a:extLst>
          </p:cNvPr>
          <p:cNvSpPr>
            <a:spLocks xmlns:a="http://schemas.openxmlformats.org/drawingml/2006/main" noGrp="1"/>
          </p:cNvSpPr>
          <p:nvPr/>
        </p:nvSpPr>
        <p:spPr>
          <a:xfrm xmlns:a="http://schemas.openxmlformats.org/drawingml/2006/main">
            <a:off x="11058570" y="5610225"/>
            <a:ext cx="52383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لقطة</a:t>
            </a:r>
          </a:p>
        </p:txBody>
      </p:sp>
      <p:sp>
        <p:nvSpPr>
          <p:cNvPr id="30" name="text-302">
            <a:extLst xmlns:a="http://schemas.openxmlformats.org/drawingml/2006/main">
              <a:ext uri="{FF2B5EF4-FFF2-40B4-BE49-F238E27FC236}">
                <a16:creationId xmlns:a16="http://schemas.microsoft.com/office/drawing/2014/main" id="{ACCB52FE-74D0-4E47-B1B6-21BE5ACBB81E}"/>
              </a:ext>
            </a:extLst>
          </p:cNvPr>
          <p:cNvSpPr>
            <a:spLocks xmlns:a="http://schemas.openxmlformats.org/drawingml/2006/main" noGrp="1"/>
          </p:cNvSpPr>
          <p:nvPr/>
        </p:nvSpPr>
        <p:spPr>
          <a:xfrm xmlns:a="http://schemas.openxmlformats.org/drawingml/2006/main">
            <a:off x="10594979" y="5610225"/>
            <a:ext cx="41120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حية</a:t>
            </a:r>
          </a:p>
        </p:txBody>
      </p:sp>
      <p:sp>
        <p:nvSpPr>
          <p:cNvPr id="31" name="text-303">
            <a:extLst xmlns:a="http://schemas.openxmlformats.org/drawingml/2006/main">
              <a:ext uri="{FF2B5EF4-FFF2-40B4-BE49-F238E27FC236}">
                <a16:creationId xmlns:a16="http://schemas.microsoft.com/office/drawing/2014/main" id="{848542C5-E1C7-4282-99D2-7BF3A0B65CE6}"/>
              </a:ext>
            </a:extLst>
          </p:cNvPr>
          <p:cNvSpPr>
            <a:spLocks xmlns:a="http://schemas.openxmlformats.org/drawingml/2006/main" noGrp="1"/>
          </p:cNvSpPr>
          <p:nvPr/>
        </p:nvSpPr>
        <p:spPr>
          <a:xfrm xmlns:a="http://schemas.openxmlformats.org/drawingml/2006/main">
            <a:off x="10207226" y="5610225"/>
            <a:ext cx="33536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من</a:t>
            </a:r>
          </a:p>
        </p:txBody>
      </p:sp>
      <p:sp>
        <p:nvSpPr>
          <p:cNvPr id="32" name="text-304">
            <a:extLst xmlns:a="http://schemas.openxmlformats.org/drawingml/2006/main">
              <a:ext uri="{FF2B5EF4-FFF2-40B4-BE49-F238E27FC236}">
                <a16:creationId xmlns:a16="http://schemas.microsoft.com/office/drawing/2014/main" id="{848BEF42-26F6-49AE-B5D8-4E7CE83F819C}"/>
              </a:ext>
            </a:extLst>
          </p:cNvPr>
          <p:cNvSpPr>
            <a:spLocks xmlns:a="http://schemas.openxmlformats.org/drawingml/2006/main" noGrp="1"/>
          </p:cNvSpPr>
          <p:nvPr/>
        </p:nvSpPr>
        <p:spPr>
          <a:xfrm xmlns:a="http://schemas.openxmlformats.org/drawingml/2006/main">
            <a:off x="9303231" y="5610225"/>
            <a:ext cx="851607"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المجلس</a:t>
            </a:r>
          </a:p>
        </p:txBody>
      </p:sp>
      <p:sp>
        <p:nvSpPr>
          <p:cNvPr id="33" name="text-305">
            <a:extLst xmlns:a="http://schemas.openxmlformats.org/drawingml/2006/main">
              <a:ext uri="{FF2B5EF4-FFF2-40B4-BE49-F238E27FC236}">
                <a16:creationId xmlns:a16="http://schemas.microsoft.com/office/drawing/2014/main" id="{A3167DA2-2676-48A7-AB74-E39EE09E33CF}"/>
              </a:ext>
            </a:extLst>
          </p:cNvPr>
          <p:cNvSpPr>
            <a:spLocks xmlns:a="http://schemas.openxmlformats.org/drawingml/2006/main" noGrp="1"/>
          </p:cNvSpPr>
          <p:nvPr/>
        </p:nvSpPr>
        <p:spPr>
          <a:xfrm xmlns:a="http://schemas.openxmlformats.org/drawingml/2006/main">
            <a:off x="9078140" y="5610225"/>
            <a:ext cx="17270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٦</a:t>
            </a:r>
          </a:p>
        </p:txBody>
      </p:sp>
      <p:sp>
        <p:nvSpPr>
          <p:cNvPr id="34" name="text-306">
            <a:extLst xmlns:a="http://schemas.openxmlformats.org/drawingml/2006/main">
              <a:ext uri="{FF2B5EF4-FFF2-40B4-BE49-F238E27FC236}">
                <a16:creationId xmlns:a16="http://schemas.microsoft.com/office/drawing/2014/main" id="{411A73AC-4B23-4E11-BF3B-AF4D365E4265}"/>
              </a:ext>
            </a:extLst>
          </p:cNvPr>
          <p:cNvSpPr>
            <a:spLocks xmlns:a="http://schemas.openxmlformats.org/drawingml/2006/main" noGrp="1"/>
          </p:cNvSpPr>
          <p:nvPr/>
        </p:nvSpPr>
        <p:spPr>
          <a:xfrm xmlns:a="http://schemas.openxmlformats.org/drawingml/2006/main">
            <a:off x="8466604" y="5610225"/>
            <a:ext cx="55914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أكتوبر</a:t>
            </a:r>
          </a:p>
        </p:txBody>
      </p:sp>
      <p:sp>
        <p:nvSpPr>
          <p:cNvPr id="35" name="text-307">
            <a:extLst xmlns:a="http://schemas.openxmlformats.org/drawingml/2006/main">
              <a:ext uri="{FF2B5EF4-FFF2-40B4-BE49-F238E27FC236}">
                <a16:creationId xmlns:a16="http://schemas.microsoft.com/office/drawing/2014/main" id="{643969EE-3DDD-4E9E-BB50-D87232454362}"/>
              </a:ext>
            </a:extLst>
          </p:cNvPr>
          <p:cNvSpPr>
            <a:spLocks xmlns:a="http://schemas.openxmlformats.org/drawingml/2006/main" noGrp="1"/>
          </p:cNvSpPr>
          <p:nvPr/>
        </p:nvSpPr>
        <p:spPr>
          <a:xfrm xmlns:a="http://schemas.openxmlformats.org/drawingml/2006/main">
            <a:off x="8292921" y="5610225"/>
            <a:ext cx="12129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a:t>
            </a:r>
          </a:p>
        </p:txBody>
      </p:sp>
      <p:sp>
        <p:nvSpPr>
          <p:cNvPr id="36" name="text-308">
            <a:extLst xmlns:a="http://schemas.openxmlformats.org/drawingml/2006/main">
              <a:ext uri="{FF2B5EF4-FFF2-40B4-BE49-F238E27FC236}">
                <a16:creationId xmlns:a16="http://schemas.microsoft.com/office/drawing/2014/main" id="{665DE520-8459-41A6-A3AE-C7FDF8CE2FF5}"/>
              </a:ext>
            </a:extLst>
          </p:cNvPr>
          <p:cNvSpPr>
            <a:spLocks xmlns:a="http://schemas.openxmlformats.org/drawingml/2006/main" noGrp="1"/>
          </p:cNvSpPr>
          <p:nvPr/>
        </p:nvSpPr>
        <p:spPr>
          <a:xfrm xmlns:a="http://schemas.openxmlformats.org/drawingml/2006/main">
            <a:off x="7342031" y="5610225"/>
            <a:ext cx="89850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استكمال</a:t>
            </a:r>
          </a:p>
        </p:txBody>
      </p:sp>
      <p:sp>
        <p:nvSpPr>
          <p:cNvPr id="37" name="text-309">
            <a:extLst xmlns:a="http://schemas.openxmlformats.org/drawingml/2006/main">
              <a:ext uri="{FF2B5EF4-FFF2-40B4-BE49-F238E27FC236}">
                <a16:creationId xmlns:a16="http://schemas.microsoft.com/office/drawing/2014/main" id="{802B5FA5-ABB2-4831-A458-5258E17F680A}"/>
              </a:ext>
            </a:extLst>
          </p:cNvPr>
          <p:cNvSpPr>
            <a:spLocks xmlns:a="http://schemas.openxmlformats.org/drawingml/2006/main" noGrp="1"/>
          </p:cNvSpPr>
          <p:nvPr/>
        </p:nvSpPr>
        <p:spPr>
          <a:xfrm xmlns:a="http://schemas.openxmlformats.org/drawingml/2006/main">
            <a:off x="6850284" y="5610225"/>
            <a:ext cx="43936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الآية</a:t>
            </a:r>
          </a:p>
        </p:txBody>
      </p:sp>
      <p:sp>
        <p:nvSpPr>
          <p:cNvPr id="38" name="text-310">
            <a:extLst xmlns:a="http://schemas.openxmlformats.org/drawingml/2006/main">
              <a:ext uri="{FF2B5EF4-FFF2-40B4-BE49-F238E27FC236}">
                <a16:creationId xmlns:a16="http://schemas.microsoft.com/office/drawing/2014/main" id="{A4F380BE-8032-4C8D-8B14-7E23A1F1B30B}"/>
              </a:ext>
            </a:extLst>
          </p:cNvPr>
          <p:cNvSpPr>
            <a:spLocks xmlns:a="http://schemas.openxmlformats.org/drawingml/2006/main" noGrp="1"/>
          </p:cNvSpPr>
          <p:nvPr/>
        </p:nvSpPr>
        <p:spPr>
          <a:xfrm xmlns:a="http://schemas.openxmlformats.org/drawingml/2006/main">
            <a:off x="6501774" y="5610225"/>
            <a:ext cx="29612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مع</a:t>
            </a:r>
          </a:p>
        </p:txBody>
      </p:sp>
      <p:sp>
        <p:nvSpPr>
          <p:cNvPr id="39" name="text-311">
            <a:extLst xmlns:a="http://schemas.openxmlformats.org/drawingml/2006/main">
              <a:ext uri="{FF2B5EF4-FFF2-40B4-BE49-F238E27FC236}">
                <a16:creationId xmlns:a16="http://schemas.microsoft.com/office/drawing/2014/main" id="{B55BF4A1-FD86-4A43-B5FC-6C57770535FF}"/>
              </a:ext>
            </a:extLst>
          </p:cNvPr>
          <p:cNvSpPr>
            <a:spLocks xmlns:a="http://schemas.openxmlformats.org/drawingml/2006/main" noGrp="1"/>
          </p:cNvSpPr>
          <p:nvPr/>
        </p:nvSpPr>
        <p:spPr>
          <a:xfrm xmlns:a="http://schemas.openxmlformats.org/drawingml/2006/main">
            <a:off x="5737876" y="5610225"/>
            <a:ext cx="71151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السورة</a:t>
            </a:r>
          </a:p>
        </p:txBody>
      </p:sp>
      <p:sp>
        <p:nvSpPr>
          <p:cNvPr id="40" name="text-312">
            <a:extLst xmlns:a="http://schemas.openxmlformats.org/drawingml/2006/main">
              <a:ext uri="{FF2B5EF4-FFF2-40B4-BE49-F238E27FC236}">
                <a16:creationId xmlns:a16="http://schemas.microsoft.com/office/drawing/2014/main" id="{420A7CB9-2359-4F11-B956-0F1A3F561277}"/>
              </a:ext>
            </a:extLst>
          </p:cNvPr>
          <p:cNvSpPr>
            <a:spLocks xmlns:a="http://schemas.openxmlformats.org/drawingml/2006/main" noGrp="1"/>
          </p:cNvSpPr>
          <p:nvPr/>
        </p:nvSpPr>
        <p:spPr>
          <a:xfrm xmlns:a="http://schemas.openxmlformats.org/drawingml/2006/main">
            <a:off x="5069732" y="5610225"/>
            <a:ext cx="615757"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والرقم</a:t>
            </a:r>
          </a:p>
        </p:txBody>
      </p:sp>
    </p:spTree>
    <p:extLst>
      <p:ext uri="{BB962C8B-B14F-4D97-AF65-F5344CB8AC3E}">
        <p14:creationId xmlns:p14="http://schemas.microsoft.com/office/powerpoint/2010/main" val="1412617911"/>
      </p:ext>
    </p:extLst>
  </p:cSld>
</p:sld>
</file>

<file path=ppt/slides/slide9.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42" name="text-313">
            <a:extLst xmlns:a="http://schemas.openxmlformats.org/drawingml/2006/main">
              <a:ext uri="{FF2B5EF4-FFF2-40B4-BE49-F238E27FC236}">
                <a16:creationId xmlns:a16="http://schemas.microsoft.com/office/drawing/2014/main" id="{98702DFF-B699-4B70-A52B-ACF96570173A}"/>
              </a:ext>
            </a:extLst>
          </p:cNvPr>
          <p:cNvSpPr>
            <a:spLocks xmlns:a="http://schemas.openxmlformats.org/drawingml/2006/main" noGrp="1"/>
          </p:cNvSpPr>
          <p:nvPr/>
        </p:nvSpPr>
        <p:spPr>
          <a:xfrm xmlns:a="http://schemas.openxmlformats.org/drawingml/2006/main">
            <a:off x="9935962" y="457200"/>
            <a:ext cx="164643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المتجاور</a:t>
            </a:r>
          </a:p>
        </p:txBody>
      </p:sp>
      <p:sp>
        <p:nvSpPr>
          <p:cNvPr id="2" name="text-314">
            <a:extLst xmlns:a="http://schemas.openxmlformats.org/drawingml/2006/main">
              <a:ext uri="{FF2B5EF4-FFF2-40B4-BE49-F238E27FC236}">
                <a16:creationId xmlns:a16="http://schemas.microsoft.com/office/drawing/2014/main" id="{454AAEA3-8C10-49C4-A9F9-9AC49F7E8383}"/>
              </a:ext>
            </a:extLst>
          </p:cNvPr>
          <p:cNvSpPr>
            <a:spLocks xmlns:a="http://schemas.openxmlformats.org/drawingml/2006/main" noGrp="1"/>
          </p:cNvSpPr>
          <p:nvPr/>
        </p:nvSpPr>
        <p:spPr>
          <a:xfrm xmlns:a="http://schemas.openxmlformats.org/drawingml/2006/main">
            <a:off x="9078316" y="457200"/>
            <a:ext cx="75668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في</a:t>
            </a:r>
          </a:p>
        </p:txBody>
      </p:sp>
      <p:sp>
        <p:nvSpPr>
          <p:cNvPr id="3" name="text-315">
            <a:extLst xmlns:a="http://schemas.openxmlformats.org/drawingml/2006/main">
              <a:ext uri="{FF2B5EF4-FFF2-40B4-BE49-F238E27FC236}">
                <a16:creationId xmlns:a16="http://schemas.microsoft.com/office/drawing/2014/main" id="{D126DCA1-9A13-4EA4-BBE1-8905A97D4AFC}"/>
              </a:ext>
            </a:extLst>
          </p:cNvPr>
          <p:cNvSpPr>
            <a:spLocks xmlns:a="http://schemas.openxmlformats.org/drawingml/2006/main" noGrp="1"/>
          </p:cNvSpPr>
          <p:nvPr/>
        </p:nvSpPr>
        <p:spPr>
          <a:xfrm xmlns:a="http://schemas.openxmlformats.org/drawingml/2006/main">
            <a:off x="7742110" y="457200"/>
            <a:ext cx="12352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القرآن</a:t>
            </a:r>
          </a:p>
        </p:txBody>
      </p:sp>
      <p:sp>
        <p:nvSpPr>
          <p:cNvPr id="4" name="text-316">
            <a:extLst xmlns:a="http://schemas.openxmlformats.org/drawingml/2006/main">
              <a:ext uri="{FF2B5EF4-FFF2-40B4-BE49-F238E27FC236}">
                <a16:creationId xmlns:a16="http://schemas.microsoft.com/office/drawing/2014/main" id="{9D543896-1604-4D72-A0E7-17DC156F6818}"/>
              </a:ext>
            </a:extLst>
          </p:cNvPr>
          <p:cNvSpPr>
            <a:spLocks xmlns:a="http://schemas.openxmlformats.org/drawingml/2006/main" noGrp="1"/>
          </p:cNvSpPr>
          <p:nvPr/>
        </p:nvSpPr>
        <p:spPr>
          <a:xfrm xmlns:a="http://schemas.openxmlformats.org/drawingml/2006/main">
            <a:off x="6699717" y="457200"/>
            <a:ext cx="94142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بحث</a:t>
            </a:r>
          </a:p>
        </p:txBody>
      </p:sp>
      <p:sp>
        <p:nvSpPr>
          <p:cNvPr id="5" name="text-317">
            <a:extLst xmlns:a="http://schemas.openxmlformats.org/drawingml/2006/main">
              <a:ext uri="{FF2B5EF4-FFF2-40B4-BE49-F238E27FC236}">
                <a16:creationId xmlns:a16="http://schemas.microsoft.com/office/drawing/2014/main" id="{9149AFAE-6EAE-4DC9-9805-669940EF1E51}"/>
              </a:ext>
            </a:extLst>
          </p:cNvPr>
          <p:cNvSpPr>
            <a:spLocks xmlns:a="http://schemas.openxmlformats.org/drawingml/2006/main" noGrp="1"/>
          </p:cNvSpPr>
          <p:nvPr/>
        </p:nvSpPr>
        <p:spPr>
          <a:xfrm xmlns:a="http://schemas.openxmlformats.org/drawingml/2006/main">
            <a:off x="5361630" y="457200"/>
            <a:ext cx="123712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يتحوّل</a:t>
            </a:r>
          </a:p>
        </p:txBody>
      </p:sp>
      <p:sp>
        <p:nvSpPr>
          <p:cNvPr id="6" name="text-318">
            <a:extLst xmlns:a="http://schemas.openxmlformats.org/drawingml/2006/main">
              <a:ext uri="{FF2B5EF4-FFF2-40B4-BE49-F238E27FC236}">
                <a16:creationId xmlns:a16="http://schemas.microsoft.com/office/drawing/2014/main" id="{AACECD35-03E6-49A8-9206-0B8802429E92}"/>
              </a:ext>
            </a:extLst>
          </p:cNvPr>
          <p:cNvSpPr>
            <a:spLocks xmlns:a="http://schemas.openxmlformats.org/drawingml/2006/main" noGrp="1"/>
          </p:cNvSpPr>
          <p:nvPr/>
        </p:nvSpPr>
        <p:spPr>
          <a:xfrm xmlns:a="http://schemas.openxmlformats.org/drawingml/2006/main">
            <a:off x="4479615" y="457200"/>
            <a:ext cx="78105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إلى</a:t>
            </a:r>
          </a:p>
        </p:txBody>
      </p:sp>
      <p:sp>
        <p:nvSpPr>
          <p:cNvPr id="7" name="text-319">
            <a:extLst xmlns:a="http://schemas.openxmlformats.org/drawingml/2006/main">
              <a:ext uri="{FF2B5EF4-FFF2-40B4-BE49-F238E27FC236}">
                <a16:creationId xmlns:a16="http://schemas.microsoft.com/office/drawing/2014/main" id="{8F32D10B-0482-438E-8722-5C18301A73A7}"/>
              </a:ext>
            </a:extLst>
          </p:cNvPr>
          <p:cNvSpPr>
            <a:spLocks xmlns:a="http://schemas.openxmlformats.org/drawingml/2006/main" noGrp="1"/>
          </p:cNvSpPr>
          <p:nvPr/>
        </p:nvSpPr>
        <p:spPr>
          <a:xfrm xmlns:a="http://schemas.openxmlformats.org/drawingml/2006/main">
            <a:off x="3616322" y="457200"/>
            <a:ext cx="76232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أداة</a:t>
            </a:r>
          </a:p>
        </p:txBody>
      </p:sp>
      <p:sp>
        <p:nvSpPr>
          <p:cNvPr id="8" name="shape-320">
            <a:extLst xmlns:a="http://schemas.openxmlformats.org/drawingml/2006/main">
              <a:ext uri="{FF2B5EF4-FFF2-40B4-BE49-F238E27FC236}">
                <a16:creationId xmlns:a16="http://schemas.microsoft.com/office/drawing/2014/main" id="{A2454D9E-9C50-4C42-A1B3-B9F6B7D2CA93}"/>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9" name="text-321">
            <a:extLst xmlns:a="http://schemas.openxmlformats.org/drawingml/2006/main">
              <a:ext uri="{FF2B5EF4-FFF2-40B4-BE49-F238E27FC236}">
                <a16:creationId xmlns:a16="http://schemas.microsoft.com/office/drawing/2014/main" id="{8DB4986D-716D-4C7C-BE78-F3B6504462DB}"/>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10" name="text-322">
            <a:extLst xmlns:a="http://schemas.openxmlformats.org/drawingml/2006/main">
              <a:ext uri="{FF2B5EF4-FFF2-40B4-BE49-F238E27FC236}">
                <a16:creationId xmlns:a16="http://schemas.microsoft.com/office/drawing/2014/main" id="{89D3DA2C-6C52-44D3-8E87-C96E97DB3FB5}"/>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11" name="text-323">
            <a:extLst xmlns:a="http://schemas.openxmlformats.org/drawingml/2006/main">
              <a:ext uri="{FF2B5EF4-FFF2-40B4-BE49-F238E27FC236}">
                <a16:creationId xmlns:a16="http://schemas.microsoft.com/office/drawing/2014/main" id="{62564CB9-0FEF-4B32-9465-B4CE3B1B8557}"/>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2" name="text-324">
            <a:extLst xmlns:a="http://schemas.openxmlformats.org/drawingml/2006/main">
              <a:ext uri="{FF2B5EF4-FFF2-40B4-BE49-F238E27FC236}">
                <a16:creationId xmlns:a16="http://schemas.microsoft.com/office/drawing/2014/main" id="{5CF4EA40-5B95-4F65-AA62-B436F78614D3}"/>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3" name="text-325">
            <a:extLst xmlns:a="http://schemas.openxmlformats.org/drawingml/2006/main">
              <a:ext uri="{FF2B5EF4-FFF2-40B4-BE49-F238E27FC236}">
                <a16:creationId xmlns:a16="http://schemas.microsoft.com/office/drawing/2014/main" id="{126B3AD4-24C2-4439-8CD6-D01C4EAFA5FF}"/>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4" name="text-326">
            <a:extLst xmlns:a="http://schemas.openxmlformats.org/drawingml/2006/main">
              <a:ext uri="{FF2B5EF4-FFF2-40B4-BE49-F238E27FC236}">
                <a16:creationId xmlns:a16="http://schemas.microsoft.com/office/drawing/2014/main" id="{B31442F8-E852-4ECC-8A84-2B753D2221B1}"/>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5" name="text-327">
            <a:extLst xmlns:a="http://schemas.openxmlformats.org/drawingml/2006/main">
              <a:ext uri="{FF2B5EF4-FFF2-40B4-BE49-F238E27FC236}">
                <a16:creationId xmlns:a16="http://schemas.microsoft.com/office/drawing/2014/main" id="{CC0354BE-90DB-4CD4-A5EC-B841F1806D51}"/>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09</a:t>
            </a:r>
          </a:p>
        </p:txBody>
      </p:sp>
      <p:pic>
        <p:nvPicPr>
          <p:cNvPr id="57" name=""/>
          <p:cNvPicPr>
            <a:picLocks xmlns:a="http://schemas.openxmlformats.org/drawingml/2006/main" noChangeAspect="1"/>
          </p:cNvPicPr>
          <p:nvPr/>
        </p:nvPicPr>
        <p:blipFill>
          <a:blip xmlns:r="http://schemas.openxmlformats.org/officeDocument/2006/relationships" xmlns:a="http://schemas.openxmlformats.org/drawingml/2006/main" r:embed="Rec6b8cfe2d854ff1"/>
          <a:stretch xmlns:a="http://schemas.openxmlformats.org/drawingml/2006/main"/>
        </p:blipFill>
        <p:spPr>
          <a:xfrm xmlns:a="http://schemas.openxmlformats.org/drawingml/2006/main">
            <a:off x="1352670" y="1362075"/>
            <a:ext cx="7276859" cy="4095750"/>
          </a:xfrm>
          <a:prstGeom xmlns:a="http://schemas.openxmlformats.org/drawingml/2006/main" prst="rect">
            <a:avLst/>
          </a:prstGeom>
        </p:spPr>
      </p:pic>
      <p:sp>
        <p:nvSpPr>
          <p:cNvPr id="17" name="text-328">
            <a:extLst xmlns:a="http://schemas.openxmlformats.org/drawingml/2006/main">
              <a:ext uri="{FF2B5EF4-FFF2-40B4-BE49-F238E27FC236}">
                <a16:creationId xmlns:a16="http://schemas.microsoft.com/office/drawing/2014/main" id="{02B2E3A4-8F2E-4879-A0AF-F737D5AE6B7D}"/>
              </a:ext>
            </a:extLst>
          </p:cNvPr>
          <p:cNvSpPr>
            <a:spLocks xmlns:a="http://schemas.openxmlformats.org/drawingml/2006/main" noGrp="1"/>
          </p:cNvSpPr>
          <p:nvPr/>
        </p:nvSpPr>
        <p:spPr>
          <a:xfrm xmlns:a="http://schemas.openxmlformats.org/drawingml/2006/main">
            <a:off x="10509420" y="1762125"/>
            <a:ext cx="1072980"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EDCA7E"/>
                </a:solidFill>
                <a:latin typeface="Tahoma"/>
                <a:ea typeface="Tahoma"/>
                <a:cs typeface="Tahoma"/>
              </a:defRPr>
            </a:pPr>
            <a:r>
              <a:rPr sz="2550" b="1">
                <a:solidFill>
                  <a:srgbClr val="EDCA7E"/>
                </a:solidFill>
                <a:latin typeface="Tahoma"/>
                <a:ea typeface="Tahoma"/>
                <a:cs typeface="Tahoma"/>
              </a:rPr>
              <a:t>النفس</a:t>
            </a:r>
          </a:p>
        </p:txBody>
      </p:sp>
      <p:sp>
        <p:nvSpPr>
          <p:cNvPr id="18" name="text-329">
            <a:extLst xmlns:a="http://schemas.openxmlformats.org/drawingml/2006/main">
              <a:ext uri="{FF2B5EF4-FFF2-40B4-BE49-F238E27FC236}">
                <a16:creationId xmlns:a16="http://schemas.microsoft.com/office/drawing/2014/main" id="{7BB2483A-4730-4E0E-A9B1-205E445A0712}"/>
              </a:ext>
            </a:extLst>
          </p:cNvPr>
          <p:cNvSpPr>
            <a:spLocks xmlns:a="http://schemas.openxmlformats.org/drawingml/2006/main" noGrp="1"/>
          </p:cNvSpPr>
          <p:nvPr/>
        </p:nvSpPr>
        <p:spPr>
          <a:xfrm xmlns:a="http://schemas.openxmlformats.org/drawingml/2006/main">
            <a:off x="10564498" y="2352675"/>
            <a:ext cx="1017902"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EDCA7E"/>
                </a:solidFill>
                <a:latin typeface="Tahoma"/>
                <a:ea typeface="Tahoma"/>
                <a:cs typeface="Tahoma"/>
              </a:defRPr>
            </a:pPr>
            <a:r>
              <a:rPr sz="2550" b="1">
                <a:solidFill>
                  <a:srgbClr val="EDCA7E"/>
                </a:solidFill>
                <a:latin typeface="Tahoma"/>
                <a:ea typeface="Tahoma"/>
                <a:cs typeface="Tahoma"/>
              </a:rPr>
              <a:t>والروح</a:t>
            </a:r>
          </a:p>
        </p:txBody>
      </p:sp>
      <p:sp>
        <p:nvSpPr>
          <p:cNvPr id="19" name="text-330">
            <a:extLst xmlns:a="http://schemas.openxmlformats.org/drawingml/2006/main">
              <a:ext uri="{FF2B5EF4-FFF2-40B4-BE49-F238E27FC236}">
                <a16:creationId xmlns:a16="http://schemas.microsoft.com/office/drawing/2014/main" id="{D0AE4594-D671-4C29-A9AD-1BAC9BABEB7B}"/>
              </a:ext>
            </a:extLst>
          </p:cNvPr>
          <p:cNvSpPr>
            <a:spLocks xmlns:a="http://schemas.openxmlformats.org/drawingml/2006/main" noGrp="1"/>
          </p:cNvSpPr>
          <p:nvPr/>
        </p:nvSpPr>
        <p:spPr>
          <a:xfrm xmlns:a="http://schemas.openxmlformats.org/drawingml/2006/main">
            <a:off x="11028941" y="3419475"/>
            <a:ext cx="55345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قرائن</a:t>
            </a:r>
          </a:p>
        </p:txBody>
      </p:sp>
      <p:sp>
        <p:nvSpPr>
          <p:cNvPr id="20" name="text-331">
            <a:extLst xmlns:a="http://schemas.openxmlformats.org/drawingml/2006/main">
              <a:ext uri="{FF2B5EF4-FFF2-40B4-BE49-F238E27FC236}">
                <a16:creationId xmlns:a16="http://schemas.microsoft.com/office/drawing/2014/main" id="{D3054FDB-C390-40B7-910E-F17B7418B670}"/>
              </a:ext>
            </a:extLst>
          </p:cNvPr>
          <p:cNvSpPr>
            <a:spLocks xmlns:a="http://schemas.openxmlformats.org/drawingml/2006/main" noGrp="1"/>
          </p:cNvSpPr>
          <p:nvPr/>
        </p:nvSpPr>
        <p:spPr>
          <a:xfrm xmlns:a="http://schemas.openxmlformats.org/drawingml/2006/main">
            <a:off x="9901939" y="3419475"/>
            <a:ext cx="10716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الاستعمال</a:t>
            </a:r>
          </a:p>
        </p:txBody>
      </p:sp>
      <p:sp>
        <p:nvSpPr>
          <p:cNvPr id="21" name="text-332">
            <a:extLst xmlns:a="http://schemas.openxmlformats.org/drawingml/2006/main">
              <a:ext uri="{FF2B5EF4-FFF2-40B4-BE49-F238E27FC236}">
                <a16:creationId xmlns:a16="http://schemas.microsoft.com/office/drawing/2014/main" id="{8E4BD10D-DC72-427E-9B2E-F50CEF2E5D61}"/>
              </a:ext>
            </a:extLst>
          </p:cNvPr>
          <p:cNvSpPr>
            <a:spLocks xmlns:a="http://schemas.openxmlformats.org/drawingml/2006/main" noGrp="1"/>
          </p:cNvSpPr>
          <p:nvPr/>
        </p:nvSpPr>
        <p:spPr>
          <a:xfrm xmlns:a="http://schemas.openxmlformats.org/drawingml/2006/main">
            <a:off x="10914450" y="3895725"/>
            <a:ext cx="66795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تختلف</a:t>
            </a:r>
          </a:p>
        </p:txBody>
      </p:sp>
      <p:sp>
        <p:nvSpPr>
          <p:cNvPr id="22" name="text-333">
            <a:extLst xmlns:a="http://schemas.openxmlformats.org/drawingml/2006/main">
              <a:ext uri="{FF2B5EF4-FFF2-40B4-BE49-F238E27FC236}">
                <a16:creationId xmlns:a16="http://schemas.microsoft.com/office/drawing/2014/main" id="{A25C0C4B-FA71-4568-B3A3-5B3445D19871}"/>
              </a:ext>
            </a:extLst>
          </p:cNvPr>
          <p:cNvSpPr>
            <a:spLocks xmlns:a="http://schemas.openxmlformats.org/drawingml/2006/main" noGrp="1"/>
          </p:cNvSpPr>
          <p:nvPr/>
        </p:nvSpPr>
        <p:spPr>
          <a:xfrm xmlns:a="http://schemas.openxmlformats.org/drawingml/2006/main">
            <a:off x="11068282" y="5410200"/>
            <a:ext cx="51411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القوة</a:t>
            </a:r>
          </a:p>
        </p:txBody>
      </p:sp>
      <p:sp>
        <p:nvSpPr>
          <p:cNvPr id="23" name="text-334">
            <a:extLst xmlns:a="http://schemas.openxmlformats.org/drawingml/2006/main">
              <a:ext uri="{FF2B5EF4-FFF2-40B4-BE49-F238E27FC236}">
                <a16:creationId xmlns:a16="http://schemas.microsoft.com/office/drawing/2014/main" id="{82CD8FFC-D493-478E-B9CE-FD98950CF73B}"/>
              </a:ext>
            </a:extLst>
          </p:cNvPr>
          <p:cNvSpPr>
            <a:spLocks xmlns:a="http://schemas.openxmlformats.org/drawingml/2006/main" noGrp="1"/>
          </p:cNvSpPr>
          <p:nvPr/>
        </p:nvSpPr>
        <p:spPr>
          <a:xfrm xmlns:a="http://schemas.openxmlformats.org/drawingml/2006/main">
            <a:off x="10568971" y="5410200"/>
            <a:ext cx="44397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تميّز</a:t>
            </a:r>
          </a:p>
        </p:txBody>
      </p:sp>
      <p:sp>
        <p:nvSpPr>
          <p:cNvPr id="24" name="text-335">
            <a:extLst xmlns:a="http://schemas.openxmlformats.org/drawingml/2006/main">
              <a:ext uri="{FF2B5EF4-FFF2-40B4-BE49-F238E27FC236}">
                <a16:creationId xmlns:a16="http://schemas.microsoft.com/office/drawing/2014/main" id="{C2F62FC0-6385-44A5-9B8A-345639749449}"/>
              </a:ext>
            </a:extLst>
          </p:cNvPr>
          <p:cNvSpPr>
            <a:spLocks xmlns:a="http://schemas.openxmlformats.org/drawingml/2006/main" noGrp="1"/>
          </p:cNvSpPr>
          <p:nvPr/>
        </p:nvSpPr>
        <p:spPr>
          <a:xfrm xmlns:a="http://schemas.openxmlformats.org/drawingml/2006/main">
            <a:off x="9756501" y="5410200"/>
            <a:ext cx="75713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الاقتران</a:t>
            </a:r>
          </a:p>
        </p:txBody>
      </p:sp>
      <p:sp>
        <p:nvSpPr>
          <p:cNvPr id="25" name="text-336">
            <a:extLst xmlns:a="http://schemas.openxmlformats.org/drawingml/2006/main">
              <a:ext uri="{FF2B5EF4-FFF2-40B4-BE49-F238E27FC236}">
                <a16:creationId xmlns:a16="http://schemas.microsoft.com/office/drawing/2014/main" id="{425F9DE9-1A6A-42C6-A739-3C92F735A3FC}"/>
              </a:ext>
            </a:extLst>
          </p:cNvPr>
          <p:cNvSpPr>
            <a:spLocks xmlns:a="http://schemas.openxmlformats.org/drawingml/2006/main" noGrp="1"/>
          </p:cNvSpPr>
          <p:nvPr/>
        </p:nvSpPr>
        <p:spPr>
          <a:xfrm xmlns:a="http://schemas.openxmlformats.org/drawingml/2006/main">
            <a:off x="8915776" y="5410200"/>
            <a:ext cx="7853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وليست</a:t>
            </a:r>
          </a:p>
        </p:txBody>
      </p:sp>
      <p:sp>
        <p:nvSpPr>
          <p:cNvPr id="26" name="text-337">
            <a:extLst xmlns:a="http://schemas.openxmlformats.org/drawingml/2006/main">
              <a:ext uri="{FF2B5EF4-FFF2-40B4-BE49-F238E27FC236}">
                <a16:creationId xmlns:a16="http://schemas.microsoft.com/office/drawing/2014/main" id="{84E824FA-F08C-4D4B-899A-3B4DBFA16218}"/>
              </a:ext>
            </a:extLst>
          </p:cNvPr>
          <p:cNvSpPr>
            <a:spLocks xmlns:a="http://schemas.openxmlformats.org/drawingml/2006/main" noGrp="1"/>
          </p:cNvSpPr>
          <p:nvPr/>
        </p:nvSpPr>
        <p:spPr>
          <a:xfrm xmlns:a="http://schemas.openxmlformats.org/drawingml/2006/main">
            <a:off x="8369177" y="5410200"/>
            <a:ext cx="49125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عددًا</a:t>
            </a:r>
          </a:p>
        </p:txBody>
      </p:sp>
      <p:sp>
        <p:nvSpPr>
          <p:cNvPr id="27" name="text-338">
            <a:extLst xmlns:a="http://schemas.openxmlformats.org/drawingml/2006/main">
              <a:ext uri="{FF2B5EF4-FFF2-40B4-BE49-F238E27FC236}">
                <a16:creationId xmlns:a16="http://schemas.microsoft.com/office/drawing/2014/main" id="{90843B2F-687E-4ED0-BEB5-D647707CF9B7}"/>
              </a:ext>
            </a:extLst>
          </p:cNvPr>
          <p:cNvSpPr>
            <a:spLocks xmlns:a="http://schemas.openxmlformats.org/drawingml/2006/main" noGrp="1"/>
          </p:cNvSpPr>
          <p:nvPr/>
        </p:nvSpPr>
        <p:spPr>
          <a:xfrm xmlns:a="http://schemas.openxmlformats.org/drawingml/2006/main">
            <a:off x="8114252" y="5410200"/>
            <a:ext cx="1995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أو</a:t>
            </a:r>
          </a:p>
        </p:txBody>
      </p:sp>
      <p:sp>
        <p:nvSpPr>
          <p:cNvPr id="28" name="text-339">
            <a:extLst xmlns:a="http://schemas.openxmlformats.org/drawingml/2006/main">
              <a:ext uri="{FF2B5EF4-FFF2-40B4-BE49-F238E27FC236}">
                <a16:creationId xmlns:a16="http://schemas.microsoft.com/office/drawing/2014/main" id="{36EF3515-BF0A-4F8A-B7B7-B782CF7E5B6F}"/>
              </a:ext>
            </a:extLst>
          </p:cNvPr>
          <p:cNvSpPr>
            <a:spLocks xmlns:a="http://schemas.openxmlformats.org/drawingml/2006/main" noGrp="1"/>
          </p:cNvSpPr>
          <p:nvPr/>
        </p:nvSpPr>
        <p:spPr>
          <a:xfrm xmlns:a="http://schemas.openxmlformats.org/drawingml/2006/main">
            <a:off x="7507121" y="5410200"/>
            <a:ext cx="55179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حكمًا</a:t>
            </a:r>
          </a:p>
        </p:txBody>
      </p:sp>
      <p:sp>
        <p:nvSpPr>
          <p:cNvPr id="29" name="text-340">
            <a:extLst xmlns:a="http://schemas.openxmlformats.org/drawingml/2006/main">
              <a:ext uri="{FF2B5EF4-FFF2-40B4-BE49-F238E27FC236}">
                <a16:creationId xmlns:a16="http://schemas.microsoft.com/office/drawing/2014/main" id="{8FF22E71-3736-4C9D-AB09-2AFDE8421B58}"/>
              </a:ext>
            </a:extLst>
          </p:cNvPr>
          <p:cNvSpPr>
            <a:spLocks xmlns:a="http://schemas.openxmlformats.org/drawingml/2006/main" noGrp="1"/>
          </p:cNvSpPr>
          <p:nvPr/>
        </p:nvSpPr>
        <p:spPr>
          <a:xfrm xmlns:a="http://schemas.openxmlformats.org/drawingml/2006/main">
            <a:off x="6863298" y="5410200"/>
            <a:ext cx="58848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قطعيًا</a:t>
            </a:r>
          </a:p>
        </p:txBody>
      </p:sp>
      <p:sp>
        <p:nvSpPr>
          <p:cNvPr id="30" name="text-341">
            <a:extLst xmlns:a="http://schemas.openxmlformats.org/drawingml/2006/main">
              <a:ext uri="{FF2B5EF4-FFF2-40B4-BE49-F238E27FC236}">
                <a16:creationId xmlns:a16="http://schemas.microsoft.com/office/drawing/2014/main" id="{E18DA7AD-1024-47EE-995A-7CE509AF03D9}"/>
              </a:ext>
            </a:extLst>
          </p:cNvPr>
          <p:cNvSpPr>
            <a:spLocks xmlns:a="http://schemas.openxmlformats.org/drawingml/2006/main" noGrp="1"/>
          </p:cNvSpPr>
          <p:nvPr/>
        </p:nvSpPr>
        <p:spPr>
          <a:xfrm xmlns:a="http://schemas.openxmlformats.org/drawingml/2006/main">
            <a:off x="11098990" y="5781675"/>
            <a:ext cx="48341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لقطة</a:t>
            </a:r>
          </a:p>
        </p:txBody>
      </p:sp>
      <p:sp>
        <p:nvSpPr>
          <p:cNvPr id="31" name="text-342">
            <a:extLst xmlns:a="http://schemas.openxmlformats.org/drawingml/2006/main">
              <a:ext uri="{FF2B5EF4-FFF2-40B4-BE49-F238E27FC236}">
                <a16:creationId xmlns:a16="http://schemas.microsoft.com/office/drawing/2014/main" id="{1CF29D74-EF3F-4F2E-B017-1F7BAD9AECCD}"/>
              </a:ext>
            </a:extLst>
          </p:cNvPr>
          <p:cNvSpPr>
            <a:spLocks xmlns:a="http://schemas.openxmlformats.org/drawingml/2006/main" noGrp="1"/>
          </p:cNvSpPr>
          <p:nvPr/>
        </p:nvSpPr>
        <p:spPr>
          <a:xfrm xmlns:a="http://schemas.openxmlformats.org/drawingml/2006/main">
            <a:off x="10672405" y="5781675"/>
            <a:ext cx="38010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حية</a:t>
            </a:r>
          </a:p>
        </p:txBody>
      </p:sp>
      <p:sp>
        <p:nvSpPr>
          <p:cNvPr id="32" name="text-343">
            <a:extLst xmlns:a="http://schemas.openxmlformats.org/drawingml/2006/main">
              <a:ext uri="{FF2B5EF4-FFF2-40B4-BE49-F238E27FC236}">
                <a16:creationId xmlns:a16="http://schemas.microsoft.com/office/drawing/2014/main" id="{AA82CDC4-5828-4662-BDAC-FA025E827B3F}"/>
              </a:ext>
            </a:extLst>
          </p:cNvPr>
          <p:cNvSpPr>
            <a:spLocks xmlns:a="http://schemas.openxmlformats.org/drawingml/2006/main" noGrp="1"/>
          </p:cNvSpPr>
          <p:nvPr/>
        </p:nvSpPr>
        <p:spPr>
          <a:xfrm xmlns:a="http://schemas.openxmlformats.org/drawingml/2006/main">
            <a:off x="10315281" y="5781675"/>
            <a:ext cx="31064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من</a:t>
            </a:r>
          </a:p>
        </p:txBody>
      </p:sp>
      <p:sp>
        <p:nvSpPr>
          <p:cNvPr id="33" name="text-344">
            <a:extLst xmlns:a="http://schemas.openxmlformats.org/drawingml/2006/main">
              <a:ext uri="{FF2B5EF4-FFF2-40B4-BE49-F238E27FC236}">
                <a16:creationId xmlns:a16="http://schemas.microsoft.com/office/drawing/2014/main" id="{3ED3C3E0-F7A1-46F5-A2A5-DE3CBB685A82}"/>
              </a:ext>
            </a:extLst>
          </p:cNvPr>
          <p:cNvSpPr>
            <a:spLocks xmlns:a="http://schemas.openxmlformats.org/drawingml/2006/main" noGrp="1"/>
          </p:cNvSpPr>
          <p:nvPr/>
        </p:nvSpPr>
        <p:spPr>
          <a:xfrm xmlns:a="http://schemas.openxmlformats.org/drawingml/2006/main">
            <a:off x="9484984" y="5781675"/>
            <a:ext cx="78381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المجلس</a:t>
            </a:r>
          </a:p>
        </p:txBody>
      </p:sp>
      <p:sp>
        <p:nvSpPr>
          <p:cNvPr id="34" name="text-345">
            <a:extLst xmlns:a="http://schemas.openxmlformats.org/drawingml/2006/main">
              <a:ext uri="{FF2B5EF4-FFF2-40B4-BE49-F238E27FC236}">
                <a16:creationId xmlns:a16="http://schemas.microsoft.com/office/drawing/2014/main" id="{C78D2FCB-2450-4ACE-B5C7-448CE31BE785}"/>
              </a:ext>
            </a:extLst>
          </p:cNvPr>
          <p:cNvSpPr>
            <a:spLocks xmlns:a="http://schemas.openxmlformats.org/drawingml/2006/main" noGrp="1"/>
          </p:cNvSpPr>
          <p:nvPr/>
        </p:nvSpPr>
        <p:spPr>
          <a:xfrm xmlns:a="http://schemas.openxmlformats.org/drawingml/2006/main">
            <a:off x="9276982" y="5781675"/>
            <a:ext cx="161519"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٦</a:t>
            </a:r>
          </a:p>
        </p:txBody>
      </p:sp>
      <p:sp>
        <p:nvSpPr>
          <p:cNvPr id="35" name="text-346">
            <a:extLst xmlns:a="http://schemas.openxmlformats.org/drawingml/2006/main">
              <a:ext uri="{FF2B5EF4-FFF2-40B4-BE49-F238E27FC236}">
                <a16:creationId xmlns:a16="http://schemas.microsoft.com/office/drawing/2014/main" id="{E31AC6D1-787A-4948-8ED8-A514AEF65C2A}"/>
              </a:ext>
            </a:extLst>
          </p:cNvPr>
          <p:cNvSpPr>
            <a:spLocks xmlns:a="http://schemas.openxmlformats.org/drawingml/2006/main" noGrp="1"/>
          </p:cNvSpPr>
          <p:nvPr/>
        </p:nvSpPr>
        <p:spPr>
          <a:xfrm xmlns:a="http://schemas.openxmlformats.org/drawingml/2006/main">
            <a:off x="8714813" y="5781675"/>
            <a:ext cx="515687"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أكتوبر</a:t>
            </a:r>
          </a:p>
        </p:txBody>
      </p:sp>
      <p:sp>
        <p:nvSpPr>
          <p:cNvPr id="36" name="text-347">
            <a:extLst xmlns:a="http://schemas.openxmlformats.org/drawingml/2006/main">
              <a:ext uri="{FF2B5EF4-FFF2-40B4-BE49-F238E27FC236}">
                <a16:creationId xmlns:a16="http://schemas.microsoft.com/office/drawing/2014/main" id="{DE1B8FAC-BD52-4B33-9573-B5E097F6409E}"/>
              </a:ext>
            </a:extLst>
          </p:cNvPr>
          <p:cNvSpPr>
            <a:spLocks xmlns:a="http://schemas.openxmlformats.org/drawingml/2006/main" noGrp="1"/>
          </p:cNvSpPr>
          <p:nvPr/>
        </p:nvSpPr>
        <p:spPr>
          <a:xfrm xmlns:a="http://schemas.openxmlformats.org/drawingml/2006/main">
            <a:off x="8553903" y="5781675"/>
            <a:ext cx="11442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a:t>
            </a:r>
          </a:p>
        </p:txBody>
      </p:sp>
      <p:sp>
        <p:nvSpPr>
          <p:cNvPr id="37" name="text-348">
            <a:extLst xmlns:a="http://schemas.openxmlformats.org/drawingml/2006/main">
              <a:ext uri="{FF2B5EF4-FFF2-40B4-BE49-F238E27FC236}">
                <a16:creationId xmlns:a16="http://schemas.microsoft.com/office/drawing/2014/main" id="{B1B30CC6-9B7A-410C-A1E3-2536EAD702A1}"/>
              </a:ext>
            </a:extLst>
          </p:cNvPr>
          <p:cNvSpPr>
            <a:spLocks xmlns:a="http://schemas.openxmlformats.org/drawingml/2006/main" noGrp="1"/>
          </p:cNvSpPr>
          <p:nvPr/>
        </p:nvSpPr>
        <p:spPr>
          <a:xfrm xmlns:a="http://schemas.openxmlformats.org/drawingml/2006/main">
            <a:off x="8005273" y="5781675"/>
            <a:ext cx="50214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نطاق</a:t>
            </a:r>
          </a:p>
        </p:txBody>
      </p:sp>
      <p:sp>
        <p:nvSpPr>
          <p:cNvPr id="38" name="text-349">
            <a:extLst xmlns:a="http://schemas.openxmlformats.org/drawingml/2006/main">
              <a:ext uri="{FF2B5EF4-FFF2-40B4-BE49-F238E27FC236}">
                <a16:creationId xmlns:a16="http://schemas.microsoft.com/office/drawing/2014/main" id="{8045A77C-76EA-4E2E-8045-749BEB398342}"/>
              </a:ext>
            </a:extLst>
          </p:cNvPr>
          <p:cNvSpPr>
            <a:spLocks xmlns:a="http://schemas.openxmlformats.org/drawingml/2006/main" noGrp="1"/>
          </p:cNvSpPr>
          <p:nvPr/>
        </p:nvSpPr>
        <p:spPr>
          <a:xfrm xmlns:a="http://schemas.openxmlformats.org/drawingml/2006/main">
            <a:off x="7397778" y="5781675"/>
            <a:ext cx="56101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الدليل</a:t>
            </a:r>
          </a:p>
        </p:txBody>
      </p:sp>
      <p:sp>
        <p:nvSpPr>
          <p:cNvPr id="39" name="text-350">
            <a:extLst xmlns:a="http://schemas.openxmlformats.org/drawingml/2006/main">
              <a:ext uri="{FF2B5EF4-FFF2-40B4-BE49-F238E27FC236}">
                <a16:creationId xmlns:a16="http://schemas.microsoft.com/office/drawing/2014/main" id="{0E7D26F9-8D12-4ABB-A851-95E30ADDAB2B}"/>
              </a:ext>
            </a:extLst>
          </p:cNvPr>
          <p:cNvSpPr>
            <a:spLocks xmlns:a="http://schemas.openxmlformats.org/drawingml/2006/main" noGrp="1"/>
          </p:cNvSpPr>
          <p:nvPr/>
        </p:nvSpPr>
        <p:spPr>
          <a:xfrm xmlns:a="http://schemas.openxmlformats.org/drawingml/2006/main">
            <a:off x="7028586" y="5781675"/>
            <a:ext cx="32271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هنا</a:t>
            </a:r>
          </a:p>
        </p:txBody>
      </p:sp>
      <p:sp>
        <p:nvSpPr>
          <p:cNvPr id="40" name="text-351">
            <a:extLst xmlns:a="http://schemas.openxmlformats.org/drawingml/2006/main">
              <a:ext uri="{FF2B5EF4-FFF2-40B4-BE49-F238E27FC236}">
                <a16:creationId xmlns:a16="http://schemas.microsoft.com/office/drawing/2014/main" id="{C14DEB05-013A-4B38-80F6-C599A8679E3E}"/>
              </a:ext>
            </a:extLst>
          </p:cNvPr>
          <p:cNvSpPr>
            <a:spLocks xmlns:a="http://schemas.openxmlformats.org/drawingml/2006/main" noGrp="1"/>
          </p:cNvSpPr>
          <p:nvPr/>
        </p:nvSpPr>
        <p:spPr>
          <a:xfrm xmlns:a="http://schemas.openxmlformats.org/drawingml/2006/main">
            <a:off x="6335051" y="5781675"/>
            <a:ext cx="64705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البصمة</a:t>
            </a:r>
          </a:p>
        </p:txBody>
      </p:sp>
      <p:sp>
        <p:nvSpPr>
          <p:cNvPr id="41" name="text-352">
            <a:extLst xmlns:a="http://schemas.openxmlformats.org/drawingml/2006/main">
              <a:ext uri="{FF2B5EF4-FFF2-40B4-BE49-F238E27FC236}">
                <a16:creationId xmlns:a16="http://schemas.microsoft.com/office/drawing/2014/main" id="{2AD6FB65-B64C-40C9-98A3-136AD0872EDF}"/>
              </a:ext>
            </a:extLst>
          </p:cNvPr>
          <p:cNvSpPr>
            <a:spLocks xmlns:a="http://schemas.openxmlformats.org/drawingml/2006/main" noGrp="1"/>
          </p:cNvSpPr>
          <p:nvPr/>
        </p:nvSpPr>
        <p:spPr>
          <a:xfrm xmlns:a="http://schemas.openxmlformats.org/drawingml/2006/main">
            <a:off x="5498965" y="5781675"/>
            <a:ext cx="78960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التجاورية</a:t>
            </a:r>
          </a:p>
        </p:txBody>
      </p:sp>
    </p:spTree>
    <p:extLst>
      <p:ext uri="{BB962C8B-B14F-4D97-AF65-F5344CB8AC3E}">
        <p14:creationId xmlns:p14="http://schemas.microsoft.com/office/powerpoint/2010/main" val="703302276"/>
      </p:ext>
    </p:extLst>
  </p:cSld>
</p:sld>
</file>

<file path=ppt/slides/slide10.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51" name="text-353">
            <a:extLst xmlns:a="http://schemas.openxmlformats.org/drawingml/2006/main">
              <a:ext uri="{FF2B5EF4-FFF2-40B4-BE49-F238E27FC236}">
                <a16:creationId xmlns:a16="http://schemas.microsoft.com/office/drawing/2014/main" id="{7831C4CC-B663-4E36-8581-6C222EF3A626}"/>
              </a:ext>
            </a:extLst>
          </p:cNvPr>
          <p:cNvSpPr>
            <a:spLocks xmlns:a="http://schemas.openxmlformats.org/drawingml/2006/main" noGrp="1"/>
          </p:cNvSpPr>
          <p:nvPr/>
        </p:nvSpPr>
        <p:spPr>
          <a:xfrm xmlns:a="http://schemas.openxmlformats.org/drawingml/2006/main">
            <a:off x="9921400" y="457200"/>
            <a:ext cx="166100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ابتكاراتنا</a:t>
            </a:r>
          </a:p>
        </p:txBody>
      </p:sp>
      <p:sp>
        <p:nvSpPr>
          <p:cNvPr id="2" name="text-354">
            <a:extLst xmlns:a="http://schemas.openxmlformats.org/drawingml/2006/main">
              <a:ext uri="{FF2B5EF4-FFF2-40B4-BE49-F238E27FC236}">
                <a16:creationId xmlns:a16="http://schemas.microsoft.com/office/drawing/2014/main" id="{2CC2B47F-B2DB-4A53-918E-08827AE47F55}"/>
              </a:ext>
            </a:extLst>
          </p:cNvPr>
          <p:cNvSpPr>
            <a:spLocks xmlns:a="http://schemas.openxmlformats.org/drawingml/2006/main" noGrp="1"/>
          </p:cNvSpPr>
          <p:nvPr/>
        </p:nvSpPr>
        <p:spPr>
          <a:xfrm xmlns:a="http://schemas.openxmlformats.org/drawingml/2006/main">
            <a:off x="8493069" y="457200"/>
            <a:ext cx="132736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وأدلتها</a:t>
            </a:r>
          </a:p>
        </p:txBody>
      </p:sp>
      <p:sp>
        <p:nvSpPr>
          <p:cNvPr id="3" name="shape-355">
            <a:extLst xmlns:a="http://schemas.openxmlformats.org/drawingml/2006/main">
              <a:ext uri="{FF2B5EF4-FFF2-40B4-BE49-F238E27FC236}">
                <a16:creationId xmlns:a16="http://schemas.microsoft.com/office/drawing/2014/main" id="{0DF91FD6-C561-4602-B5AF-9D6D4FC022D8}"/>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4" name="text-356">
            <a:extLst xmlns:a="http://schemas.openxmlformats.org/drawingml/2006/main">
              <a:ext uri="{FF2B5EF4-FFF2-40B4-BE49-F238E27FC236}">
                <a16:creationId xmlns:a16="http://schemas.microsoft.com/office/drawing/2014/main" id="{064E1C29-0CCB-4D72-BA76-93CB36ED4211}"/>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5" name="text-357">
            <a:extLst xmlns:a="http://schemas.openxmlformats.org/drawingml/2006/main">
              <a:ext uri="{FF2B5EF4-FFF2-40B4-BE49-F238E27FC236}">
                <a16:creationId xmlns:a16="http://schemas.microsoft.com/office/drawing/2014/main" id="{0A0DD6BC-2EDA-4827-B171-0FFCE20FF578}"/>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6" name="text-358">
            <a:extLst xmlns:a="http://schemas.openxmlformats.org/drawingml/2006/main">
              <a:ext uri="{FF2B5EF4-FFF2-40B4-BE49-F238E27FC236}">
                <a16:creationId xmlns:a16="http://schemas.microsoft.com/office/drawing/2014/main" id="{38184860-8CDA-43C5-B759-7E44C999ED3B}"/>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7" name="text-359">
            <a:extLst xmlns:a="http://schemas.openxmlformats.org/drawingml/2006/main">
              <a:ext uri="{FF2B5EF4-FFF2-40B4-BE49-F238E27FC236}">
                <a16:creationId xmlns:a16="http://schemas.microsoft.com/office/drawing/2014/main" id="{C8258204-B592-4B68-A6E3-6555C0B15AB7}"/>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8" name="text-360">
            <a:extLst xmlns:a="http://schemas.openxmlformats.org/drawingml/2006/main">
              <a:ext uri="{FF2B5EF4-FFF2-40B4-BE49-F238E27FC236}">
                <a16:creationId xmlns:a16="http://schemas.microsoft.com/office/drawing/2014/main" id="{05A4CD5E-C48B-4A26-8CCF-71DDE087C495}"/>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9" name="text-361">
            <a:extLst xmlns:a="http://schemas.openxmlformats.org/drawingml/2006/main">
              <a:ext uri="{FF2B5EF4-FFF2-40B4-BE49-F238E27FC236}">
                <a16:creationId xmlns:a16="http://schemas.microsoft.com/office/drawing/2014/main" id="{0B1EE137-419A-4E88-B514-1D7D32EA37F6}"/>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0" name="text-362">
            <a:extLst xmlns:a="http://schemas.openxmlformats.org/drawingml/2006/main">
              <a:ext uri="{FF2B5EF4-FFF2-40B4-BE49-F238E27FC236}">
                <a16:creationId xmlns:a16="http://schemas.microsoft.com/office/drawing/2014/main" id="{81891C98-39B5-4DFC-9C2C-AEDF0F9A6EB6}"/>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10</a:t>
            </a:r>
          </a:p>
        </p:txBody>
      </p:sp>
      <p:sp>
        <p:nvSpPr>
          <p:cNvPr id="11" name="text-363">
            <a:extLst xmlns:a="http://schemas.openxmlformats.org/drawingml/2006/main">
              <a:ext uri="{FF2B5EF4-FFF2-40B4-BE49-F238E27FC236}">
                <a16:creationId xmlns:a16="http://schemas.microsoft.com/office/drawing/2014/main" id="{23907C5E-131E-4D0B-92DF-2B3C78FE11A7}"/>
              </a:ext>
            </a:extLst>
          </p:cNvPr>
          <p:cNvSpPr>
            <a:spLocks xmlns:a="http://schemas.openxmlformats.org/drawingml/2006/main" noGrp="1"/>
          </p:cNvSpPr>
          <p:nvPr/>
        </p:nvSpPr>
        <p:spPr>
          <a:xfrm xmlns:a="http://schemas.openxmlformats.org/drawingml/2006/main">
            <a:off x="609600" y="1400175"/>
            <a:ext cx="10972800" cy="69246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850" b="1">
                <a:solidFill>
                  <a:srgbClr val="EDCA7E"/>
                </a:solidFill>
                <a:latin typeface="Tahoma"/>
                <a:ea typeface="Tahoma"/>
                <a:cs typeface="Tahoma"/>
              </a:defRPr>
            </a:pPr>
            <a:r>
              <a:rPr sz="2850" b="1">
                <a:solidFill>
                  <a:srgbClr val="EDCA7E"/>
                </a:solidFill>
                <a:latin typeface="Tahoma"/>
                <a:ea typeface="Tahoma"/>
                <a:cs typeface="Tahoma"/>
              </a:rPr>
              <a:t>NMN</a:t>
            </a:r>
          </a:p>
        </p:txBody>
      </p:sp>
      <p:sp>
        <p:nvSpPr>
          <p:cNvPr id="12" name="text-364">
            <a:extLst xmlns:a="http://schemas.openxmlformats.org/drawingml/2006/main">
              <a:ext uri="{FF2B5EF4-FFF2-40B4-BE49-F238E27FC236}">
                <a16:creationId xmlns:a16="http://schemas.microsoft.com/office/drawing/2014/main" id="{2AF39D83-6665-4FD0-8A47-97D1F9392AA7}"/>
              </a:ext>
            </a:extLst>
          </p:cNvPr>
          <p:cNvSpPr>
            <a:spLocks xmlns:a="http://schemas.openxmlformats.org/drawingml/2006/main" noGrp="1"/>
          </p:cNvSpPr>
          <p:nvPr/>
        </p:nvSpPr>
        <p:spPr>
          <a:xfrm xmlns:a="http://schemas.openxmlformats.org/drawingml/2006/main">
            <a:off x="11010693" y="1981200"/>
            <a:ext cx="571707"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ضبط</a:t>
            </a:r>
          </a:p>
        </p:txBody>
      </p:sp>
      <p:sp>
        <p:nvSpPr>
          <p:cNvPr id="13" name="text-365">
            <a:extLst xmlns:a="http://schemas.openxmlformats.org/drawingml/2006/main">
              <a:ext uri="{FF2B5EF4-FFF2-40B4-BE49-F238E27FC236}">
                <a16:creationId xmlns:a16="http://schemas.microsoft.com/office/drawing/2014/main" id="{0DF0D9FB-A3EF-4D0E-AF58-DB9A8508446D}"/>
              </a:ext>
            </a:extLst>
          </p:cNvPr>
          <p:cNvSpPr>
            <a:spLocks xmlns:a="http://schemas.openxmlformats.org/drawingml/2006/main" noGrp="1"/>
          </p:cNvSpPr>
          <p:nvPr/>
        </p:nvSpPr>
        <p:spPr>
          <a:xfrm xmlns:a="http://schemas.openxmlformats.org/drawingml/2006/main">
            <a:off x="9252916" y="1981200"/>
            <a:ext cx="1687483"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الاستشهادات</a:t>
            </a:r>
          </a:p>
        </p:txBody>
      </p:sp>
      <p:sp>
        <p:nvSpPr>
          <p:cNvPr id="14" name="text-366">
            <a:extLst xmlns:a="http://schemas.openxmlformats.org/drawingml/2006/main">
              <a:ext uri="{FF2B5EF4-FFF2-40B4-BE49-F238E27FC236}">
                <a16:creationId xmlns:a16="http://schemas.microsoft.com/office/drawing/2014/main" id="{CB7D475A-1F56-4C49-8AD8-69248E5D168A}"/>
              </a:ext>
            </a:extLst>
          </p:cNvPr>
          <p:cNvSpPr>
            <a:spLocks xmlns:a="http://schemas.openxmlformats.org/drawingml/2006/main" noGrp="1"/>
          </p:cNvSpPr>
          <p:nvPr/>
        </p:nvSpPr>
        <p:spPr>
          <a:xfrm xmlns:a="http://schemas.openxmlformats.org/drawingml/2006/main">
            <a:off x="8427846" y="1981200"/>
            <a:ext cx="754775"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بذاكرة</a:t>
            </a:r>
          </a:p>
        </p:txBody>
      </p:sp>
      <p:sp>
        <p:nvSpPr>
          <p:cNvPr id="15" name="text-367">
            <a:extLst xmlns:a="http://schemas.openxmlformats.org/drawingml/2006/main">
              <a:ext uri="{FF2B5EF4-FFF2-40B4-BE49-F238E27FC236}">
                <a16:creationId xmlns:a16="http://schemas.microsoft.com/office/drawing/2014/main" id="{D7A9ABF7-FF01-498D-807C-4A1016A0F3D4}"/>
              </a:ext>
            </a:extLst>
          </p:cNvPr>
          <p:cNvSpPr>
            <a:spLocks xmlns:a="http://schemas.openxmlformats.org/drawingml/2006/main" noGrp="1"/>
          </p:cNvSpPr>
          <p:nvPr/>
        </p:nvSpPr>
        <p:spPr>
          <a:xfrm xmlns:a="http://schemas.openxmlformats.org/drawingml/2006/main">
            <a:off x="7738949" y="1981200"/>
            <a:ext cx="618602"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نصية</a:t>
            </a:r>
          </a:p>
        </p:txBody>
      </p:sp>
      <p:sp>
        <p:nvSpPr>
          <p:cNvPr id="16" name="text-368">
            <a:extLst xmlns:a="http://schemas.openxmlformats.org/drawingml/2006/main">
              <a:ext uri="{FF2B5EF4-FFF2-40B4-BE49-F238E27FC236}">
                <a16:creationId xmlns:a16="http://schemas.microsoft.com/office/drawing/2014/main" id="{0B24C30D-67E9-4361-8186-A851F2D76D6C}"/>
              </a:ext>
            </a:extLst>
          </p:cNvPr>
          <p:cNvSpPr>
            <a:spLocks xmlns:a="http://schemas.openxmlformats.org/drawingml/2006/main" noGrp="1"/>
          </p:cNvSpPr>
          <p:nvPr/>
        </p:nvSpPr>
        <p:spPr>
          <a:xfrm xmlns:a="http://schemas.openxmlformats.org/drawingml/2006/main">
            <a:off x="6798014" y="1981200"/>
            <a:ext cx="87064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متعددة</a:t>
            </a:r>
          </a:p>
        </p:txBody>
      </p:sp>
      <p:sp>
        <p:nvSpPr>
          <p:cNvPr id="17" name="text-369">
            <a:extLst xmlns:a="http://schemas.openxmlformats.org/drawingml/2006/main">
              <a:ext uri="{FF2B5EF4-FFF2-40B4-BE49-F238E27FC236}">
                <a16:creationId xmlns:a16="http://schemas.microsoft.com/office/drawing/2014/main" id="{1414230A-66D3-4695-855A-4AD7B5073C32}"/>
              </a:ext>
            </a:extLst>
          </p:cNvPr>
          <p:cNvSpPr>
            <a:spLocks xmlns:a="http://schemas.openxmlformats.org/drawingml/2006/main" noGrp="1"/>
          </p:cNvSpPr>
          <p:nvPr/>
        </p:nvSpPr>
        <p:spPr>
          <a:xfrm xmlns:a="http://schemas.openxmlformats.org/drawingml/2006/main">
            <a:off x="5420207" y="1981200"/>
            <a:ext cx="1307513"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السياسات</a:t>
            </a:r>
          </a:p>
        </p:txBody>
      </p:sp>
      <p:sp>
        <p:nvSpPr>
          <p:cNvPr id="18" name="text-370">
            <a:extLst xmlns:a="http://schemas.openxmlformats.org/drawingml/2006/main">
              <a:ext uri="{FF2B5EF4-FFF2-40B4-BE49-F238E27FC236}">
                <a16:creationId xmlns:a16="http://schemas.microsoft.com/office/drawing/2014/main" id="{8A54A7B5-3673-4E9C-A260-DB73D07E7BB7}"/>
              </a:ext>
            </a:extLst>
          </p:cNvPr>
          <p:cNvSpPr>
            <a:spLocks xmlns:a="http://schemas.openxmlformats.org/drawingml/2006/main" noGrp="1"/>
          </p:cNvSpPr>
          <p:nvPr/>
        </p:nvSpPr>
        <p:spPr>
          <a:xfrm xmlns:a="http://schemas.openxmlformats.org/drawingml/2006/main">
            <a:off x="609600" y="2457450"/>
            <a:ext cx="1097280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SA 1020268774</a:t>
            </a:r>
          </a:p>
        </p:txBody>
      </p:sp>
      <p:sp>
        <p:nvSpPr>
          <p:cNvPr id="19" name="text-371">
            <a:extLst xmlns:a="http://schemas.openxmlformats.org/drawingml/2006/main">
              <a:ext uri="{FF2B5EF4-FFF2-40B4-BE49-F238E27FC236}">
                <a16:creationId xmlns:a16="http://schemas.microsoft.com/office/drawing/2014/main" id="{861E4C72-4EA5-4AFB-B09D-77812B9CE649}"/>
              </a:ext>
            </a:extLst>
          </p:cNvPr>
          <p:cNvSpPr>
            <a:spLocks xmlns:a="http://schemas.openxmlformats.org/drawingml/2006/main" noGrp="1"/>
          </p:cNvSpPr>
          <p:nvPr/>
        </p:nvSpPr>
        <p:spPr>
          <a:xfrm xmlns:a="http://schemas.openxmlformats.org/drawingml/2006/main">
            <a:off x="11063083" y="2943225"/>
            <a:ext cx="51931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طلب</a:t>
            </a:r>
          </a:p>
        </p:txBody>
      </p:sp>
      <p:sp>
        <p:nvSpPr>
          <p:cNvPr id="20" name="text-372">
            <a:extLst xmlns:a="http://schemas.openxmlformats.org/drawingml/2006/main">
              <a:ext uri="{FF2B5EF4-FFF2-40B4-BE49-F238E27FC236}">
                <a16:creationId xmlns:a16="http://schemas.microsoft.com/office/drawing/2014/main" id="{3729DB67-A201-4EE9-9104-71905D3AF4E3}"/>
              </a:ext>
            </a:extLst>
          </p:cNvPr>
          <p:cNvSpPr>
            <a:spLocks xmlns:a="http://schemas.openxmlformats.org/drawingml/2006/main" noGrp="1"/>
          </p:cNvSpPr>
          <p:nvPr/>
        </p:nvSpPr>
        <p:spPr>
          <a:xfrm xmlns:a="http://schemas.openxmlformats.org/drawingml/2006/main">
            <a:off x="10530317" y="2943225"/>
            <a:ext cx="47742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براءة</a:t>
            </a:r>
          </a:p>
        </p:txBody>
      </p:sp>
      <p:sp>
        <p:nvSpPr>
          <p:cNvPr id="21" name="text-373">
            <a:extLst xmlns:a="http://schemas.openxmlformats.org/drawingml/2006/main">
              <a:ext uri="{FF2B5EF4-FFF2-40B4-BE49-F238E27FC236}">
                <a16:creationId xmlns:a16="http://schemas.microsoft.com/office/drawing/2014/main" id="{28F713A1-D819-42D7-99D4-EF7D0037248C}"/>
              </a:ext>
            </a:extLst>
          </p:cNvPr>
          <p:cNvSpPr>
            <a:spLocks xmlns:a="http://schemas.openxmlformats.org/drawingml/2006/main" noGrp="1"/>
          </p:cNvSpPr>
          <p:nvPr/>
        </p:nvSpPr>
        <p:spPr>
          <a:xfrm xmlns:a="http://schemas.openxmlformats.org/drawingml/2006/main">
            <a:off x="9819879" y="2943225"/>
            <a:ext cx="65509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اختراع</a:t>
            </a:r>
          </a:p>
        </p:txBody>
      </p:sp>
      <p:sp>
        <p:nvSpPr>
          <p:cNvPr id="22" name="text-374">
            <a:extLst xmlns:a="http://schemas.openxmlformats.org/drawingml/2006/main">
              <a:ext uri="{FF2B5EF4-FFF2-40B4-BE49-F238E27FC236}">
                <a16:creationId xmlns:a16="http://schemas.microsoft.com/office/drawing/2014/main" id="{172FBD73-02CE-4073-AA0C-DCC4154E58CF}"/>
              </a:ext>
            </a:extLst>
          </p:cNvPr>
          <p:cNvSpPr>
            <a:spLocks xmlns:a="http://schemas.openxmlformats.org/drawingml/2006/main" noGrp="1"/>
          </p:cNvSpPr>
          <p:nvPr/>
        </p:nvSpPr>
        <p:spPr>
          <a:xfrm xmlns:a="http://schemas.openxmlformats.org/drawingml/2006/main">
            <a:off x="8997009" y="2943225"/>
            <a:ext cx="76752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مسجّل</a:t>
            </a:r>
          </a:p>
        </p:txBody>
      </p:sp>
      <p:sp>
        <p:nvSpPr>
          <p:cNvPr id="23" name="text-375">
            <a:extLst xmlns:a="http://schemas.openxmlformats.org/drawingml/2006/main">
              <a:ext uri="{FF2B5EF4-FFF2-40B4-BE49-F238E27FC236}">
                <a16:creationId xmlns:a16="http://schemas.microsoft.com/office/drawing/2014/main" id="{F1120CCD-32C8-40D0-A6E9-88AE3A4CBD5D}"/>
              </a:ext>
            </a:extLst>
          </p:cNvPr>
          <p:cNvSpPr>
            <a:spLocks xmlns:a="http://schemas.openxmlformats.org/drawingml/2006/main" noGrp="1"/>
          </p:cNvSpPr>
          <p:nvPr/>
        </p:nvSpPr>
        <p:spPr>
          <a:xfrm xmlns:a="http://schemas.openxmlformats.org/drawingml/2006/main">
            <a:off x="8178064" y="2943225"/>
            <a:ext cx="76360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بحسب</a:t>
            </a:r>
          </a:p>
        </p:txBody>
      </p:sp>
      <p:sp>
        <p:nvSpPr>
          <p:cNvPr id="24" name="text-376">
            <a:extLst xmlns:a="http://schemas.openxmlformats.org/drawingml/2006/main">
              <a:ext uri="{FF2B5EF4-FFF2-40B4-BE49-F238E27FC236}">
                <a16:creationId xmlns:a16="http://schemas.microsoft.com/office/drawing/2014/main" id="{AF306EC4-EA97-4A01-82DF-4D0AEE3AB171}"/>
              </a:ext>
            </a:extLst>
          </p:cNvPr>
          <p:cNvSpPr>
            <a:spLocks xmlns:a="http://schemas.openxmlformats.org/drawingml/2006/main" noGrp="1"/>
          </p:cNvSpPr>
          <p:nvPr/>
        </p:nvSpPr>
        <p:spPr>
          <a:xfrm xmlns:a="http://schemas.openxmlformats.org/drawingml/2006/main">
            <a:off x="7500099" y="2943225"/>
            <a:ext cx="62262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سجل</a:t>
            </a:r>
          </a:p>
        </p:txBody>
      </p:sp>
      <p:sp>
        <p:nvSpPr>
          <p:cNvPr id="25" name="text-377">
            <a:extLst xmlns:a="http://schemas.openxmlformats.org/drawingml/2006/main">
              <a:ext uri="{FF2B5EF4-FFF2-40B4-BE49-F238E27FC236}">
                <a16:creationId xmlns:a16="http://schemas.microsoft.com/office/drawing/2014/main" id="{921D0ABA-6951-4C6B-AECE-7D21F77F80B6}"/>
              </a:ext>
            </a:extLst>
          </p:cNvPr>
          <p:cNvSpPr>
            <a:spLocks xmlns:a="http://schemas.openxmlformats.org/drawingml/2006/main" noGrp="1"/>
          </p:cNvSpPr>
          <p:nvPr/>
        </p:nvSpPr>
        <p:spPr>
          <a:xfrm xmlns:a="http://schemas.openxmlformats.org/drawingml/2006/main">
            <a:off x="6792212" y="2943225"/>
            <a:ext cx="65254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المالك</a:t>
            </a:r>
          </a:p>
        </p:txBody>
      </p:sp>
      <p:sp>
        <p:nvSpPr>
          <p:cNvPr id="26" name="text-378">
            <a:extLst xmlns:a="http://schemas.openxmlformats.org/drawingml/2006/main">
              <a:ext uri="{FF2B5EF4-FFF2-40B4-BE49-F238E27FC236}">
                <a16:creationId xmlns:a16="http://schemas.microsoft.com/office/drawing/2014/main" id="{7F4C2CE3-363B-43D5-B980-D72AB37F559B}"/>
              </a:ext>
            </a:extLst>
          </p:cNvPr>
          <p:cNvSpPr>
            <a:spLocks xmlns:a="http://schemas.openxmlformats.org/drawingml/2006/main" noGrp="1"/>
          </p:cNvSpPr>
          <p:nvPr/>
        </p:nvSpPr>
        <p:spPr>
          <a:xfrm xmlns:a="http://schemas.openxmlformats.org/drawingml/2006/main">
            <a:off x="10272568" y="3695700"/>
            <a:ext cx="1309832"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EDCA7E"/>
                </a:solidFill>
                <a:latin typeface="Tahoma"/>
                <a:ea typeface="Tahoma"/>
                <a:cs typeface="Tahoma"/>
              </a:defRPr>
            </a:pPr>
            <a:r>
              <a:rPr sz="2550" b="1">
                <a:solidFill>
                  <a:srgbClr val="EDCA7E"/>
                </a:solidFill>
                <a:latin typeface="Tahoma"/>
                <a:ea typeface="Tahoma"/>
                <a:cs typeface="Tahoma"/>
              </a:rPr>
              <a:t>المتجاور</a:t>
            </a:r>
          </a:p>
        </p:txBody>
      </p:sp>
      <p:sp>
        <p:nvSpPr>
          <p:cNvPr id="27" name="text-379">
            <a:extLst xmlns:a="http://schemas.openxmlformats.org/drawingml/2006/main">
              <a:ext uri="{FF2B5EF4-FFF2-40B4-BE49-F238E27FC236}">
                <a16:creationId xmlns:a16="http://schemas.microsoft.com/office/drawing/2014/main" id="{A507C855-EC8B-4461-B0A8-CBF48B05DF3D}"/>
              </a:ext>
            </a:extLst>
          </p:cNvPr>
          <p:cNvSpPr>
            <a:spLocks xmlns:a="http://schemas.openxmlformats.org/drawingml/2006/main" noGrp="1"/>
          </p:cNvSpPr>
          <p:nvPr/>
        </p:nvSpPr>
        <p:spPr>
          <a:xfrm xmlns:a="http://schemas.openxmlformats.org/drawingml/2006/main">
            <a:off x="9590441" y="3695700"/>
            <a:ext cx="606308"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EDCA7E"/>
                </a:solidFill>
                <a:latin typeface="Tahoma"/>
                <a:ea typeface="Tahoma"/>
                <a:cs typeface="Tahoma"/>
              </a:defRPr>
            </a:pPr>
            <a:r>
              <a:rPr sz="2550" b="1">
                <a:solidFill>
                  <a:srgbClr val="EDCA7E"/>
                </a:solidFill>
                <a:latin typeface="Tahoma"/>
                <a:ea typeface="Tahoma"/>
                <a:cs typeface="Tahoma"/>
              </a:rPr>
              <a:t>في</a:t>
            </a:r>
          </a:p>
        </p:txBody>
      </p:sp>
      <p:sp>
        <p:nvSpPr>
          <p:cNvPr id="28" name="text-380">
            <a:extLst xmlns:a="http://schemas.openxmlformats.org/drawingml/2006/main">
              <a:ext uri="{FF2B5EF4-FFF2-40B4-BE49-F238E27FC236}">
                <a16:creationId xmlns:a16="http://schemas.microsoft.com/office/drawing/2014/main" id="{DFA6E19A-7F48-420E-A832-9AE482A7AD34}"/>
              </a:ext>
            </a:extLst>
          </p:cNvPr>
          <p:cNvSpPr>
            <a:spLocks xmlns:a="http://schemas.openxmlformats.org/drawingml/2006/main" noGrp="1"/>
          </p:cNvSpPr>
          <p:nvPr/>
        </p:nvSpPr>
        <p:spPr>
          <a:xfrm xmlns:a="http://schemas.openxmlformats.org/drawingml/2006/main">
            <a:off x="8529904" y="3695700"/>
            <a:ext cx="984717"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EDCA7E"/>
                </a:solidFill>
                <a:latin typeface="Tahoma"/>
                <a:ea typeface="Tahoma"/>
                <a:cs typeface="Tahoma"/>
              </a:defRPr>
            </a:pPr>
            <a:r>
              <a:rPr sz="2550" b="1">
                <a:solidFill>
                  <a:srgbClr val="EDCA7E"/>
                </a:solidFill>
                <a:latin typeface="Tahoma"/>
                <a:ea typeface="Tahoma"/>
                <a:cs typeface="Tahoma"/>
              </a:rPr>
              <a:t>القرآن</a:t>
            </a:r>
          </a:p>
        </p:txBody>
      </p:sp>
      <p:sp>
        <p:nvSpPr>
          <p:cNvPr id="29" name="text-381">
            <a:extLst xmlns:a="http://schemas.openxmlformats.org/drawingml/2006/main">
              <a:ext uri="{FF2B5EF4-FFF2-40B4-BE49-F238E27FC236}">
                <a16:creationId xmlns:a16="http://schemas.microsoft.com/office/drawing/2014/main" id="{5697D5F3-486E-43B6-ADBE-9108C968AE3F}"/>
              </a:ext>
            </a:extLst>
          </p:cNvPr>
          <p:cNvSpPr>
            <a:spLocks xmlns:a="http://schemas.openxmlformats.org/drawingml/2006/main" noGrp="1"/>
          </p:cNvSpPr>
          <p:nvPr/>
        </p:nvSpPr>
        <p:spPr>
          <a:xfrm xmlns:a="http://schemas.openxmlformats.org/drawingml/2006/main">
            <a:off x="11004611" y="4248150"/>
            <a:ext cx="577789"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بحث</a:t>
            </a:r>
          </a:p>
        </p:txBody>
      </p:sp>
      <p:sp>
        <p:nvSpPr>
          <p:cNvPr id="30" name="text-382">
            <a:extLst xmlns:a="http://schemas.openxmlformats.org/drawingml/2006/main">
              <a:ext uri="{FF2B5EF4-FFF2-40B4-BE49-F238E27FC236}">
                <a16:creationId xmlns:a16="http://schemas.microsoft.com/office/drawing/2014/main" id="{26579CD8-9FE2-45BC-9522-F205DF6D8159}"/>
              </a:ext>
            </a:extLst>
          </p:cNvPr>
          <p:cNvSpPr>
            <a:spLocks xmlns:a="http://schemas.openxmlformats.org/drawingml/2006/main" noGrp="1"/>
          </p:cNvSpPr>
          <p:nvPr/>
        </p:nvSpPr>
        <p:spPr>
          <a:xfrm xmlns:a="http://schemas.openxmlformats.org/drawingml/2006/main">
            <a:off x="10123234" y="4248150"/>
            <a:ext cx="81413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منشور</a:t>
            </a:r>
          </a:p>
        </p:txBody>
      </p:sp>
      <p:sp>
        <p:nvSpPr>
          <p:cNvPr id="31" name="text-383">
            <a:extLst xmlns:a="http://schemas.openxmlformats.org/drawingml/2006/main">
              <a:ext uri="{FF2B5EF4-FFF2-40B4-BE49-F238E27FC236}">
                <a16:creationId xmlns:a16="http://schemas.microsoft.com/office/drawing/2014/main" id="{FD7126C4-DD07-4207-99EE-669C8DF1844C}"/>
              </a:ext>
            </a:extLst>
          </p:cNvPr>
          <p:cNvSpPr>
            <a:spLocks xmlns:a="http://schemas.openxmlformats.org/drawingml/2006/main" noGrp="1"/>
          </p:cNvSpPr>
          <p:nvPr/>
        </p:nvSpPr>
        <p:spPr>
          <a:xfrm xmlns:a="http://schemas.openxmlformats.org/drawingml/2006/main">
            <a:off x="9494876" y="4248150"/>
            <a:ext cx="561111"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وأداة</a:t>
            </a:r>
          </a:p>
        </p:txBody>
      </p:sp>
      <p:sp>
        <p:nvSpPr>
          <p:cNvPr id="32" name="text-384">
            <a:extLst xmlns:a="http://schemas.openxmlformats.org/drawingml/2006/main">
              <a:ext uri="{FF2B5EF4-FFF2-40B4-BE49-F238E27FC236}">
                <a16:creationId xmlns:a16="http://schemas.microsoft.com/office/drawing/2014/main" id="{D3C8B39F-9608-4640-A3A2-EA179FAE1797}"/>
              </a:ext>
            </a:extLst>
          </p:cNvPr>
          <p:cNvSpPr>
            <a:spLocks xmlns:a="http://schemas.openxmlformats.org/drawingml/2006/main" noGrp="1"/>
          </p:cNvSpPr>
          <p:nvPr/>
        </p:nvSpPr>
        <p:spPr>
          <a:xfrm xmlns:a="http://schemas.openxmlformats.org/drawingml/2006/main">
            <a:off x="8791074" y="4248150"/>
            <a:ext cx="636556"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تقارن</a:t>
            </a:r>
          </a:p>
        </p:txBody>
      </p:sp>
      <p:sp>
        <p:nvSpPr>
          <p:cNvPr id="33" name="text-385">
            <a:extLst xmlns:a="http://schemas.openxmlformats.org/drawingml/2006/main">
              <a:ext uri="{FF2B5EF4-FFF2-40B4-BE49-F238E27FC236}">
                <a16:creationId xmlns:a16="http://schemas.microsoft.com/office/drawing/2014/main" id="{C8A7F00D-E45D-4016-9480-425C663CDA1F}"/>
              </a:ext>
            </a:extLst>
          </p:cNvPr>
          <p:cNvSpPr>
            <a:spLocks xmlns:a="http://schemas.openxmlformats.org/drawingml/2006/main" noGrp="1"/>
          </p:cNvSpPr>
          <p:nvPr/>
        </p:nvSpPr>
        <p:spPr>
          <a:xfrm xmlns:a="http://schemas.openxmlformats.org/drawingml/2006/main">
            <a:off x="8087958" y="4248150"/>
            <a:ext cx="635869"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قرائن</a:t>
            </a:r>
          </a:p>
        </p:txBody>
      </p:sp>
      <p:sp>
        <p:nvSpPr>
          <p:cNvPr id="34" name="text-386">
            <a:extLst xmlns:a="http://schemas.openxmlformats.org/drawingml/2006/main">
              <a:ext uri="{FF2B5EF4-FFF2-40B4-BE49-F238E27FC236}">
                <a16:creationId xmlns:a16="http://schemas.microsoft.com/office/drawing/2014/main" id="{3432C3A5-055B-43B6-9D19-E0DC7FE219D2}"/>
              </a:ext>
            </a:extLst>
          </p:cNvPr>
          <p:cNvSpPr>
            <a:spLocks xmlns:a="http://schemas.openxmlformats.org/drawingml/2006/main" noGrp="1"/>
          </p:cNvSpPr>
          <p:nvPr/>
        </p:nvSpPr>
        <p:spPr>
          <a:xfrm xmlns:a="http://schemas.openxmlformats.org/drawingml/2006/main">
            <a:off x="6783738" y="4248150"/>
            <a:ext cx="1236974"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الاستعمال</a:t>
            </a:r>
          </a:p>
        </p:txBody>
      </p:sp>
      <p:sp>
        <p:nvSpPr>
          <p:cNvPr id="35" name="text-387">
            <a:extLst xmlns:a="http://schemas.openxmlformats.org/drawingml/2006/main">
              <a:ext uri="{FF2B5EF4-FFF2-40B4-BE49-F238E27FC236}">
                <a16:creationId xmlns:a16="http://schemas.microsoft.com/office/drawing/2014/main" id="{76346638-2360-4707-BF46-2C38E46923C8}"/>
              </a:ext>
            </a:extLst>
          </p:cNvPr>
          <p:cNvSpPr>
            <a:spLocks xmlns:a="http://schemas.openxmlformats.org/drawingml/2006/main" noGrp="1"/>
          </p:cNvSpPr>
          <p:nvPr/>
        </p:nvSpPr>
        <p:spPr>
          <a:xfrm xmlns:a="http://schemas.openxmlformats.org/drawingml/2006/main">
            <a:off x="5591459" y="4248150"/>
            <a:ext cx="1125033"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بالشواهد</a:t>
            </a:r>
          </a:p>
        </p:txBody>
      </p:sp>
      <p:sp>
        <p:nvSpPr>
          <p:cNvPr id="36" name="text-388">
            <a:extLst xmlns:a="http://schemas.openxmlformats.org/drawingml/2006/main">
              <a:ext uri="{FF2B5EF4-FFF2-40B4-BE49-F238E27FC236}">
                <a16:creationId xmlns:a16="http://schemas.microsoft.com/office/drawing/2014/main" id="{CF696126-EB03-486C-9C5D-5398E0EC0736}"/>
              </a:ext>
            </a:extLst>
          </p:cNvPr>
          <p:cNvSpPr>
            <a:spLocks xmlns:a="http://schemas.openxmlformats.org/drawingml/2006/main" noGrp="1"/>
          </p:cNvSpPr>
          <p:nvPr/>
        </p:nvSpPr>
        <p:spPr>
          <a:xfrm xmlns:a="http://schemas.openxmlformats.org/drawingml/2006/main">
            <a:off x="11043854" y="4953000"/>
            <a:ext cx="53854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78DAC1"/>
                </a:solidFill>
                <a:latin typeface="Tahoma"/>
                <a:ea typeface="Tahoma"/>
                <a:cs typeface="Tahoma"/>
              </a:defRPr>
            </a:pPr>
            <a:r>
              <a:rPr sz="1950" b="0">
                <a:solidFill>
                  <a:srgbClr val="78DAC1"/>
                </a:solidFill>
                <a:latin typeface="Tahoma"/>
                <a:ea typeface="Tahoma"/>
                <a:cs typeface="Tahoma"/>
              </a:rPr>
              <a:t>طلب</a:t>
            </a:r>
          </a:p>
        </p:txBody>
      </p:sp>
      <p:sp>
        <p:nvSpPr>
          <p:cNvPr id="37" name="text-389">
            <a:extLst xmlns:a="http://schemas.openxmlformats.org/drawingml/2006/main">
              <a:ext uri="{FF2B5EF4-FFF2-40B4-BE49-F238E27FC236}">
                <a16:creationId xmlns:a16="http://schemas.microsoft.com/office/drawing/2014/main" id="{23870257-E21B-4B72-A0E2-7D1A2F2FAE5E}"/>
              </a:ext>
            </a:extLst>
          </p:cNvPr>
          <p:cNvSpPr>
            <a:spLocks xmlns:a="http://schemas.openxmlformats.org/drawingml/2006/main" noGrp="1"/>
          </p:cNvSpPr>
          <p:nvPr/>
        </p:nvSpPr>
        <p:spPr>
          <a:xfrm xmlns:a="http://schemas.openxmlformats.org/drawingml/2006/main">
            <a:off x="10227747" y="4953000"/>
            <a:ext cx="75771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78DAC1"/>
                </a:solidFill>
                <a:latin typeface="Tahoma"/>
                <a:ea typeface="Tahoma"/>
                <a:cs typeface="Tahoma"/>
              </a:defRPr>
            </a:pPr>
            <a:r>
              <a:rPr sz="1950" b="0">
                <a:solidFill>
                  <a:srgbClr val="78DAC1"/>
                </a:solidFill>
                <a:latin typeface="Tahoma"/>
                <a:ea typeface="Tahoma"/>
                <a:cs typeface="Tahoma"/>
              </a:rPr>
              <a:t>المنصة</a:t>
            </a:r>
          </a:p>
        </p:txBody>
      </p:sp>
      <p:sp>
        <p:nvSpPr>
          <p:cNvPr id="38" name="text-390">
            <a:extLst xmlns:a="http://schemas.openxmlformats.org/drawingml/2006/main">
              <a:ext uri="{FF2B5EF4-FFF2-40B4-BE49-F238E27FC236}">
                <a16:creationId xmlns:a16="http://schemas.microsoft.com/office/drawing/2014/main" id="{413AFECD-5682-43F3-AE97-D4D07005F99C}"/>
              </a:ext>
            </a:extLst>
          </p:cNvPr>
          <p:cNvSpPr>
            <a:spLocks xmlns:a="http://schemas.openxmlformats.org/drawingml/2006/main" noGrp="1"/>
          </p:cNvSpPr>
          <p:nvPr/>
        </p:nvSpPr>
        <p:spPr>
          <a:xfrm xmlns:a="http://schemas.openxmlformats.org/drawingml/2006/main">
            <a:off x="9328053" y="4953000"/>
            <a:ext cx="84130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78DAC1"/>
                </a:solidFill>
                <a:latin typeface="Tahoma"/>
                <a:ea typeface="Tahoma"/>
                <a:cs typeface="Tahoma"/>
              </a:defRPr>
            </a:pPr>
            <a:r>
              <a:rPr sz="1950" b="0">
                <a:solidFill>
                  <a:srgbClr val="78DAC1"/>
                </a:solidFill>
                <a:latin typeface="Tahoma"/>
                <a:ea typeface="Tahoma"/>
                <a:cs typeface="Tahoma"/>
              </a:rPr>
              <a:t>مستقل</a:t>
            </a:r>
          </a:p>
        </p:txBody>
      </p:sp>
      <p:sp>
        <p:nvSpPr>
          <p:cNvPr id="39" name="text-391">
            <a:extLst xmlns:a="http://schemas.openxmlformats.org/drawingml/2006/main">
              <a:ext uri="{FF2B5EF4-FFF2-40B4-BE49-F238E27FC236}">
                <a16:creationId xmlns:a16="http://schemas.microsoft.com/office/drawing/2014/main" id="{16FF59DF-A4B4-431B-9A2E-293244D1E4AF}"/>
              </a:ext>
            </a:extLst>
          </p:cNvPr>
          <p:cNvSpPr>
            <a:spLocks xmlns:a="http://schemas.openxmlformats.org/drawingml/2006/main" noGrp="1"/>
          </p:cNvSpPr>
          <p:nvPr/>
        </p:nvSpPr>
        <p:spPr>
          <a:xfrm xmlns:a="http://schemas.openxmlformats.org/drawingml/2006/main">
            <a:off x="609600" y="4953000"/>
            <a:ext cx="5905500"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78DAC1"/>
                </a:solidFill>
                <a:latin typeface="Tahoma"/>
                <a:ea typeface="Tahoma"/>
                <a:cs typeface="Tahoma"/>
              </a:defRPr>
            </a:pPr>
            <a:r>
              <a:rPr sz="1950" b="0">
                <a:solidFill>
                  <a:srgbClr val="78DAC1"/>
                </a:solidFill>
                <a:latin typeface="Tahoma"/>
                <a:ea typeface="Tahoma"/>
                <a:cs typeface="Tahoma"/>
              </a:rPr>
              <a:t>SA 1020261862</a:t>
            </a:r>
          </a:p>
        </p:txBody>
      </p:sp>
      <p:sp>
        <p:nvSpPr>
          <p:cNvPr id="40" name="text-392">
            <a:extLst xmlns:a="http://schemas.openxmlformats.org/drawingml/2006/main">
              <a:ext uri="{FF2B5EF4-FFF2-40B4-BE49-F238E27FC236}">
                <a16:creationId xmlns:a16="http://schemas.microsoft.com/office/drawing/2014/main" id="{1B7E6A88-3931-46C3-81C2-B614B5963F35}"/>
              </a:ext>
            </a:extLst>
          </p:cNvPr>
          <p:cNvSpPr>
            <a:spLocks xmlns:a="http://schemas.openxmlformats.org/drawingml/2006/main" noGrp="1"/>
          </p:cNvSpPr>
          <p:nvPr/>
        </p:nvSpPr>
        <p:spPr>
          <a:xfrm xmlns:a="http://schemas.openxmlformats.org/drawingml/2006/main">
            <a:off x="11115570" y="5534025"/>
            <a:ext cx="466830"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أرقام</a:t>
            </a:r>
          </a:p>
        </p:txBody>
      </p:sp>
      <p:sp>
        <p:nvSpPr>
          <p:cNvPr id="41" name="text-393">
            <a:extLst xmlns:a="http://schemas.openxmlformats.org/drawingml/2006/main">
              <a:ext uri="{FF2B5EF4-FFF2-40B4-BE49-F238E27FC236}">
                <a16:creationId xmlns:a16="http://schemas.microsoft.com/office/drawing/2014/main" id="{9577DBE5-9C68-4BB5-90DA-C3FAE38BAEA2}"/>
              </a:ext>
            </a:extLst>
          </p:cNvPr>
          <p:cNvSpPr>
            <a:spLocks xmlns:a="http://schemas.openxmlformats.org/drawingml/2006/main" noGrp="1"/>
          </p:cNvSpPr>
          <p:nvPr/>
        </p:nvSpPr>
        <p:spPr>
          <a:xfrm xmlns:a="http://schemas.openxmlformats.org/drawingml/2006/main">
            <a:off x="10468626" y="5534025"/>
            <a:ext cx="597509"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طلبات</a:t>
            </a:r>
          </a:p>
        </p:txBody>
      </p:sp>
      <p:sp>
        <p:nvSpPr>
          <p:cNvPr id="42" name="text-394">
            <a:extLst xmlns:a="http://schemas.openxmlformats.org/drawingml/2006/main">
              <a:ext uri="{FF2B5EF4-FFF2-40B4-BE49-F238E27FC236}">
                <a16:creationId xmlns:a16="http://schemas.microsoft.com/office/drawing/2014/main" id="{8B3A1149-5439-4CD2-82C3-817D5DBFB04A}"/>
              </a:ext>
            </a:extLst>
          </p:cNvPr>
          <p:cNvSpPr>
            <a:spLocks xmlns:a="http://schemas.openxmlformats.org/drawingml/2006/main" noGrp="1"/>
          </p:cNvSpPr>
          <p:nvPr/>
        </p:nvSpPr>
        <p:spPr>
          <a:xfrm xmlns:a="http://schemas.openxmlformats.org/drawingml/2006/main">
            <a:off x="10243741" y="5534025"/>
            <a:ext cx="175451"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لا</a:t>
            </a:r>
          </a:p>
        </p:txBody>
      </p:sp>
      <p:sp>
        <p:nvSpPr>
          <p:cNvPr id="43" name="text-395">
            <a:extLst xmlns:a="http://schemas.openxmlformats.org/drawingml/2006/main">
              <a:ext uri="{FF2B5EF4-FFF2-40B4-BE49-F238E27FC236}">
                <a16:creationId xmlns:a16="http://schemas.microsoft.com/office/drawing/2014/main" id="{0CD826FC-CA66-4AB9-8845-1E4F9582CB05}"/>
              </a:ext>
            </a:extLst>
          </p:cNvPr>
          <p:cNvSpPr>
            <a:spLocks xmlns:a="http://schemas.openxmlformats.org/drawingml/2006/main" noGrp="1"/>
          </p:cNvSpPr>
          <p:nvPr/>
        </p:nvSpPr>
        <p:spPr>
          <a:xfrm xmlns:a="http://schemas.openxmlformats.org/drawingml/2006/main">
            <a:off x="9709523" y="5534025"/>
            <a:ext cx="484783"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ادعاء</a:t>
            </a:r>
          </a:p>
        </p:txBody>
      </p:sp>
      <p:sp>
        <p:nvSpPr>
          <p:cNvPr id="44" name="text-396">
            <a:extLst xmlns:a="http://schemas.openxmlformats.org/drawingml/2006/main">
              <a:ext uri="{FF2B5EF4-FFF2-40B4-BE49-F238E27FC236}">
                <a16:creationId xmlns:a16="http://schemas.microsoft.com/office/drawing/2014/main" id="{1B0F5155-E238-4542-937A-9D3F8BD85A9B}"/>
              </a:ext>
            </a:extLst>
          </p:cNvPr>
          <p:cNvSpPr>
            <a:spLocks xmlns:a="http://schemas.openxmlformats.org/drawingml/2006/main" noGrp="1"/>
          </p:cNvSpPr>
          <p:nvPr/>
        </p:nvSpPr>
        <p:spPr>
          <a:xfrm xmlns:a="http://schemas.openxmlformats.org/drawingml/2006/main">
            <a:off x="9269782" y="5534025"/>
            <a:ext cx="390306"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منح</a:t>
            </a:r>
          </a:p>
        </p:txBody>
      </p:sp>
      <p:sp>
        <p:nvSpPr>
          <p:cNvPr id="45" name="text-397">
            <a:extLst xmlns:a="http://schemas.openxmlformats.org/drawingml/2006/main">
              <a:ext uri="{FF2B5EF4-FFF2-40B4-BE49-F238E27FC236}">
                <a16:creationId xmlns:a16="http://schemas.microsoft.com/office/drawing/2014/main" id="{4D0F83FC-18DA-4D7E-85B4-6E7C6D06EB22}"/>
              </a:ext>
            </a:extLst>
          </p:cNvPr>
          <p:cNvSpPr>
            <a:spLocks xmlns:a="http://schemas.openxmlformats.org/drawingml/2006/main" noGrp="1"/>
          </p:cNvSpPr>
          <p:nvPr/>
        </p:nvSpPr>
        <p:spPr>
          <a:xfrm xmlns:a="http://schemas.openxmlformats.org/drawingml/2006/main">
            <a:off x="9102486" y="5534025"/>
            <a:ext cx="117861"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a:t>
            </a:r>
          </a:p>
        </p:txBody>
      </p:sp>
      <p:sp>
        <p:nvSpPr>
          <p:cNvPr id="46" name="text-398">
            <a:extLst xmlns:a="http://schemas.openxmlformats.org/drawingml/2006/main">
              <a:ext uri="{FF2B5EF4-FFF2-40B4-BE49-F238E27FC236}">
                <a16:creationId xmlns:a16="http://schemas.microsoft.com/office/drawing/2014/main" id="{C81078B7-391F-4C08-BEFB-B6F3D096BB77}"/>
              </a:ext>
            </a:extLst>
          </p:cNvPr>
          <p:cNvSpPr>
            <a:spLocks xmlns:a="http://schemas.openxmlformats.org/drawingml/2006/main" noGrp="1"/>
          </p:cNvSpPr>
          <p:nvPr/>
        </p:nvSpPr>
        <p:spPr>
          <a:xfrm xmlns:a="http://schemas.openxmlformats.org/drawingml/2006/main">
            <a:off x="8524610" y="5534025"/>
            <a:ext cx="528441"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الأدلة</a:t>
            </a:r>
          </a:p>
        </p:txBody>
      </p:sp>
      <p:sp>
        <p:nvSpPr>
          <p:cNvPr id="47" name="text-399">
            <a:extLst xmlns:a="http://schemas.openxmlformats.org/drawingml/2006/main">
              <a:ext uri="{FF2B5EF4-FFF2-40B4-BE49-F238E27FC236}">
                <a16:creationId xmlns:a16="http://schemas.microsoft.com/office/drawing/2014/main" id="{46FD78FB-47E0-43CA-A9A2-F8F22D1AA20B}"/>
              </a:ext>
            </a:extLst>
          </p:cNvPr>
          <p:cNvSpPr>
            <a:spLocks xmlns:a="http://schemas.openxmlformats.org/drawingml/2006/main" noGrp="1"/>
          </p:cNvSpPr>
          <p:nvPr/>
        </p:nvSpPr>
        <p:spPr>
          <a:xfrm xmlns:a="http://schemas.openxmlformats.org/drawingml/2006/main">
            <a:off x="7658789" y="5534025"/>
            <a:ext cx="816387"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والمراجع</a:t>
            </a:r>
          </a:p>
        </p:txBody>
      </p:sp>
      <p:sp>
        <p:nvSpPr>
          <p:cNvPr id="48" name="text-400">
            <a:extLst xmlns:a="http://schemas.openxmlformats.org/drawingml/2006/main">
              <a:ext uri="{FF2B5EF4-FFF2-40B4-BE49-F238E27FC236}">
                <a16:creationId xmlns:a16="http://schemas.microsoft.com/office/drawing/2014/main" id="{F0ACF9B7-268A-4944-89A5-EC7DC55ADCBB}"/>
              </a:ext>
            </a:extLst>
          </p:cNvPr>
          <p:cNvSpPr>
            <a:spLocks xmlns:a="http://schemas.openxmlformats.org/drawingml/2006/main" noGrp="1"/>
          </p:cNvSpPr>
          <p:nvPr/>
        </p:nvSpPr>
        <p:spPr>
          <a:xfrm xmlns:a="http://schemas.openxmlformats.org/drawingml/2006/main">
            <a:off x="7253680" y="5534025"/>
            <a:ext cx="355674"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في</a:t>
            </a:r>
          </a:p>
        </p:txBody>
      </p:sp>
      <p:sp>
        <p:nvSpPr>
          <p:cNvPr id="49" name="text-401">
            <a:extLst xmlns:a="http://schemas.openxmlformats.org/drawingml/2006/main">
              <a:ext uri="{FF2B5EF4-FFF2-40B4-BE49-F238E27FC236}">
                <a16:creationId xmlns:a16="http://schemas.microsoft.com/office/drawing/2014/main" id="{46D86C04-0371-40D5-AD89-3020689BD012}"/>
              </a:ext>
            </a:extLst>
          </p:cNvPr>
          <p:cNvSpPr>
            <a:spLocks xmlns:a="http://schemas.openxmlformats.org/drawingml/2006/main" noGrp="1"/>
          </p:cNvSpPr>
          <p:nvPr/>
        </p:nvSpPr>
        <p:spPr>
          <a:xfrm xmlns:a="http://schemas.openxmlformats.org/drawingml/2006/main">
            <a:off x="6598397" y="5534025"/>
            <a:ext cx="605848"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صفحة</a:t>
            </a:r>
          </a:p>
        </p:txBody>
      </p:sp>
      <p:sp>
        <p:nvSpPr>
          <p:cNvPr id="50" name="text-402">
            <a:extLst xmlns:a="http://schemas.openxmlformats.org/drawingml/2006/main">
              <a:ext uri="{FF2B5EF4-FFF2-40B4-BE49-F238E27FC236}">
                <a16:creationId xmlns:a16="http://schemas.microsoft.com/office/drawing/2014/main" id="{1A8996CF-E9E7-4BFD-BE89-D062C980D278}"/>
              </a:ext>
            </a:extLst>
          </p:cNvPr>
          <p:cNvSpPr>
            <a:spLocks xmlns:a="http://schemas.openxmlformats.org/drawingml/2006/main" noGrp="1"/>
          </p:cNvSpPr>
          <p:nvPr/>
        </p:nvSpPr>
        <p:spPr>
          <a:xfrm xmlns:a="http://schemas.openxmlformats.org/drawingml/2006/main">
            <a:off x="5908188" y="5534025"/>
            <a:ext cx="640774"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الابتكار</a:t>
            </a:r>
          </a:p>
        </p:txBody>
      </p:sp>
    </p:spTree>
    <p:extLst>
      <p:ext uri="{BB962C8B-B14F-4D97-AF65-F5344CB8AC3E}">
        <p14:creationId xmlns:p14="http://schemas.microsoft.com/office/powerpoint/2010/main" val="1731543605"/>
      </p:ext>
    </p:extLst>
  </p:cSld>
</p:sld>
</file>

<file path=ppt/slides/slide11.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32" name="text-403">
            <a:extLst xmlns:a="http://schemas.openxmlformats.org/drawingml/2006/main">
              <a:ext uri="{FF2B5EF4-FFF2-40B4-BE49-F238E27FC236}">
                <a16:creationId xmlns:a16="http://schemas.microsoft.com/office/drawing/2014/main" id="{BB6A0F4A-0CB0-4D59-B878-47B40363D06C}"/>
              </a:ext>
            </a:extLst>
          </p:cNvPr>
          <p:cNvSpPr>
            <a:spLocks xmlns:a="http://schemas.openxmlformats.org/drawingml/2006/main" noGrp="1"/>
          </p:cNvSpPr>
          <p:nvPr/>
        </p:nvSpPr>
        <p:spPr>
          <a:xfrm xmlns:a="http://schemas.openxmlformats.org/drawingml/2006/main">
            <a:off x="9899904" y="457200"/>
            <a:ext cx="168249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الفرائض</a:t>
            </a:r>
          </a:p>
        </p:txBody>
      </p:sp>
      <p:sp>
        <p:nvSpPr>
          <p:cNvPr id="2" name="text-404">
            <a:extLst xmlns:a="http://schemas.openxmlformats.org/drawingml/2006/main">
              <a:ext uri="{FF2B5EF4-FFF2-40B4-BE49-F238E27FC236}">
                <a16:creationId xmlns:a16="http://schemas.microsoft.com/office/drawing/2014/main" id="{952E8F8E-A737-4612-80D5-C5D3044CF61E}"/>
              </a:ext>
            </a:extLst>
          </p:cNvPr>
          <p:cNvSpPr>
            <a:spLocks xmlns:a="http://schemas.openxmlformats.org/drawingml/2006/main" noGrp="1"/>
          </p:cNvSpPr>
          <p:nvPr/>
        </p:nvSpPr>
        <p:spPr>
          <a:xfrm xmlns:a="http://schemas.openxmlformats.org/drawingml/2006/main">
            <a:off x="8616300" y="457200"/>
            <a:ext cx="118263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أنصبة</a:t>
            </a:r>
          </a:p>
        </p:txBody>
      </p:sp>
      <p:sp>
        <p:nvSpPr>
          <p:cNvPr id="3" name="text-405">
            <a:extLst xmlns:a="http://schemas.openxmlformats.org/drawingml/2006/main">
              <a:ext uri="{FF2B5EF4-FFF2-40B4-BE49-F238E27FC236}">
                <a16:creationId xmlns:a16="http://schemas.microsoft.com/office/drawing/2014/main" id="{C67B2FFB-1D6A-4F5A-8EF6-3149D91C0B34}"/>
              </a:ext>
            </a:extLst>
          </p:cNvPr>
          <p:cNvSpPr>
            <a:spLocks xmlns:a="http://schemas.openxmlformats.org/drawingml/2006/main" noGrp="1"/>
          </p:cNvSpPr>
          <p:nvPr/>
        </p:nvSpPr>
        <p:spPr>
          <a:xfrm xmlns:a="http://schemas.openxmlformats.org/drawingml/2006/main">
            <a:off x="7254933" y="457200"/>
            <a:ext cx="126040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ومبالغ</a:t>
            </a:r>
          </a:p>
        </p:txBody>
      </p:sp>
      <p:sp>
        <p:nvSpPr>
          <p:cNvPr id="4" name="text-406">
            <a:extLst xmlns:a="http://schemas.openxmlformats.org/drawingml/2006/main">
              <a:ext uri="{FF2B5EF4-FFF2-40B4-BE49-F238E27FC236}">
                <a16:creationId xmlns:a16="http://schemas.microsoft.com/office/drawing/2014/main" id="{FA722CC0-51B0-4E38-AD26-D15CF3ECE150}"/>
              </a:ext>
            </a:extLst>
          </p:cNvPr>
          <p:cNvSpPr>
            <a:spLocks xmlns:a="http://schemas.openxmlformats.org/drawingml/2006/main" noGrp="1"/>
          </p:cNvSpPr>
          <p:nvPr/>
        </p:nvSpPr>
        <p:spPr>
          <a:xfrm xmlns:a="http://schemas.openxmlformats.org/drawingml/2006/main">
            <a:off x="6574109" y="457200"/>
            <a:ext cx="57985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مع</a:t>
            </a:r>
          </a:p>
        </p:txBody>
      </p:sp>
      <p:sp>
        <p:nvSpPr>
          <p:cNvPr id="5" name="text-407">
            <a:extLst xmlns:a="http://schemas.openxmlformats.org/drawingml/2006/main">
              <a:ext uri="{FF2B5EF4-FFF2-40B4-BE49-F238E27FC236}">
                <a16:creationId xmlns:a16="http://schemas.microsoft.com/office/drawing/2014/main" id="{49663BFE-A6E0-42B8-9C57-419A3A954D36}"/>
              </a:ext>
            </a:extLst>
          </p:cNvPr>
          <p:cNvSpPr>
            <a:spLocks xmlns:a="http://schemas.openxmlformats.org/drawingml/2006/main" noGrp="1"/>
          </p:cNvSpPr>
          <p:nvPr/>
        </p:nvSpPr>
        <p:spPr>
          <a:xfrm xmlns:a="http://schemas.openxmlformats.org/drawingml/2006/main">
            <a:off x="5544891" y="457200"/>
            <a:ext cx="92825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دليل</a:t>
            </a:r>
          </a:p>
        </p:txBody>
      </p:sp>
      <p:sp>
        <p:nvSpPr>
          <p:cNvPr id="6" name="shape-408">
            <a:extLst xmlns:a="http://schemas.openxmlformats.org/drawingml/2006/main">
              <a:ext uri="{FF2B5EF4-FFF2-40B4-BE49-F238E27FC236}">
                <a16:creationId xmlns:a16="http://schemas.microsoft.com/office/drawing/2014/main" id="{287101FE-BB15-4782-86C5-448EA1A1A015}"/>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7" name="text-409">
            <a:extLst xmlns:a="http://schemas.openxmlformats.org/drawingml/2006/main">
              <a:ext uri="{FF2B5EF4-FFF2-40B4-BE49-F238E27FC236}">
                <a16:creationId xmlns:a16="http://schemas.microsoft.com/office/drawing/2014/main" id="{03245BEF-569D-476A-9C0E-5E3C12B30003}"/>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8" name="text-410">
            <a:extLst xmlns:a="http://schemas.openxmlformats.org/drawingml/2006/main">
              <a:ext uri="{FF2B5EF4-FFF2-40B4-BE49-F238E27FC236}">
                <a16:creationId xmlns:a16="http://schemas.microsoft.com/office/drawing/2014/main" id="{51AEC836-3B2F-4F66-83A8-BDA7F49F39BC}"/>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9" name="text-411">
            <a:extLst xmlns:a="http://schemas.openxmlformats.org/drawingml/2006/main">
              <a:ext uri="{FF2B5EF4-FFF2-40B4-BE49-F238E27FC236}">
                <a16:creationId xmlns:a16="http://schemas.microsoft.com/office/drawing/2014/main" id="{4383D87E-0C69-47C5-818F-FDD80A6A479E}"/>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0" name="text-412">
            <a:extLst xmlns:a="http://schemas.openxmlformats.org/drawingml/2006/main">
              <a:ext uri="{FF2B5EF4-FFF2-40B4-BE49-F238E27FC236}">
                <a16:creationId xmlns:a16="http://schemas.microsoft.com/office/drawing/2014/main" id="{B28F5EE5-451C-4814-B9FE-4C989A14D8E4}"/>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1" name="text-413">
            <a:extLst xmlns:a="http://schemas.openxmlformats.org/drawingml/2006/main">
              <a:ext uri="{FF2B5EF4-FFF2-40B4-BE49-F238E27FC236}">
                <a16:creationId xmlns:a16="http://schemas.microsoft.com/office/drawing/2014/main" id="{4F99CF8A-667A-4E9F-912C-F630F468B664}"/>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2" name="text-414">
            <a:extLst xmlns:a="http://schemas.openxmlformats.org/drawingml/2006/main">
              <a:ext uri="{FF2B5EF4-FFF2-40B4-BE49-F238E27FC236}">
                <a16:creationId xmlns:a16="http://schemas.microsoft.com/office/drawing/2014/main" id="{06053F5D-0FB3-4CA9-AC09-427BC5091197}"/>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3" name="text-415">
            <a:extLst xmlns:a="http://schemas.openxmlformats.org/drawingml/2006/main">
              <a:ext uri="{FF2B5EF4-FFF2-40B4-BE49-F238E27FC236}">
                <a16:creationId xmlns:a16="http://schemas.microsoft.com/office/drawing/2014/main" id="{42C6EF87-BA7A-43B2-BB4A-45C0C94F90BC}"/>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11</a:t>
            </a:r>
          </a:p>
        </p:txBody>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cbb57ffddf3c4fb9"/>
          <a:stretch xmlns:a="http://schemas.openxmlformats.org/drawingml/2006/main"/>
        </p:blipFill>
        <p:spPr>
          <a:xfrm xmlns:a="http://schemas.openxmlformats.org/drawingml/2006/main">
            <a:off x="1997612" y="1314450"/>
            <a:ext cx="8196775" cy="4162425"/>
          </a:xfrm>
          <a:prstGeom xmlns:a="http://schemas.openxmlformats.org/drawingml/2006/main" prst="rect">
            <a:avLst/>
          </a:prstGeom>
        </p:spPr>
      </p:pic>
      <p:sp>
        <p:nvSpPr>
          <p:cNvPr id="15" name="text-416">
            <a:extLst xmlns:a="http://schemas.openxmlformats.org/drawingml/2006/main">
              <a:ext uri="{FF2B5EF4-FFF2-40B4-BE49-F238E27FC236}">
                <a16:creationId xmlns:a16="http://schemas.microsoft.com/office/drawing/2014/main" id="{9A71BBEB-E734-42D9-AB78-42ED7700DE9B}"/>
              </a:ext>
            </a:extLst>
          </p:cNvPr>
          <p:cNvSpPr>
            <a:spLocks xmlns:a="http://schemas.openxmlformats.org/drawingml/2006/main" noGrp="1"/>
          </p:cNvSpPr>
          <p:nvPr/>
        </p:nvSpPr>
        <p:spPr>
          <a:xfrm xmlns:a="http://schemas.openxmlformats.org/drawingml/2006/main">
            <a:off x="11132347" y="5448300"/>
            <a:ext cx="45005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ومن</a:t>
            </a:r>
          </a:p>
        </p:txBody>
      </p:sp>
      <p:sp>
        <p:nvSpPr>
          <p:cNvPr id="16" name="text-417">
            <a:extLst xmlns:a="http://schemas.openxmlformats.org/drawingml/2006/main">
              <a:ext uri="{FF2B5EF4-FFF2-40B4-BE49-F238E27FC236}">
                <a16:creationId xmlns:a16="http://schemas.microsoft.com/office/drawing/2014/main" id="{37DF7CF9-B5EA-495C-8143-8B8713B9B455}"/>
              </a:ext>
            </a:extLst>
          </p:cNvPr>
          <p:cNvSpPr>
            <a:spLocks xmlns:a="http://schemas.openxmlformats.org/drawingml/2006/main" noGrp="1"/>
          </p:cNvSpPr>
          <p:nvPr/>
        </p:nvSpPr>
        <p:spPr>
          <a:xfrm xmlns:a="http://schemas.openxmlformats.org/drawingml/2006/main">
            <a:off x="10505594" y="5448300"/>
            <a:ext cx="57141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أدوات</a:t>
            </a:r>
          </a:p>
        </p:txBody>
      </p:sp>
      <p:sp>
        <p:nvSpPr>
          <p:cNvPr id="17" name="text-418">
            <a:extLst xmlns:a="http://schemas.openxmlformats.org/drawingml/2006/main">
              <a:ext uri="{FF2B5EF4-FFF2-40B4-BE49-F238E27FC236}">
                <a16:creationId xmlns:a16="http://schemas.microsoft.com/office/drawing/2014/main" id="{9DBDCAE6-66DC-4DD0-ABEF-1A1B0B0DADC1}"/>
              </a:ext>
            </a:extLst>
          </p:cNvPr>
          <p:cNvSpPr>
            <a:spLocks xmlns:a="http://schemas.openxmlformats.org/drawingml/2006/main" noGrp="1"/>
          </p:cNvSpPr>
          <p:nvPr/>
        </p:nvSpPr>
        <p:spPr>
          <a:xfrm xmlns:a="http://schemas.openxmlformats.org/drawingml/2006/main">
            <a:off x="10027867" y="5448300"/>
            <a:ext cx="42238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برق</a:t>
            </a:r>
          </a:p>
        </p:txBody>
      </p:sp>
      <p:sp>
        <p:nvSpPr>
          <p:cNvPr id="18" name="text-419">
            <a:extLst xmlns:a="http://schemas.openxmlformats.org/drawingml/2006/main">
              <a:ext uri="{FF2B5EF4-FFF2-40B4-BE49-F238E27FC236}">
                <a16:creationId xmlns:a16="http://schemas.microsoft.com/office/drawing/2014/main" id="{37C4AD3B-0AAE-41F6-98F9-3822D342E823}"/>
              </a:ext>
            </a:extLst>
          </p:cNvPr>
          <p:cNvSpPr>
            <a:spLocks xmlns:a="http://schemas.openxmlformats.org/drawingml/2006/main" noGrp="1"/>
          </p:cNvSpPr>
          <p:nvPr/>
        </p:nvSpPr>
        <p:spPr>
          <a:xfrm xmlns:a="http://schemas.openxmlformats.org/drawingml/2006/main">
            <a:off x="8832189" y="5448300"/>
            <a:ext cx="114033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الاشتقاقات</a:t>
            </a:r>
          </a:p>
        </p:txBody>
      </p:sp>
      <p:sp>
        <p:nvSpPr>
          <p:cNvPr id="19" name="text-420">
            <a:extLst xmlns:a="http://schemas.openxmlformats.org/drawingml/2006/main">
              <a:ext uri="{FF2B5EF4-FFF2-40B4-BE49-F238E27FC236}">
                <a16:creationId xmlns:a16="http://schemas.microsoft.com/office/drawing/2014/main" id="{7EE9FE16-BB6D-4CAC-B0BE-E013D53F481B}"/>
              </a:ext>
            </a:extLst>
          </p:cNvPr>
          <p:cNvSpPr>
            <a:spLocks xmlns:a="http://schemas.openxmlformats.org/drawingml/2006/main" noGrp="1"/>
          </p:cNvSpPr>
          <p:nvPr/>
        </p:nvSpPr>
        <p:spPr>
          <a:xfrm xmlns:a="http://schemas.openxmlformats.org/drawingml/2006/main">
            <a:off x="7850091" y="5448300"/>
            <a:ext cx="92675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والتفسير</a:t>
            </a:r>
          </a:p>
        </p:txBody>
      </p:sp>
      <p:sp>
        <p:nvSpPr>
          <p:cNvPr id="20" name="text-421">
            <a:extLst xmlns:a="http://schemas.openxmlformats.org/drawingml/2006/main">
              <a:ext uri="{FF2B5EF4-FFF2-40B4-BE49-F238E27FC236}">
                <a16:creationId xmlns:a16="http://schemas.microsoft.com/office/drawing/2014/main" id="{AC751E1E-50E9-4E98-B91B-179F8BB2D1ED}"/>
              </a:ext>
            </a:extLst>
          </p:cNvPr>
          <p:cNvSpPr>
            <a:spLocks xmlns:a="http://schemas.openxmlformats.org/drawingml/2006/main" noGrp="1"/>
          </p:cNvSpPr>
          <p:nvPr/>
        </p:nvSpPr>
        <p:spPr>
          <a:xfrm xmlns:a="http://schemas.openxmlformats.org/drawingml/2006/main">
            <a:off x="6927151" y="5448300"/>
            <a:ext cx="86759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والحديث</a:t>
            </a:r>
          </a:p>
        </p:txBody>
      </p:sp>
      <p:sp>
        <p:nvSpPr>
          <p:cNvPr id="21" name="text-422">
            <a:extLst xmlns:a="http://schemas.openxmlformats.org/drawingml/2006/main">
              <a:ext uri="{FF2B5EF4-FFF2-40B4-BE49-F238E27FC236}">
                <a16:creationId xmlns:a16="http://schemas.microsoft.com/office/drawing/2014/main" id="{D8BE7116-679D-43F6-90C8-BF13514561A8}"/>
              </a:ext>
            </a:extLst>
          </p:cNvPr>
          <p:cNvSpPr>
            <a:spLocks xmlns:a="http://schemas.openxmlformats.org/drawingml/2006/main" noGrp="1"/>
          </p:cNvSpPr>
          <p:nvPr/>
        </p:nvSpPr>
        <p:spPr>
          <a:xfrm xmlns:a="http://schemas.openxmlformats.org/drawingml/2006/main">
            <a:off x="11139508" y="5857875"/>
            <a:ext cx="442892"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B9CEC4"/>
                </a:solidFill>
                <a:latin typeface="Tahoma"/>
                <a:ea typeface="Tahoma"/>
                <a:cs typeface="Tahoma"/>
              </a:defRPr>
            </a:pPr>
            <a:r>
              <a:rPr sz="1500" b="0">
                <a:solidFill>
                  <a:srgbClr val="B9CEC4"/>
                </a:solidFill>
                <a:latin typeface="Tahoma"/>
                <a:ea typeface="Tahoma"/>
                <a:cs typeface="Tahoma"/>
              </a:rPr>
              <a:t>لقطة</a:t>
            </a:r>
          </a:p>
        </p:txBody>
      </p:sp>
      <p:sp>
        <p:nvSpPr>
          <p:cNvPr id="22" name="text-423">
            <a:extLst xmlns:a="http://schemas.openxmlformats.org/drawingml/2006/main">
              <a:ext uri="{FF2B5EF4-FFF2-40B4-BE49-F238E27FC236}">
                <a16:creationId xmlns:a16="http://schemas.microsoft.com/office/drawing/2014/main" id="{6A6CE9AA-A3BC-45EE-A5E1-86E0F74868A8}"/>
              </a:ext>
            </a:extLst>
          </p:cNvPr>
          <p:cNvSpPr>
            <a:spLocks xmlns:a="http://schemas.openxmlformats.org/drawingml/2006/main" noGrp="1"/>
          </p:cNvSpPr>
          <p:nvPr/>
        </p:nvSpPr>
        <p:spPr>
          <a:xfrm xmlns:a="http://schemas.openxmlformats.org/drawingml/2006/main">
            <a:off x="10750025" y="5857875"/>
            <a:ext cx="349003"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B9CEC4"/>
                </a:solidFill>
                <a:latin typeface="Tahoma"/>
                <a:ea typeface="Tahoma"/>
                <a:cs typeface="Tahoma"/>
              </a:defRPr>
            </a:pPr>
            <a:r>
              <a:rPr sz="1500" b="0">
                <a:solidFill>
                  <a:srgbClr val="B9CEC4"/>
                </a:solidFill>
                <a:latin typeface="Tahoma"/>
                <a:ea typeface="Tahoma"/>
                <a:cs typeface="Tahoma"/>
              </a:rPr>
              <a:t>حية</a:t>
            </a:r>
          </a:p>
        </p:txBody>
      </p:sp>
      <p:sp>
        <p:nvSpPr>
          <p:cNvPr id="23" name="text-424">
            <a:extLst xmlns:a="http://schemas.openxmlformats.org/drawingml/2006/main">
              <a:ext uri="{FF2B5EF4-FFF2-40B4-BE49-F238E27FC236}">
                <a16:creationId xmlns:a16="http://schemas.microsoft.com/office/drawing/2014/main" id="{FED6958D-D0AF-48FD-BC7A-950112927606}"/>
              </a:ext>
            </a:extLst>
          </p:cNvPr>
          <p:cNvSpPr>
            <a:spLocks xmlns:a="http://schemas.openxmlformats.org/drawingml/2006/main" noGrp="1"/>
          </p:cNvSpPr>
          <p:nvPr/>
        </p:nvSpPr>
        <p:spPr>
          <a:xfrm xmlns:a="http://schemas.openxmlformats.org/drawingml/2006/main">
            <a:off x="10423722" y="5857875"/>
            <a:ext cx="285821"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B9CEC4"/>
                </a:solidFill>
                <a:latin typeface="Tahoma"/>
                <a:ea typeface="Tahoma"/>
                <a:cs typeface="Tahoma"/>
              </a:defRPr>
            </a:pPr>
            <a:r>
              <a:rPr sz="1500" b="0">
                <a:solidFill>
                  <a:srgbClr val="B9CEC4"/>
                </a:solidFill>
                <a:latin typeface="Tahoma"/>
                <a:ea typeface="Tahoma"/>
                <a:cs typeface="Tahoma"/>
              </a:rPr>
              <a:t>من</a:t>
            </a:r>
          </a:p>
        </p:txBody>
      </p:sp>
      <p:sp>
        <p:nvSpPr>
          <p:cNvPr id="24" name="text-425">
            <a:extLst xmlns:a="http://schemas.openxmlformats.org/drawingml/2006/main">
              <a:ext uri="{FF2B5EF4-FFF2-40B4-BE49-F238E27FC236}">
                <a16:creationId xmlns:a16="http://schemas.microsoft.com/office/drawing/2014/main" id="{4DA7078C-41BE-430B-9F26-73D05AEE2C47}"/>
              </a:ext>
            </a:extLst>
          </p:cNvPr>
          <p:cNvSpPr>
            <a:spLocks xmlns:a="http://schemas.openxmlformats.org/drawingml/2006/main" noGrp="1"/>
          </p:cNvSpPr>
          <p:nvPr/>
        </p:nvSpPr>
        <p:spPr>
          <a:xfrm xmlns:a="http://schemas.openxmlformats.org/drawingml/2006/main">
            <a:off x="9667218" y="5857875"/>
            <a:ext cx="716023"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B9CEC4"/>
                </a:solidFill>
                <a:latin typeface="Tahoma"/>
                <a:ea typeface="Tahoma"/>
                <a:cs typeface="Tahoma"/>
              </a:defRPr>
            </a:pPr>
            <a:r>
              <a:rPr sz="1500" b="0">
                <a:solidFill>
                  <a:srgbClr val="B9CEC4"/>
                </a:solidFill>
                <a:latin typeface="Tahoma"/>
                <a:ea typeface="Tahoma"/>
                <a:cs typeface="Tahoma"/>
              </a:rPr>
              <a:t>المجلس</a:t>
            </a:r>
          </a:p>
        </p:txBody>
      </p:sp>
      <p:sp>
        <p:nvSpPr>
          <p:cNvPr id="25" name="text-426">
            <a:extLst xmlns:a="http://schemas.openxmlformats.org/drawingml/2006/main">
              <a:ext uri="{FF2B5EF4-FFF2-40B4-BE49-F238E27FC236}">
                <a16:creationId xmlns:a16="http://schemas.microsoft.com/office/drawing/2014/main" id="{049F2A9C-1A49-4072-BB78-06704027DAEC}"/>
              </a:ext>
            </a:extLst>
          </p:cNvPr>
          <p:cNvSpPr>
            <a:spLocks xmlns:a="http://schemas.openxmlformats.org/drawingml/2006/main" noGrp="1"/>
          </p:cNvSpPr>
          <p:nvPr/>
        </p:nvSpPr>
        <p:spPr>
          <a:xfrm xmlns:a="http://schemas.openxmlformats.org/drawingml/2006/main">
            <a:off x="9476402" y="5857875"/>
            <a:ext cx="15033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B9CEC4"/>
                </a:solidFill>
                <a:latin typeface="Tahoma"/>
                <a:ea typeface="Tahoma"/>
                <a:cs typeface="Tahoma"/>
              </a:defRPr>
            </a:pPr>
            <a:r>
              <a:rPr sz="1500" b="0">
                <a:solidFill>
                  <a:srgbClr val="B9CEC4"/>
                </a:solidFill>
                <a:latin typeface="Tahoma"/>
                <a:ea typeface="Tahoma"/>
                <a:cs typeface="Tahoma"/>
              </a:rPr>
              <a:t>٦</a:t>
            </a:r>
          </a:p>
        </p:txBody>
      </p:sp>
      <p:sp>
        <p:nvSpPr>
          <p:cNvPr id="26" name="text-427">
            <a:extLst xmlns:a="http://schemas.openxmlformats.org/drawingml/2006/main">
              <a:ext uri="{FF2B5EF4-FFF2-40B4-BE49-F238E27FC236}">
                <a16:creationId xmlns:a16="http://schemas.microsoft.com/office/drawing/2014/main" id="{46605E43-502E-46E3-BD9B-96C58E424854}"/>
              </a:ext>
            </a:extLst>
          </p:cNvPr>
          <p:cNvSpPr>
            <a:spLocks xmlns:a="http://schemas.openxmlformats.org/drawingml/2006/main" noGrp="1"/>
          </p:cNvSpPr>
          <p:nvPr/>
        </p:nvSpPr>
        <p:spPr>
          <a:xfrm xmlns:a="http://schemas.openxmlformats.org/drawingml/2006/main">
            <a:off x="8963597" y="5857875"/>
            <a:ext cx="472324"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B9CEC4"/>
                </a:solidFill>
                <a:latin typeface="Tahoma"/>
                <a:ea typeface="Tahoma"/>
                <a:cs typeface="Tahoma"/>
              </a:defRPr>
            </a:pPr>
            <a:r>
              <a:rPr sz="1500" b="0">
                <a:solidFill>
                  <a:srgbClr val="B9CEC4"/>
                </a:solidFill>
                <a:latin typeface="Tahoma"/>
                <a:ea typeface="Tahoma"/>
                <a:cs typeface="Tahoma"/>
              </a:rPr>
              <a:t>أكتوبر</a:t>
            </a:r>
          </a:p>
        </p:txBody>
      </p:sp>
      <p:sp>
        <p:nvSpPr>
          <p:cNvPr id="27" name="text-428">
            <a:extLst xmlns:a="http://schemas.openxmlformats.org/drawingml/2006/main">
              <a:ext uri="{FF2B5EF4-FFF2-40B4-BE49-F238E27FC236}">
                <a16:creationId xmlns:a16="http://schemas.microsoft.com/office/drawing/2014/main" id="{361C70B9-A1A4-4954-AB8E-1881E233FE6A}"/>
              </a:ext>
            </a:extLst>
          </p:cNvPr>
          <p:cNvSpPr>
            <a:spLocks xmlns:a="http://schemas.openxmlformats.org/drawingml/2006/main" noGrp="1"/>
          </p:cNvSpPr>
          <p:nvPr/>
        </p:nvSpPr>
        <p:spPr>
          <a:xfrm xmlns:a="http://schemas.openxmlformats.org/drawingml/2006/main">
            <a:off x="8815653" y="5857875"/>
            <a:ext cx="107462"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B9CEC4"/>
                </a:solidFill>
                <a:latin typeface="Tahoma"/>
                <a:ea typeface="Tahoma"/>
                <a:cs typeface="Tahoma"/>
              </a:defRPr>
            </a:pPr>
            <a:r>
              <a:rPr sz="1500" b="0">
                <a:solidFill>
                  <a:srgbClr val="B9CEC4"/>
                </a:solidFill>
                <a:latin typeface="Tahoma"/>
                <a:ea typeface="Tahoma"/>
                <a:cs typeface="Tahoma"/>
              </a:rPr>
              <a:t>·</a:t>
            </a:r>
          </a:p>
        </p:txBody>
      </p:sp>
      <p:sp>
        <p:nvSpPr>
          <p:cNvPr id="28" name="text-429">
            <a:extLst xmlns:a="http://schemas.openxmlformats.org/drawingml/2006/main">
              <a:ext uri="{FF2B5EF4-FFF2-40B4-BE49-F238E27FC236}">
                <a16:creationId xmlns:a16="http://schemas.microsoft.com/office/drawing/2014/main" id="{D1BCADD7-93E2-45D5-9F68-B7FCCE843C93}"/>
              </a:ext>
            </a:extLst>
          </p:cNvPr>
          <p:cNvSpPr>
            <a:spLocks xmlns:a="http://schemas.openxmlformats.org/drawingml/2006/main" noGrp="1"/>
          </p:cNvSpPr>
          <p:nvPr/>
        </p:nvSpPr>
        <p:spPr>
          <a:xfrm xmlns:a="http://schemas.openxmlformats.org/drawingml/2006/main">
            <a:off x="8203073" y="5857875"/>
            <a:ext cx="572099"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B9CEC4"/>
                </a:solidFill>
                <a:latin typeface="Tahoma"/>
                <a:ea typeface="Tahoma"/>
                <a:cs typeface="Tahoma"/>
              </a:defRPr>
            </a:pPr>
            <a:r>
              <a:rPr sz="1500" b="0">
                <a:solidFill>
                  <a:srgbClr val="B9CEC4"/>
                </a:solidFill>
                <a:latin typeface="Tahoma"/>
                <a:ea typeface="Tahoma"/>
                <a:cs typeface="Tahoma"/>
              </a:rPr>
              <a:t>مسألة</a:t>
            </a:r>
          </a:p>
        </p:txBody>
      </p:sp>
      <p:sp>
        <p:nvSpPr>
          <p:cNvPr id="29" name="text-430">
            <a:extLst xmlns:a="http://schemas.openxmlformats.org/drawingml/2006/main">
              <a:ext uri="{FF2B5EF4-FFF2-40B4-BE49-F238E27FC236}">
                <a16:creationId xmlns:a16="http://schemas.microsoft.com/office/drawing/2014/main" id="{B9B802D6-8E25-4AA8-859C-D21813A63B8D}"/>
              </a:ext>
            </a:extLst>
          </p:cNvPr>
          <p:cNvSpPr>
            <a:spLocks xmlns:a="http://schemas.openxmlformats.org/drawingml/2006/main" noGrp="1"/>
          </p:cNvSpPr>
          <p:nvPr/>
        </p:nvSpPr>
        <p:spPr>
          <a:xfrm xmlns:a="http://schemas.openxmlformats.org/drawingml/2006/main">
            <a:off x="7536435" y="5857875"/>
            <a:ext cx="626156"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B9CEC4"/>
                </a:solidFill>
                <a:latin typeface="Tahoma"/>
                <a:ea typeface="Tahoma"/>
                <a:cs typeface="Tahoma"/>
              </a:defRPr>
            </a:pPr>
            <a:r>
              <a:rPr sz="1500" b="0">
                <a:solidFill>
                  <a:srgbClr val="B9CEC4"/>
                </a:solidFill>
                <a:latin typeface="Tahoma"/>
                <a:ea typeface="Tahoma"/>
                <a:cs typeface="Tahoma"/>
              </a:rPr>
              <a:t>تعليمية</a:t>
            </a:r>
          </a:p>
        </p:txBody>
      </p:sp>
      <p:sp>
        <p:nvSpPr>
          <p:cNvPr id="30" name="text-431">
            <a:extLst xmlns:a="http://schemas.openxmlformats.org/drawingml/2006/main">
              <a:ext uri="{FF2B5EF4-FFF2-40B4-BE49-F238E27FC236}">
                <a16:creationId xmlns:a16="http://schemas.microsoft.com/office/drawing/2014/main" id="{5388808D-F7F1-410B-A613-674EA477CDC3}"/>
              </a:ext>
            </a:extLst>
          </p:cNvPr>
          <p:cNvSpPr>
            <a:spLocks xmlns:a="http://schemas.openxmlformats.org/drawingml/2006/main" noGrp="1"/>
          </p:cNvSpPr>
          <p:nvPr/>
        </p:nvSpPr>
        <p:spPr>
          <a:xfrm xmlns:a="http://schemas.openxmlformats.org/drawingml/2006/main">
            <a:off x="6883827" y="5857875"/>
            <a:ext cx="612127"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B9CEC4"/>
                </a:solidFill>
                <a:latin typeface="Tahoma"/>
                <a:ea typeface="Tahoma"/>
                <a:cs typeface="Tahoma"/>
              </a:defRPr>
            </a:pPr>
            <a:r>
              <a:rPr sz="1500" b="0">
                <a:solidFill>
                  <a:srgbClr val="B9CEC4"/>
                </a:solidFill>
                <a:latin typeface="Tahoma"/>
                <a:ea typeface="Tahoma"/>
                <a:cs typeface="Tahoma"/>
              </a:rPr>
              <a:t>مكتملة</a:t>
            </a:r>
          </a:p>
        </p:txBody>
      </p:sp>
      <p:sp>
        <p:nvSpPr>
          <p:cNvPr id="31" name="text-432">
            <a:extLst xmlns:a="http://schemas.openxmlformats.org/drawingml/2006/main">
              <a:ext uri="{FF2B5EF4-FFF2-40B4-BE49-F238E27FC236}">
                <a16:creationId xmlns:a16="http://schemas.microsoft.com/office/drawing/2014/main" id="{A810A71E-40DF-4F2D-BD85-6857F6169045}"/>
              </a:ext>
            </a:extLst>
          </p:cNvPr>
          <p:cNvSpPr>
            <a:spLocks xmlns:a="http://schemas.openxmlformats.org/drawingml/2006/main" noGrp="1"/>
          </p:cNvSpPr>
          <p:nvPr/>
        </p:nvSpPr>
        <p:spPr>
          <a:xfrm xmlns:a="http://schemas.openxmlformats.org/drawingml/2006/main">
            <a:off x="6065515" y="5857875"/>
            <a:ext cx="777831"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B9CEC4"/>
                </a:solidFill>
                <a:latin typeface="Tahoma"/>
                <a:ea typeface="Tahoma"/>
                <a:cs typeface="Tahoma"/>
              </a:defRPr>
            </a:pPr>
            <a:r>
              <a:rPr sz="1500" b="0">
                <a:solidFill>
                  <a:srgbClr val="B9CEC4"/>
                </a:solidFill>
                <a:latin typeface="Tahoma"/>
                <a:ea typeface="Tahoma"/>
                <a:cs typeface="Tahoma"/>
              </a:rPr>
              <a:t>المعطيات</a:t>
            </a:r>
          </a:p>
        </p:txBody>
      </p:sp>
    </p:spTree>
    <p:extLst>
      <p:ext uri="{BB962C8B-B14F-4D97-AF65-F5344CB8AC3E}">
        <p14:creationId xmlns:p14="http://schemas.microsoft.com/office/powerpoint/2010/main" val="1132132122"/>
      </p:ext>
    </p:extLst>
  </p:cSld>
</p:sld>
</file>

<file path=ppt/slides/slide12.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58" name="text-433">
            <a:extLst xmlns:a="http://schemas.openxmlformats.org/drawingml/2006/main">
              <a:ext uri="{FF2B5EF4-FFF2-40B4-BE49-F238E27FC236}">
                <a16:creationId xmlns:a16="http://schemas.microsoft.com/office/drawing/2014/main" id="{36DB70A8-93E7-4C1A-AD4B-A8A2E6D98E29}"/>
              </a:ext>
            </a:extLst>
          </p:cNvPr>
          <p:cNvSpPr>
            <a:spLocks xmlns:a="http://schemas.openxmlformats.org/drawingml/2006/main" noGrp="1"/>
          </p:cNvSpPr>
          <p:nvPr/>
        </p:nvSpPr>
        <p:spPr>
          <a:xfrm xmlns:a="http://schemas.openxmlformats.org/drawingml/2006/main">
            <a:off x="9565279" y="457200"/>
            <a:ext cx="201712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التخصيص</a:t>
            </a:r>
          </a:p>
        </p:txBody>
      </p:sp>
      <p:sp>
        <p:nvSpPr>
          <p:cNvPr id="2" name="text-434">
            <a:extLst xmlns:a="http://schemas.openxmlformats.org/drawingml/2006/main">
              <a:ext uri="{FF2B5EF4-FFF2-40B4-BE49-F238E27FC236}">
                <a16:creationId xmlns:a16="http://schemas.microsoft.com/office/drawing/2014/main" id="{185A46B3-C19F-4776-8782-BF7EBE9E4094}"/>
              </a:ext>
            </a:extLst>
          </p:cNvPr>
          <p:cNvSpPr>
            <a:spLocks xmlns:a="http://schemas.openxmlformats.org/drawingml/2006/main" noGrp="1"/>
          </p:cNvSpPr>
          <p:nvPr/>
        </p:nvSpPr>
        <p:spPr>
          <a:xfrm xmlns:a="http://schemas.openxmlformats.org/drawingml/2006/main">
            <a:off x="7683254" y="457200"/>
            <a:ext cx="178106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المعرفي</a:t>
            </a:r>
          </a:p>
        </p:txBody>
      </p:sp>
      <p:sp>
        <p:nvSpPr>
          <p:cNvPr id="3" name="text-435">
            <a:extLst xmlns:a="http://schemas.openxmlformats.org/drawingml/2006/main">
              <a:ext uri="{FF2B5EF4-FFF2-40B4-BE49-F238E27FC236}">
                <a16:creationId xmlns:a16="http://schemas.microsoft.com/office/drawing/2014/main" id="{565E8BCC-D59B-4C43-B72B-2C072FA08645}"/>
              </a:ext>
            </a:extLst>
          </p:cNvPr>
          <p:cNvSpPr>
            <a:spLocks xmlns:a="http://schemas.openxmlformats.org/drawingml/2006/main" noGrp="1"/>
          </p:cNvSpPr>
          <p:nvPr/>
        </p:nvSpPr>
        <p:spPr>
          <a:xfrm xmlns:a="http://schemas.openxmlformats.org/drawingml/2006/main">
            <a:off x="6593708" y="457200"/>
            <a:ext cx="98858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بأدلة</a:t>
            </a:r>
          </a:p>
        </p:txBody>
      </p:sp>
      <p:sp>
        <p:nvSpPr>
          <p:cNvPr id="4" name="text-436">
            <a:extLst xmlns:a="http://schemas.openxmlformats.org/drawingml/2006/main">
              <a:ext uri="{FF2B5EF4-FFF2-40B4-BE49-F238E27FC236}">
                <a16:creationId xmlns:a16="http://schemas.microsoft.com/office/drawing/2014/main" id="{8F9575D2-65E0-4D89-A8AC-AEBF78A74F6C}"/>
              </a:ext>
            </a:extLst>
          </p:cNvPr>
          <p:cNvSpPr>
            <a:spLocks xmlns:a="http://schemas.openxmlformats.org/drawingml/2006/main" noGrp="1"/>
          </p:cNvSpPr>
          <p:nvPr/>
        </p:nvSpPr>
        <p:spPr>
          <a:xfrm xmlns:a="http://schemas.openxmlformats.org/drawingml/2006/main">
            <a:off x="5484350" y="457200"/>
            <a:ext cx="100839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قابلة</a:t>
            </a:r>
          </a:p>
        </p:txBody>
      </p:sp>
      <p:sp>
        <p:nvSpPr>
          <p:cNvPr id="5" name="text-437">
            <a:extLst xmlns:a="http://schemas.openxmlformats.org/drawingml/2006/main">
              <a:ext uri="{FF2B5EF4-FFF2-40B4-BE49-F238E27FC236}">
                <a16:creationId xmlns:a16="http://schemas.microsoft.com/office/drawing/2014/main" id="{3B144993-7557-499F-AC60-CECC486ABF23}"/>
              </a:ext>
            </a:extLst>
          </p:cNvPr>
          <p:cNvSpPr>
            <a:spLocks xmlns:a="http://schemas.openxmlformats.org/drawingml/2006/main" noGrp="1"/>
          </p:cNvSpPr>
          <p:nvPr/>
        </p:nvSpPr>
        <p:spPr>
          <a:xfrm xmlns:a="http://schemas.openxmlformats.org/drawingml/2006/main">
            <a:off x="3837988" y="457200"/>
            <a:ext cx="154539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للفحص</a:t>
            </a:r>
          </a:p>
        </p:txBody>
      </p:sp>
      <p:sp>
        <p:nvSpPr>
          <p:cNvPr id="6" name="shape-438">
            <a:extLst xmlns:a="http://schemas.openxmlformats.org/drawingml/2006/main">
              <a:ext uri="{FF2B5EF4-FFF2-40B4-BE49-F238E27FC236}">
                <a16:creationId xmlns:a16="http://schemas.microsoft.com/office/drawing/2014/main" id="{E9E8E2C0-C337-49D3-8F0B-F1D63DFCCE87}"/>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7" name="text-439">
            <a:extLst xmlns:a="http://schemas.openxmlformats.org/drawingml/2006/main">
              <a:ext uri="{FF2B5EF4-FFF2-40B4-BE49-F238E27FC236}">
                <a16:creationId xmlns:a16="http://schemas.microsoft.com/office/drawing/2014/main" id="{29196310-BE9E-4C4C-A3EC-0E1B5A36520A}"/>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8" name="text-440">
            <a:extLst xmlns:a="http://schemas.openxmlformats.org/drawingml/2006/main">
              <a:ext uri="{FF2B5EF4-FFF2-40B4-BE49-F238E27FC236}">
                <a16:creationId xmlns:a16="http://schemas.microsoft.com/office/drawing/2014/main" id="{B59AF091-51AA-4E05-9FC0-C89514D35CA2}"/>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9" name="text-441">
            <a:extLst xmlns:a="http://schemas.openxmlformats.org/drawingml/2006/main">
              <a:ext uri="{FF2B5EF4-FFF2-40B4-BE49-F238E27FC236}">
                <a16:creationId xmlns:a16="http://schemas.microsoft.com/office/drawing/2014/main" id="{3A19CDA4-C3E8-4436-847C-EB3FC44DAF27}"/>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0" name="text-442">
            <a:extLst xmlns:a="http://schemas.openxmlformats.org/drawingml/2006/main">
              <a:ext uri="{FF2B5EF4-FFF2-40B4-BE49-F238E27FC236}">
                <a16:creationId xmlns:a16="http://schemas.microsoft.com/office/drawing/2014/main" id="{7960C2FB-93A5-48DF-8208-2C7FADBAC50D}"/>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1" name="text-443">
            <a:extLst xmlns:a="http://schemas.openxmlformats.org/drawingml/2006/main">
              <a:ext uri="{FF2B5EF4-FFF2-40B4-BE49-F238E27FC236}">
                <a16:creationId xmlns:a16="http://schemas.microsoft.com/office/drawing/2014/main" id="{5C285FBC-3544-4586-ABD3-47D765D02520}"/>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2" name="text-444">
            <a:extLst xmlns:a="http://schemas.openxmlformats.org/drawingml/2006/main">
              <a:ext uri="{FF2B5EF4-FFF2-40B4-BE49-F238E27FC236}">
                <a16:creationId xmlns:a16="http://schemas.microsoft.com/office/drawing/2014/main" id="{0E298278-4258-4852-97C4-4CB321B785A7}"/>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3" name="text-445">
            <a:extLst xmlns:a="http://schemas.openxmlformats.org/drawingml/2006/main">
              <a:ext uri="{FF2B5EF4-FFF2-40B4-BE49-F238E27FC236}">
                <a16:creationId xmlns:a16="http://schemas.microsoft.com/office/drawing/2014/main" id="{041A8028-C557-4972-9CD6-92B1C4DDF1EF}"/>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12</a:t>
            </a:r>
          </a:p>
        </p:txBody>
      </p:sp>
      <p:sp>
        <p:nvSpPr>
          <p:cNvPr id="14" name="text-446">
            <a:extLst xmlns:a="http://schemas.openxmlformats.org/drawingml/2006/main">
              <a:ext uri="{FF2B5EF4-FFF2-40B4-BE49-F238E27FC236}">
                <a16:creationId xmlns:a16="http://schemas.microsoft.com/office/drawing/2014/main" id="{AD421F5D-594F-4026-9BA7-36C966E6A2CF}"/>
              </a:ext>
            </a:extLst>
          </p:cNvPr>
          <p:cNvSpPr>
            <a:spLocks xmlns:a="http://schemas.openxmlformats.org/drawingml/2006/main" noGrp="1"/>
          </p:cNvSpPr>
          <p:nvPr/>
        </p:nvSpPr>
        <p:spPr>
          <a:xfrm xmlns:a="http://schemas.openxmlformats.org/drawingml/2006/main">
            <a:off x="8956358" y="1647825"/>
            <a:ext cx="2626043" cy="128968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5700" b="1">
                <a:solidFill>
                  <a:srgbClr val="EDCA7E"/>
                </a:solidFill>
                <a:latin typeface="Tahoma"/>
                <a:ea typeface="Tahoma"/>
                <a:cs typeface="Tahoma"/>
              </a:defRPr>
            </a:pPr>
            <a:r>
              <a:rPr sz="5700" b="1">
                <a:solidFill>
                  <a:srgbClr val="EDCA7E"/>
                </a:solidFill>
                <a:latin typeface="Tahoma"/>
                <a:ea typeface="Tahoma"/>
                <a:cs typeface="Tahoma"/>
              </a:rPr>
              <a:t>٢٠٬٦٢٢</a:t>
            </a:r>
          </a:p>
        </p:txBody>
      </p:sp>
      <p:sp>
        <p:nvSpPr>
          <p:cNvPr id="15" name="text-447">
            <a:extLst xmlns:a="http://schemas.openxmlformats.org/drawingml/2006/main">
              <a:ext uri="{FF2B5EF4-FFF2-40B4-BE49-F238E27FC236}">
                <a16:creationId xmlns:a16="http://schemas.microsoft.com/office/drawing/2014/main" id="{EC06481C-C39A-454B-8AB4-20425432BF41}"/>
              </a:ext>
            </a:extLst>
          </p:cNvPr>
          <p:cNvSpPr>
            <a:spLocks xmlns:a="http://schemas.openxmlformats.org/drawingml/2006/main" noGrp="1"/>
          </p:cNvSpPr>
          <p:nvPr/>
        </p:nvSpPr>
        <p:spPr>
          <a:xfrm xmlns:a="http://schemas.openxmlformats.org/drawingml/2006/main">
            <a:off x="10948787" y="2714625"/>
            <a:ext cx="633613"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وحدة</a:t>
            </a:r>
          </a:p>
        </p:txBody>
      </p:sp>
      <p:sp>
        <p:nvSpPr>
          <p:cNvPr id="16" name="text-448">
            <a:extLst xmlns:a="http://schemas.openxmlformats.org/drawingml/2006/main">
              <a:ext uri="{FF2B5EF4-FFF2-40B4-BE49-F238E27FC236}">
                <a16:creationId xmlns:a16="http://schemas.microsoft.com/office/drawing/2014/main" id="{59C24426-53E7-4966-921D-86AB20E7853A}"/>
              </a:ext>
            </a:extLst>
          </p:cNvPr>
          <p:cNvSpPr>
            <a:spLocks xmlns:a="http://schemas.openxmlformats.org/drawingml/2006/main" noGrp="1"/>
          </p:cNvSpPr>
          <p:nvPr/>
        </p:nvSpPr>
        <p:spPr>
          <a:xfrm xmlns:a="http://schemas.openxmlformats.org/drawingml/2006/main">
            <a:off x="10443064" y="2714625"/>
            <a:ext cx="43847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في</a:t>
            </a:r>
          </a:p>
        </p:txBody>
      </p:sp>
      <p:sp>
        <p:nvSpPr>
          <p:cNvPr id="17" name="text-449">
            <a:extLst xmlns:a="http://schemas.openxmlformats.org/drawingml/2006/main">
              <a:ext uri="{FF2B5EF4-FFF2-40B4-BE49-F238E27FC236}">
                <a16:creationId xmlns:a16="http://schemas.microsoft.com/office/drawing/2014/main" id="{C25856EE-AFF8-457C-AE4D-00409A60AADA}"/>
              </a:ext>
            </a:extLst>
          </p:cNvPr>
          <p:cNvSpPr>
            <a:spLocks xmlns:a="http://schemas.openxmlformats.org/drawingml/2006/main" noGrp="1"/>
          </p:cNvSpPr>
          <p:nvPr/>
        </p:nvSpPr>
        <p:spPr>
          <a:xfrm xmlns:a="http://schemas.openxmlformats.org/drawingml/2006/main">
            <a:off x="9702962" y="2714625"/>
            <a:ext cx="67285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إيصال</a:t>
            </a:r>
          </a:p>
        </p:txBody>
      </p:sp>
      <p:sp>
        <p:nvSpPr>
          <p:cNvPr id="18" name="text-450">
            <a:extLst xmlns:a="http://schemas.openxmlformats.org/drawingml/2006/main">
              <a:ext uri="{FF2B5EF4-FFF2-40B4-BE49-F238E27FC236}">
                <a16:creationId xmlns:a16="http://schemas.microsoft.com/office/drawing/2014/main" id="{88F38A7C-8097-44D5-BF60-D2D3A507656C}"/>
              </a:ext>
            </a:extLst>
          </p:cNvPr>
          <p:cNvSpPr>
            <a:spLocks xmlns:a="http://schemas.openxmlformats.org/drawingml/2006/main" noGrp="1"/>
          </p:cNvSpPr>
          <p:nvPr/>
        </p:nvSpPr>
        <p:spPr>
          <a:xfrm xmlns:a="http://schemas.openxmlformats.org/drawingml/2006/main">
            <a:off x="8812952" y="2714625"/>
            <a:ext cx="822764"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تضمين</a:t>
            </a:r>
          </a:p>
        </p:txBody>
      </p:sp>
      <p:sp>
        <p:nvSpPr>
          <p:cNvPr id="19" name="text-451">
            <a:extLst xmlns:a="http://schemas.openxmlformats.org/drawingml/2006/main">
              <a:ext uri="{FF2B5EF4-FFF2-40B4-BE49-F238E27FC236}">
                <a16:creationId xmlns:a16="http://schemas.microsoft.com/office/drawing/2014/main" id="{277EDDCF-7414-401F-A5E3-24088D7152BC}"/>
              </a:ext>
            </a:extLst>
          </p:cNvPr>
          <p:cNvSpPr>
            <a:spLocks xmlns:a="http://schemas.openxmlformats.org/drawingml/2006/main" noGrp="1"/>
          </p:cNvSpPr>
          <p:nvPr/>
        </p:nvSpPr>
        <p:spPr>
          <a:xfrm xmlns:a="http://schemas.openxmlformats.org/drawingml/2006/main">
            <a:off x="7884091" y="2714625"/>
            <a:ext cx="861614"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تاريخي</a:t>
            </a:r>
          </a:p>
        </p:txBody>
      </p:sp>
      <p:sp>
        <p:nvSpPr>
          <p:cNvPr id="20" name="text-452">
            <a:extLst xmlns:a="http://schemas.openxmlformats.org/drawingml/2006/main">
              <a:ext uri="{FF2B5EF4-FFF2-40B4-BE49-F238E27FC236}">
                <a16:creationId xmlns:a16="http://schemas.microsoft.com/office/drawing/2014/main" id="{AE655666-F871-41C1-9B9D-B579FDF7450B}"/>
              </a:ext>
            </a:extLst>
          </p:cNvPr>
          <p:cNvSpPr>
            <a:spLocks xmlns:a="http://schemas.openxmlformats.org/drawingml/2006/main" noGrp="1"/>
          </p:cNvSpPr>
          <p:nvPr/>
        </p:nvSpPr>
        <p:spPr>
          <a:xfrm xmlns:a="http://schemas.openxmlformats.org/drawingml/2006/main">
            <a:off x="10859019" y="3362325"/>
            <a:ext cx="72338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B9CEC4"/>
                </a:solidFill>
                <a:latin typeface="Tahoma"/>
                <a:ea typeface="Tahoma"/>
                <a:cs typeface="Tahoma"/>
              </a:defRPr>
            </a:pPr>
            <a:r>
              <a:rPr sz="2025" b="0">
                <a:solidFill>
                  <a:srgbClr val="B9CEC4"/>
                </a:solidFill>
                <a:latin typeface="Tahoma"/>
                <a:ea typeface="Tahoma"/>
                <a:cs typeface="Tahoma"/>
              </a:rPr>
              <a:t>فهرس</a:t>
            </a:r>
          </a:p>
        </p:txBody>
      </p:sp>
      <p:sp>
        <p:nvSpPr>
          <p:cNvPr id="21" name="text-453">
            <a:extLst xmlns:a="http://schemas.openxmlformats.org/drawingml/2006/main">
              <a:ext uri="{FF2B5EF4-FFF2-40B4-BE49-F238E27FC236}">
                <a16:creationId xmlns:a16="http://schemas.microsoft.com/office/drawing/2014/main" id="{03531B64-0DBD-4B58-BBA0-EB303A53A52B}"/>
              </a:ext>
            </a:extLst>
          </p:cNvPr>
          <p:cNvSpPr>
            <a:spLocks xmlns:a="http://schemas.openxmlformats.org/drawingml/2006/main" noGrp="1"/>
          </p:cNvSpPr>
          <p:nvPr/>
        </p:nvSpPr>
        <p:spPr>
          <a:xfrm xmlns:a="http://schemas.openxmlformats.org/drawingml/2006/main">
            <a:off x="9913597" y="3362325"/>
            <a:ext cx="88408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B9CEC4"/>
                </a:solidFill>
                <a:latin typeface="Tahoma"/>
                <a:ea typeface="Tahoma"/>
                <a:cs typeface="Tahoma"/>
              </a:defRPr>
            </a:pPr>
            <a:r>
              <a:rPr sz="2025" b="0">
                <a:solidFill>
                  <a:srgbClr val="B9CEC4"/>
                </a:solidFill>
                <a:latin typeface="Tahoma"/>
                <a:ea typeface="Tahoma"/>
                <a:cs typeface="Tahoma"/>
              </a:rPr>
              <a:t>متجهات</a:t>
            </a:r>
          </a:p>
        </p:txBody>
      </p:sp>
      <p:sp>
        <p:nvSpPr>
          <p:cNvPr id="22" name="text-454">
            <a:extLst xmlns:a="http://schemas.openxmlformats.org/drawingml/2006/main">
              <a:ext uri="{FF2B5EF4-FFF2-40B4-BE49-F238E27FC236}">
                <a16:creationId xmlns:a16="http://schemas.microsoft.com/office/drawing/2014/main" id="{7073BBF1-192D-4EEE-B7E7-A515779CE7EA}"/>
              </a:ext>
            </a:extLst>
          </p:cNvPr>
          <p:cNvSpPr>
            <a:spLocks xmlns:a="http://schemas.openxmlformats.org/drawingml/2006/main" noGrp="1"/>
          </p:cNvSpPr>
          <p:nvPr/>
        </p:nvSpPr>
        <p:spPr>
          <a:xfrm xmlns:a="http://schemas.openxmlformats.org/drawingml/2006/main">
            <a:off x="9018406" y="3362325"/>
            <a:ext cx="83385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B9CEC4"/>
                </a:solidFill>
                <a:latin typeface="Tahoma"/>
                <a:ea typeface="Tahoma"/>
                <a:cs typeface="Tahoma"/>
              </a:defRPr>
            </a:pPr>
            <a:r>
              <a:rPr sz="2025" b="0">
                <a:solidFill>
                  <a:srgbClr val="B9CEC4"/>
                </a:solidFill>
                <a:latin typeface="Tahoma"/>
                <a:ea typeface="Tahoma"/>
                <a:cs typeface="Tahoma"/>
              </a:rPr>
              <a:t>وفهرس</a:t>
            </a:r>
          </a:p>
        </p:txBody>
      </p:sp>
      <p:sp>
        <p:nvSpPr>
          <p:cNvPr id="23" name="text-455">
            <a:extLst xmlns:a="http://schemas.openxmlformats.org/drawingml/2006/main">
              <a:ext uri="{FF2B5EF4-FFF2-40B4-BE49-F238E27FC236}">
                <a16:creationId xmlns:a16="http://schemas.microsoft.com/office/drawing/2014/main" id="{73D2260E-2FB8-4BCD-B58F-311C192AB611}"/>
              </a:ext>
            </a:extLst>
          </p:cNvPr>
          <p:cNvSpPr>
            <a:spLocks xmlns:a="http://schemas.openxmlformats.org/drawingml/2006/main" noGrp="1"/>
          </p:cNvSpPr>
          <p:nvPr/>
        </p:nvSpPr>
        <p:spPr>
          <a:xfrm xmlns:a="http://schemas.openxmlformats.org/drawingml/2006/main">
            <a:off x="8377510" y="3362325"/>
            <a:ext cx="57955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B9CEC4"/>
                </a:solidFill>
                <a:latin typeface="Tahoma"/>
                <a:ea typeface="Tahoma"/>
                <a:cs typeface="Tahoma"/>
              </a:defRPr>
            </a:pPr>
            <a:r>
              <a:rPr sz="2025" b="0">
                <a:solidFill>
                  <a:srgbClr val="B9CEC4"/>
                </a:solidFill>
                <a:latin typeface="Tahoma"/>
                <a:ea typeface="Tahoma"/>
                <a:cs typeface="Tahoma"/>
              </a:rPr>
              <a:t>نصي</a:t>
            </a:r>
          </a:p>
        </p:txBody>
      </p:sp>
      <p:sp>
        <p:nvSpPr>
          <p:cNvPr id="24" name="text-456">
            <a:extLst xmlns:a="http://schemas.openxmlformats.org/drawingml/2006/main">
              <a:ext uri="{FF2B5EF4-FFF2-40B4-BE49-F238E27FC236}">
                <a16:creationId xmlns:a16="http://schemas.microsoft.com/office/drawing/2014/main" id="{60A992CF-7DA7-4E81-A670-BD3A4CC40427}"/>
              </a:ext>
            </a:extLst>
          </p:cNvPr>
          <p:cNvSpPr>
            <a:spLocks xmlns:a="http://schemas.openxmlformats.org/drawingml/2006/main" noGrp="1"/>
          </p:cNvSpPr>
          <p:nvPr/>
        </p:nvSpPr>
        <p:spPr>
          <a:xfrm xmlns:a="http://schemas.openxmlformats.org/drawingml/2006/main">
            <a:off x="7610251" y="3362325"/>
            <a:ext cx="70591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B9CEC4"/>
                </a:solidFill>
                <a:latin typeface="Tahoma"/>
                <a:ea typeface="Tahoma"/>
                <a:cs typeface="Tahoma"/>
              </a:defRPr>
            </a:pPr>
            <a:r>
              <a:rPr sz="2025" b="0">
                <a:solidFill>
                  <a:srgbClr val="B9CEC4"/>
                </a:solidFill>
                <a:latin typeface="Tahoma"/>
                <a:ea typeface="Tahoma"/>
                <a:cs typeface="Tahoma"/>
              </a:rPr>
              <a:t>مثبتان</a:t>
            </a:r>
          </a:p>
        </p:txBody>
      </p:sp>
      <p:sp>
        <p:nvSpPr>
          <p:cNvPr id="25" name="text-457">
            <a:extLst xmlns:a="http://schemas.openxmlformats.org/drawingml/2006/main">
              <a:ext uri="{FF2B5EF4-FFF2-40B4-BE49-F238E27FC236}">
                <a16:creationId xmlns:a16="http://schemas.microsoft.com/office/drawing/2014/main" id="{F617D7C0-0839-446E-BA99-1E17A9453022}"/>
              </a:ext>
            </a:extLst>
          </p:cNvPr>
          <p:cNvSpPr>
            <a:spLocks xmlns:a="http://schemas.openxmlformats.org/drawingml/2006/main" noGrp="1"/>
          </p:cNvSpPr>
          <p:nvPr/>
        </p:nvSpPr>
        <p:spPr>
          <a:xfrm xmlns:a="http://schemas.openxmlformats.org/drawingml/2006/main">
            <a:off x="4203916" y="1647825"/>
            <a:ext cx="977684" cy="128968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5700" b="1">
                <a:solidFill>
                  <a:srgbClr val="EDCA7E"/>
                </a:solidFill>
                <a:latin typeface="Tahoma"/>
                <a:ea typeface="Tahoma"/>
                <a:cs typeface="Tahoma"/>
              </a:defRPr>
            </a:pPr>
            <a:r>
              <a:rPr sz="5700" b="1">
                <a:solidFill>
                  <a:srgbClr val="EDCA7E"/>
                </a:solidFill>
                <a:latin typeface="Tahoma"/>
                <a:ea typeface="Tahoma"/>
                <a:cs typeface="Tahoma"/>
              </a:rPr>
              <a:t>٢٣</a:t>
            </a:r>
          </a:p>
        </p:txBody>
      </p:sp>
      <p:sp>
        <p:nvSpPr>
          <p:cNvPr id="26" name="text-458">
            <a:extLst xmlns:a="http://schemas.openxmlformats.org/drawingml/2006/main">
              <a:ext uri="{FF2B5EF4-FFF2-40B4-BE49-F238E27FC236}">
                <a16:creationId xmlns:a16="http://schemas.microsoft.com/office/drawing/2014/main" id="{6788AB81-BD1E-492D-99F3-3A1772FB6DAB}"/>
              </a:ext>
            </a:extLst>
          </p:cNvPr>
          <p:cNvSpPr>
            <a:spLocks xmlns:a="http://schemas.openxmlformats.org/drawingml/2006/main" noGrp="1"/>
          </p:cNvSpPr>
          <p:nvPr/>
        </p:nvSpPr>
        <p:spPr>
          <a:xfrm xmlns:a="http://schemas.openxmlformats.org/drawingml/2006/main">
            <a:off x="4641190" y="2714625"/>
            <a:ext cx="54041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مثالًا</a:t>
            </a:r>
          </a:p>
        </p:txBody>
      </p:sp>
      <p:sp>
        <p:nvSpPr>
          <p:cNvPr id="27" name="text-459">
            <a:extLst xmlns:a="http://schemas.openxmlformats.org/drawingml/2006/main">
              <a:ext uri="{FF2B5EF4-FFF2-40B4-BE49-F238E27FC236}">
                <a16:creationId xmlns:a16="http://schemas.microsoft.com/office/drawing/2014/main" id="{B03B476F-A95F-4DF7-9CF1-F7D02492C1C4}"/>
              </a:ext>
            </a:extLst>
          </p:cNvPr>
          <p:cNvSpPr>
            <a:spLocks xmlns:a="http://schemas.openxmlformats.org/drawingml/2006/main" noGrp="1"/>
          </p:cNvSpPr>
          <p:nvPr/>
        </p:nvSpPr>
        <p:spPr>
          <a:xfrm xmlns:a="http://schemas.openxmlformats.org/drawingml/2006/main">
            <a:off x="3764031" y="2714625"/>
            <a:ext cx="80991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منتقى</a:t>
            </a:r>
          </a:p>
        </p:txBody>
      </p:sp>
      <p:sp>
        <p:nvSpPr>
          <p:cNvPr id="28" name="text-460">
            <a:extLst xmlns:a="http://schemas.openxmlformats.org/drawingml/2006/main">
              <a:ext uri="{FF2B5EF4-FFF2-40B4-BE49-F238E27FC236}">
                <a16:creationId xmlns:a16="http://schemas.microsoft.com/office/drawing/2014/main" id="{83D38FA9-9649-4FEB-828B-AC14F80BF6EB}"/>
              </a:ext>
            </a:extLst>
          </p:cNvPr>
          <p:cNvSpPr>
            <a:spLocks xmlns:a="http://schemas.openxmlformats.org/drawingml/2006/main" noGrp="1"/>
          </p:cNvSpPr>
          <p:nvPr/>
        </p:nvSpPr>
        <p:spPr>
          <a:xfrm xmlns:a="http://schemas.openxmlformats.org/drawingml/2006/main">
            <a:off x="3299415" y="2714625"/>
            <a:ext cx="39737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من</a:t>
            </a:r>
          </a:p>
        </p:txBody>
      </p:sp>
      <p:sp>
        <p:nvSpPr>
          <p:cNvPr id="29" name="text-461">
            <a:extLst xmlns:a="http://schemas.openxmlformats.org/drawingml/2006/main">
              <a:ext uri="{FF2B5EF4-FFF2-40B4-BE49-F238E27FC236}">
                <a16:creationId xmlns:a16="http://schemas.microsoft.com/office/drawing/2014/main" id="{AC6F9321-2E22-4D07-A902-D8EE39FA8178}"/>
              </a:ext>
            </a:extLst>
          </p:cNvPr>
          <p:cNvSpPr>
            <a:spLocks xmlns:a="http://schemas.openxmlformats.org/drawingml/2006/main" noGrp="1"/>
          </p:cNvSpPr>
          <p:nvPr/>
        </p:nvSpPr>
        <p:spPr>
          <a:xfrm xmlns:a="http://schemas.openxmlformats.org/drawingml/2006/main">
            <a:off x="2271662" y="2714625"/>
            <a:ext cx="96050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تخصيص</a:t>
            </a:r>
          </a:p>
        </p:txBody>
      </p:sp>
      <p:sp>
        <p:nvSpPr>
          <p:cNvPr id="30" name="text-462">
            <a:extLst xmlns:a="http://schemas.openxmlformats.org/drawingml/2006/main">
              <a:ext uri="{FF2B5EF4-FFF2-40B4-BE49-F238E27FC236}">
                <a16:creationId xmlns:a16="http://schemas.microsoft.com/office/drawing/2014/main" id="{0711612B-1D8E-4BAB-B966-676873862EAC}"/>
              </a:ext>
            </a:extLst>
          </p:cNvPr>
          <p:cNvSpPr>
            <a:spLocks xmlns:a="http://schemas.openxmlformats.org/drawingml/2006/main" noGrp="1"/>
          </p:cNvSpPr>
          <p:nvPr/>
        </p:nvSpPr>
        <p:spPr>
          <a:xfrm xmlns:a="http://schemas.openxmlformats.org/drawingml/2006/main">
            <a:off x="1654685" y="2714625"/>
            <a:ext cx="549731"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النية</a:t>
            </a:r>
          </a:p>
        </p:txBody>
      </p:sp>
      <p:sp>
        <p:nvSpPr>
          <p:cNvPr id="31" name="text-463">
            <a:extLst xmlns:a="http://schemas.openxmlformats.org/drawingml/2006/main">
              <a:ext uri="{FF2B5EF4-FFF2-40B4-BE49-F238E27FC236}">
                <a16:creationId xmlns:a16="http://schemas.microsoft.com/office/drawing/2014/main" id="{7E73D692-C06B-4C8B-AC11-D0F2E1249349}"/>
              </a:ext>
            </a:extLst>
          </p:cNvPr>
          <p:cNvSpPr>
            <a:spLocks xmlns:a="http://schemas.openxmlformats.org/drawingml/2006/main" noGrp="1"/>
          </p:cNvSpPr>
          <p:nvPr/>
        </p:nvSpPr>
        <p:spPr>
          <a:xfrm xmlns:a="http://schemas.openxmlformats.org/drawingml/2006/main">
            <a:off x="4863992" y="3362325"/>
            <a:ext cx="31760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مع</a:t>
            </a:r>
          </a:p>
        </p:txBody>
      </p:sp>
      <p:sp>
        <p:nvSpPr>
          <p:cNvPr id="32" name="text-464">
            <a:extLst xmlns:a="http://schemas.openxmlformats.org/drawingml/2006/main">
              <a:ext uri="{FF2B5EF4-FFF2-40B4-BE49-F238E27FC236}">
                <a16:creationId xmlns:a16="http://schemas.microsoft.com/office/drawing/2014/main" id="{69DB116D-DBC5-4688-AEE3-14C6C1FF0314}"/>
              </a:ext>
            </a:extLst>
          </p:cNvPr>
          <p:cNvSpPr>
            <a:spLocks xmlns:a="http://schemas.openxmlformats.org/drawingml/2006/main" noGrp="1"/>
          </p:cNvSpPr>
          <p:nvPr/>
        </p:nvSpPr>
        <p:spPr>
          <a:xfrm xmlns:a="http://schemas.openxmlformats.org/drawingml/2006/main">
            <a:off x="4201816" y="3362325"/>
            <a:ext cx="60378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منشأ</a:t>
            </a:r>
          </a:p>
        </p:txBody>
      </p:sp>
      <p:sp>
        <p:nvSpPr>
          <p:cNvPr id="33" name="text-465">
            <a:extLst xmlns:a="http://schemas.openxmlformats.org/drawingml/2006/main">
              <a:ext uri="{FF2B5EF4-FFF2-40B4-BE49-F238E27FC236}">
                <a16:creationId xmlns:a16="http://schemas.microsoft.com/office/drawing/2014/main" id="{E63632A9-3ECD-47F0-B16F-A81C18A1E244}"/>
              </a:ext>
            </a:extLst>
          </p:cNvPr>
          <p:cNvSpPr>
            <a:spLocks xmlns:a="http://schemas.openxmlformats.org/drawingml/2006/main" noGrp="1"/>
          </p:cNvSpPr>
          <p:nvPr/>
        </p:nvSpPr>
        <p:spPr>
          <a:xfrm xmlns:a="http://schemas.openxmlformats.org/drawingml/2006/main">
            <a:off x="3565540" y="3362325"/>
            <a:ext cx="577887"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واضح</a:t>
            </a:r>
          </a:p>
        </p:txBody>
      </p:sp>
      <p:sp>
        <p:nvSpPr>
          <p:cNvPr id="34" name="text-466">
            <a:extLst xmlns:a="http://schemas.openxmlformats.org/drawingml/2006/main">
              <a:ext uri="{FF2B5EF4-FFF2-40B4-BE49-F238E27FC236}">
                <a16:creationId xmlns:a16="http://schemas.microsoft.com/office/drawing/2014/main" id="{DB48E7A0-EFCA-43E0-B746-70556BB3CEF5}"/>
              </a:ext>
            </a:extLst>
          </p:cNvPr>
          <p:cNvSpPr>
            <a:spLocks xmlns:a="http://schemas.openxmlformats.org/drawingml/2006/main" noGrp="1"/>
          </p:cNvSpPr>
          <p:nvPr/>
        </p:nvSpPr>
        <p:spPr>
          <a:xfrm xmlns:a="http://schemas.openxmlformats.org/drawingml/2006/main">
            <a:off x="2876286" y="3362325"/>
            <a:ext cx="63086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ونتائج</a:t>
            </a:r>
          </a:p>
        </p:txBody>
      </p:sp>
      <p:sp>
        <p:nvSpPr>
          <p:cNvPr id="35" name="text-467">
            <a:extLst xmlns:a="http://schemas.openxmlformats.org/drawingml/2006/main">
              <a:ext uri="{FF2B5EF4-FFF2-40B4-BE49-F238E27FC236}">
                <a16:creationId xmlns:a16="http://schemas.microsoft.com/office/drawing/2014/main" id="{5733A015-4472-4DE4-A46C-AABD749557EC}"/>
              </a:ext>
            </a:extLst>
          </p:cNvPr>
          <p:cNvSpPr>
            <a:spLocks xmlns:a="http://schemas.openxmlformats.org/drawingml/2006/main" noGrp="1"/>
          </p:cNvSpPr>
          <p:nvPr/>
        </p:nvSpPr>
        <p:spPr>
          <a:xfrm xmlns:a="http://schemas.openxmlformats.org/drawingml/2006/main">
            <a:off x="2140333" y="3362325"/>
            <a:ext cx="67756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وحدود</a:t>
            </a:r>
          </a:p>
        </p:txBody>
      </p:sp>
      <p:sp>
        <p:nvSpPr>
          <p:cNvPr id="36" name="text-468">
            <a:extLst xmlns:a="http://schemas.openxmlformats.org/drawingml/2006/main">
              <a:ext uri="{FF2B5EF4-FFF2-40B4-BE49-F238E27FC236}">
                <a16:creationId xmlns:a16="http://schemas.microsoft.com/office/drawing/2014/main" id="{4810C666-9A6F-45E5-BC5A-6C363463BA3F}"/>
              </a:ext>
            </a:extLst>
          </p:cNvPr>
          <p:cNvSpPr>
            <a:spLocks xmlns:a="http://schemas.openxmlformats.org/drawingml/2006/main" noGrp="1"/>
          </p:cNvSpPr>
          <p:nvPr/>
        </p:nvSpPr>
        <p:spPr>
          <a:xfrm xmlns:a="http://schemas.openxmlformats.org/drawingml/2006/main">
            <a:off x="1465011" y="3362325"/>
            <a:ext cx="61693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معلنة</a:t>
            </a:r>
          </a:p>
        </p:txBody>
      </p:sp>
      <p:sp>
        <p:nvSpPr>
          <p:cNvPr id="37" name="text-469">
            <a:extLst xmlns:a="http://schemas.openxmlformats.org/drawingml/2006/main">
              <a:ext uri="{FF2B5EF4-FFF2-40B4-BE49-F238E27FC236}">
                <a16:creationId xmlns:a16="http://schemas.microsoft.com/office/drawing/2014/main" id="{C0E6CCAD-5A1F-4C2C-97B4-E96FDAA844C5}"/>
              </a:ext>
            </a:extLst>
          </p:cNvPr>
          <p:cNvSpPr>
            <a:spLocks xmlns:a="http://schemas.openxmlformats.org/drawingml/2006/main" noGrp="1"/>
          </p:cNvSpPr>
          <p:nvPr/>
        </p:nvSpPr>
        <p:spPr>
          <a:xfrm xmlns:a="http://schemas.openxmlformats.org/drawingml/2006/main">
            <a:off x="10863140" y="4657725"/>
            <a:ext cx="719260"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78DAC1"/>
                </a:solidFill>
                <a:latin typeface="Tahoma"/>
                <a:ea typeface="Tahoma"/>
                <a:cs typeface="Tahoma"/>
              </a:defRPr>
            </a:pPr>
            <a:r>
              <a:rPr sz="2550" b="0">
                <a:solidFill>
                  <a:srgbClr val="78DAC1"/>
                </a:solidFill>
                <a:latin typeface="Tahoma"/>
                <a:ea typeface="Tahoma"/>
                <a:cs typeface="Tahoma"/>
              </a:rPr>
              <a:t>جودة</a:t>
            </a:r>
          </a:p>
        </p:txBody>
      </p:sp>
      <p:sp>
        <p:nvSpPr>
          <p:cNvPr id="38" name="text-470">
            <a:extLst xmlns:a="http://schemas.openxmlformats.org/drawingml/2006/main">
              <a:ext uri="{FF2B5EF4-FFF2-40B4-BE49-F238E27FC236}">
                <a16:creationId xmlns:a16="http://schemas.microsoft.com/office/drawing/2014/main" id="{AC63FC18-3D76-4641-9929-9095AF6CEE8F}"/>
              </a:ext>
            </a:extLst>
          </p:cNvPr>
          <p:cNvSpPr>
            <a:spLocks xmlns:a="http://schemas.openxmlformats.org/drawingml/2006/main" noGrp="1"/>
          </p:cNvSpPr>
          <p:nvPr/>
        </p:nvSpPr>
        <p:spPr>
          <a:xfrm xmlns:a="http://schemas.openxmlformats.org/drawingml/2006/main">
            <a:off x="9355501" y="4657725"/>
            <a:ext cx="1425438"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78DAC1"/>
                </a:solidFill>
                <a:latin typeface="Tahoma"/>
                <a:ea typeface="Tahoma"/>
                <a:cs typeface="Tahoma"/>
              </a:defRPr>
            </a:pPr>
            <a:r>
              <a:rPr sz="2550" b="0">
                <a:solidFill>
                  <a:srgbClr val="78DAC1"/>
                </a:solidFill>
                <a:latin typeface="Tahoma"/>
                <a:ea typeface="Tahoma"/>
                <a:cs typeface="Tahoma"/>
              </a:rPr>
              <a:t>الاسترجاع</a:t>
            </a:r>
          </a:p>
        </p:txBody>
      </p:sp>
      <p:sp>
        <p:nvSpPr>
          <p:cNvPr id="39" name="text-471">
            <a:extLst xmlns:a="http://schemas.openxmlformats.org/drawingml/2006/main">
              <a:ext uri="{FF2B5EF4-FFF2-40B4-BE49-F238E27FC236}">
                <a16:creationId xmlns:a16="http://schemas.microsoft.com/office/drawing/2014/main" id="{0C755C76-36A2-4F1D-8823-E41B40D95DE5}"/>
              </a:ext>
            </a:extLst>
          </p:cNvPr>
          <p:cNvSpPr>
            <a:spLocks xmlns:a="http://schemas.openxmlformats.org/drawingml/2006/main" noGrp="1"/>
          </p:cNvSpPr>
          <p:nvPr/>
        </p:nvSpPr>
        <p:spPr>
          <a:xfrm xmlns:a="http://schemas.openxmlformats.org/drawingml/2006/main">
            <a:off x="8471531" y="4657725"/>
            <a:ext cx="801769"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78DAC1"/>
                </a:solidFill>
                <a:latin typeface="Tahoma"/>
                <a:ea typeface="Tahoma"/>
                <a:cs typeface="Tahoma"/>
              </a:defRPr>
            </a:pPr>
            <a:r>
              <a:rPr sz="2550" b="0">
                <a:solidFill>
                  <a:srgbClr val="78DAC1"/>
                </a:solidFill>
                <a:latin typeface="Tahoma"/>
                <a:ea typeface="Tahoma"/>
                <a:cs typeface="Tahoma"/>
              </a:rPr>
              <a:t>تُقاس</a:t>
            </a:r>
          </a:p>
        </p:txBody>
      </p:sp>
      <p:sp>
        <p:nvSpPr>
          <p:cNvPr id="40" name="text-472">
            <a:extLst xmlns:a="http://schemas.openxmlformats.org/drawingml/2006/main">
              <a:ext uri="{FF2B5EF4-FFF2-40B4-BE49-F238E27FC236}">
                <a16:creationId xmlns:a16="http://schemas.microsoft.com/office/drawing/2014/main" id="{F4D61234-BF55-4603-A0AC-209CC1C3EA7B}"/>
              </a:ext>
            </a:extLst>
          </p:cNvPr>
          <p:cNvSpPr>
            <a:spLocks xmlns:a="http://schemas.openxmlformats.org/drawingml/2006/main" noGrp="1"/>
          </p:cNvSpPr>
          <p:nvPr/>
        </p:nvSpPr>
        <p:spPr>
          <a:xfrm xmlns:a="http://schemas.openxmlformats.org/drawingml/2006/main">
            <a:off x="7233394" y="4657725"/>
            <a:ext cx="1155937"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78DAC1"/>
                </a:solidFill>
                <a:latin typeface="Tahoma"/>
                <a:ea typeface="Tahoma"/>
                <a:cs typeface="Tahoma"/>
              </a:defRPr>
            </a:pPr>
            <a:r>
              <a:rPr sz="2550" b="0">
                <a:solidFill>
                  <a:srgbClr val="78DAC1"/>
                </a:solidFill>
                <a:latin typeface="Tahoma"/>
                <a:ea typeface="Tahoma"/>
                <a:cs typeface="Tahoma"/>
              </a:rPr>
              <a:t>مستقلة</a:t>
            </a:r>
          </a:p>
        </p:txBody>
      </p:sp>
      <p:sp>
        <p:nvSpPr>
          <p:cNvPr id="41" name="text-473">
            <a:extLst xmlns:a="http://schemas.openxmlformats.org/drawingml/2006/main">
              <a:ext uri="{FF2B5EF4-FFF2-40B4-BE49-F238E27FC236}">
                <a16:creationId xmlns:a16="http://schemas.microsoft.com/office/drawing/2014/main" id="{C3B306A2-51A8-4F27-8E79-B003C144D96C}"/>
              </a:ext>
            </a:extLst>
          </p:cNvPr>
          <p:cNvSpPr>
            <a:spLocks xmlns:a="http://schemas.openxmlformats.org/drawingml/2006/main" noGrp="1"/>
          </p:cNvSpPr>
          <p:nvPr/>
        </p:nvSpPr>
        <p:spPr>
          <a:xfrm xmlns:a="http://schemas.openxmlformats.org/drawingml/2006/main">
            <a:off x="6664251" y="4657725"/>
            <a:ext cx="486942"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78DAC1"/>
                </a:solidFill>
                <a:latin typeface="Tahoma"/>
                <a:ea typeface="Tahoma"/>
                <a:cs typeface="Tahoma"/>
              </a:defRPr>
            </a:pPr>
            <a:r>
              <a:rPr sz="2550" b="0">
                <a:solidFill>
                  <a:srgbClr val="78DAC1"/>
                </a:solidFill>
                <a:latin typeface="Tahoma"/>
                <a:ea typeface="Tahoma"/>
                <a:cs typeface="Tahoma"/>
              </a:rPr>
              <a:t>عن</a:t>
            </a:r>
          </a:p>
        </p:txBody>
      </p:sp>
      <p:sp>
        <p:nvSpPr>
          <p:cNvPr id="42" name="text-474">
            <a:extLst xmlns:a="http://schemas.openxmlformats.org/drawingml/2006/main">
              <a:ext uri="{FF2B5EF4-FFF2-40B4-BE49-F238E27FC236}">
                <a16:creationId xmlns:a16="http://schemas.microsoft.com/office/drawing/2014/main" id="{FAAB5C38-2599-437C-8552-60701B47DC8E}"/>
              </a:ext>
            </a:extLst>
          </p:cNvPr>
          <p:cNvSpPr>
            <a:spLocks xmlns:a="http://schemas.openxmlformats.org/drawingml/2006/main" noGrp="1"/>
          </p:cNvSpPr>
          <p:nvPr/>
        </p:nvSpPr>
        <p:spPr>
          <a:xfrm xmlns:a="http://schemas.openxmlformats.org/drawingml/2006/main">
            <a:off x="5872699" y="4657725"/>
            <a:ext cx="709351"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78DAC1"/>
                </a:solidFill>
                <a:latin typeface="Tahoma"/>
                <a:ea typeface="Tahoma"/>
                <a:cs typeface="Tahoma"/>
              </a:defRPr>
            </a:pPr>
            <a:r>
              <a:rPr sz="2550" b="0">
                <a:solidFill>
                  <a:srgbClr val="78DAC1"/>
                </a:solidFill>
                <a:latin typeface="Tahoma"/>
                <a:ea typeface="Tahoma"/>
                <a:cs typeface="Tahoma"/>
              </a:rPr>
              <a:t>صحة</a:t>
            </a:r>
          </a:p>
        </p:txBody>
      </p:sp>
      <p:sp>
        <p:nvSpPr>
          <p:cNvPr id="43" name="text-475">
            <a:extLst xmlns:a="http://schemas.openxmlformats.org/drawingml/2006/main">
              <a:ext uri="{FF2B5EF4-FFF2-40B4-BE49-F238E27FC236}">
                <a16:creationId xmlns:a16="http://schemas.microsoft.com/office/drawing/2014/main" id="{1C4C01C1-76E8-44AD-88E8-5549842B3060}"/>
              </a:ext>
            </a:extLst>
          </p:cNvPr>
          <p:cNvSpPr>
            <a:spLocks xmlns:a="http://schemas.openxmlformats.org/drawingml/2006/main" noGrp="1"/>
          </p:cNvSpPr>
          <p:nvPr/>
        </p:nvSpPr>
        <p:spPr>
          <a:xfrm xmlns:a="http://schemas.openxmlformats.org/drawingml/2006/main">
            <a:off x="4853635" y="4657725"/>
            <a:ext cx="936863"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78DAC1"/>
                </a:solidFill>
                <a:latin typeface="Tahoma"/>
                <a:ea typeface="Tahoma"/>
                <a:cs typeface="Tahoma"/>
              </a:defRPr>
            </a:pPr>
            <a:r>
              <a:rPr sz="2550" b="0">
                <a:solidFill>
                  <a:srgbClr val="78DAC1"/>
                </a:solidFill>
                <a:latin typeface="Tahoma"/>
                <a:ea typeface="Tahoma"/>
                <a:cs typeface="Tahoma"/>
              </a:rPr>
              <a:t>الجواب</a:t>
            </a:r>
          </a:p>
        </p:txBody>
      </p:sp>
      <p:sp>
        <p:nvSpPr>
          <p:cNvPr id="44" name="text-476">
            <a:extLst xmlns:a="http://schemas.openxmlformats.org/drawingml/2006/main">
              <a:ext uri="{FF2B5EF4-FFF2-40B4-BE49-F238E27FC236}">
                <a16:creationId xmlns:a16="http://schemas.microsoft.com/office/drawing/2014/main" id="{03DBC397-F2BF-474A-AFE6-C5A09F2A05DA}"/>
              </a:ext>
            </a:extLst>
          </p:cNvPr>
          <p:cNvSpPr>
            <a:spLocks xmlns:a="http://schemas.openxmlformats.org/drawingml/2006/main" noGrp="1"/>
          </p:cNvSpPr>
          <p:nvPr/>
        </p:nvSpPr>
        <p:spPr>
          <a:xfrm xmlns:a="http://schemas.openxmlformats.org/drawingml/2006/main">
            <a:off x="10741094" y="5353050"/>
            <a:ext cx="84130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EDCA7E"/>
                </a:solidFill>
                <a:latin typeface="Tahoma"/>
                <a:ea typeface="Tahoma"/>
                <a:cs typeface="Tahoma"/>
              </a:defRPr>
            </a:pPr>
            <a:r>
              <a:rPr sz="2025" b="0">
                <a:solidFill>
                  <a:srgbClr val="EDCA7E"/>
                </a:solidFill>
                <a:latin typeface="Tahoma"/>
                <a:ea typeface="Tahoma"/>
                <a:cs typeface="Tahoma"/>
              </a:rPr>
              <a:t>المراجع</a:t>
            </a:r>
          </a:p>
        </p:txBody>
      </p:sp>
      <p:sp>
        <p:nvSpPr>
          <p:cNvPr id="45" name="text-477">
            <a:extLst xmlns:a="http://schemas.openxmlformats.org/drawingml/2006/main">
              <a:ext uri="{FF2B5EF4-FFF2-40B4-BE49-F238E27FC236}">
                <a16:creationId xmlns:a16="http://schemas.microsoft.com/office/drawing/2014/main" id="{E50FF025-971F-42BF-9653-4961C5D82A84}"/>
              </a:ext>
            </a:extLst>
          </p:cNvPr>
          <p:cNvSpPr>
            <a:spLocks xmlns:a="http://schemas.openxmlformats.org/drawingml/2006/main" noGrp="1"/>
          </p:cNvSpPr>
          <p:nvPr/>
        </p:nvSpPr>
        <p:spPr>
          <a:xfrm xmlns:a="http://schemas.openxmlformats.org/drawingml/2006/main">
            <a:off x="9934200" y="5353050"/>
            <a:ext cx="74555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EDCA7E"/>
                </a:solidFill>
                <a:latin typeface="Tahoma"/>
                <a:ea typeface="Tahoma"/>
                <a:cs typeface="Tahoma"/>
              </a:defRPr>
            </a:pPr>
            <a:r>
              <a:rPr sz="2025" b="0">
                <a:solidFill>
                  <a:srgbClr val="EDCA7E"/>
                </a:solidFill>
                <a:latin typeface="Tahoma"/>
                <a:ea typeface="Tahoma"/>
                <a:cs typeface="Tahoma"/>
              </a:rPr>
              <a:t>تشمل</a:t>
            </a:r>
          </a:p>
        </p:txBody>
      </p:sp>
      <p:sp>
        <p:nvSpPr>
          <p:cNvPr id="46" name="text-478">
            <a:extLst xmlns:a="http://schemas.openxmlformats.org/drawingml/2006/main">
              <a:ext uri="{FF2B5EF4-FFF2-40B4-BE49-F238E27FC236}">
                <a16:creationId xmlns:a16="http://schemas.microsoft.com/office/drawing/2014/main" id="{78DB2396-212E-4F2F-83D1-C74F151976AE}"/>
              </a:ext>
            </a:extLst>
          </p:cNvPr>
          <p:cNvSpPr>
            <a:spLocks xmlns:a="http://schemas.openxmlformats.org/drawingml/2006/main" noGrp="1"/>
          </p:cNvSpPr>
          <p:nvPr/>
        </p:nvSpPr>
        <p:spPr>
          <a:xfrm xmlns:a="http://schemas.openxmlformats.org/drawingml/2006/main">
            <a:off x="9391901" y="5353050"/>
            <a:ext cx="48095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EDCA7E"/>
                </a:solidFill>
                <a:latin typeface="Tahoma"/>
                <a:ea typeface="Tahoma"/>
                <a:cs typeface="Tahoma"/>
              </a:defRPr>
            </a:pPr>
            <a:r>
              <a:rPr sz="2025" b="0">
                <a:solidFill>
                  <a:srgbClr val="EDCA7E"/>
                </a:solidFill>
                <a:latin typeface="Tahoma"/>
                <a:ea typeface="Tahoma"/>
                <a:cs typeface="Tahoma"/>
              </a:rPr>
              <a:t>مِقْرأ</a:t>
            </a:r>
          </a:p>
        </p:txBody>
      </p:sp>
      <p:sp>
        <p:nvSpPr>
          <p:cNvPr id="47" name="text-479">
            <a:extLst xmlns:a="http://schemas.openxmlformats.org/drawingml/2006/main">
              <a:ext uri="{FF2B5EF4-FFF2-40B4-BE49-F238E27FC236}">
                <a16:creationId xmlns:a16="http://schemas.microsoft.com/office/drawing/2014/main" id="{0F41769D-16DF-4981-AB8D-9B07939AECEF}"/>
              </a:ext>
            </a:extLst>
          </p:cNvPr>
          <p:cNvSpPr>
            <a:spLocks xmlns:a="http://schemas.openxmlformats.org/drawingml/2006/main" noGrp="1"/>
          </p:cNvSpPr>
          <p:nvPr/>
        </p:nvSpPr>
        <p:spPr>
          <a:xfrm xmlns:a="http://schemas.openxmlformats.org/drawingml/2006/main">
            <a:off x="8546942" y="5353050"/>
            <a:ext cx="783619"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EDCA7E"/>
                </a:solidFill>
                <a:latin typeface="Tahoma"/>
                <a:ea typeface="Tahoma"/>
                <a:cs typeface="Tahoma"/>
              </a:defRPr>
            </a:pPr>
            <a:r>
              <a:rPr sz="2025" b="0">
                <a:solidFill>
                  <a:srgbClr val="EDCA7E"/>
                </a:solidFill>
                <a:latin typeface="Tahoma"/>
                <a:ea typeface="Tahoma"/>
                <a:cs typeface="Tahoma"/>
              </a:rPr>
              <a:t>للدكتور</a:t>
            </a:r>
          </a:p>
        </p:txBody>
      </p:sp>
      <p:sp>
        <p:nvSpPr>
          <p:cNvPr id="48" name="text-480">
            <a:extLst xmlns:a="http://schemas.openxmlformats.org/drawingml/2006/main">
              <a:ext uri="{FF2B5EF4-FFF2-40B4-BE49-F238E27FC236}">
                <a16:creationId xmlns:a16="http://schemas.microsoft.com/office/drawing/2014/main" id="{1D1D4DFC-7858-4BF8-94B4-16BB32B18A80}"/>
              </a:ext>
            </a:extLst>
          </p:cNvPr>
          <p:cNvSpPr>
            <a:spLocks xmlns:a="http://schemas.openxmlformats.org/drawingml/2006/main" noGrp="1"/>
          </p:cNvSpPr>
          <p:nvPr/>
        </p:nvSpPr>
        <p:spPr>
          <a:xfrm xmlns:a="http://schemas.openxmlformats.org/drawingml/2006/main">
            <a:off x="7949311" y="5353050"/>
            <a:ext cx="53629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EDCA7E"/>
                </a:solidFill>
                <a:latin typeface="Tahoma"/>
                <a:ea typeface="Tahoma"/>
                <a:cs typeface="Tahoma"/>
              </a:defRPr>
            </a:pPr>
            <a:r>
              <a:rPr sz="2025" b="0">
                <a:solidFill>
                  <a:srgbClr val="EDCA7E"/>
                </a:solidFill>
                <a:latin typeface="Tahoma"/>
                <a:ea typeface="Tahoma"/>
                <a:cs typeface="Tahoma"/>
              </a:rPr>
              <a:t>أيمن</a:t>
            </a:r>
          </a:p>
        </p:txBody>
      </p:sp>
      <p:sp>
        <p:nvSpPr>
          <p:cNvPr id="49" name="text-481">
            <a:extLst xmlns:a="http://schemas.openxmlformats.org/drawingml/2006/main">
              <a:ext uri="{FF2B5EF4-FFF2-40B4-BE49-F238E27FC236}">
                <a16:creationId xmlns:a16="http://schemas.microsoft.com/office/drawing/2014/main" id="{F677A391-D54E-4A64-ADB2-3C18070A7874}"/>
              </a:ext>
            </a:extLst>
          </p:cNvPr>
          <p:cNvSpPr>
            <a:spLocks xmlns:a="http://schemas.openxmlformats.org/drawingml/2006/main" noGrp="1"/>
          </p:cNvSpPr>
          <p:nvPr/>
        </p:nvSpPr>
        <p:spPr>
          <a:xfrm xmlns:a="http://schemas.openxmlformats.org/drawingml/2006/main">
            <a:off x="7403284" y="5353050"/>
            <a:ext cx="48468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EDCA7E"/>
                </a:solidFill>
                <a:latin typeface="Tahoma"/>
                <a:ea typeface="Tahoma"/>
                <a:cs typeface="Tahoma"/>
              </a:defRPr>
            </a:pPr>
            <a:r>
              <a:rPr sz="2025" b="0">
                <a:solidFill>
                  <a:srgbClr val="EDCA7E"/>
                </a:solidFill>
                <a:latin typeface="Tahoma"/>
                <a:ea typeface="Tahoma"/>
                <a:cs typeface="Tahoma"/>
              </a:rPr>
              <a:t>فاتح</a:t>
            </a:r>
          </a:p>
        </p:txBody>
      </p:sp>
      <p:sp>
        <p:nvSpPr>
          <p:cNvPr id="50" name="text-482">
            <a:extLst xmlns:a="http://schemas.openxmlformats.org/drawingml/2006/main">
              <a:ext uri="{FF2B5EF4-FFF2-40B4-BE49-F238E27FC236}">
                <a16:creationId xmlns:a16="http://schemas.microsoft.com/office/drawing/2014/main" id="{D7E5286F-782A-4B5C-B098-77D592CCFB77}"/>
              </a:ext>
            </a:extLst>
          </p:cNvPr>
          <p:cNvSpPr>
            <a:spLocks xmlns:a="http://schemas.openxmlformats.org/drawingml/2006/main" noGrp="1"/>
          </p:cNvSpPr>
          <p:nvPr/>
        </p:nvSpPr>
        <p:spPr>
          <a:xfrm xmlns:a="http://schemas.openxmlformats.org/drawingml/2006/main">
            <a:off x="6713825" y="5353050"/>
            <a:ext cx="62811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EDCA7E"/>
                </a:solidFill>
                <a:latin typeface="Tahoma"/>
                <a:ea typeface="Tahoma"/>
                <a:cs typeface="Tahoma"/>
              </a:defRPr>
            </a:pPr>
            <a:r>
              <a:rPr sz="2025" b="0">
                <a:solidFill>
                  <a:srgbClr val="EDCA7E"/>
                </a:solidFill>
                <a:latin typeface="Tahoma"/>
                <a:ea typeface="Tahoma"/>
                <a:cs typeface="Tahoma"/>
              </a:rPr>
              <a:t>العامر</a:t>
            </a:r>
          </a:p>
        </p:txBody>
      </p:sp>
      <p:sp>
        <p:nvSpPr>
          <p:cNvPr id="51" name="text-483">
            <a:extLst xmlns:a="http://schemas.openxmlformats.org/drawingml/2006/main">
              <a:ext uri="{FF2B5EF4-FFF2-40B4-BE49-F238E27FC236}">
                <a16:creationId xmlns:a16="http://schemas.microsoft.com/office/drawing/2014/main" id="{C3C03FFE-5493-4567-B8DD-618EC78CF45E}"/>
              </a:ext>
            </a:extLst>
          </p:cNvPr>
          <p:cNvSpPr>
            <a:spLocks xmlns:a="http://schemas.openxmlformats.org/drawingml/2006/main" noGrp="1"/>
          </p:cNvSpPr>
          <p:nvPr/>
        </p:nvSpPr>
        <p:spPr>
          <a:xfrm xmlns:a="http://schemas.openxmlformats.org/drawingml/2006/main">
            <a:off x="11027960" y="5781675"/>
            <a:ext cx="55444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تغطية</a:t>
            </a:r>
          </a:p>
        </p:txBody>
      </p:sp>
      <p:sp>
        <p:nvSpPr>
          <p:cNvPr id="52" name="text-484">
            <a:extLst xmlns:a="http://schemas.openxmlformats.org/drawingml/2006/main">
              <a:ext uri="{FF2B5EF4-FFF2-40B4-BE49-F238E27FC236}">
                <a16:creationId xmlns:a16="http://schemas.microsoft.com/office/drawing/2014/main" id="{91CB7CA9-0102-4A88-B1E5-3A28E3E31B4F}"/>
              </a:ext>
            </a:extLst>
          </p:cNvPr>
          <p:cNvSpPr>
            <a:spLocks xmlns:a="http://schemas.openxmlformats.org/drawingml/2006/main" noGrp="1"/>
          </p:cNvSpPr>
          <p:nvPr/>
        </p:nvSpPr>
        <p:spPr>
          <a:xfrm xmlns:a="http://schemas.openxmlformats.org/drawingml/2006/main">
            <a:off x="10252113" y="5781675"/>
            <a:ext cx="72936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الفهرس</a:t>
            </a:r>
          </a:p>
        </p:txBody>
      </p:sp>
      <p:sp>
        <p:nvSpPr>
          <p:cNvPr id="53" name="text-485">
            <a:extLst xmlns:a="http://schemas.openxmlformats.org/drawingml/2006/main">
              <a:ext uri="{FF2B5EF4-FFF2-40B4-BE49-F238E27FC236}">
                <a16:creationId xmlns:a16="http://schemas.microsoft.com/office/drawing/2014/main" id="{652F0A9B-4B33-4384-9CFA-A627D5799E25}"/>
              </a:ext>
            </a:extLst>
          </p:cNvPr>
          <p:cNvSpPr>
            <a:spLocks xmlns:a="http://schemas.openxmlformats.org/drawingml/2006/main" noGrp="1"/>
          </p:cNvSpPr>
          <p:nvPr/>
        </p:nvSpPr>
        <p:spPr>
          <a:xfrm xmlns:a="http://schemas.openxmlformats.org/drawingml/2006/main">
            <a:off x="9425740" y="5781675"/>
            <a:ext cx="779891"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والحقوق</a:t>
            </a:r>
          </a:p>
        </p:txBody>
      </p:sp>
      <p:sp>
        <p:nvSpPr>
          <p:cNvPr id="54" name="text-486">
            <a:extLst xmlns:a="http://schemas.openxmlformats.org/drawingml/2006/main">
              <a:ext uri="{FF2B5EF4-FFF2-40B4-BE49-F238E27FC236}">
                <a16:creationId xmlns:a16="http://schemas.microsoft.com/office/drawing/2014/main" id="{FBC84742-7325-4810-939F-DB584591F9EA}"/>
              </a:ext>
            </a:extLst>
          </p:cNvPr>
          <p:cNvSpPr>
            <a:spLocks xmlns:a="http://schemas.openxmlformats.org/drawingml/2006/main" noGrp="1"/>
          </p:cNvSpPr>
          <p:nvPr/>
        </p:nvSpPr>
        <p:spPr>
          <a:xfrm xmlns:a="http://schemas.openxmlformats.org/drawingml/2006/main">
            <a:off x="8851405" y="5781675"/>
            <a:ext cx="52785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معلنة</a:t>
            </a:r>
          </a:p>
        </p:txBody>
      </p:sp>
      <p:sp>
        <p:nvSpPr>
          <p:cNvPr id="55" name="text-487">
            <a:extLst xmlns:a="http://schemas.openxmlformats.org/drawingml/2006/main">
              <a:ext uri="{FF2B5EF4-FFF2-40B4-BE49-F238E27FC236}">
                <a16:creationId xmlns:a16="http://schemas.microsoft.com/office/drawing/2014/main" id="{DA1FEDBB-590C-4CCC-A1C7-196FF5DFAFF7}"/>
              </a:ext>
            </a:extLst>
          </p:cNvPr>
          <p:cNvSpPr>
            <a:spLocks xmlns:a="http://schemas.openxmlformats.org/drawingml/2006/main" noGrp="1"/>
          </p:cNvSpPr>
          <p:nvPr/>
        </p:nvSpPr>
        <p:spPr>
          <a:xfrm xmlns:a="http://schemas.openxmlformats.org/drawingml/2006/main">
            <a:off x="8463083" y="5781675"/>
            <a:ext cx="341841"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في</a:t>
            </a:r>
          </a:p>
        </p:txBody>
      </p:sp>
      <p:sp>
        <p:nvSpPr>
          <p:cNvPr id="56" name="text-488">
            <a:extLst xmlns:a="http://schemas.openxmlformats.org/drawingml/2006/main">
              <a:ext uri="{FF2B5EF4-FFF2-40B4-BE49-F238E27FC236}">
                <a16:creationId xmlns:a16="http://schemas.microsoft.com/office/drawing/2014/main" id="{D7C801D9-3B45-4C6B-93CC-E7D8A21CC6BF}"/>
              </a:ext>
            </a:extLst>
          </p:cNvPr>
          <p:cNvSpPr>
            <a:spLocks xmlns:a="http://schemas.openxmlformats.org/drawingml/2006/main" noGrp="1"/>
          </p:cNvSpPr>
          <p:nvPr/>
        </p:nvSpPr>
        <p:spPr>
          <a:xfrm xmlns:a="http://schemas.openxmlformats.org/drawingml/2006/main">
            <a:off x="7864123" y="5781675"/>
            <a:ext cx="55247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سجل</a:t>
            </a:r>
          </a:p>
        </p:txBody>
      </p:sp>
      <p:sp>
        <p:nvSpPr>
          <p:cNvPr id="57" name="text-489">
            <a:extLst xmlns:a="http://schemas.openxmlformats.org/drawingml/2006/main">
              <a:ext uri="{FF2B5EF4-FFF2-40B4-BE49-F238E27FC236}">
                <a16:creationId xmlns:a16="http://schemas.microsoft.com/office/drawing/2014/main" id="{91A11957-4A4C-44EE-AEF2-D605C3DF3FD8}"/>
              </a:ext>
            </a:extLst>
          </p:cNvPr>
          <p:cNvSpPr>
            <a:spLocks xmlns:a="http://schemas.openxmlformats.org/drawingml/2006/main" noGrp="1"/>
          </p:cNvSpPr>
          <p:nvPr/>
        </p:nvSpPr>
        <p:spPr>
          <a:xfrm xmlns:a="http://schemas.openxmlformats.org/drawingml/2006/main">
            <a:off x="7127420" y="5781675"/>
            <a:ext cx="690221"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المصادر</a:t>
            </a:r>
          </a:p>
        </p:txBody>
      </p:sp>
    </p:spTree>
    <p:extLst>
      <p:ext uri="{BB962C8B-B14F-4D97-AF65-F5344CB8AC3E}">
        <p14:creationId xmlns:p14="http://schemas.microsoft.com/office/powerpoint/2010/main" val="1961740192"/>
      </p:ext>
    </p:extLst>
  </p:cSld>
</p:sld>
</file>

<file path=ppt/slides/slide13.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51" name="text-490">
            <a:extLst xmlns:a="http://schemas.openxmlformats.org/drawingml/2006/main">
              <a:ext uri="{FF2B5EF4-FFF2-40B4-BE49-F238E27FC236}">
                <a16:creationId xmlns:a16="http://schemas.microsoft.com/office/drawing/2014/main" id="{DE683C61-D5B9-44D2-9DDA-BF91D3E07DCD}"/>
              </a:ext>
            </a:extLst>
          </p:cNvPr>
          <p:cNvSpPr>
            <a:spLocks xmlns:a="http://schemas.openxmlformats.org/drawingml/2006/main" noGrp="1"/>
          </p:cNvSpPr>
          <p:nvPr/>
        </p:nvSpPr>
        <p:spPr>
          <a:xfrm xmlns:a="http://schemas.openxmlformats.org/drawingml/2006/main">
            <a:off x="11145187" y="457200"/>
            <a:ext cx="43721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ما</a:t>
            </a:r>
          </a:p>
        </p:txBody>
      </p:sp>
      <p:sp>
        <p:nvSpPr>
          <p:cNvPr id="2" name="text-491">
            <a:extLst xmlns:a="http://schemas.openxmlformats.org/drawingml/2006/main">
              <a:ext uri="{FF2B5EF4-FFF2-40B4-BE49-F238E27FC236}">
                <a16:creationId xmlns:a16="http://schemas.microsoft.com/office/drawing/2014/main" id="{F74AAAFE-4B88-4161-B6AD-E5E5369476F5}"/>
              </a:ext>
            </a:extLst>
          </p:cNvPr>
          <p:cNvSpPr>
            <a:spLocks xmlns:a="http://schemas.openxmlformats.org/drawingml/2006/main" noGrp="1"/>
          </p:cNvSpPr>
          <p:nvPr/>
        </p:nvSpPr>
        <p:spPr>
          <a:xfrm xmlns:a="http://schemas.openxmlformats.org/drawingml/2006/main">
            <a:off x="9694172" y="457200"/>
            <a:ext cx="135005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أضفناه</a:t>
            </a:r>
          </a:p>
        </p:txBody>
      </p:sp>
      <p:sp>
        <p:nvSpPr>
          <p:cNvPr id="3" name="text-492">
            <a:extLst xmlns:a="http://schemas.openxmlformats.org/drawingml/2006/main">
              <a:ext uri="{FF2B5EF4-FFF2-40B4-BE49-F238E27FC236}">
                <a16:creationId xmlns:a16="http://schemas.microsoft.com/office/drawing/2014/main" id="{39BB5F50-0B5C-4196-AC4B-FF87E4927DB7}"/>
              </a:ext>
            </a:extLst>
          </p:cNvPr>
          <p:cNvSpPr>
            <a:spLocks xmlns:a="http://schemas.openxmlformats.org/drawingml/2006/main" noGrp="1"/>
          </p:cNvSpPr>
          <p:nvPr/>
        </p:nvSpPr>
        <p:spPr>
          <a:xfrm xmlns:a="http://schemas.openxmlformats.org/drawingml/2006/main">
            <a:off x="7615611" y="457200"/>
            <a:ext cx="197759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للمشاركة</a:t>
            </a:r>
          </a:p>
        </p:txBody>
      </p:sp>
      <p:sp>
        <p:nvSpPr>
          <p:cNvPr id="4" name="text-493">
            <a:extLst xmlns:a="http://schemas.openxmlformats.org/drawingml/2006/main">
              <a:ext uri="{FF2B5EF4-FFF2-40B4-BE49-F238E27FC236}">
                <a16:creationId xmlns:a16="http://schemas.microsoft.com/office/drawing/2014/main" id="{9E5BB6FD-9E64-4D37-9F1B-7A3C5F39166A}"/>
              </a:ext>
            </a:extLst>
          </p:cNvPr>
          <p:cNvSpPr>
            <a:spLocks xmlns:a="http://schemas.openxmlformats.org/drawingml/2006/main" noGrp="1"/>
          </p:cNvSpPr>
          <p:nvPr/>
        </p:nvSpPr>
        <p:spPr>
          <a:xfrm xmlns:a="http://schemas.openxmlformats.org/drawingml/2006/main">
            <a:off x="6852171" y="457200"/>
            <a:ext cx="662475"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وما</a:t>
            </a:r>
          </a:p>
        </p:txBody>
      </p:sp>
      <p:sp>
        <p:nvSpPr>
          <p:cNvPr id="5" name="text-494">
            <a:extLst xmlns:a="http://schemas.openxmlformats.org/drawingml/2006/main">
              <a:ext uri="{FF2B5EF4-FFF2-40B4-BE49-F238E27FC236}">
                <a16:creationId xmlns:a16="http://schemas.microsoft.com/office/drawing/2014/main" id="{BEF68800-831D-404F-AD64-9DD247391770}"/>
              </a:ext>
            </a:extLst>
          </p:cNvPr>
          <p:cNvSpPr>
            <a:spLocks xmlns:a="http://schemas.openxmlformats.org/drawingml/2006/main" noGrp="1"/>
          </p:cNvSpPr>
          <p:nvPr/>
        </p:nvSpPr>
        <p:spPr>
          <a:xfrm xmlns:a="http://schemas.openxmlformats.org/drawingml/2006/main">
            <a:off x="5445435" y="457200"/>
            <a:ext cx="130577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سبقها</a:t>
            </a:r>
          </a:p>
        </p:txBody>
      </p:sp>
      <p:sp>
        <p:nvSpPr>
          <p:cNvPr id="6" name="shape-495">
            <a:extLst xmlns:a="http://schemas.openxmlformats.org/drawingml/2006/main">
              <a:ext uri="{FF2B5EF4-FFF2-40B4-BE49-F238E27FC236}">
                <a16:creationId xmlns:a16="http://schemas.microsoft.com/office/drawing/2014/main" id="{1F485AC5-A239-41AF-ABFD-9BE1B378C8D0}"/>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7" name="text-496">
            <a:extLst xmlns:a="http://schemas.openxmlformats.org/drawingml/2006/main">
              <a:ext uri="{FF2B5EF4-FFF2-40B4-BE49-F238E27FC236}">
                <a16:creationId xmlns:a16="http://schemas.microsoft.com/office/drawing/2014/main" id="{203DC581-2798-4E9A-8BCF-D176F3859B1D}"/>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8" name="text-497">
            <a:extLst xmlns:a="http://schemas.openxmlformats.org/drawingml/2006/main">
              <a:ext uri="{FF2B5EF4-FFF2-40B4-BE49-F238E27FC236}">
                <a16:creationId xmlns:a16="http://schemas.microsoft.com/office/drawing/2014/main" id="{9F4327EC-1576-433B-AB3F-5DCEAA8D2DF7}"/>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9" name="text-498">
            <a:extLst xmlns:a="http://schemas.openxmlformats.org/drawingml/2006/main">
              <a:ext uri="{FF2B5EF4-FFF2-40B4-BE49-F238E27FC236}">
                <a16:creationId xmlns:a16="http://schemas.microsoft.com/office/drawing/2014/main" id="{2BA41A7B-BB81-4754-B423-42784A871FC2}"/>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0" name="text-499">
            <a:extLst xmlns:a="http://schemas.openxmlformats.org/drawingml/2006/main">
              <a:ext uri="{FF2B5EF4-FFF2-40B4-BE49-F238E27FC236}">
                <a16:creationId xmlns:a16="http://schemas.microsoft.com/office/drawing/2014/main" id="{9F678ACC-CC38-4FC2-ABBD-4F58C84246D2}"/>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1" name="text-500">
            <a:extLst xmlns:a="http://schemas.openxmlformats.org/drawingml/2006/main">
              <a:ext uri="{FF2B5EF4-FFF2-40B4-BE49-F238E27FC236}">
                <a16:creationId xmlns:a16="http://schemas.microsoft.com/office/drawing/2014/main" id="{9CB76018-4DD1-4B06-802C-F7ADC6E6D2B5}"/>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2" name="text-501">
            <a:extLst xmlns:a="http://schemas.openxmlformats.org/drawingml/2006/main">
              <a:ext uri="{FF2B5EF4-FFF2-40B4-BE49-F238E27FC236}">
                <a16:creationId xmlns:a16="http://schemas.microsoft.com/office/drawing/2014/main" id="{B0BD2DCD-7B51-48FA-AF52-8676DBA38528}"/>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3" name="text-502">
            <a:extLst xmlns:a="http://schemas.openxmlformats.org/drawingml/2006/main">
              <a:ext uri="{FF2B5EF4-FFF2-40B4-BE49-F238E27FC236}">
                <a16:creationId xmlns:a16="http://schemas.microsoft.com/office/drawing/2014/main" id="{29B3D1F5-D3C9-45C7-9E3D-09C1E761005D}"/>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13</a:t>
            </a:r>
          </a:p>
        </p:txBody>
      </p:sp>
      <p:sp>
        <p:nvSpPr>
          <p:cNvPr id="14" name="text-503">
            <a:extLst xmlns:a="http://schemas.openxmlformats.org/drawingml/2006/main">
              <a:ext uri="{FF2B5EF4-FFF2-40B4-BE49-F238E27FC236}">
                <a16:creationId xmlns:a16="http://schemas.microsoft.com/office/drawing/2014/main" id="{D6987A0F-3BD8-4DB5-94E5-4D1B63F2A7C1}"/>
              </a:ext>
            </a:extLst>
          </p:cNvPr>
          <p:cNvSpPr>
            <a:spLocks xmlns:a="http://schemas.openxmlformats.org/drawingml/2006/main" noGrp="1"/>
          </p:cNvSpPr>
          <p:nvPr/>
        </p:nvSpPr>
        <p:spPr>
          <a:xfrm xmlns:a="http://schemas.openxmlformats.org/drawingml/2006/main">
            <a:off x="10515859" y="1657350"/>
            <a:ext cx="1066541"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أساس</a:t>
            </a:r>
          </a:p>
        </p:txBody>
      </p:sp>
      <p:sp>
        <p:nvSpPr>
          <p:cNvPr id="15" name="text-504">
            <a:extLst xmlns:a="http://schemas.openxmlformats.org/drawingml/2006/main">
              <a:ext uri="{FF2B5EF4-FFF2-40B4-BE49-F238E27FC236}">
                <a16:creationId xmlns:a16="http://schemas.microsoft.com/office/drawing/2014/main" id="{92612BF7-5AFA-45AA-8209-905D1538AA8E}"/>
              </a:ext>
            </a:extLst>
          </p:cNvPr>
          <p:cNvSpPr>
            <a:spLocks xmlns:a="http://schemas.openxmlformats.org/drawingml/2006/main" noGrp="1"/>
          </p:cNvSpPr>
          <p:nvPr/>
        </p:nvSpPr>
        <p:spPr>
          <a:xfrm xmlns:a="http://schemas.openxmlformats.org/drawingml/2006/main">
            <a:off x="9477600" y="1657350"/>
            <a:ext cx="965203"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سابق</a:t>
            </a:r>
          </a:p>
        </p:txBody>
      </p:sp>
      <p:sp>
        <p:nvSpPr>
          <p:cNvPr id="16" name="text-505">
            <a:extLst xmlns:a="http://schemas.openxmlformats.org/drawingml/2006/main">
              <a:ext uri="{FF2B5EF4-FFF2-40B4-BE49-F238E27FC236}">
                <a16:creationId xmlns:a16="http://schemas.microsoft.com/office/drawing/2014/main" id="{58515BFA-7AF8-455B-A4E2-2A5D235555B3}"/>
              </a:ext>
            </a:extLst>
          </p:cNvPr>
          <p:cNvSpPr>
            <a:spLocks xmlns:a="http://schemas.openxmlformats.org/drawingml/2006/main" noGrp="1"/>
          </p:cNvSpPr>
          <p:nvPr/>
        </p:nvSpPr>
        <p:spPr>
          <a:xfrm xmlns:a="http://schemas.openxmlformats.org/drawingml/2006/main">
            <a:off x="8749200" y="1657350"/>
            <a:ext cx="655343"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لدى</a:t>
            </a:r>
          </a:p>
        </p:txBody>
      </p:sp>
      <p:sp>
        <p:nvSpPr>
          <p:cNvPr id="17" name="text-506">
            <a:extLst xmlns:a="http://schemas.openxmlformats.org/drawingml/2006/main">
              <a:ext uri="{FF2B5EF4-FFF2-40B4-BE49-F238E27FC236}">
                <a16:creationId xmlns:a16="http://schemas.microsoft.com/office/drawing/2014/main" id="{B82F3D84-CF1F-4C4F-AEF7-325521442CD5}"/>
              </a:ext>
            </a:extLst>
          </p:cNvPr>
          <p:cNvSpPr>
            <a:spLocks xmlns:a="http://schemas.openxmlformats.org/drawingml/2006/main" noGrp="1"/>
          </p:cNvSpPr>
          <p:nvPr/>
        </p:nvSpPr>
        <p:spPr>
          <a:xfrm xmlns:a="http://schemas.openxmlformats.org/drawingml/2006/main">
            <a:off x="7258930" y="1657350"/>
            <a:ext cx="1417213"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سلسبيل</a:t>
            </a:r>
          </a:p>
        </p:txBody>
      </p:sp>
      <p:sp>
        <p:nvSpPr>
          <p:cNvPr id="18" name="text-507">
            <a:extLst xmlns:a="http://schemas.openxmlformats.org/drawingml/2006/main">
              <a:ext uri="{FF2B5EF4-FFF2-40B4-BE49-F238E27FC236}">
                <a16:creationId xmlns:a16="http://schemas.microsoft.com/office/drawing/2014/main" id="{0787872D-0E34-41AA-A820-BC354B3058E2}"/>
              </a:ext>
            </a:extLst>
          </p:cNvPr>
          <p:cNvSpPr>
            <a:spLocks xmlns:a="http://schemas.openxmlformats.org/drawingml/2006/main" noGrp="1"/>
          </p:cNvSpPr>
          <p:nvPr/>
        </p:nvSpPr>
        <p:spPr>
          <a:xfrm xmlns:a="http://schemas.openxmlformats.org/drawingml/2006/main">
            <a:off x="10720099" y="2409825"/>
            <a:ext cx="86230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النموذج</a:t>
            </a:r>
          </a:p>
        </p:txBody>
      </p:sp>
      <p:sp>
        <p:nvSpPr>
          <p:cNvPr id="19" name="text-508">
            <a:extLst xmlns:a="http://schemas.openxmlformats.org/drawingml/2006/main">
              <a:ext uri="{FF2B5EF4-FFF2-40B4-BE49-F238E27FC236}">
                <a16:creationId xmlns:a16="http://schemas.microsoft.com/office/drawing/2014/main" id="{BC457EF3-F769-4DB4-A9C6-BDC1E76B8F6D}"/>
              </a:ext>
            </a:extLst>
          </p:cNvPr>
          <p:cNvSpPr>
            <a:spLocks xmlns:a="http://schemas.openxmlformats.org/drawingml/2006/main" noGrp="1"/>
          </p:cNvSpPr>
          <p:nvPr/>
        </p:nvSpPr>
        <p:spPr>
          <a:xfrm xmlns:a="http://schemas.openxmlformats.org/drawingml/2006/main">
            <a:off x="9729047" y="2409825"/>
            <a:ext cx="92675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وخدمات</a:t>
            </a:r>
          </a:p>
        </p:txBody>
      </p:sp>
      <p:sp>
        <p:nvSpPr>
          <p:cNvPr id="20" name="text-509">
            <a:extLst xmlns:a="http://schemas.openxmlformats.org/drawingml/2006/main">
              <a:ext uri="{FF2B5EF4-FFF2-40B4-BE49-F238E27FC236}">
                <a16:creationId xmlns:a16="http://schemas.microsoft.com/office/drawing/2014/main" id="{5BE13F8F-6462-4179-A81D-B775A188DAD2}"/>
              </a:ext>
            </a:extLst>
          </p:cNvPr>
          <p:cNvSpPr>
            <a:spLocks xmlns:a="http://schemas.openxmlformats.org/drawingml/2006/main" noGrp="1"/>
          </p:cNvSpPr>
          <p:nvPr/>
        </p:nvSpPr>
        <p:spPr>
          <a:xfrm xmlns:a="http://schemas.openxmlformats.org/drawingml/2006/main">
            <a:off x="8798921" y="2409825"/>
            <a:ext cx="86583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المعرفة</a:t>
            </a:r>
          </a:p>
        </p:txBody>
      </p:sp>
      <p:sp>
        <p:nvSpPr>
          <p:cNvPr id="21" name="text-510">
            <a:extLst xmlns:a="http://schemas.openxmlformats.org/drawingml/2006/main">
              <a:ext uri="{FF2B5EF4-FFF2-40B4-BE49-F238E27FC236}">
                <a16:creationId xmlns:a16="http://schemas.microsoft.com/office/drawing/2014/main" id="{0AD44F7C-DA0F-4D32-B47F-8D6815678305}"/>
              </a:ext>
            </a:extLst>
          </p:cNvPr>
          <p:cNvSpPr>
            <a:spLocks xmlns:a="http://schemas.openxmlformats.org/drawingml/2006/main" noGrp="1"/>
          </p:cNvSpPr>
          <p:nvPr/>
        </p:nvSpPr>
        <p:spPr>
          <a:xfrm xmlns:a="http://schemas.openxmlformats.org/drawingml/2006/main">
            <a:off x="10860196" y="3019425"/>
            <a:ext cx="722204"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البحث</a:t>
            </a:r>
          </a:p>
        </p:txBody>
      </p:sp>
      <p:sp>
        <p:nvSpPr>
          <p:cNvPr id="22" name="text-511">
            <a:extLst xmlns:a="http://schemas.openxmlformats.org/drawingml/2006/main">
              <a:ext uri="{FF2B5EF4-FFF2-40B4-BE49-F238E27FC236}">
                <a16:creationId xmlns:a16="http://schemas.microsoft.com/office/drawing/2014/main" id="{7D4CAAC9-DEB2-4D8E-A294-1C9823508B9F}"/>
              </a:ext>
            </a:extLst>
          </p:cNvPr>
          <p:cNvSpPr>
            <a:spLocks xmlns:a="http://schemas.openxmlformats.org/drawingml/2006/main" noGrp="1"/>
          </p:cNvSpPr>
          <p:nvPr/>
        </p:nvSpPr>
        <p:spPr>
          <a:xfrm xmlns:a="http://schemas.openxmlformats.org/drawingml/2006/main">
            <a:off x="9796349" y="3019425"/>
            <a:ext cx="999554"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التجاوري</a:t>
            </a:r>
          </a:p>
        </p:txBody>
      </p:sp>
      <p:sp>
        <p:nvSpPr>
          <p:cNvPr id="23" name="text-512">
            <a:extLst xmlns:a="http://schemas.openxmlformats.org/drawingml/2006/main">
              <a:ext uri="{FF2B5EF4-FFF2-40B4-BE49-F238E27FC236}">
                <a16:creationId xmlns:a16="http://schemas.microsoft.com/office/drawing/2014/main" id="{29C562CF-4183-4204-86B8-8C5CA60C84B2}"/>
              </a:ext>
            </a:extLst>
          </p:cNvPr>
          <p:cNvSpPr>
            <a:spLocks xmlns:a="http://schemas.openxmlformats.org/drawingml/2006/main" noGrp="1"/>
          </p:cNvSpPr>
          <p:nvPr/>
        </p:nvSpPr>
        <p:spPr>
          <a:xfrm xmlns:a="http://schemas.openxmlformats.org/drawingml/2006/main">
            <a:off x="8791366" y="3019425"/>
            <a:ext cx="94068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ومكوّنات</a:t>
            </a:r>
          </a:p>
        </p:txBody>
      </p:sp>
      <p:sp>
        <p:nvSpPr>
          <p:cNvPr id="24" name="text-513">
            <a:extLst xmlns:a="http://schemas.openxmlformats.org/drawingml/2006/main">
              <a:ext uri="{FF2B5EF4-FFF2-40B4-BE49-F238E27FC236}">
                <a16:creationId xmlns:a16="http://schemas.microsoft.com/office/drawing/2014/main" id="{5C5991B1-A15B-419B-ABF6-6AE96DE8BFB6}"/>
              </a:ext>
            </a:extLst>
          </p:cNvPr>
          <p:cNvSpPr>
            <a:spLocks xmlns:a="http://schemas.openxmlformats.org/drawingml/2006/main" noGrp="1"/>
          </p:cNvSpPr>
          <p:nvPr/>
        </p:nvSpPr>
        <p:spPr>
          <a:xfrm xmlns:a="http://schemas.openxmlformats.org/drawingml/2006/main">
            <a:off x="7981127" y="3019425"/>
            <a:ext cx="74594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العرض</a:t>
            </a:r>
          </a:p>
        </p:txBody>
      </p:sp>
      <p:sp>
        <p:nvSpPr>
          <p:cNvPr id="25" name="text-514">
            <a:extLst xmlns:a="http://schemas.openxmlformats.org/drawingml/2006/main">
              <a:ext uri="{FF2B5EF4-FFF2-40B4-BE49-F238E27FC236}">
                <a16:creationId xmlns:a16="http://schemas.microsoft.com/office/drawing/2014/main" id="{1531B3CE-7749-4402-94BC-59A160CB3688}"/>
              </a:ext>
            </a:extLst>
          </p:cNvPr>
          <p:cNvSpPr>
            <a:spLocks xmlns:a="http://schemas.openxmlformats.org/drawingml/2006/main" noGrp="1"/>
          </p:cNvSpPr>
          <p:nvPr/>
        </p:nvSpPr>
        <p:spPr>
          <a:xfrm xmlns:a="http://schemas.openxmlformats.org/drawingml/2006/main">
            <a:off x="4588360" y="1657350"/>
            <a:ext cx="1145690"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إضافات</a:t>
            </a:r>
          </a:p>
        </p:txBody>
      </p:sp>
      <p:sp>
        <p:nvSpPr>
          <p:cNvPr id="26" name="text-515">
            <a:extLst xmlns:a="http://schemas.openxmlformats.org/drawingml/2006/main">
              <a:ext uri="{FF2B5EF4-FFF2-40B4-BE49-F238E27FC236}">
                <a16:creationId xmlns:a16="http://schemas.microsoft.com/office/drawing/2014/main" id="{B7B39C71-EB2A-4726-88A4-799CAA683380}"/>
              </a:ext>
            </a:extLst>
          </p:cNvPr>
          <p:cNvSpPr>
            <a:spLocks xmlns:a="http://schemas.openxmlformats.org/drawingml/2006/main" noGrp="1"/>
          </p:cNvSpPr>
          <p:nvPr/>
        </p:nvSpPr>
        <p:spPr>
          <a:xfrm xmlns:a="http://schemas.openxmlformats.org/drawingml/2006/main">
            <a:off x="3258666" y="1657350"/>
            <a:ext cx="1256637"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التطبيق</a:t>
            </a:r>
          </a:p>
        </p:txBody>
      </p:sp>
      <p:sp>
        <p:nvSpPr>
          <p:cNvPr id="27" name="text-516">
            <a:extLst xmlns:a="http://schemas.openxmlformats.org/drawingml/2006/main">
              <a:ext uri="{FF2B5EF4-FFF2-40B4-BE49-F238E27FC236}">
                <a16:creationId xmlns:a16="http://schemas.microsoft.com/office/drawing/2014/main" id="{79B69B29-9460-49B0-B171-9A446AA60616}"/>
              </a:ext>
            </a:extLst>
          </p:cNvPr>
          <p:cNvSpPr>
            <a:spLocks xmlns:a="http://schemas.openxmlformats.org/drawingml/2006/main" noGrp="1"/>
          </p:cNvSpPr>
          <p:nvPr/>
        </p:nvSpPr>
        <p:spPr>
          <a:xfrm xmlns:a="http://schemas.openxmlformats.org/drawingml/2006/main">
            <a:off x="1768892" y="1657350"/>
            <a:ext cx="1416718"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والتسليم</a:t>
            </a:r>
          </a:p>
        </p:txBody>
      </p:sp>
      <p:sp>
        <p:nvSpPr>
          <p:cNvPr id="28" name="text-517">
            <a:extLst xmlns:a="http://schemas.openxmlformats.org/drawingml/2006/main">
              <a:ext uri="{FF2B5EF4-FFF2-40B4-BE49-F238E27FC236}">
                <a16:creationId xmlns:a16="http://schemas.microsoft.com/office/drawing/2014/main" id="{08552709-2183-447A-8DD9-D5D71C16A53B}"/>
              </a:ext>
            </a:extLst>
          </p:cNvPr>
          <p:cNvSpPr>
            <a:spLocks xmlns:a="http://schemas.openxmlformats.org/drawingml/2006/main" noGrp="1"/>
          </p:cNvSpPr>
          <p:nvPr/>
        </p:nvSpPr>
        <p:spPr>
          <a:xfrm xmlns:a="http://schemas.openxmlformats.org/drawingml/2006/main">
            <a:off x="4746858" y="2409825"/>
            <a:ext cx="987192"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المجلس</a:t>
            </a:r>
          </a:p>
        </p:txBody>
      </p:sp>
      <p:sp>
        <p:nvSpPr>
          <p:cNvPr id="29" name="text-518">
            <a:extLst xmlns:a="http://schemas.openxmlformats.org/drawingml/2006/main">
              <a:ext uri="{FF2B5EF4-FFF2-40B4-BE49-F238E27FC236}">
                <a16:creationId xmlns:a16="http://schemas.microsoft.com/office/drawing/2014/main" id="{65D51916-F359-4A81-8B6C-3CF6FF0FA5A8}"/>
              </a:ext>
            </a:extLst>
          </p:cNvPr>
          <p:cNvSpPr>
            <a:spLocks xmlns:a="http://schemas.openxmlformats.org/drawingml/2006/main" noGrp="1"/>
          </p:cNvSpPr>
          <p:nvPr/>
        </p:nvSpPr>
        <p:spPr>
          <a:xfrm xmlns:a="http://schemas.openxmlformats.org/drawingml/2006/main">
            <a:off x="3298037" y="2409825"/>
            <a:ext cx="1384527"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والشخصيات</a:t>
            </a:r>
          </a:p>
        </p:txBody>
      </p:sp>
      <p:sp>
        <p:nvSpPr>
          <p:cNvPr id="30" name="text-519">
            <a:extLst xmlns:a="http://schemas.openxmlformats.org/drawingml/2006/main">
              <a:ext uri="{FF2B5EF4-FFF2-40B4-BE49-F238E27FC236}">
                <a16:creationId xmlns:a16="http://schemas.microsoft.com/office/drawing/2014/main" id="{1E1A8B63-DBDA-4208-A605-485FF18CAFE5}"/>
              </a:ext>
            </a:extLst>
          </p:cNvPr>
          <p:cNvSpPr>
            <a:spLocks xmlns:a="http://schemas.openxmlformats.org/drawingml/2006/main" noGrp="1"/>
          </p:cNvSpPr>
          <p:nvPr/>
        </p:nvSpPr>
        <p:spPr>
          <a:xfrm xmlns:a="http://schemas.openxmlformats.org/drawingml/2006/main">
            <a:off x="2251064" y="2409825"/>
            <a:ext cx="98267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والمصادر</a:t>
            </a:r>
          </a:p>
        </p:txBody>
      </p:sp>
      <p:sp>
        <p:nvSpPr>
          <p:cNvPr id="31" name="text-520">
            <a:extLst xmlns:a="http://schemas.openxmlformats.org/drawingml/2006/main">
              <a:ext uri="{FF2B5EF4-FFF2-40B4-BE49-F238E27FC236}">
                <a16:creationId xmlns:a16="http://schemas.microsoft.com/office/drawing/2014/main" id="{E64DFA3D-6652-4460-852B-A83A2B518099}"/>
              </a:ext>
            </a:extLst>
          </p:cNvPr>
          <p:cNvSpPr>
            <a:spLocks xmlns:a="http://schemas.openxmlformats.org/drawingml/2006/main" noGrp="1"/>
          </p:cNvSpPr>
          <p:nvPr/>
        </p:nvSpPr>
        <p:spPr>
          <a:xfrm xmlns:a="http://schemas.openxmlformats.org/drawingml/2006/main">
            <a:off x="5198741" y="3019425"/>
            <a:ext cx="53530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البث</a:t>
            </a:r>
          </a:p>
        </p:txBody>
      </p:sp>
      <p:sp>
        <p:nvSpPr>
          <p:cNvPr id="32" name="text-521">
            <a:extLst xmlns:a="http://schemas.openxmlformats.org/drawingml/2006/main">
              <a:ext uri="{FF2B5EF4-FFF2-40B4-BE49-F238E27FC236}">
                <a16:creationId xmlns:a16="http://schemas.microsoft.com/office/drawing/2014/main" id="{D6FA39B8-36EB-41C4-9071-F3E066D68423}"/>
              </a:ext>
            </a:extLst>
          </p:cNvPr>
          <p:cNvSpPr>
            <a:spLocks xmlns:a="http://schemas.openxmlformats.org/drawingml/2006/main" noGrp="1"/>
          </p:cNvSpPr>
          <p:nvPr/>
        </p:nvSpPr>
        <p:spPr>
          <a:xfrm xmlns:a="http://schemas.openxmlformats.org/drawingml/2006/main">
            <a:off x="4251053" y="3019425"/>
            <a:ext cx="883394"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والإحالة</a:t>
            </a:r>
          </a:p>
        </p:txBody>
      </p:sp>
      <p:sp>
        <p:nvSpPr>
          <p:cNvPr id="33" name="text-522">
            <a:extLst xmlns:a="http://schemas.openxmlformats.org/drawingml/2006/main">
              <a:ext uri="{FF2B5EF4-FFF2-40B4-BE49-F238E27FC236}">
                <a16:creationId xmlns:a16="http://schemas.microsoft.com/office/drawing/2014/main" id="{EF4E7C79-33CA-4E95-8D4B-9B29A3FA5726}"/>
              </a:ext>
            </a:extLst>
          </p:cNvPr>
          <p:cNvSpPr>
            <a:spLocks xmlns:a="http://schemas.openxmlformats.org/drawingml/2006/main" noGrp="1"/>
          </p:cNvSpPr>
          <p:nvPr/>
        </p:nvSpPr>
        <p:spPr>
          <a:xfrm xmlns:a="http://schemas.openxmlformats.org/drawingml/2006/main">
            <a:off x="3368509" y="3019425"/>
            <a:ext cx="81825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والدليل</a:t>
            </a:r>
          </a:p>
        </p:txBody>
      </p:sp>
      <p:sp>
        <p:nvSpPr>
          <p:cNvPr id="34" name="text-523">
            <a:extLst xmlns:a="http://schemas.openxmlformats.org/drawingml/2006/main">
              <a:ext uri="{FF2B5EF4-FFF2-40B4-BE49-F238E27FC236}">
                <a16:creationId xmlns:a16="http://schemas.microsoft.com/office/drawing/2014/main" id="{329C9BFB-6E1A-4234-9304-620FEEEC1918}"/>
              </a:ext>
            </a:extLst>
          </p:cNvPr>
          <p:cNvSpPr>
            <a:spLocks xmlns:a="http://schemas.openxmlformats.org/drawingml/2006/main" noGrp="1"/>
          </p:cNvSpPr>
          <p:nvPr/>
        </p:nvSpPr>
        <p:spPr>
          <a:xfrm xmlns:a="http://schemas.openxmlformats.org/drawingml/2006/main">
            <a:off x="2363133" y="3019425"/>
            <a:ext cx="94108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والفحص</a:t>
            </a:r>
          </a:p>
        </p:txBody>
      </p:sp>
      <p:sp>
        <p:nvSpPr>
          <p:cNvPr id="35" name="text-524">
            <a:extLst xmlns:a="http://schemas.openxmlformats.org/drawingml/2006/main">
              <a:ext uri="{FF2B5EF4-FFF2-40B4-BE49-F238E27FC236}">
                <a16:creationId xmlns:a16="http://schemas.microsoft.com/office/drawing/2014/main" id="{366EAD32-60B5-4E47-A07B-31C225E92FE4}"/>
              </a:ext>
            </a:extLst>
          </p:cNvPr>
          <p:cNvSpPr>
            <a:spLocks xmlns:a="http://schemas.openxmlformats.org/drawingml/2006/main" noGrp="1"/>
          </p:cNvSpPr>
          <p:nvPr/>
        </p:nvSpPr>
        <p:spPr>
          <a:xfrm xmlns:a="http://schemas.openxmlformats.org/drawingml/2006/main">
            <a:off x="10865788" y="4391025"/>
            <a:ext cx="716612"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تجربة</a:t>
            </a:r>
          </a:p>
        </p:txBody>
      </p:sp>
      <p:sp>
        <p:nvSpPr>
          <p:cNvPr id="36" name="text-525">
            <a:extLst xmlns:a="http://schemas.openxmlformats.org/drawingml/2006/main">
              <a:ext uri="{FF2B5EF4-FFF2-40B4-BE49-F238E27FC236}">
                <a16:creationId xmlns:a16="http://schemas.microsoft.com/office/drawing/2014/main" id="{DF1432F5-8259-4844-AB86-6F18108CED40}"/>
              </a:ext>
            </a:extLst>
          </p:cNvPr>
          <p:cNvSpPr>
            <a:spLocks xmlns:a="http://schemas.openxmlformats.org/drawingml/2006/main" noGrp="1"/>
          </p:cNvSpPr>
          <p:nvPr/>
        </p:nvSpPr>
        <p:spPr>
          <a:xfrm xmlns:a="http://schemas.openxmlformats.org/drawingml/2006/main">
            <a:off x="9804368" y="4391025"/>
            <a:ext cx="988173"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متكاملة</a:t>
            </a:r>
          </a:p>
        </p:txBody>
      </p:sp>
      <p:sp>
        <p:nvSpPr>
          <p:cNvPr id="37" name="text-526">
            <a:extLst xmlns:a="http://schemas.openxmlformats.org/drawingml/2006/main">
              <a:ext uri="{FF2B5EF4-FFF2-40B4-BE49-F238E27FC236}">
                <a16:creationId xmlns:a16="http://schemas.microsoft.com/office/drawing/2014/main" id="{5CF29561-4F6F-45A8-A4C9-20B2BDA92244}"/>
              </a:ext>
            </a:extLst>
          </p:cNvPr>
          <p:cNvSpPr>
            <a:spLocks xmlns:a="http://schemas.openxmlformats.org/drawingml/2006/main" noGrp="1"/>
          </p:cNvSpPr>
          <p:nvPr/>
        </p:nvSpPr>
        <p:spPr>
          <a:xfrm xmlns:a="http://schemas.openxmlformats.org/drawingml/2006/main">
            <a:off x="9168636" y="4391025"/>
            <a:ext cx="562485"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فوق</a:t>
            </a:r>
          </a:p>
        </p:txBody>
      </p:sp>
      <p:sp>
        <p:nvSpPr>
          <p:cNvPr id="38" name="text-527">
            <a:extLst xmlns:a="http://schemas.openxmlformats.org/drawingml/2006/main">
              <a:ext uri="{FF2B5EF4-FFF2-40B4-BE49-F238E27FC236}">
                <a16:creationId xmlns:a16="http://schemas.microsoft.com/office/drawing/2014/main" id="{0125EDA8-D327-4D73-A85C-E217DE1F409D}"/>
              </a:ext>
            </a:extLst>
          </p:cNvPr>
          <p:cNvSpPr>
            <a:spLocks xmlns:a="http://schemas.openxmlformats.org/drawingml/2006/main" noGrp="1"/>
          </p:cNvSpPr>
          <p:nvPr/>
        </p:nvSpPr>
        <p:spPr>
          <a:xfrm xmlns:a="http://schemas.openxmlformats.org/drawingml/2006/main">
            <a:off x="8421651" y="4391025"/>
            <a:ext cx="673739"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أصول</a:t>
            </a:r>
          </a:p>
        </p:txBody>
      </p:sp>
      <p:sp>
        <p:nvSpPr>
          <p:cNvPr id="39" name="text-528">
            <a:extLst xmlns:a="http://schemas.openxmlformats.org/drawingml/2006/main">
              <a:ext uri="{FF2B5EF4-FFF2-40B4-BE49-F238E27FC236}">
                <a16:creationId xmlns:a16="http://schemas.microsoft.com/office/drawing/2014/main" id="{58472FE3-5602-4BAE-913C-E594E432EFAC}"/>
              </a:ext>
            </a:extLst>
          </p:cNvPr>
          <p:cNvSpPr>
            <a:spLocks xmlns:a="http://schemas.openxmlformats.org/drawingml/2006/main" noGrp="1"/>
          </p:cNvSpPr>
          <p:nvPr/>
        </p:nvSpPr>
        <p:spPr>
          <a:xfrm xmlns:a="http://schemas.openxmlformats.org/drawingml/2006/main">
            <a:off x="7475409" y="4391025"/>
            <a:ext cx="872995"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معرفية</a:t>
            </a:r>
          </a:p>
        </p:txBody>
      </p:sp>
      <p:sp>
        <p:nvSpPr>
          <p:cNvPr id="40" name="text-529">
            <a:extLst xmlns:a="http://schemas.openxmlformats.org/drawingml/2006/main">
              <a:ext uri="{FF2B5EF4-FFF2-40B4-BE49-F238E27FC236}">
                <a16:creationId xmlns:a16="http://schemas.microsoft.com/office/drawing/2014/main" id="{C9C08CAC-FA14-4663-915B-2C22834FA494}"/>
              </a:ext>
            </a:extLst>
          </p:cNvPr>
          <p:cNvSpPr>
            <a:spLocks xmlns:a="http://schemas.openxmlformats.org/drawingml/2006/main" noGrp="1"/>
          </p:cNvSpPr>
          <p:nvPr/>
        </p:nvSpPr>
        <p:spPr>
          <a:xfrm xmlns:a="http://schemas.openxmlformats.org/drawingml/2006/main">
            <a:off x="6550162" y="4391025"/>
            <a:ext cx="852000"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ونماذج</a:t>
            </a:r>
          </a:p>
        </p:txBody>
      </p:sp>
      <p:sp>
        <p:nvSpPr>
          <p:cNvPr id="41" name="text-530">
            <a:extLst xmlns:a="http://schemas.openxmlformats.org/drawingml/2006/main">
              <a:ext uri="{FF2B5EF4-FFF2-40B4-BE49-F238E27FC236}">
                <a16:creationId xmlns:a16="http://schemas.microsoft.com/office/drawing/2014/main" id="{26153CC2-8CEC-4DE0-BBD0-496E2F8A8308}"/>
              </a:ext>
            </a:extLst>
          </p:cNvPr>
          <p:cNvSpPr>
            <a:spLocks xmlns:a="http://schemas.openxmlformats.org/drawingml/2006/main" noGrp="1"/>
          </p:cNvSpPr>
          <p:nvPr/>
        </p:nvSpPr>
        <p:spPr>
          <a:xfrm xmlns:a="http://schemas.openxmlformats.org/drawingml/2006/main">
            <a:off x="5637767" y="4391025"/>
            <a:ext cx="839148"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سابقة</a:t>
            </a:r>
          </a:p>
        </p:txBody>
      </p:sp>
      <p:sp>
        <p:nvSpPr>
          <p:cNvPr id="42" name="text-531">
            <a:extLst xmlns:a="http://schemas.openxmlformats.org/drawingml/2006/main">
              <a:ext uri="{FF2B5EF4-FFF2-40B4-BE49-F238E27FC236}">
                <a16:creationId xmlns:a16="http://schemas.microsoft.com/office/drawing/2014/main" id="{A9B5D6A0-4FD5-444E-A37B-1C1D964007DE}"/>
              </a:ext>
            </a:extLst>
          </p:cNvPr>
          <p:cNvSpPr>
            <a:spLocks xmlns:a="http://schemas.openxmlformats.org/drawingml/2006/main" noGrp="1"/>
          </p:cNvSpPr>
          <p:nvPr/>
        </p:nvSpPr>
        <p:spPr>
          <a:xfrm xmlns:a="http://schemas.openxmlformats.org/drawingml/2006/main">
            <a:off x="11122242" y="5248275"/>
            <a:ext cx="46015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نميّز</a:t>
            </a:r>
          </a:p>
        </p:txBody>
      </p:sp>
      <p:sp>
        <p:nvSpPr>
          <p:cNvPr id="43" name="text-532">
            <a:extLst xmlns:a="http://schemas.openxmlformats.org/drawingml/2006/main">
              <a:ext uri="{FF2B5EF4-FFF2-40B4-BE49-F238E27FC236}">
                <a16:creationId xmlns:a16="http://schemas.microsoft.com/office/drawing/2014/main" id="{3C5A5643-F485-4899-81E9-F2403CD03FBD}"/>
              </a:ext>
            </a:extLst>
          </p:cNvPr>
          <p:cNvSpPr>
            <a:spLocks xmlns:a="http://schemas.openxmlformats.org/drawingml/2006/main" noGrp="1"/>
          </p:cNvSpPr>
          <p:nvPr/>
        </p:nvSpPr>
        <p:spPr>
          <a:xfrm xmlns:a="http://schemas.openxmlformats.org/drawingml/2006/main">
            <a:off x="10417683" y="5248275"/>
            <a:ext cx="646170"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أعمال</a:t>
            </a:r>
          </a:p>
        </p:txBody>
      </p:sp>
      <p:sp>
        <p:nvSpPr>
          <p:cNvPr id="44" name="text-533">
            <a:extLst xmlns:a="http://schemas.openxmlformats.org/drawingml/2006/main">
              <a:ext uri="{FF2B5EF4-FFF2-40B4-BE49-F238E27FC236}">
                <a16:creationId xmlns:a16="http://schemas.microsoft.com/office/drawing/2014/main" id="{C604E854-BC5F-4968-9BF7-3C3946937D9A}"/>
              </a:ext>
            </a:extLst>
          </p:cNvPr>
          <p:cNvSpPr>
            <a:spLocks xmlns:a="http://schemas.openxmlformats.org/drawingml/2006/main" noGrp="1"/>
          </p:cNvSpPr>
          <p:nvPr/>
        </p:nvSpPr>
        <p:spPr>
          <a:xfrm xmlns:a="http://schemas.openxmlformats.org/drawingml/2006/main">
            <a:off x="9890208" y="5248275"/>
            <a:ext cx="46908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٤–٦</a:t>
            </a:r>
          </a:p>
        </p:txBody>
      </p:sp>
      <p:sp>
        <p:nvSpPr>
          <p:cNvPr id="45" name="text-534">
            <a:extLst xmlns:a="http://schemas.openxmlformats.org/drawingml/2006/main">
              <a:ext uri="{FF2B5EF4-FFF2-40B4-BE49-F238E27FC236}">
                <a16:creationId xmlns:a16="http://schemas.microsoft.com/office/drawing/2014/main" id="{8AB60266-3DC2-4862-A3AF-8D23764DF23B}"/>
              </a:ext>
            </a:extLst>
          </p:cNvPr>
          <p:cNvSpPr>
            <a:spLocks xmlns:a="http://schemas.openxmlformats.org/drawingml/2006/main" noGrp="1"/>
          </p:cNvSpPr>
          <p:nvPr/>
        </p:nvSpPr>
        <p:spPr>
          <a:xfrm xmlns:a="http://schemas.openxmlformats.org/drawingml/2006/main">
            <a:off x="9229210" y="5248275"/>
            <a:ext cx="60261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أكتوبر</a:t>
            </a:r>
          </a:p>
        </p:txBody>
      </p:sp>
      <p:sp>
        <p:nvSpPr>
          <p:cNvPr id="46" name="text-535">
            <a:extLst xmlns:a="http://schemas.openxmlformats.org/drawingml/2006/main">
              <a:ext uri="{FF2B5EF4-FFF2-40B4-BE49-F238E27FC236}">
                <a16:creationId xmlns:a16="http://schemas.microsoft.com/office/drawing/2014/main" id="{98BD7031-F85A-4770-A6DC-01FD52639762}"/>
              </a:ext>
            </a:extLst>
          </p:cNvPr>
          <p:cNvSpPr>
            <a:spLocks xmlns:a="http://schemas.openxmlformats.org/drawingml/2006/main" noGrp="1"/>
          </p:cNvSpPr>
          <p:nvPr/>
        </p:nvSpPr>
        <p:spPr>
          <a:xfrm xmlns:a="http://schemas.openxmlformats.org/drawingml/2006/main">
            <a:off x="8789443" y="5248275"/>
            <a:ext cx="38137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عن</a:t>
            </a:r>
          </a:p>
        </p:txBody>
      </p:sp>
      <p:sp>
        <p:nvSpPr>
          <p:cNvPr id="47" name="text-536">
            <a:extLst xmlns:a="http://schemas.openxmlformats.org/drawingml/2006/main">
              <a:ext uri="{FF2B5EF4-FFF2-40B4-BE49-F238E27FC236}">
                <a16:creationId xmlns:a16="http://schemas.microsoft.com/office/drawing/2014/main" id="{F4709A2C-24A5-45E5-B0E1-60AF10D4B936}"/>
              </a:ext>
            </a:extLst>
          </p:cNvPr>
          <p:cNvSpPr>
            <a:spLocks xmlns:a="http://schemas.openxmlformats.org/drawingml/2006/main" noGrp="1"/>
          </p:cNvSpPr>
          <p:nvPr/>
        </p:nvSpPr>
        <p:spPr>
          <a:xfrm xmlns:a="http://schemas.openxmlformats.org/drawingml/2006/main">
            <a:off x="8151009" y="5248275"/>
            <a:ext cx="58004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تطوير</a:t>
            </a:r>
          </a:p>
        </p:txBody>
      </p:sp>
      <p:sp>
        <p:nvSpPr>
          <p:cNvPr id="48" name="text-537">
            <a:extLst xmlns:a="http://schemas.openxmlformats.org/drawingml/2006/main">
              <a:ext uri="{FF2B5EF4-FFF2-40B4-BE49-F238E27FC236}">
                <a16:creationId xmlns:a16="http://schemas.microsoft.com/office/drawing/2014/main" id="{DF61B3A9-67D0-45A1-96E5-35793A966A68}"/>
              </a:ext>
            </a:extLst>
          </p:cNvPr>
          <p:cNvSpPr>
            <a:spLocks xmlns:a="http://schemas.openxmlformats.org/drawingml/2006/main" noGrp="1"/>
          </p:cNvSpPr>
          <p:nvPr/>
        </p:nvSpPr>
        <p:spPr>
          <a:xfrm xmlns:a="http://schemas.openxmlformats.org/drawingml/2006/main">
            <a:off x="7334902" y="5248275"/>
            <a:ext cx="75771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المنصة</a:t>
            </a:r>
          </a:p>
        </p:txBody>
      </p:sp>
      <p:sp>
        <p:nvSpPr>
          <p:cNvPr id="49" name="text-538">
            <a:extLst xmlns:a="http://schemas.openxmlformats.org/drawingml/2006/main">
              <a:ext uri="{FF2B5EF4-FFF2-40B4-BE49-F238E27FC236}">
                <a16:creationId xmlns:a16="http://schemas.microsoft.com/office/drawing/2014/main" id="{52468272-FD26-4C88-916F-E936C0E29630}"/>
              </a:ext>
            </a:extLst>
          </p:cNvPr>
          <p:cNvSpPr>
            <a:spLocks xmlns:a="http://schemas.openxmlformats.org/drawingml/2006/main" noGrp="1"/>
          </p:cNvSpPr>
          <p:nvPr/>
        </p:nvSpPr>
        <p:spPr>
          <a:xfrm xmlns:a="http://schemas.openxmlformats.org/drawingml/2006/main">
            <a:off x="6416764" y="5248275"/>
            <a:ext cx="859750"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والبحوث</a:t>
            </a:r>
          </a:p>
        </p:txBody>
      </p:sp>
      <p:sp>
        <p:nvSpPr>
          <p:cNvPr id="50" name="text-539">
            <a:extLst xmlns:a="http://schemas.openxmlformats.org/drawingml/2006/main">
              <a:ext uri="{FF2B5EF4-FFF2-40B4-BE49-F238E27FC236}">
                <a16:creationId xmlns:a16="http://schemas.microsoft.com/office/drawing/2014/main" id="{176021CC-7BDF-4228-8E2A-7A5AF6E06D39}"/>
              </a:ext>
            </a:extLst>
          </p:cNvPr>
          <p:cNvSpPr>
            <a:spLocks xmlns:a="http://schemas.openxmlformats.org/drawingml/2006/main" noGrp="1"/>
          </p:cNvSpPr>
          <p:nvPr/>
        </p:nvSpPr>
        <p:spPr>
          <a:xfrm xmlns:a="http://schemas.openxmlformats.org/drawingml/2006/main">
            <a:off x="5542872" y="5248275"/>
            <a:ext cx="81550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السابق</a:t>
            </a:r>
          </a:p>
        </p:txBody>
      </p:sp>
    </p:spTree>
    <p:extLst>
      <p:ext uri="{BB962C8B-B14F-4D97-AF65-F5344CB8AC3E}">
        <p14:creationId xmlns:p14="http://schemas.microsoft.com/office/powerpoint/2010/main" val="1565135060"/>
      </p:ext>
    </p:extLst>
  </p:cSld>
</p:sld>
</file>

<file path=ppt/slides/slide14.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62" name="text-540">
            <a:extLst xmlns:a="http://schemas.openxmlformats.org/drawingml/2006/main">
              <a:ext uri="{FF2B5EF4-FFF2-40B4-BE49-F238E27FC236}">
                <a16:creationId xmlns:a16="http://schemas.microsoft.com/office/drawing/2014/main" id="{EEA23241-25F5-4766-A67A-7C5D48E857E0}"/>
              </a:ext>
            </a:extLst>
          </p:cNvPr>
          <p:cNvSpPr>
            <a:spLocks xmlns:a="http://schemas.openxmlformats.org/drawingml/2006/main" noGrp="1"/>
          </p:cNvSpPr>
          <p:nvPr/>
        </p:nvSpPr>
        <p:spPr>
          <a:xfrm xmlns:a="http://schemas.openxmlformats.org/drawingml/2006/main">
            <a:off x="10102779" y="457200"/>
            <a:ext cx="147962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جاهزية</a:t>
            </a:r>
          </a:p>
        </p:txBody>
      </p:sp>
      <p:sp>
        <p:nvSpPr>
          <p:cNvPr id="2" name="text-541">
            <a:extLst xmlns:a="http://schemas.openxmlformats.org/drawingml/2006/main">
              <a:ext uri="{FF2B5EF4-FFF2-40B4-BE49-F238E27FC236}">
                <a16:creationId xmlns:a16="http://schemas.microsoft.com/office/drawing/2014/main" id="{91603B95-C2C3-4093-A4EF-2AEAFD8BB743}"/>
              </a:ext>
            </a:extLst>
          </p:cNvPr>
          <p:cNvSpPr>
            <a:spLocks xmlns:a="http://schemas.openxmlformats.org/drawingml/2006/main" noGrp="1"/>
          </p:cNvSpPr>
          <p:nvPr/>
        </p:nvSpPr>
        <p:spPr>
          <a:xfrm xmlns:a="http://schemas.openxmlformats.org/drawingml/2006/main">
            <a:off x="8434426" y="457200"/>
            <a:ext cx="156738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النسخة</a:t>
            </a:r>
          </a:p>
        </p:txBody>
      </p:sp>
      <p:sp>
        <p:nvSpPr>
          <p:cNvPr id="3" name="text-542">
            <a:extLst xmlns:a="http://schemas.openxmlformats.org/drawingml/2006/main">
              <a:ext uri="{FF2B5EF4-FFF2-40B4-BE49-F238E27FC236}">
                <a16:creationId xmlns:a16="http://schemas.microsoft.com/office/drawing/2014/main" id="{1815629A-BEF2-48FF-8A27-B8B20A9F5589}"/>
              </a:ext>
            </a:extLst>
          </p:cNvPr>
          <p:cNvSpPr>
            <a:spLocks xmlns:a="http://schemas.openxmlformats.org/drawingml/2006/main" noGrp="1"/>
          </p:cNvSpPr>
          <p:nvPr/>
        </p:nvSpPr>
        <p:spPr>
          <a:xfrm xmlns:a="http://schemas.openxmlformats.org/drawingml/2006/main">
            <a:off x="7116249" y="457200"/>
            <a:ext cx="121721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الثابتة</a:t>
            </a:r>
          </a:p>
        </p:txBody>
      </p:sp>
      <p:sp>
        <p:nvSpPr>
          <p:cNvPr id="4" name="text-543">
            <a:extLst xmlns:a="http://schemas.openxmlformats.org/drawingml/2006/main">
              <a:ext uri="{FF2B5EF4-FFF2-40B4-BE49-F238E27FC236}">
                <a16:creationId xmlns:a16="http://schemas.microsoft.com/office/drawing/2014/main" id="{99E1D0D4-CC4E-4DD1-A7F8-0A148971DDAF}"/>
              </a:ext>
            </a:extLst>
          </p:cNvPr>
          <p:cNvSpPr>
            <a:spLocks xmlns:a="http://schemas.openxmlformats.org/drawingml/2006/main" noGrp="1"/>
          </p:cNvSpPr>
          <p:nvPr/>
        </p:nvSpPr>
        <p:spPr>
          <a:xfrm xmlns:a="http://schemas.openxmlformats.org/drawingml/2006/main">
            <a:off x="5730118" y="457200"/>
            <a:ext cx="128516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وحدود</a:t>
            </a:r>
          </a:p>
        </p:txBody>
      </p:sp>
      <p:sp>
        <p:nvSpPr>
          <p:cNvPr id="5" name="text-544">
            <a:extLst xmlns:a="http://schemas.openxmlformats.org/drawingml/2006/main">
              <a:ext uri="{FF2B5EF4-FFF2-40B4-BE49-F238E27FC236}">
                <a16:creationId xmlns:a16="http://schemas.microsoft.com/office/drawing/2014/main" id="{D9C2513E-2ABD-49BC-9ED9-0F6F1E2B30C5}"/>
              </a:ext>
            </a:extLst>
          </p:cNvPr>
          <p:cNvSpPr>
            <a:spLocks xmlns:a="http://schemas.openxmlformats.org/drawingml/2006/main" noGrp="1"/>
          </p:cNvSpPr>
          <p:nvPr/>
        </p:nvSpPr>
        <p:spPr>
          <a:xfrm xmlns:a="http://schemas.openxmlformats.org/drawingml/2006/main">
            <a:off x="4417588" y="457200"/>
            <a:ext cx="1211565"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قبولها</a:t>
            </a:r>
          </a:p>
        </p:txBody>
      </p:sp>
      <p:sp>
        <p:nvSpPr>
          <p:cNvPr id="6" name="shape-545">
            <a:extLst xmlns:a="http://schemas.openxmlformats.org/drawingml/2006/main">
              <a:ext uri="{FF2B5EF4-FFF2-40B4-BE49-F238E27FC236}">
                <a16:creationId xmlns:a16="http://schemas.microsoft.com/office/drawing/2014/main" id="{E1AF68EF-C94F-4FB4-832F-3E81EA04413B}"/>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7" name="text-546">
            <a:extLst xmlns:a="http://schemas.openxmlformats.org/drawingml/2006/main">
              <a:ext uri="{FF2B5EF4-FFF2-40B4-BE49-F238E27FC236}">
                <a16:creationId xmlns:a16="http://schemas.microsoft.com/office/drawing/2014/main" id="{31C04C55-BDB7-4A6F-A1A0-4A0F6E8A6B3F}"/>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8" name="text-547">
            <a:extLst xmlns:a="http://schemas.openxmlformats.org/drawingml/2006/main">
              <a:ext uri="{FF2B5EF4-FFF2-40B4-BE49-F238E27FC236}">
                <a16:creationId xmlns:a16="http://schemas.microsoft.com/office/drawing/2014/main" id="{63B5B2FA-2CF5-4553-AFAA-9FE35EB4F154}"/>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9" name="text-548">
            <a:extLst xmlns:a="http://schemas.openxmlformats.org/drawingml/2006/main">
              <a:ext uri="{FF2B5EF4-FFF2-40B4-BE49-F238E27FC236}">
                <a16:creationId xmlns:a16="http://schemas.microsoft.com/office/drawing/2014/main" id="{0D0A9CF7-DB78-4305-BFE7-E145307062B5}"/>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0" name="text-549">
            <a:extLst xmlns:a="http://schemas.openxmlformats.org/drawingml/2006/main">
              <a:ext uri="{FF2B5EF4-FFF2-40B4-BE49-F238E27FC236}">
                <a16:creationId xmlns:a16="http://schemas.microsoft.com/office/drawing/2014/main" id="{A51E8504-1057-4439-9411-0A41E5EB8537}"/>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1" name="text-550">
            <a:extLst xmlns:a="http://schemas.openxmlformats.org/drawingml/2006/main">
              <a:ext uri="{FF2B5EF4-FFF2-40B4-BE49-F238E27FC236}">
                <a16:creationId xmlns:a16="http://schemas.microsoft.com/office/drawing/2014/main" id="{F34AEEC0-5247-48EB-92C2-0F70F2A75A61}"/>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2" name="text-551">
            <a:extLst xmlns:a="http://schemas.openxmlformats.org/drawingml/2006/main">
              <a:ext uri="{FF2B5EF4-FFF2-40B4-BE49-F238E27FC236}">
                <a16:creationId xmlns:a16="http://schemas.microsoft.com/office/drawing/2014/main" id="{7021F245-FE96-4B38-8F16-EE9E05C48A7A}"/>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3" name="text-552">
            <a:extLst xmlns:a="http://schemas.openxmlformats.org/drawingml/2006/main">
              <a:ext uri="{FF2B5EF4-FFF2-40B4-BE49-F238E27FC236}">
                <a16:creationId xmlns:a16="http://schemas.microsoft.com/office/drawing/2014/main" id="{02D20D42-0505-4594-93F8-745508877743}"/>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14</a:t>
            </a:r>
          </a:p>
        </p:txBody>
      </p:sp>
      <p:sp>
        <p:nvSpPr>
          <p:cNvPr id="14" name="text-553">
            <a:extLst xmlns:a="http://schemas.openxmlformats.org/drawingml/2006/main">
              <a:ext uri="{FF2B5EF4-FFF2-40B4-BE49-F238E27FC236}">
                <a16:creationId xmlns:a16="http://schemas.microsoft.com/office/drawing/2014/main" id="{9BD4AC4E-B875-4A6C-9472-2DB4F594AE90}"/>
              </a:ext>
            </a:extLst>
          </p:cNvPr>
          <p:cNvSpPr>
            <a:spLocks xmlns:a="http://schemas.openxmlformats.org/drawingml/2006/main" noGrp="1"/>
          </p:cNvSpPr>
          <p:nvPr/>
        </p:nvSpPr>
        <p:spPr>
          <a:xfrm xmlns:a="http://schemas.openxmlformats.org/drawingml/2006/main">
            <a:off x="10569946" y="1609725"/>
            <a:ext cx="1012454"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EDCA7E"/>
                </a:solidFill>
                <a:latin typeface="Tahoma"/>
                <a:ea typeface="Tahoma"/>
                <a:cs typeface="Tahoma"/>
              </a:defRPr>
            </a:pPr>
            <a:r>
              <a:rPr sz="2250" b="1">
                <a:solidFill>
                  <a:srgbClr val="EDCA7E"/>
                </a:solidFill>
                <a:latin typeface="Tahoma"/>
                <a:ea typeface="Tahoma"/>
                <a:cs typeface="Tahoma"/>
              </a:rPr>
              <a:t>فحوص</a:t>
            </a:r>
          </a:p>
        </p:txBody>
      </p:sp>
      <p:sp>
        <p:nvSpPr>
          <p:cNvPr id="15" name="text-554">
            <a:extLst xmlns:a="http://schemas.openxmlformats.org/drawingml/2006/main">
              <a:ext uri="{FF2B5EF4-FFF2-40B4-BE49-F238E27FC236}">
                <a16:creationId xmlns:a16="http://schemas.microsoft.com/office/drawing/2014/main" id="{CD9152D8-BC0C-4094-8B5D-EB55FCC365D6}"/>
              </a:ext>
            </a:extLst>
          </p:cNvPr>
          <p:cNvSpPr>
            <a:spLocks xmlns:a="http://schemas.openxmlformats.org/drawingml/2006/main" noGrp="1"/>
          </p:cNvSpPr>
          <p:nvPr/>
        </p:nvSpPr>
        <p:spPr>
          <a:xfrm xmlns:a="http://schemas.openxmlformats.org/drawingml/2006/main">
            <a:off x="9493609" y="1609725"/>
            <a:ext cx="1011662"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EDCA7E"/>
                </a:solidFill>
                <a:latin typeface="Tahoma"/>
                <a:ea typeface="Tahoma"/>
                <a:cs typeface="Tahoma"/>
              </a:defRPr>
            </a:pPr>
            <a:r>
              <a:rPr sz="2250" b="1">
                <a:solidFill>
                  <a:srgbClr val="EDCA7E"/>
                </a:solidFill>
                <a:latin typeface="Tahoma"/>
                <a:ea typeface="Tahoma"/>
                <a:cs typeface="Tahoma"/>
              </a:rPr>
              <a:t>تشغيل</a:t>
            </a:r>
          </a:p>
        </p:txBody>
      </p:sp>
      <p:sp>
        <p:nvSpPr>
          <p:cNvPr id="16" name="text-555">
            <a:extLst xmlns:a="http://schemas.openxmlformats.org/drawingml/2006/main">
              <a:ext uri="{FF2B5EF4-FFF2-40B4-BE49-F238E27FC236}">
                <a16:creationId xmlns:a16="http://schemas.microsoft.com/office/drawing/2014/main" id="{4727AD3D-32AF-4523-99A0-554AC21306C0}"/>
              </a:ext>
            </a:extLst>
          </p:cNvPr>
          <p:cNvSpPr>
            <a:spLocks xmlns:a="http://schemas.openxmlformats.org/drawingml/2006/main" noGrp="1"/>
          </p:cNvSpPr>
          <p:nvPr/>
        </p:nvSpPr>
        <p:spPr>
          <a:xfrm xmlns:a="http://schemas.openxmlformats.org/drawingml/2006/main">
            <a:off x="8544268" y="1609725"/>
            <a:ext cx="884667"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EDCA7E"/>
                </a:solidFill>
                <a:latin typeface="Tahoma"/>
                <a:ea typeface="Tahoma"/>
                <a:cs typeface="Tahoma"/>
              </a:defRPr>
            </a:pPr>
            <a:r>
              <a:rPr sz="2250" b="1">
                <a:solidFill>
                  <a:srgbClr val="EDCA7E"/>
                </a:solidFill>
                <a:latin typeface="Tahoma"/>
                <a:ea typeface="Tahoma"/>
                <a:cs typeface="Tahoma"/>
              </a:rPr>
              <a:t>ناجحة</a:t>
            </a:r>
          </a:p>
        </p:txBody>
      </p:sp>
      <p:sp>
        <p:nvSpPr>
          <p:cNvPr id="17" name="text-556">
            <a:extLst xmlns:a="http://schemas.openxmlformats.org/drawingml/2006/main">
              <a:ext uri="{FF2B5EF4-FFF2-40B4-BE49-F238E27FC236}">
                <a16:creationId xmlns:a16="http://schemas.microsoft.com/office/drawing/2014/main" id="{49A15854-6A5A-48FE-9634-0297AB35BAFE}"/>
              </a:ext>
            </a:extLst>
          </p:cNvPr>
          <p:cNvSpPr>
            <a:spLocks xmlns:a="http://schemas.openxmlformats.org/drawingml/2006/main" noGrp="1"/>
          </p:cNvSpPr>
          <p:nvPr/>
        </p:nvSpPr>
        <p:spPr>
          <a:xfrm xmlns:a="http://schemas.openxmlformats.org/drawingml/2006/main">
            <a:off x="11039439" y="2438400"/>
            <a:ext cx="542961"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٣٦٨</a:t>
            </a:r>
          </a:p>
        </p:txBody>
      </p:sp>
      <p:sp>
        <p:nvSpPr>
          <p:cNvPr id="18" name="text-557">
            <a:extLst xmlns:a="http://schemas.openxmlformats.org/drawingml/2006/main">
              <a:ext uri="{FF2B5EF4-FFF2-40B4-BE49-F238E27FC236}">
                <a16:creationId xmlns:a16="http://schemas.microsoft.com/office/drawing/2014/main" id="{54F7B711-7601-46E6-AC70-BDAD1068CB48}"/>
              </a:ext>
            </a:extLst>
          </p:cNvPr>
          <p:cNvSpPr>
            <a:spLocks xmlns:a="http://schemas.openxmlformats.org/drawingml/2006/main" noGrp="1"/>
          </p:cNvSpPr>
          <p:nvPr/>
        </p:nvSpPr>
        <p:spPr>
          <a:xfrm xmlns:a="http://schemas.openxmlformats.org/drawingml/2006/main">
            <a:off x="10194846" y="2438400"/>
            <a:ext cx="774299"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اختبارًا</a:t>
            </a:r>
          </a:p>
        </p:txBody>
      </p:sp>
      <p:sp>
        <p:nvSpPr>
          <p:cNvPr id="19" name="text-558">
            <a:extLst xmlns:a="http://schemas.openxmlformats.org/drawingml/2006/main">
              <a:ext uri="{FF2B5EF4-FFF2-40B4-BE49-F238E27FC236}">
                <a16:creationId xmlns:a16="http://schemas.microsoft.com/office/drawing/2014/main" id="{18C82E4E-9DF4-46A5-8092-2DD8FDC449C8}"/>
              </a:ext>
            </a:extLst>
          </p:cNvPr>
          <p:cNvSpPr>
            <a:spLocks xmlns:a="http://schemas.openxmlformats.org/drawingml/2006/main" noGrp="1"/>
          </p:cNvSpPr>
          <p:nvPr/>
        </p:nvSpPr>
        <p:spPr>
          <a:xfrm xmlns:a="http://schemas.openxmlformats.org/drawingml/2006/main">
            <a:off x="9442473" y="2438400"/>
            <a:ext cx="682078"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محليًا</a:t>
            </a:r>
          </a:p>
        </p:txBody>
      </p:sp>
      <p:sp>
        <p:nvSpPr>
          <p:cNvPr id="20" name="text-559">
            <a:extLst xmlns:a="http://schemas.openxmlformats.org/drawingml/2006/main">
              <a:ext uri="{FF2B5EF4-FFF2-40B4-BE49-F238E27FC236}">
                <a16:creationId xmlns:a16="http://schemas.microsoft.com/office/drawing/2014/main" id="{9A389D2B-E668-43FE-8BFC-857B9E67670A}"/>
              </a:ext>
            </a:extLst>
          </p:cNvPr>
          <p:cNvSpPr>
            <a:spLocks xmlns:a="http://schemas.openxmlformats.org/drawingml/2006/main" noGrp="1"/>
          </p:cNvSpPr>
          <p:nvPr/>
        </p:nvSpPr>
        <p:spPr>
          <a:xfrm xmlns:a="http://schemas.openxmlformats.org/drawingml/2006/main">
            <a:off x="11207693" y="3057525"/>
            <a:ext cx="374707"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٦٠</a:t>
            </a:r>
          </a:p>
        </p:txBody>
      </p:sp>
      <p:sp>
        <p:nvSpPr>
          <p:cNvPr id="21" name="text-560">
            <a:extLst xmlns:a="http://schemas.openxmlformats.org/drawingml/2006/main">
              <a:ext uri="{FF2B5EF4-FFF2-40B4-BE49-F238E27FC236}">
                <a16:creationId xmlns:a16="http://schemas.microsoft.com/office/drawing/2014/main" id="{27598A35-6CD2-4EC0-ADD1-10BB8DBAD8EA}"/>
              </a:ext>
            </a:extLst>
          </p:cNvPr>
          <p:cNvSpPr>
            <a:spLocks xmlns:a="http://schemas.openxmlformats.org/drawingml/2006/main" noGrp="1"/>
          </p:cNvSpPr>
          <p:nvPr/>
        </p:nvSpPr>
        <p:spPr>
          <a:xfrm xmlns:a="http://schemas.openxmlformats.org/drawingml/2006/main">
            <a:off x="10435798" y="3057525"/>
            <a:ext cx="701601"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فحص</a:t>
            </a:r>
          </a:p>
        </p:txBody>
      </p:sp>
      <p:sp>
        <p:nvSpPr>
          <p:cNvPr id="22" name="text-561">
            <a:extLst xmlns:a="http://schemas.openxmlformats.org/drawingml/2006/main">
              <a:ext uri="{FF2B5EF4-FFF2-40B4-BE49-F238E27FC236}">
                <a16:creationId xmlns:a16="http://schemas.microsoft.com/office/drawing/2014/main" id="{D10B47AC-0596-46C4-884A-C1C95415B7C2}"/>
              </a:ext>
            </a:extLst>
          </p:cNvPr>
          <p:cNvSpPr>
            <a:spLocks xmlns:a="http://schemas.openxmlformats.org/drawingml/2006/main" noGrp="1"/>
          </p:cNvSpPr>
          <p:nvPr/>
        </p:nvSpPr>
        <p:spPr>
          <a:xfrm xmlns:a="http://schemas.openxmlformats.org/drawingml/2006/main">
            <a:off x="9474457" y="3057525"/>
            <a:ext cx="891047"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تشغيل</a:t>
            </a:r>
          </a:p>
        </p:txBody>
      </p:sp>
      <p:sp>
        <p:nvSpPr>
          <p:cNvPr id="23" name="text-562">
            <a:extLst xmlns:a="http://schemas.openxmlformats.org/drawingml/2006/main">
              <a:ext uri="{FF2B5EF4-FFF2-40B4-BE49-F238E27FC236}">
                <a16:creationId xmlns:a16="http://schemas.microsoft.com/office/drawing/2014/main" id="{0BCBBECB-AC80-44D3-B184-3F3D1C56E057}"/>
              </a:ext>
            </a:extLst>
          </p:cNvPr>
          <p:cNvSpPr>
            <a:spLocks xmlns:a="http://schemas.openxmlformats.org/drawingml/2006/main" noGrp="1"/>
          </p:cNvSpPr>
          <p:nvPr/>
        </p:nvSpPr>
        <p:spPr>
          <a:xfrm xmlns:a="http://schemas.openxmlformats.org/drawingml/2006/main">
            <a:off x="8619072" y="3057525"/>
            <a:ext cx="78509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محلي</a:t>
            </a:r>
          </a:p>
        </p:txBody>
      </p:sp>
      <p:sp>
        <p:nvSpPr>
          <p:cNvPr id="24" name="text-563">
            <a:extLst xmlns:a="http://schemas.openxmlformats.org/drawingml/2006/main">
              <a:ext uri="{FF2B5EF4-FFF2-40B4-BE49-F238E27FC236}">
                <a16:creationId xmlns:a16="http://schemas.microsoft.com/office/drawing/2014/main" id="{9C190AF3-9263-4FF1-8D21-8AEF6A0D4BD1}"/>
              </a:ext>
            </a:extLst>
          </p:cNvPr>
          <p:cNvSpPr>
            <a:spLocks xmlns:a="http://schemas.openxmlformats.org/drawingml/2006/main" noGrp="1"/>
          </p:cNvSpPr>
          <p:nvPr/>
        </p:nvSpPr>
        <p:spPr>
          <a:xfrm xmlns:a="http://schemas.openxmlformats.org/drawingml/2006/main">
            <a:off x="11207693" y="3676650"/>
            <a:ext cx="374707"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٢٨</a:t>
            </a:r>
          </a:p>
        </p:txBody>
      </p:sp>
      <p:sp>
        <p:nvSpPr>
          <p:cNvPr id="25" name="text-564">
            <a:extLst xmlns:a="http://schemas.openxmlformats.org/drawingml/2006/main">
              <a:ext uri="{FF2B5EF4-FFF2-40B4-BE49-F238E27FC236}">
                <a16:creationId xmlns:a16="http://schemas.microsoft.com/office/drawing/2014/main" id="{3228EA8B-1A13-490A-99F1-2C53A9C750C1}"/>
              </a:ext>
            </a:extLst>
          </p:cNvPr>
          <p:cNvSpPr>
            <a:spLocks xmlns:a="http://schemas.openxmlformats.org/drawingml/2006/main" noGrp="1"/>
          </p:cNvSpPr>
          <p:nvPr/>
        </p:nvSpPr>
        <p:spPr>
          <a:xfrm xmlns:a="http://schemas.openxmlformats.org/drawingml/2006/main">
            <a:off x="10465524" y="3676650"/>
            <a:ext cx="671874"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فحصًا</a:t>
            </a:r>
          </a:p>
        </p:txBody>
      </p:sp>
      <p:sp>
        <p:nvSpPr>
          <p:cNvPr id="26" name="text-565">
            <a:extLst xmlns:a="http://schemas.openxmlformats.org/drawingml/2006/main">
              <a:ext uri="{FF2B5EF4-FFF2-40B4-BE49-F238E27FC236}">
                <a16:creationId xmlns:a16="http://schemas.microsoft.com/office/drawing/2014/main" id="{5425AF81-FD60-40AC-82E3-527ED2432B64}"/>
              </a:ext>
            </a:extLst>
          </p:cNvPr>
          <p:cNvSpPr>
            <a:spLocks xmlns:a="http://schemas.openxmlformats.org/drawingml/2006/main" noGrp="1"/>
          </p:cNvSpPr>
          <p:nvPr/>
        </p:nvSpPr>
        <p:spPr>
          <a:xfrm xmlns:a="http://schemas.openxmlformats.org/drawingml/2006/main">
            <a:off x="9858449" y="3676650"/>
            <a:ext cx="5367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عامًا</a:t>
            </a:r>
          </a:p>
        </p:txBody>
      </p:sp>
      <p:sp>
        <p:nvSpPr>
          <p:cNvPr id="27" name="text-566">
            <a:extLst xmlns:a="http://schemas.openxmlformats.org/drawingml/2006/main">
              <a:ext uri="{FF2B5EF4-FFF2-40B4-BE49-F238E27FC236}">
                <a16:creationId xmlns:a16="http://schemas.microsoft.com/office/drawing/2014/main" id="{A2AE1609-2EF2-41AA-BAEB-CCF400940A96}"/>
              </a:ext>
            </a:extLst>
          </p:cNvPr>
          <p:cNvSpPr>
            <a:spLocks xmlns:a="http://schemas.openxmlformats.org/drawingml/2006/main" noGrp="1"/>
          </p:cNvSpPr>
          <p:nvPr/>
        </p:nvSpPr>
        <p:spPr>
          <a:xfrm xmlns:a="http://schemas.openxmlformats.org/drawingml/2006/main">
            <a:off x="4491350" y="1609725"/>
            <a:ext cx="122365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EDCA7E"/>
                </a:solidFill>
                <a:latin typeface="Tahoma"/>
                <a:ea typeface="Tahoma"/>
                <a:cs typeface="Tahoma"/>
              </a:defRPr>
            </a:pPr>
            <a:r>
              <a:rPr sz="2175" b="1">
                <a:solidFill>
                  <a:srgbClr val="EDCA7E"/>
                </a:solidFill>
                <a:latin typeface="Tahoma"/>
                <a:ea typeface="Tahoma"/>
                <a:cs typeface="Tahoma"/>
              </a:rPr>
              <a:t>المراجعة</a:t>
            </a:r>
          </a:p>
        </p:txBody>
      </p:sp>
      <p:sp>
        <p:nvSpPr>
          <p:cNvPr id="28" name="text-567">
            <a:extLst xmlns:a="http://schemas.openxmlformats.org/drawingml/2006/main">
              <a:ext uri="{FF2B5EF4-FFF2-40B4-BE49-F238E27FC236}">
                <a16:creationId xmlns:a16="http://schemas.microsoft.com/office/drawing/2014/main" id="{161734D6-3DAB-4ED4-AC6B-4E36ADBA965E}"/>
              </a:ext>
            </a:extLst>
          </p:cNvPr>
          <p:cNvSpPr>
            <a:spLocks xmlns:a="http://schemas.openxmlformats.org/drawingml/2006/main" noGrp="1"/>
          </p:cNvSpPr>
          <p:nvPr/>
        </p:nvSpPr>
        <p:spPr>
          <a:xfrm xmlns:a="http://schemas.openxmlformats.org/drawingml/2006/main">
            <a:off x="3331594" y="1609725"/>
            <a:ext cx="1097844"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EDCA7E"/>
                </a:solidFill>
                <a:latin typeface="Tahoma"/>
                <a:ea typeface="Tahoma"/>
                <a:cs typeface="Tahoma"/>
              </a:defRPr>
            </a:pPr>
            <a:r>
              <a:rPr sz="2175" b="1">
                <a:solidFill>
                  <a:srgbClr val="EDCA7E"/>
                </a:solidFill>
                <a:latin typeface="Tahoma"/>
                <a:ea typeface="Tahoma"/>
                <a:cs typeface="Tahoma"/>
              </a:rPr>
              <a:t>البشرية</a:t>
            </a:r>
          </a:p>
        </p:txBody>
      </p:sp>
      <p:sp>
        <p:nvSpPr>
          <p:cNvPr id="29" name="text-568">
            <a:extLst xmlns:a="http://schemas.openxmlformats.org/drawingml/2006/main">
              <a:ext uri="{FF2B5EF4-FFF2-40B4-BE49-F238E27FC236}">
                <a16:creationId xmlns:a16="http://schemas.microsoft.com/office/drawing/2014/main" id="{7873AB6A-A11C-4795-A99C-8550059B4E8F}"/>
              </a:ext>
            </a:extLst>
          </p:cNvPr>
          <p:cNvSpPr>
            <a:spLocks xmlns:a="http://schemas.openxmlformats.org/drawingml/2006/main" noGrp="1"/>
          </p:cNvSpPr>
          <p:nvPr/>
        </p:nvSpPr>
        <p:spPr>
          <a:xfrm xmlns:a="http://schemas.openxmlformats.org/drawingml/2006/main">
            <a:off x="2129737" y="1609725"/>
            <a:ext cx="1139944"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EDCA7E"/>
                </a:solidFill>
                <a:latin typeface="Tahoma"/>
                <a:ea typeface="Tahoma"/>
                <a:cs typeface="Tahoma"/>
              </a:defRPr>
            </a:pPr>
            <a:r>
              <a:rPr sz="2175" b="1">
                <a:solidFill>
                  <a:srgbClr val="EDCA7E"/>
                </a:solidFill>
                <a:latin typeface="Tahoma"/>
                <a:ea typeface="Tahoma"/>
                <a:cs typeface="Tahoma"/>
              </a:rPr>
              <a:t>مستمرة</a:t>
            </a:r>
          </a:p>
        </p:txBody>
      </p:sp>
      <p:sp>
        <p:nvSpPr>
          <p:cNvPr id="30" name="text-569">
            <a:extLst xmlns:a="http://schemas.openxmlformats.org/drawingml/2006/main">
              <a:ext uri="{FF2B5EF4-FFF2-40B4-BE49-F238E27FC236}">
                <a16:creationId xmlns:a16="http://schemas.microsoft.com/office/drawing/2014/main" id="{C2700655-4771-44DE-96EA-165981F9884B}"/>
              </a:ext>
            </a:extLst>
          </p:cNvPr>
          <p:cNvSpPr>
            <a:spLocks xmlns:a="http://schemas.openxmlformats.org/drawingml/2006/main" noGrp="1"/>
          </p:cNvSpPr>
          <p:nvPr/>
        </p:nvSpPr>
        <p:spPr>
          <a:xfrm xmlns:a="http://schemas.openxmlformats.org/drawingml/2006/main">
            <a:off x="5165269" y="2438400"/>
            <a:ext cx="54973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دلالة</a:t>
            </a:r>
          </a:p>
        </p:txBody>
      </p:sp>
      <p:sp>
        <p:nvSpPr>
          <p:cNvPr id="31" name="text-570">
            <a:extLst xmlns:a="http://schemas.openxmlformats.org/drawingml/2006/main">
              <a:ext uri="{FF2B5EF4-FFF2-40B4-BE49-F238E27FC236}">
                <a16:creationId xmlns:a16="http://schemas.microsoft.com/office/drawing/2014/main" id="{7BE77E9C-A589-473C-ACE7-262E24E148A9}"/>
              </a:ext>
            </a:extLst>
          </p:cNvPr>
          <p:cNvSpPr>
            <a:spLocks xmlns:a="http://schemas.openxmlformats.org/drawingml/2006/main" noGrp="1"/>
          </p:cNvSpPr>
          <p:nvPr/>
        </p:nvSpPr>
        <p:spPr>
          <a:xfrm xmlns:a="http://schemas.openxmlformats.org/drawingml/2006/main">
            <a:off x="4323155" y="2438400"/>
            <a:ext cx="78077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المصدر</a:t>
            </a:r>
          </a:p>
        </p:txBody>
      </p:sp>
      <p:sp>
        <p:nvSpPr>
          <p:cNvPr id="32" name="text-571">
            <a:extLst xmlns:a="http://schemas.openxmlformats.org/drawingml/2006/main">
              <a:ext uri="{FF2B5EF4-FFF2-40B4-BE49-F238E27FC236}">
                <a16:creationId xmlns:a16="http://schemas.microsoft.com/office/drawing/2014/main" id="{C4AD42B2-5D67-400A-A1B7-ABEE00E7592A}"/>
              </a:ext>
            </a:extLst>
          </p:cNvPr>
          <p:cNvSpPr>
            <a:spLocks xmlns:a="http://schemas.openxmlformats.org/drawingml/2006/main" noGrp="1"/>
          </p:cNvSpPr>
          <p:nvPr/>
        </p:nvSpPr>
        <p:spPr>
          <a:xfrm xmlns:a="http://schemas.openxmlformats.org/drawingml/2006/main">
            <a:off x="3709630" y="2438400"/>
            <a:ext cx="55218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على</a:t>
            </a:r>
          </a:p>
        </p:txBody>
      </p:sp>
      <p:sp>
        <p:nvSpPr>
          <p:cNvPr id="33" name="text-572">
            <a:extLst xmlns:a="http://schemas.openxmlformats.org/drawingml/2006/main">
              <a:ext uri="{FF2B5EF4-FFF2-40B4-BE49-F238E27FC236}">
                <a16:creationId xmlns:a16="http://schemas.microsoft.com/office/drawing/2014/main" id="{7447D479-8BB1-4E21-8182-CDB2E33CB477}"/>
              </a:ext>
            </a:extLst>
          </p:cNvPr>
          <p:cNvSpPr>
            <a:spLocks xmlns:a="http://schemas.openxmlformats.org/drawingml/2006/main" noGrp="1"/>
          </p:cNvSpPr>
          <p:nvPr/>
        </p:nvSpPr>
        <p:spPr>
          <a:xfrm xmlns:a="http://schemas.openxmlformats.org/drawingml/2006/main">
            <a:off x="3291536" y="2438400"/>
            <a:ext cx="35675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كل</a:t>
            </a:r>
          </a:p>
        </p:txBody>
      </p:sp>
      <p:sp>
        <p:nvSpPr>
          <p:cNvPr id="34" name="text-573">
            <a:extLst xmlns:a="http://schemas.openxmlformats.org/drawingml/2006/main">
              <a:ext uri="{FF2B5EF4-FFF2-40B4-BE49-F238E27FC236}">
                <a16:creationId xmlns:a16="http://schemas.microsoft.com/office/drawing/2014/main" id="{BD663DBB-4B6F-48BE-8A55-451F5BEDF7CB}"/>
              </a:ext>
            </a:extLst>
          </p:cNvPr>
          <p:cNvSpPr>
            <a:spLocks xmlns:a="http://schemas.openxmlformats.org/drawingml/2006/main" noGrp="1"/>
          </p:cNvSpPr>
          <p:nvPr/>
        </p:nvSpPr>
        <p:spPr>
          <a:xfrm xmlns:a="http://schemas.openxmlformats.org/drawingml/2006/main">
            <a:off x="2643086" y="2438400"/>
            <a:ext cx="58711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عبارة</a:t>
            </a:r>
          </a:p>
        </p:txBody>
      </p:sp>
      <p:sp>
        <p:nvSpPr>
          <p:cNvPr id="35" name="text-574">
            <a:extLst xmlns:a="http://schemas.openxmlformats.org/drawingml/2006/main">
              <a:ext uri="{FF2B5EF4-FFF2-40B4-BE49-F238E27FC236}">
                <a16:creationId xmlns:a16="http://schemas.microsoft.com/office/drawing/2014/main" id="{7C87E340-3651-4BED-8674-14B1E7EDE2AC}"/>
              </a:ext>
            </a:extLst>
          </p:cNvPr>
          <p:cNvSpPr>
            <a:spLocks xmlns:a="http://schemas.openxmlformats.org/drawingml/2006/main" noGrp="1"/>
          </p:cNvSpPr>
          <p:nvPr/>
        </p:nvSpPr>
        <p:spPr>
          <a:xfrm xmlns:a="http://schemas.openxmlformats.org/drawingml/2006/main">
            <a:off x="5196664" y="3057525"/>
            <a:ext cx="51833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ضبط</a:t>
            </a:r>
          </a:p>
        </p:txBody>
      </p:sp>
      <p:sp>
        <p:nvSpPr>
          <p:cNvPr id="36" name="text-575">
            <a:extLst xmlns:a="http://schemas.openxmlformats.org/drawingml/2006/main">
              <a:ext uri="{FF2B5EF4-FFF2-40B4-BE49-F238E27FC236}">
                <a16:creationId xmlns:a16="http://schemas.microsoft.com/office/drawing/2014/main" id="{A5F1C479-D27C-4D34-AD74-41EAD5EFB460}"/>
              </a:ext>
            </a:extLst>
          </p:cNvPr>
          <p:cNvSpPr>
            <a:spLocks xmlns:a="http://schemas.openxmlformats.org/drawingml/2006/main" noGrp="1"/>
          </p:cNvSpPr>
          <p:nvPr/>
        </p:nvSpPr>
        <p:spPr>
          <a:xfrm xmlns:a="http://schemas.openxmlformats.org/drawingml/2006/main">
            <a:off x="4302258" y="3057525"/>
            <a:ext cx="83306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التعميم</a:t>
            </a:r>
          </a:p>
        </p:txBody>
      </p:sp>
      <p:sp>
        <p:nvSpPr>
          <p:cNvPr id="37" name="text-576">
            <a:extLst xmlns:a="http://schemas.openxmlformats.org/drawingml/2006/main">
              <a:ext uri="{FF2B5EF4-FFF2-40B4-BE49-F238E27FC236}">
                <a16:creationId xmlns:a16="http://schemas.microsoft.com/office/drawing/2014/main" id="{38DE1D14-51AF-48AF-8017-76A636C2FA2A}"/>
              </a:ext>
            </a:extLst>
          </p:cNvPr>
          <p:cNvSpPr>
            <a:spLocks xmlns:a="http://schemas.openxmlformats.org/drawingml/2006/main" noGrp="1"/>
          </p:cNvSpPr>
          <p:nvPr/>
        </p:nvSpPr>
        <p:spPr>
          <a:xfrm xmlns:a="http://schemas.openxmlformats.org/drawingml/2006/main">
            <a:off x="3538825" y="3057525"/>
            <a:ext cx="70209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وحدود</a:t>
            </a:r>
          </a:p>
        </p:txBody>
      </p:sp>
      <p:sp>
        <p:nvSpPr>
          <p:cNvPr id="38" name="text-577">
            <a:extLst xmlns:a="http://schemas.openxmlformats.org/drawingml/2006/main">
              <a:ext uri="{FF2B5EF4-FFF2-40B4-BE49-F238E27FC236}">
                <a16:creationId xmlns:a16="http://schemas.microsoft.com/office/drawing/2014/main" id="{CE2D205E-BA3E-40C8-8AEA-139F1400BFA4}"/>
              </a:ext>
            </a:extLst>
          </p:cNvPr>
          <p:cNvSpPr>
            <a:spLocks xmlns:a="http://schemas.openxmlformats.org/drawingml/2006/main" noGrp="1"/>
          </p:cNvSpPr>
          <p:nvPr/>
        </p:nvSpPr>
        <p:spPr>
          <a:xfrm xmlns:a="http://schemas.openxmlformats.org/drawingml/2006/main">
            <a:off x="2725652" y="3057525"/>
            <a:ext cx="75183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الجواب</a:t>
            </a:r>
          </a:p>
        </p:txBody>
      </p:sp>
      <p:sp>
        <p:nvSpPr>
          <p:cNvPr id="39" name="text-578">
            <a:extLst xmlns:a="http://schemas.openxmlformats.org/drawingml/2006/main">
              <a:ext uri="{FF2B5EF4-FFF2-40B4-BE49-F238E27FC236}">
                <a16:creationId xmlns:a16="http://schemas.microsoft.com/office/drawing/2014/main" id="{1A3AAD5B-0076-4AB6-9C3D-B3943B524F5D}"/>
              </a:ext>
            </a:extLst>
          </p:cNvPr>
          <p:cNvSpPr>
            <a:spLocks xmlns:a="http://schemas.openxmlformats.org/drawingml/2006/main" noGrp="1"/>
          </p:cNvSpPr>
          <p:nvPr/>
        </p:nvSpPr>
        <p:spPr>
          <a:xfrm xmlns:a="http://schemas.openxmlformats.org/drawingml/2006/main">
            <a:off x="5128871" y="3676650"/>
            <a:ext cx="586129"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إعادة</a:t>
            </a:r>
          </a:p>
        </p:txBody>
      </p:sp>
      <p:sp>
        <p:nvSpPr>
          <p:cNvPr id="40" name="text-579">
            <a:extLst xmlns:a="http://schemas.openxmlformats.org/drawingml/2006/main">
              <a:ext uri="{FF2B5EF4-FFF2-40B4-BE49-F238E27FC236}">
                <a16:creationId xmlns:a16="http://schemas.microsoft.com/office/drawing/2014/main" id="{528773BE-0E6B-421C-8607-2FE91F1D63C8}"/>
              </a:ext>
            </a:extLst>
          </p:cNvPr>
          <p:cNvSpPr>
            <a:spLocks xmlns:a="http://schemas.openxmlformats.org/drawingml/2006/main" noGrp="1"/>
          </p:cNvSpPr>
          <p:nvPr/>
        </p:nvSpPr>
        <p:spPr>
          <a:xfrm xmlns:a="http://schemas.openxmlformats.org/drawingml/2006/main">
            <a:off x="4281361" y="3676650"/>
            <a:ext cx="78617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التجربة</a:t>
            </a:r>
          </a:p>
        </p:txBody>
      </p:sp>
      <p:sp>
        <p:nvSpPr>
          <p:cNvPr id="41" name="text-580">
            <a:extLst xmlns:a="http://schemas.openxmlformats.org/drawingml/2006/main">
              <a:ext uri="{FF2B5EF4-FFF2-40B4-BE49-F238E27FC236}">
                <a16:creationId xmlns:a16="http://schemas.microsoft.com/office/drawing/2014/main" id="{6A1CA5F9-C899-4E98-AF74-10934A095267}"/>
              </a:ext>
            </a:extLst>
          </p:cNvPr>
          <p:cNvSpPr>
            <a:spLocks xmlns:a="http://schemas.openxmlformats.org/drawingml/2006/main" noGrp="1"/>
          </p:cNvSpPr>
          <p:nvPr/>
        </p:nvSpPr>
        <p:spPr>
          <a:xfrm xmlns:a="http://schemas.openxmlformats.org/drawingml/2006/main">
            <a:off x="3656456" y="3676650"/>
            <a:ext cx="56356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بصيغ</a:t>
            </a:r>
          </a:p>
        </p:txBody>
      </p:sp>
      <p:sp>
        <p:nvSpPr>
          <p:cNvPr id="42" name="text-581">
            <a:extLst xmlns:a="http://schemas.openxmlformats.org/drawingml/2006/main">
              <a:ext uri="{FF2B5EF4-FFF2-40B4-BE49-F238E27FC236}">
                <a16:creationId xmlns:a16="http://schemas.microsoft.com/office/drawing/2014/main" id="{D0D394EF-BA78-467D-B1BD-C67140473856}"/>
              </a:ext>
            </a:extLst>
          </p:cNvPr>
          <p:cNvSpPr>
            <a:spLocks xmlns:a="http://schemas.openxmlformats.org/drawingml/2006/main" noGrp="1"/>
          </p:cNvSpPr>
          <p:nvPr/>
        </p:nvSpPr>
        <p:spPr>
          <a:xfrm xmlns:a="http://schemas.openxmlformats.org/drawingml/2006/main">
            <a:off x="2894299" y="3676650"/>
            <a:ext cx="70081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جديدة</a:t>
            </a:r>
          </a:p>
        </p:txBody>
      </p:sp>
      <p:sp>
        <p:nvSpPr>
          <p:cNvPr id="43" name="text-582">
            <a:extLst xmlns:a="http://schemas.openxmlformats.org/drawingml/2006/main">
              <a:ext uri="{FF2B5EF4-FFF2-40B4-BE49-F238E27FC236}">
                <a16:creationId xmlns:a16="http://schemas.microsoft.com/office/drawing/2014/main" id="{BB1C15D5-E58B-4DF7-8006-F379BE6F5976}"/>
              </a:ext>
            </a:extLst>
          </p:cNvPr>
          <p:cNvSpPr>
            <a:spLocks xmlns:a="http://schemas.openxmlformats.org/drawingml/2006/main" noGrp="1"/>
          </p:cNvSpPr>
          <p:nvPr/>
        </p:nvSpPr>
        <p:spPr>
          <a:xfrm xmlns:a="http://schemas.openxmlformats.org/drawingml/2006/main">
            <a:off x="10312462" y="4829175"/>
            <a:ext cx="126993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الشخصيات</a:t>
            </a:r>
          </a:p>
        </p:txBody>
      </p:sp>
      <p:sp>
        <p:nvSpPr>
          <p:cNvPr id="44" name="text-583">
            <a:extLst xmlns:a="http://schemas.openxmlformats.org/drawingml/2006/main">
              <a:ext uri="{FF2B5EF4-FFF2-40B4-BE49-F238E27FC236}">
                <a16:creationId xmlns:a16="http://schemas.microsoft.com/office/drawing/2014/main" id="{B1805BF0-29BD-43B7-9EB9-018AD7343837}"/>
              </a:ext>
            </a:extLst>
          </p:cNvPr>
          <p:cNvSpPr>
            <a:spLocks xmlns:a="http://schemas.openxmlformats.org/drawingml/2006/main" noGrp="1"/>
          </p:cNvSpPr>
          <p:nvPr/>
        </p:nvSpPr>
        <p:spPr>
          <a:xfrm xmlns:a="http://schemas.openxmlformats.org/drawingml/2006/main">
            <a:off x="9553533" y="4829175"/>
            <a:ext cx="69463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الثلاث</a:t>
            </a:r>
          </a:p>
        </p:txBody>
      </p:sp>
      <p:sp>
        <p:nvSpPr>
          <p:cNvPr id="45" name="text-584">
            <a:extLst xmlns:a="http://schemas.openxmlformats.org/drawingml/2006/main">
              <a:ext uri="{FF2B5EF4-FFF2-40B4-BE49-F238E27FC236}">
                <a16:creationId xmlns:a16="http://schemas.microsoft.com/office/drawing/2014/main" id="{F99D649E-30CD-4840-9A4B-1C040EFC55A1}"/>
              </a:ext>
            </a:extLst>
          </p:cNvPr>
          <p:cNvSpPr>
            <a:spLocks xmlns:a="http://schemas.openxmlformats.org/drawingml/2006/main" noGrp="1"/>
          </p:cNvSpPr>
          <p:nvPr/>
        </p:nvSpPr>
        <p:spPr>
          <a:xfrm xmlns:a="http://schemas.openxmlformats.org/drawingml/2006/main">
            <a:off x="8788227" y="4829175"/>
            <a:ext cx="701012"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أجابت</a:t>
            </a:r>
          </a:p>
        </p:txBody>
      </p:sp>
      <p:sp>
        <p:nvSpPr>
          <p:cNvPr id="46" name="text-585">
            <a:extLst xmlns:a="http://schemas.openxmlformats.org/drawingml/2006/main">
              <a:ext uri="{FF2B5EF4-FFF2-40B4-BE49-F238E27FC236}">
                <a16:creationId xmlns:a16="http://schemas.microsoft.com/office/drawing/2014/main" id="{F61EC423-9B43-4DA5-934C-08331195A627}"/>
              </a:ext>
            </a:extLst>
          </p:cNvPr>
          <p:cNvSpPr>
            <a:spLocks xmlns:a="http://schemas.openxmlformats.org/drawingml/2006/main" noGrp="1"/>
          </p:cNvSpPr>
          <p:nvPr/>
        </p:nvSpPr>
        <p:spPr>
          <a:xfrm xmlns:a="http://schemas.openxmlformats.org/drawingml/2006/main">
            <a:off x="8096698" y="4829175"/>
            <a:ext cx="62723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بالبث</a:t>
            </a:r>
          </a:p>
        </p:txBody>
      </p:sp>
      <p:sp>
        <p:nvSpPr>
          <p:cNvPr id="47" name="text-586">
            <a:extLst xmlns:a="http://schemas.openxmlformats.org/drawingml/2006/main">
              <a:ext uri="{FF2B5EF4-FFF2-40B4-BE49-F238E27FC236}">
                <a16:creationId xmlns:a16="http://schemas.microsoft.com/office/drawing/2014/main" id="{34F41B7F-DCD1-4060-8342-534F59CBBFCB}"/>
              </a:ext>
            </a:extLst>
          </p:cNvPr>
          <p:cNvSpPr>
            <a:spLocks xmlns:a="http://schemas.openxmlformats.org/drawingml/2006/main" noGrp="1"/>
          </p:cNvSpPr>
          <p:nvPr/>
        </p:nvSpPr>
        <p:spPr>
          <a:xfrm xmlns:a="http://schemas.openxmlformats.org/drawingml/2006/main">
            <a:off x="7226417" y="4829175"/>
            <a:ext cx="805987"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وفتحت</a:t>
            </a:r>
          </a:p>
        </p:txBody>
      </p:sp>
      <p:sp>
        <p:nvSpPr>
          <p:cNvPr id="48" name="text-587">
            <a:extLst xmlns:a="http://schemas.openxmlformats.org/drawingml/2006/main">
              <a:ext uri="{FF2B5EF4-FFF2-40B4-BE49-F238E27FC236}">
                <a16:creationId xmlns:a16="http://schemas.microsoft.com/office/drawing/2014/main" id="{1BA8F3D0-A6D6-4D79-9ABB-E4D3213401A6}"/>
              </a:ext>
            </a:extLst>
          </p:cNvPr>
          <p:cNvSpPr>
            <a:spLocks xmlns:a="http://schemas.openxmlformats.org/drawingml/2006/main" noGrp="1"/>
          </p:cNvSpPr>
          <p:nvPr/>
        </p:nvSpPr>
        <p:spPr>
          <a:xfrm xmlns:a="http://schemas.openxmlformats.org/drawingml/2006/main">
            <a:off x="6461110" y="4829175"/>
            <a:ext cx="701012"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مراجع</a:t>
            </a:r>
          </a:p>
        </p:txBody>
      </p:sp>
      <p:sp>
        <p:nvSpPr>
          <p:cNvPr id="49" name="text-588">
            <a:extLst xmlns:a="http://schemas.openxmlformats.org/drawingml/2006/main">
              <a:ext uri="{FF2B5EF4-FFF2-40B4-BE49-F238E27FC236}">
                <a16:creationId xmlns:a16="http://schemas.microsoft.com/office/drawing/2014/main" id="{B714EB7C-2DAA-4A01-86C0-782E53A9B273}"/>
              </a:ext>
            </a:extLst>
          </p:cNvPr>
          <p:cNvSpPr>
            <a:spLocks xmlns:a="http://schemas.openxmlformats.org/drawingml/2006/main" noGrp="1"/>
          </p:cNvSpPr>
          <p:nvPr/>
        </p:nvSpPr>
        <p:spPr>
          <a:xfrm xmlns:a="http://schemas.openxmlformats.org/drawingml/2006/main">
            <a:off x="5972173" y="4829175"/>
            <a:ext cx="424644"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في</a:t>
            </a:r>
          </a:p>
        </p:txBody>
      </p:sp>
      <p:sp>
        <p:nvSpPr>
          <p:cNvPr id="50" name="text-589">
            <a:extLst xmlns:a="http://schemas.openxmlformats.org/drawingml/2006/main">
              <a:ext uri="{FF2B5EF4-FFF2-40B4-BE49-F238E27FC236}">
                <a16:creationId xmlns:a16="http://schemas.microsoft.com/office/drawing/2014/main" id="{3918000C-4110-490D-A455-5D9173C59375}"/>
              </a:ext>
            </a:extLst>
          </p:cNvPr>
          <p:cNvSpPr>
            <a:spLocks xmlns:a="http://schemas.openxmlformats.org/drawingml/2006/main" noGrp="1"/>
          </p:cNvSpPr>
          <p:nvPr/>
        </p:nvSpPr>
        <p:spPr>
          <a:xfrm xmlns:a="http://schemas.openxmlformats.org/drawingml/2006/main">
            <a:off x="5211086" y="4829175"/>
            <a:ext cx="696794"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عينات</a:t>
            </a:r>
          </a:p>
        </p:txBody>
      </p:sp>
      <p:sp>
        <p:nvSpPr>
          <p:cNvPr id="51" name="text-590">
            <a:extLst xmlns:a="http://schemas.openxmlformats.org/drawingml/2006/main">
              <a:ext uri="{FF2B5EF4-FFF2-40B4-BE49-F238E27FC236}">
                <a16:creationId xmlns:a16="http://schemas.microsoft.com/office/drawing/2014/main" id="{AA8DA9D1-A7A2-4F21-88E0-77196D300632}"/>
              </a:ext>
            </a:extLst>
          </p:cNvPr>
          <p:cNvSpPr>
            <a:spLocks xmlns:a="http://schemas.openxmlformats.org/drawingml/2006/main" noGrp="1"/>
          </p:cNvSpPr>
          <p:nvPr/>
        </p:nvSpPr>
        <p:spPr>
          <a:xfrm xmlns:a="http://schemas.openxmlformats.org/drawingml/2006/main">
            <a:off x="4259375" y="4829175"/>
            <a:ext cx="887417"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محدودة</a:t>
            </a:r>
          </a:p>
        </p:txBody>
      </p:sp>
      <p:sp>
        <p:nvSpPr>
          <p:cNvPr id="52" name="text-591">
            <a:extLst xmlns:a="http://schemas.openxmlformats.org/drawingml/2006/main">
              <a:ext uri="{FF2B5EF4-FFF2-40B4-BE49-F238E27FC236}">
                <a16:creationId xmlns:a16="http://schemas.microsoft.com/office/drawing/2014/main" id="{BF39E4C5-2DC0-465C-AA96-2A2D8A5A22A9}"/>
              </a:ext>
            </a:extLst>
          </p:cNvPr>
          <p:cNvSpPr>
            <a:spLocks xmlns:a="http://schemas.openxmlformats.org/drawingml/2006/main" noGrp="1"/>
          </p:cNvSpPr>
          <p:nvPr/>
        </p:nvSpPr>
        <p:spPr>
          <a:xfrm xmlns:a="http://schemas.openxmlformats.org/drawingml/2006/main">
            <a:off x="10927400" y="5524500"/>
            <a:ext cx="65500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جاهزة</a:t>
            </a:r>
          </a:p>
        </p:txBody>
      </p:sp>
      <p:sp>
        <p:nvSpPr>
          <p:cNvPr id="53" name="text-592">
            <a:extLst xmlns:a="http://schemas.openxmlformats.org/drawingml/2006/main">
              <a:ext uri="{FF2B5EF4-FFF2-40B4-BE49-F238E27FC236}">
                <a16:creationId xmlns:a16="http://schemas.microsoft.com/office/drawing/2014/main" id="{02D7E301-8432-4C2D-B97F-7002B87B89C6}"/>
              </a:ext>
            </a:extLst>
          </p:cNvPr>
          <p:cNvSpPr>
            <a:spLocks xmlns:a="http://schemas.openxmlformats.org/drawingml/2006/main" noGrp="1"/>
          </p:cNvSpPr>
          <p:nvPr/>
        </p:nvSpPr>
        <p:spPr>
          <a:xfrm xmlns:a="http://schemas.openxmlformats.org/drawingml/2006/main">
            <a:off x="10095799" y="5524500"/>
            <a:ext cx="77626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للاختبار</a:t>
            </a:r>
          </a:p>
        </p:txBody>
      </p:sp>
      <p:sp>
        <p:nvSpPr>
          <p:cNvPr id="54" name="text-593">
            <a:extLst xmlns:a="http://schemas.openxmlformats.org/drawingml/2006/main">
              <a:ext uri="{FF2B5EF4-FFF2-40B4-BE49-F238E27FC236}">
                <a16:creationId xmlns:a16="http://schemas.microsoft.com/office/drawing/2014/main" id="{CE1081EC-A088-47E0-9012-B5DAE6E3EEDC}"/>
              </a:ext>
            </a:extLst>
          </p:cNvPr>
          <p:cNvSpPr>
            <a:spLocks xmlns:a="http://schemas.openxmlformats.org/drawingml/2006/main" noGrp="1"/>
          </p:cNvSpPr>
          <p:nvPr/>
        </p:nvSpPr>
        <p:spPr>
          <a:xfrm xmlns:a="http://schemas.openxmlformats.org/drawingml/2006/main">
            <a:off x="9211808" y="5524500"/>
            <a:ext cx="82865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البشري</a:t>
            </a:r>
          </a:p>
        </p:txBody>
      </p:sp>
      <p:sp>
        <p:nvSpPr>
          <p:cNvPr id="55" name="text-594">
            <a:extLst xmlns:a="http://schemas.openxmlformats.org/drawingml/2006/main">
              <a:ext uri="{FF2B5EF4-FFF2-40B4-BE49-F238E27FC236}">
                <a16:creationId xmlns:a16="http://schemas.microsoft.com/office/drawing/2014/main" id="{5A6B321C-F0CD-4D24-957C-B5938E3A879E}"/>
              </a:ext>
            </a:extLst>
          </p:cNvPr>
          <p:cNvSpPr>
            <a:spLocks xmlns:a="http://schemas.openxmlformats.org/drawingml/2006/main" noGrp="1"/>
          </p:cNvSpPr>
          <p:nvPr/>
        </p:nvSpPr>
        <p:spPr>
          <a:xfrm xmlns:a="http://schemas.openxmlformats.org/drawingml/2006/main">
            <a:off x="9031641" y="5524500"/>
            <a:ext cx="1248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a:t>
            </a:r>
          </a:p>
        </p:txBody>
      </p:sp>
      <p:sp>
        <p:nvSpPr>
          <p:cNvPr id="56" name="text-595">
            <a:extLst xmlns:a="http://schemas.openxmlformats.org/drawingml/2006/main">
              <a:ext uri="{FF2B5EF4-FFF2-40B4-BE49-F238E27FC236}">
                <a16:creationId xmlns:a16="http://schemas.microsoft.com/office/drawing/2014/main" id="{775E4ACF-A384-40FC-AD8E-FE2D9F805390}"/>
              </a:ext>
            </a:extLst>
          </p:cNvPr>
          <p:cNvSpPr>
            <a:spLocks xmlns:a="http://schemas.openxmlformats.org/drawingml/2006/main" noGrp="1"/>
          </p:cNvSpPr>
          <p:nvPr/>
        </p:nvSpPr>
        <p:spPr>
          <a:xfrm xmlns:a="http://schemas.openxmlformats.org/drawingml/2006/main">
            <a:off x="8523991" y="5524500"/>
            <a:ext cx="45231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هذه</a:t>
            </a:r>
          </a:p>
        </p:txBody>
      </p:sp>
      <p:sp>
        <p:nvSpPr>
          <p:cNvPr id="57" name="text-596">
            <a:extLst xmlns:a="http://schemas.openxmlformats.org/drawingml/2006/main">
              <a:ext uri="{FF2B5EF4-FFF2-40B4-BE49-F238E27FC236}">
                <a16:creationId xmlns:a16="http://schemas.microsoft.com/office/drawing/2014/main" id="{2B87D70C-152A-4275-812F-FF8FC4191838}"/>
              </a:ext>
            </a:extLst>
          </p:cNvPr>
          <p:cNvSpPr>
            <a:spLocks xmlns:a="http://schemas.openxmlformats.org/drawingml/2006/main" noGrp="1"/>
          </p:cNvSpPr>
          <p:nvPr/>
        </p:nvSpPr>
        <p:spPr>
          <a:xfrm xmlns:a="http://schemas.openxmlformats.org/drawingml/2006/main">
            <a:off x="7619987" y="5524500"/>
            <a:ext cx="84866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الفحوص</a:t>
            </a:r>
          </a:p>
        </p:txBody>
      </p:sp>
      <p:sp>
        <p:nvSpPr>
          <p:cNvPr id="58" name="text-597">
            <a:extLst xmlns:a="http://schemas.openxmlformats.org/drawingml/2006/main">
              <a:ext uri="{FF2B5EF4-FFF2-40B4-BE49-F238E27FC236}">
                <a16:creationId xmlns:a16="http://schemas.microsoft.com/office/drawing/2014/main" id="{DC223BD3-1AB1-4738-90E5-D7C66A094059}"/>
              </a:ext>
            </a:extLst>
          </p:cNvPr>
          <p:cNvSpPr>
            <a:spLocks xmlns:a="http://schemas.openxmlformats.org/drawingml/2006/main" noGrp="1"/>
          </p:cNvSpPr>
          <p:nvPr/>
        </p:nvSpPr>
        <p:spPr>
          <a:xfrm xmlns:a="http://schemas.openxmlformats.org/drawingml/2006/main">
            <a:off x="6881490" y="5524500"/>
            <a:ext cx="68315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ليست</a:t>
            </a:r>
          </a:p>
        </p:txBody>
      </p:sp>
      <p:sp>
        <p:nvSpPr>
          <p:cNvPr id="59" name="text-598">
            <a:extLst xmlns:a="http://schemas.openxmlformats.org/drawingml/2006/main">
              <a:ext uri="{FF2B5EF4-FFF2-40B4-BE49-F238E27FC236}">
                <a16:creationId xmlns:a16="http://schemas.microsoft.com/office/drawing/2014/main" id="{E1D13A12-45E4-44DE-9ACF-6B396D5DB82A}"/>
              </a:ext>
            </a:extLst>
          </p:cNvPr>
          <p:cNvSpPr>
            <a:spLocks xmlns:a="http://schemas.openxmlformats.org/drawingml/2006/main" noGrp="1"/>
          </p:cNvSpPr>
          <p:nvPr/>
        </p:nvSpPr>
        <p:spPr>
          <a:xfrm xmlns:a="http://schemas.openxmlformats.org/drawingml/2006/main">
            <a:off x="6232270" y="5524500"/>
            <a:ext cx="59387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نسبة</a:t>
            </a:r>
          </a:p>
        </p:txBody>
      </p:sp>
      <p:sp>
        <p:nvSpPr>
          <p:cNvPr id="60" name="text-599">
            <a:extLst xmlns:a="http://schemas.openxmlformats.org/drawingml/2006/main">
              <a:ext uri="{FF2B5EF4-FFF2-40B4-BE49-F238E27FC236}">
                <a16:creationId xmlns:a16="http://schemas.microsoft.com/office/drawing/2014/main" id="{FEDBDF8F-C985-4798-824B-EABD8BE9F62B}"/>
              </a:ext>
            </a:extLst>
          </p:cNvPr>
          <p:cNvSpPr>
            <a:spLocks xmlns:a="http://schemas.openxmlformats.org/drawingml/2006/main" noGrp="1"/>
          </p:cNvSpPr>
          <p:nvPr/>
        </p:nvSpPr>
        <p:spPr>
          <a:xfrm xmlns:a="http://schemas.openxmlformats.org/drawingml/2006/main">
            <a:off x="5782700" y="5524500"/>
            <a:ext cx="39423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دقة</a:t>
            </a:r>
          </a:p>
        </p:txBody>
      </p:sp>
      <p:sp>
        <p:nvSpPr>
          <p:cNvPr id="61" name="text-600">
            <a:extLst xmlns:a="http://schemas.openxmlformats.org/drawingml/2006/main">
              <a:ext uri="{FF2B5EF4-FFF2-40B4-BE49-F238E27FC236}">
                <a16:creationId xmlns:a16="http://schemas.microsoft.com/office/drawing/2014/main" id="{CC93FA53-F6DC-4F96-9C86-9AEC4DDF7203}"/>
              </a:ext>
            </a:extLst>
          </p:cNvPr>
          <p:cNvSpPr>
            <a:spLocks xmlns:a="http://schemas.openxmlformats.org/drawingml/2006/main" noGrp="1"/>
          </p:cNvSpPr>
          <p:nvPr/>
        </p:nvSpPr>
        <p:spPr>
          <a:xfrm xmlns:a="http://schemas.openxmlformats.org/drawingml/2006/main">
            <a:off x="5081974" y="5524500"/>
            <a:ext cx="6453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علمية</a:t>
            </a:r>
          </a:p>
        </p:txBody>
      </p:sp>
    </p:spTree>
    <p:extLst>
      <p:ext uri="{BB962C8B-B14F-4D97-AF65-F5344CB8AC3E}">
        <p14:creationId xmlns:p14="http://schemas.microsoft.com/office/powerpoint/2010/main" val="1971795639"/>
      </p:ext>
    </p:extLst>
  </p:cSld>
</p:sld>
</file>

<file path=ppt/slides/slide15.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52" name="text-601">
            <a:extLst xmlns:a="http://schemas.openxmlformats.org/drawingml/2006/main">
              <a:ext uri="{FF2B5EF4-FFF2-40B4-BE49-F238E27FC236}">
                <a16:creationId xmlns:a16="http://schemas.microsoft.com/office/drawing/2014/main" id="{443215B1-B530-47A6-9F2E-BE8C9B146543}"/>
              </a:ext>
            </a:extLst>
          </p:cNvPr>
          <p:cNvSpPr>
            <a:spLocks xmlns:a="http://schemas.openxmlformats.org/drawingml/2006/main" noGrp="1"/>
          </p:cNvSpPr>
          <p:nvPr/>
        </p:nvSpPr>
        <p:spPr>
          <a:xfrm xmlns:a="http://schemas.openxmlformats.org/drawingml/2006/main">
            <a:off x="10148941" y="457200"/>
            <a:ext cx="143345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تشغيل</a:t>
            </a:r>
          </a:p>
        </p:txBody>
      </p:sp>
      <p:sp>
        <p:nvSpPr>
          <p:cNvPr id="2" name="text-602">
            <a:extLst xmlns:a="http://schemas.openxmlformats.org/drawingml/2006/main">
              <a:ext uri="{FF2B5EF4-FFF2-40B4-BE49-F238E27FC236}">
                <a16:creationId xmlns:a16="http://schemas.microsoft.com/office/drawing/2014/main" id="{59969B35-D107-472D-A9A3-A1896135DF46}"/>
              </a:ext>
            </a:extLst>
          </p:cNvPr>
          <p:cNvSpPr>
            <a:spLocks xmlns:a="http://schemas.openxmlformats.org/drawingml/2006/main" noGrp="1"/>
          </p:cNvSpPr>
          <p:nvPr/>
        </p:nvSpPr>
        <p:spPr>
          <a:xfrm xmlns:a="http://schemas.openxmlformats.org/drawingml/2006/main">
            <a:off x="8645027" y="457200"/>
            <a:ext cx="140294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مستقر</a:t>
            </a:r>
          </a:p>
        </p:txBody>
      </p:sp>
      <p:sp>
        <p:nvSpPr>
          <p:cNvPr id="3" name="text-603">
            <a:extLst xmlns:a="http://schemas.openxmlformats.org/drawingml/2006/main">
              <a:ext uri="{FF2B5EF4-FFF2-40B4-BE49-F238E27FC236}">
                <a16:creationId xmlns:a16="http://schemas.microsoft.com/office/drawing/2014/main" id="{1756E652-7C9A-44D2-A9D9-C356876B96F1}"/>
              </a:ext>
            </a:extLst>
          </p:cNvPr>
          <p:cNvSpPr>
            <a:spLocks xmlns:a="http://schemas.openxmlformats.org/drawingml/2006/main" noGrp="1"/>
          </p:cNvSpPr>
          <p:nvPr/>
        </p:nvSpPr>
        <p:spPr>
          <a:xfrm xmlns:a="http://schemas.openxmlformats.org/drawingml/2006/main">
            <a:off x="7158647" y="457200"/>
            <a:ext cx="1385415"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واختبار</a:t>
            </a:r>
          </a:p>
        </p:txBody>
      </p:sp>
      <p:sp>
        <p:nvSpPr>
          <p:cNvPr id="4" name="text-604">
            <a:extLst xmlns:a="http://schemas.openxmlformats.org/drawingml/2006/main">
              <a:ext uri="{FF2B5EF4-FFF2-40B4-BE49-F238E27FC236}">
                <a16:creationId xmlns:a16="http://schemas.microsoft.com/office/drawing/2014/main" id="{1C4F6207-DD8A-4F20-A62D-AB5884ED2FD7}"/>
              </a:ext>
            </a:extLst>
          </p:cNvPr>
          <p:cNvSpPr>
            <a:spLocks xmlns:a="http://schemas.openxmlformats.org/drawingml/2006/main" noGrp="1"/>
          </p:cNvSpPr>
          <p:nvPr/>
        </p:nvSpPr>
        <p:spPr>
          <a:xfrm xmlns:a="http://schemas.openxmlformats.org/drawingml/2006/main">
            <a:off x="5485638" y="457200"/>
            <a:ext cx="157204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مسؤول</a:t>
            </a:r>
          </a:p>
        </p:txBody>
      </p:sp>
      <p:sp>
        <p:nvSpPr>
          <p:cNvPr id="5" name="shape-605">
            <a:extLst xmlns:a="http://schemas.openxmlformats.org/drawingml/2006/main">
              <a:ext uri="{FF2B5EF4-FFF2-40B4-BE49-F238E27FC236}">
                <a16:creationId xmlns:a16="http://schemas.microsoft.com/office/drawing/2014/main" id="{7F9D998C-81FD-49D3-B8A4-7B4953F6CE59}"/>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6" name="text-606">
            <a:extLst xmlns:a="http://schemas.openxmlformats.org/drawingml/2006/main">
              <a:ext uri="{FF2B5EF4-FFF2-40B4-BE49-F238E27FC236}">
                <a16:creationId xmlns:a16="http://schemas.microsoft.com/office/drawing/2014/main" id="{FDF2300C-F1B7-4486-8E74-E3BF47D4F425}"/>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7" name="text-607">
            <a:extLst xmlns:a="http://schemas.openxmlformats.org/drawingml/2006/main">
              <a:ext uri="{FF2B5EF4-FFF2-40B4-BE49-F238E27FC236}">
                <a16:creationId xmlns:a16="http://schemas.microsoft.com/office/drawing/2014/main" id="{31221E7E-6740-4E99-9466-1627EC3CAFB0}"/>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8" name="text-608">
            <a:extLst xmlns:a="http://schemas.openxmlformats.org/drawingml/2006/main">
              <a:ext uri="{FF2B5EF4-FFF2-40B4-BE49-F238E27FC236}">
                <a16:creationId xmlns:a16="http://schemas.microsoft.com/office/drawing/2014/main" id="{1FC76C9E-E816-4471-AB3B-6D703DD572DB}"/>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9" name="text-609">
            <a:extLst xmlns:a="http://schemas.openxmlformats.org/drawingml/2006/main">
              <a:ext uri="{FF2B5EF4-FFF2-40B4-BE49-F238E27FC236}">
                <a16:creationId xmlns:a16="http://schemas.microsoft.com/office/drawing/2014/main" id="{01DE9B06-B991-4D30-A0D4-54C572850434}"/>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0" name="text-610">
            <a:extLst xmlns:a="http://schemas.openxmlformats.org/drawingml/2006/main">
              <a:ext uri="{FF2B5EF4-FFF2-40B4-BE49-F238E27FC236}">
                <a16:creationId xmlns:a16="http://schemas.microsoft.com/office/drawing/2014/main" id="{2F96E4AE-1E24-4750-8F91-BD96CA57997B}"/>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1" name="text-611">
            <a:extLst xmlns:a="http://schemas.openxmlformats.org/drawingml/2006/main">
              <a:ext uri="{FF2B5EF4-FFF2-40B4-BE49-F238E27FC236}">
                <a16:creationId xmlns:a16="http://schemas.microsoft.com/office/drawing/2014/main" id="{FE3588EE-E140-4085-83F9-095EF1DCCF4C}"/>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2" name="text-612">
            <a:extLst xmlns:a="http://schemas.openxmlformats.org/drawingml/2006/main">
              <a:ext uri="{FF2B5EF4-FFF2-40B4-BE49-F238E27FC236}">
                <a16:creationId xmlns:a16="http://schemas.microsoft.com/office/drawing/2014/main" id="{D86B548D-71B5-475C-AE39-AC80AC75BEED}"/>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15</a:t>
            </a:r>
          </a:p>
        </p:txBody>
      </p:sp>
      <p:sp>
        <p:nvSpPr>
          <p:cNvPr id="13" name="text-613">
            <a:extLst xmlns:a="http://schemas.openxmlformats.org/drawingml/2006/main">
              <a:ext uri="{FF2B5EF4-FFF2-40B4-BE49-F238E27FC236}">
                <a16:creationId xmlns:a16="http://schemas.microsoft.com/office/drawing/2014/main" id="{4DEAB77C-6C52-41F0-AB68-5291CC0501E4}"/>
              </a:ext>
            </a:extLst>
          </p:cNvPr>
          <p:cNvSpPr>
            <a:spLocks xmlns:a="http://schemas.openxmlformats.org/drawingml/2006/main" noGrp="1"/>
          </p:cNvSpPr>
          <p:nvPr/>
        </p:nvSpPr>
        <p:spPr>
          <a:xfrm xmlns:a="http://schemas.openxmlformats.org/drawingml/2006/main">
            <a:off x="10181433" y="1581150"/>
            <a:ext cx="1400967"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الرئيسي</a:t>
            </a:r>
          </a:p>
        </p:txBody>
      </p:sp>
      <p:sp>
        <p:nvSpPr>
          <p:cNvPr id="14" name="text-614">
            <a:extLst xmlns:a="http://schemas.openxmlformats.org/drawingml/2006/main">
              <a:ext uri="{FF2B5EF4-FFF2-40B4-BE49-F238E27FC236}">
                <a16:creationId xmlns:a16="http://schemas.microsoft.com/office/drawing/2014/main" id="{3345240D-9177-49F4-BF62-DE0B25402AE2}"/>
              </a:ext>
            </a:extLst>
          </p:cNvPr>
          <p:cNvSpPr>
            <a:spLocks xmlns:a="http://schemas.openxmlformats.org/drawingml/2006/main" noGrp="1"/>
          </p:cNvSpPr>
          <p:nvPr/>
        </p:nvSpPr>
        <p:spPr>
          <a:xfrm xmlns:a="http://schemas.openxmlformats.org/drawingml/2006/main">
            <a:off x="8959516" y="1581150"/>
            <a:ext cx="1148860"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للاختبار</a:t>
            </a:r>
          </a:p>
        </p:txBody>
      </p:sp>
      <p:sp>
        <p:nvSpPr>
          <p:cNvPr id="15" name="text-615">
            <a:extLst xmlns:a="http://schemas.openxmlformats.org/drawingml/2006/main">
              <a:ext uri="{FF2B5EF4-FFF2-40B4-BE49-F238E27FC236}">
                <a16:creationId xmlns:a16="http://schemas.microsoft.com/office/drawing/2014/main" id="{FA1A6501-6D2F-4B8A-A3A4-9250FD2EDAB1}"/>
              </a:ext>
            </a:extLst>
          </p:cNvPr>
          <p:cNvSpPr>
            <a:spLocks xmlns:a="http://schemas.openxmlformats.org/drawingml/2006/main" noGrp="1"/>
          </p:cNvSpPr>
          <p:nvPr/>
        </p:nvSpPr>
        <p:spPr>
          <a:xfrm xmlns:a="http://schemas.openxmlformats.org/drawingml/2006/main">
            <a:off x="7656172" y="1581150"/>
            <a:ext cx="1230287"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والتقييم</a:t>
            </a:r>
          </a:p>
        </p:txBody>
      </p:sp>
      <p:sp>
        <p:nvSpPr>
          <p:cNvPr id="16" name="text-616">
            <a:extLst xmlns:a="http://schemas.openxmlformats.org/drawingml/2006/main">
              <a:ext uri="{FF2B5EF4-FFF2-40B4-BE49-F238E27FC236}">
                <a16:creationId xmlns:a16="http://schemas.microsoft.com/office/drawing/2014/main" id="{638C540C-13A9-4D2E-BF4D-AC9D45B558C5}"/>
              </a:ext>
            </a:extLst>
          </p:cNvPr>
          <p:cNvSpPr>
            <a:spLocks xmlns:a="http://schemas.openxmlformats.org/drawingml/2006/main" noGrp="1"/>
          </p:cNvSpPr>
          <p:nvPr/>
        </p:nvSpPr>
        <p:spPr>
          <a:xfrm xmlns:a="http://schemas.openxmlformats.org/drawingml/2006/main">
            <a:off x="10805943" y="2286000"/>
            <a:ext cx="77645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نسخة</a:t>
            </a:r>
          </a:p>
        </p:txBody>
      </p:sp>
      <p:sp>
        <p:nvSpPr>
          <p:cNvPr id="17" name="text-617">
            <a:extLst xmlns:a="http://schemas.openxmlformats.org/drawingml/2006/main">
              <a:ext uri="{FF2B5EF4-FFF2-40B4-BE49-F238E27FC236}">
                <a16:creationId xmlns:a16="http://schemas.microsoft.com/office/drawing/2014/main" id="{795AB2FD-9E0C-445A-8413-DAE706EB11EB}"/>
              </a:ext>
            </a:extLst>
          </p:cNvPr>
          <p:cNvSpPr>
            <a:spLocks xmlns:a="http://schemas.openxmlformats.org/drawingml/2006/main" noGrp="1"/>
          </p:cNvSpPr>
          <p:nvPr/>
        </p:nvSpPr>
        <p:spPr>
          <a:xfrm xmlns:a="http://schemas.openxmlformats.org/drawingml/2006/main">
            <a:off x="10193969" y="2286000"/>
            <a:ext cx="54472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ثابتة</a:t>
            </a:r>
          </a:p>
        </p:txBody>
      </p:sp>
      <p:sp>
        <p:nvSpPr>
          <p:cNvPr id="18" name="text-618">
            <a:extLst xmlns:a="http://schemas.openxmlformats.org/drawingml/2006/main">
              <a:ext uri="{FF2B5EF4-FFF2-40B4-BE49-F238E27FC236}">
                <a16:creationId xmlns:a16="http://schemas.microsoft.com/office/drawing/2014/main" id="{A50162F2-6B07-42DB-B26F-5967F556D589}"/>
              </a:ext>
            </a:extLst>
          </p:cNvPr>
          <p:cNvSpPr>
            <a:spLocks xmlns:a="http://schemas.openxmlformats.org/drawingml/2006/main" noGrp="1"/>
          </p:cNvSpPr>
          <p:nvPr/>
        </p:nvSpPr>
        <p:spPr>
          <a:xfrm xmlns:a="http://schemas.openxmlformats.org/drawingml/2006/main">
            <a:off x="9776837" y="2286000"/>
            <a:ext cx="349886"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مع</a:t>
            </a:r>
          </a:p>
        </p:txBody>
      </p:sp>
      <p:sp>
        <p:nvSpPr>
          <p:cNvPr id="19" name="text-619">
            <a:extLst xmlns:a="http://schemas.openxmlformats.org/drawingml/2006/main">
              <a:ext uri="{FF2B5EF4-FFF2-40B4-BE49-F238E27FC236}">
                <a16:creationId xmlns:a16="http://schemas.microsoft.com/office/drawing/2014/main" id="{B07AE416-8FBF-49D5-972C-B51F17E93193}"/>
              </a:ext>
            </a:extLst>
          </p:cNvPr>
          <p:cNvSpPr>
            <a:spLocks xmlns:a="http://schemas.openxmlformats.org/drawingml/2006/main" noGrp="1"/>
          </p:cNvSpPr>
          <p:nvPr/>
        </p:nvSpPr>
        <p:spPr>
          <a:xfrm xmlns:a="http://schemas.openxmlformats.org/drawingml/2006/main">
            <a:off x="9130820" y="2286000"/>
            <a:ext cx="57877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فصل</a:t>
            </a:r>
          </a:p>
        </p:txBody>
      </p:sp>
      <p:sp>
        <p:nvSpPr>
          <p:cNvPr id="20" name="text-620">
            <a:extLst xmlns:a="http://schemas.openxmlformats.org/drawingml/2006/main">
              <a:ext uri="{FF2B5EF4-FFF2-40B4-BE49-F238E27FC236}">
                <a16:creationId xmlns:a16="http://schemas.microsoft.com/office/drawing/2014/main" id="{CC00FCD8-2311-44B4-A5AF-6C011076B3B8}"/>
              </a:ext>
            </a:extLst>
          </p:cNvPr>
          <p:cNvSpPr>
            <a:spLocks xmlns:a="http://schemas.openxmlformats.org/drawingml/2006/main" noGrp="1"/>
          </p:cNvSpPr>
          <p:nvPr/>
        </p:nvSpPr>
        <p:spPr>
          <a:xfrm xmlns:a="http://schemas.openxmlformats.org/drawingml/2006/main">
            <a:off x="8252190" y="2286000"/>
            <a:ext cx="811383"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التطوير</a:t>
            </a:r>
          </a:p>
        </p:txBody>
      </p:sp>
      <p:sp>
        <p:nvSpPr>
          <p:cNvPr id="21" name="text-621">
            <a:extLst xmlns:a="http://schemas.openxmlformats.org/drawingml/2006/main">
              <a:ext uri="{FF2B5EF4-FFF2-40B4-BE49-F238E27FC236}">
                <a16:creationId xmlns:a16="http://schemas.microsoft.com/office/drawing/2014/main" id="{E8D68506-7C2C-478F-B129-B67CE1ADC0C4}"/>
              </a:ext>
            </a:extLst>
          </p:cNvPr>
          <p:cNvSpPr>
            <a:spLocks xmlns:a="http://schemas.openxmlformats.org/drawingml/2006/main" noGrp="1"/>
          </p:cNvSpPr>
          <p:nvPr/>
        </p:nvSpPr>
        <p:spPr>
          <a:xfrm xmlns:a="http://schemas.openxmlformats.org/drawingml/2006/main">
            <a:off x="7496980" y="2286000"/>
            <a:ext cx="687964"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وحفظ</a:t>
            </a:r>
          </a:p>
        </p:txBody>
      </p:sp>
      <p:sp>
        <p:nvSpPr>
          <p:cNvPr id="22" name="text-622">
            <a:extLst xmlns:a="http://schemas.openxmlformats.org/drawingml/2006/main">
              <a:ext uri="{FF2B5EF4-FFF2-40B4-BE49-F238E27FC236}">
                <a16:creationId xmlns:a16="http://schemas.microsoft.com/office/drawing/2014/main" id="{90F158BE-B176-442E-8B53-0CDB1F7E480E}"/>
              </a:ext>
            </a:extLst>
          </p:cNvPr>
          <p:cNvSpPr>
            <a:spLocks xmlns:a="http://schemas.openxmlformats.org/drawingml/2006/main" noGrp="1"/>
          </p:cNvSpPr>
          <p:nvPr/>
        </p:nvSpPr>
        <p:spPr>
          <a:xfrm xmlns:a="http://schemas.openxmlformats.org/drawingml/2006/main">
            <a:off x="6588133" y="2286000"/>
            <a:ext cx="84160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التجربة</a:t>
            </a:r>
          </a:p>
        </p:txBody>
      </p:sp>
      <p:sp>
        <p:nvSpPr>
          <p:cNvPr id="23" name="text-623">
            <a:extLst xmlns:a="http://schemas.openxmlformats.org/drawingml/2006/main">
              <a:ext uri="{FF2B5EF4-FFF2-40B4-BE49-F238E27FC236}">
                <a16:creationId xmlns:a16="http://schemas.microsoft.com/office/drawing/2014/main" id="{5F9D6D41-F720-4400-8255-4B19A5378635}"/>
              </a:ext>
            </a:extLst>
          </p:cNvPr>
          <p:cNvSpPr>
            <a:spLocks xmlns:a="http://schemas.openxmlformats.org/drawingml/2006/main" noGrp="1"/>
          </p:cNvSpPr>
          <p:nvPr/>
        </p:nvSpPr>
        <p:spPr>
          <a:xfrm xmlns:a="http://schemas.openxmlformats.org/drawingml/2006/main">
            <a:off x="5561851" y="2286000"/>
            <a:ext cx="95903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السابقة</a:t>
            </a:r>
          </a:p>
        </p:txBody>
      </p:sp>
      <p:sp>
        <p:nvSpPr>
          <p:cNvPr id="24" name="text-624">
            <a:extLst xmlns:a="http://schemas.openxmlformats.org/drawingml/2006/main">
              <a:ext uri="{FF2B5EF4-FFF2-40B4-BE49-F238E27FC236}">
                <a16:creationId xmlns:a16="http://schemas.microsoft.com/office/drawing/2014/main" id="{8A07450C-A0D6-4563-97E8-6F0038E35DEA}"/>
              </a:ext>
            </a:extLst>
          </p:cNvPr>
          <p:cNvSpPr>
            <a:spLocks xmlns:a="http://schemas.openxmlformats.org/drawingml/2006/main" noGrp="1"/>
          </p:cNvSpPr>
          <p:nvPr/>
        </p:nvSpPr>
        <p:spPr>
          <a:xfrm xmlns:a="http://schemas.openxmlformats.org/drawingml/2006/main">
            <a:off x="10459890" y="3267075"/>
            <a:ext cx="1122510"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الاختيار</a:t>
            </a:r>
          </a:p>
        </p:txBody>
      </p:sp>
      <p:sp>
        <p:nvSpPr>
          <p:cNvPr id="25" name="text-625">
            <a:extLst xmlns:a="http://schemas.openxmlformats.org/drawingml/2006/main">
              <a:ext uri="{FF2B5EF4-FFF2-40B4-BE49-F238E27FC236}">
                <a16:creationId xmlns:a16="http://schemas.microsoft.com/office/drawing/2014/main" id="{C6683175-C0FD-4D8A-8DC8-D24F6F640FC4}"/>
              </a:ext>
            </a:extLst>
          </p:cNvPr>
          <p:cNvSpPr>
            <a:spLocks xmlns:a="http://schemas.openxmlformats.org/drawingml/2006/main" noGrp="1"/>
          </p:cNvSpPr>
          <p:nvPr/>
        </p:nvSpPr>
        <p:spPr>
          <a:xfrm xmlns:a="http://schemas.openxmlformats.org/drawingml/2006/main">
            <a:off x="9166750" y="3267075"/>
            <a:ext cx="1220084"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والإحالة</a:t>
            </a:r>
          </a:p>
        </p:txBody>
      </p:sp>
      <p:sp>
        <p:nvSpPr>
          <p:cNvPr id="26" name="text-626">
            <a:extLst xmlns:a="http://schemas.openxmlformats.org/drawingml/2006/main">
              <a:ext uri="{FF2B5EF4-FFF2-40B4-BE49-F238E27FC236}">
                <a16:creationId xmlns:a16="http://schemas.microsoft.com/office/drawing/2014/main" id="{0A77C6D0-6B59-497F-AD34-9240D4A33D36}"/>
              </a:ext>
            </a:extLst>
          </p:cNvPr>
          <p:cNvSpPr>
            <a:spLocks xmlns:a="http://schemas.openxmlformats.org/drawingml/2006/main" noGrp="1"/>
          </p:cNvSpPr>
          <p:nvPr/>
        </p:nvSpPr>
        <p:spPr>
          <a:xfrm xmlns:a="http://schemas.openxmlformats.org/drawingml/2006/main">
            <a:off x="7867665" y="3267075"/>
            <a:ext cx="1226028"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واضحان</a:t>
            </a:r>
          </a:p>
        </p:txBody>
      </p:sp>
      <p:sp>
        <p:nvSpPr>
          <p:cNvPr id="27" name="text-627">
            <a:extLst xmlns:a="http://schemas.openxmlformats.org/drawingml/2006/main">
              <a:ext uri="{FF2B5EF4-FFF2-40B4-BE49-F238E27FC236}">
                <a16:creationId xmlns:a16="http://schemas.microsoft.com/office/drawing/2014/main" id="{32C772FC-9406-4140-B718-79AB1FA5EB90}"/>
              </a:ext>
            </a:extLst>
          </p:cNvPr>
          <p:cNvSpPr>
            <a:spLocks xmlns:a="http://schemas.openxmlformats.org/drawingml/2006/main" noGrp="1"/>
          </p:cNvSpPr>
          <p:nvPr/>
        </p:nvSpPr>
        <p:spPr>
          <a:xfrm xmlns:a="http://schemas.openxmlformats.org/drawingml/2006/main">
            <a:off x="10347192" y="3971925"/>
            <a:ext cx="123520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المستخدم</a:t>
            </a:r>
          </a:p>
        </p:txBody>
      </p:sp>
      <p:sp>
        <p:nvSpPr>
          <p:cNvPr id="28" name="text-628">
            <a:extLst xmlns:a="http://schemas.openxmlformats.org/drawingml/2006/main">
              <a:ext uri="{FF2B5EF4-FFF2-40B4-BE49-F238E27FC236}">
                <a16:creationId xmlns:a16="http://schemas.microsoft.com/office/drawing/2014/main" id="{24717257-ABB3-4442-AF24-C8C2A094D017}"/>
              </a:ext>
            </a:extLst>
          </p:cNvPr>
          <p:cNvSpPr>
            <a:spLocks xmlns:a="http://schemas.openxmlformats.org/drawingml/2006/main" noGrp="1"/>
          </p:cNvSpPr>
          <p:nvPr/>
        </p:nvSpPr>
        <p:spPr>
          <a:xfrm xmlns:a="http://schemas.openxmlformats.org/drawingml/2006/main">
            <a:off x="9703932" y="3971925"/>
            <a:ext cx="578967"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يختار</a:t>
            </a:r>
          </a:p>
        </p:txBody>
      </p:sp>
      <p:sp>
        <p:nvSpPr>
          <p:cNvPr id="29" name="text-629">
            <a:extLst xmlns:a="http://schemas.openxmlformats.org/drawingml/2006/main">
              <a:ext uri="{FF2B5EF4-FFF2-40B4-BE49-F238E27FC236}">
                <a16:creationId xmlns:a16="http://schemas.microsoft.com/office/drawing/2014/main" id="{DEB1F411-F172-4F14-9442-4C7BA9439996}"/>
              </a:ext>
            </a:extLst>
          </p:cNvPr>
          <p:cNvSpPr>
            <a:spLocks xmlns:a="http://schemas.openxmlformats.org/drawingml/2006/main" noGrp="1"/>
          </p:cNvSpPr>
          <p:nvPr/>
        </p:nvSpPr>
        <p:spPr>
          <a:xfrm xmlns:a="http://schemas.openxmlformats.org/drawingml/2006/main">
            <a:off x="8797253" y="3971925"/>
            <a:ext cx="84238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الانتقال</a:t>
            </a:r>
          </a:p>
        </p:txBody>
      </p:sp>
      <p:sp>
        <p:nvSpPr>
          <p:cNvPr id="30" name="text-630">
            <a:extLst xmlns:a="http://schemas.openxmlformats.org/drawingml/2006/main">
              <a:ext uri="{FF2B5EF4-FFF2-40B4-BE49-F238E27FC236}">
                <a16:creationId xmlns:a16="http://schemas.microsoft.com/office/drawing/2014/main" id="{E3C8DD4C-7724-41BA-B256-FC6A680C5B80}"/>
              </a:ext>
            </a:extLst>
          </p:cNvPr>
          <p:cNvSpPr>
            <a:spLocks xmlns:a="http://schemas.openxmlformats.org/drawingml/2006/main" noGrp="1"/>
          </p:cNvSpPr>
          <p:nvPr/>
        </p:nvSpPr>
        <p:spPr>
          <a:xfrm xmlns:a="http://schemas.openxmlformats.org/drawingml/2006/main">
            <a:off x="8317636" y="3971925"/>
            <a:ext cx="41532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وقد</a:t>
            </a:r>
          </a:p>
        </p:txBody>
      </p:sp>
      <p:sp>
        <p:nvSpPr>
          <p:cNvPr id="31" name="text-631">
            <a:extLst xmlns:a="http://schemas.openxmlformats.org/drawingml/2006/main">
              <a:ext uri="{FF2B5EF4-FFF2-40B4-BE49-F238E27FC236}">
                <a16:creationId xmlns:a16="http://schemas.microsoft.com/office/drawing/2014/main" id="{12C399BB-9C7E-4A29-87BF-3EC9DBD9B69E}"/>
              </a:ext>
            </a:extLst>
          </p:cNvPr>
          <p:cNvSpPr>
            <a:spLocks xmlns:a="http://schemas.openxmlformats.org/drawingml/2006/main" noGrp="1"/>
          </p:cNvSpPr>
          <p:nvPr/>
        </p:nvSpPr>
        <p:spPr>
          <a:xfrm xmlns:a="http://schemas.openxmlformats.org/drawingml/2006/main">
            <a:off x="7555960" y="3971925"/>
            <a:ext cx="697382"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يرسل</a:t>
            </a:r>
          </a:p>
        </p:txBody>
      </p:sp>
      <p:sp>
        <p:nvSpPr>
          <p:cNvPr id="32" name="text-632">
            <a:extLst xmlns:a="http://schemas.openxmlformats.org/drawingml/2006/main">
              <a:ext uri="{FF2B5EF4-FFF2-40B4-BE49-F238E27FC236}">
                <a16:creationId xmlns:a16="http://schemas.microsoft.com/office/drawing/2014/main" id="{FB849ABA-3A27-48FA-A320-76574BFAAD54}"/>
              </a:ext>
            </a:extLst>
          </p:cNvPr>
          <p:cNvSpPr>
            <a:spLocks xmlns:a="http://schemas.openxmlformats.org/drawingml/2006/main" noGrp="1"/>
          </p:cNvSpPr>
          <p:nvPr/>
        </p:nvSpPr>
        <p:spPr>
          <a:xfrm xmlns:a="http://schemas.openxmlformats.org/drawingml/2006/main">
            <a:off x="7096258" y="3971925"/>
            <a:ext cx="395407"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الزر</a:t>
            </a:r>
          </a:p>
        </p:txBody>
      </p:sp>
      <p:sp>
        <p:nvSpPr>
          <p:cNvPr id="33" name="text-633">
            <a:extLst xmlns:a="http://schemas.openxmlformats.org/drawingml/2006/main">
              <a:ext uri="{FF2B5EF4-FFF2-40B4-BE49-F238E27FC236}">
                <a16:creationId xmlns:a16="http://schemas.microsoft.com/office/drawing/2014/main" id="{0393C1A8-BB4B-473D-ACCD-4ECCC01FDBF8}"/>
              </a:ext>
            </a:extLst>
          </p:cNvPr>
          <p:cNvSpPr>
            <a:spLocks xmlns:a="http://schemas.openxmlformats.org/drawingml/2006/main" noGrp="1"/>
          </p:cNvSpPr>
          <p:nvPr/>
        </p:nvSpPr>
        <p:spPr>
          <a:xfrm xmlns:a="http://schemas.openxmlformats.org/drawingml/2006/main">
            <a:off x="6193111" y="3971925"/>
            <a:ext cx="83885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السؤال</a:t>
            </a:r>
          </a:p>
        </p:txBody>
      </p:sp>
      <p:sp>
        <p:nvSpPr>
          <p:cNvPr id="34" name="text-634">
            <a:extLst xmlns:a="http://schemas.openxmlformats.org/drawingml/2006/main">
              <a:ext uri="{FF2B5EF4-FFF2-40B4-BE49-F238E27FC236}">
                <a16:creationId xmlns:a16="http://schemas.microsoft.com/office/drawing/2014/main" id="{096CF11A-B350-4A89-A53C-AB542813D072}"/>
              </a:ext>
            </a:extLst>
          </p:cNvPr>
          <p:cNvSpPr>
            <a:spLocks xmlns:a="http://schemas.openxmlformats.org/drawingml/2006/main" noGrp="1"/>
          </p:cNvSpPr>
          <p:nvPr/>
        </p:nvSpPr>
        <p:spPr>
          <a:xfrm xmlns:a="http://schemas.openxmlformats.org/drawingml/2006/main">
            <a:off x="5278682" y="3971925"/>
            <a:ext cx="85013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الأصلي</a:t>
            </a:r>
          </a:p>
        </p:txBody>
      </p:sp>
      <p:sp>
        <p:nvSpPr>
          <p:cNvPr id="35" name="text-635">
            <a:extLst xmlns:a="http://schemas.openxmlformats.org/drawingml/2006/main">
              <a:ext uri="{FF2B5EF4-FFF2-40B4-BE49-F238E27FC236}">
                <a16:creationId xmlns:a16="http://schemas.microsoft.com/office/drawing/2014/main" id="{0BE2994C-277E-48AE-A14C-BB4167DBD850}"/>
              </a:ext>
            </a:extLst>
          </p:cNvPr>
          <p:cNvSpPr>
            <a:spLocks xmlns:a="http://schemas.openxmlformats.org/drawingml/2006/main" noGrp="1"/>
          </p:cNvSpPr>
          <p:nvPr/>
        </p:nvSpPr>
        <p:spPr>
          <a:xfrm xmlns:a="http://schemas.openxmlformats.org/drawingml/2006/main">
            <a:off x="4731763" y="3971925"/>
            <a:ext cx="48262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فقط</a:t>
            </a:r>
          </a:p>
        </p:txBody>
      </p:sp>
      <p:sp>
        <p:nvSpPr>
          <p:cNvPr id="36" name="text-636">
            <a:extLst xmlns:a="http://schemas.openxmlformats.org/drawingml/2006/main">
              <a:ext uri="{FF2B5EF4-FFF2-40B4-BE49-F238E27FC236}">
                <a16:creationId xmlns:a16="http://schemas.microsoft.com/office/drawing/2014/main" id="{49DFCD53-1F9B-457B-B7EA-5332A2A678E0}"/>
              </a:ext>
            </a:extLst>
          </p:cNvPr>
          <p:cNvSpPr>
            <a:spLocks xmlns:a="http://schemas.openxmlformats.org/drawingml/2006/main" noGrp="1"/>
          </p:cNvSpPr>
          <p:nvPr/>
        </p:nvSpPr>
        <p:spPr>
          <a:xfrm xmlns:a="http://schemas.openxmlformats.org/drawingml/2006/main">
            <a:off x="10897968" y="4772025"/>
            <a:ext cx="684432"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الحالة</a:t>
            </a:r>
          </a:p>
        </p:txBody>
      </p:sp>
      <p:sp>
        <p:nvSpPr>
          <p:cNvPr id="37" name="text-637">
            <a:extLst xmlns:a="http://schemas.openxmlformats.org/drawingml/2006/main">
              <a:ext uri="{FF2B5EF4-FFF2-40B4-BE49-F238E27FC236}">
                <a16:creationId xmlns:a16="http://schemas.microsoft.com/office/drawing/2014/main" id="{8B6DF6CF-9F94-4B72-989F-6856103DE29F}"/>
              </a:ext>
            </a:extLst>
          </p:cNvPr>
          <p:cNvSpPr>
            <a:spLocks xmlns:a="http://schemas.openxmlformats.org/drawingml/2006/main" noGrp="1"/>
          </p:cNvSpPr>
          <p:nvPr/>
        </p:nvSpPr>
        <p:spPr>
          <a:xfrm xmlns:a="http://schemas.openxmlformats.org/drawingml/2006/main">
            <a:off x="9708935" y="4772025"/>
            <a:ext cx="112473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الشخصية</a:t>
            </a:r>
          </a:p>
        </p:txBody>
      </p:sp>
      <p:sp>
        <p:nvSpPr>
          <p:cNvPr id="38" name="text-638">
            <a:extLst xmlns:a="http://schemas.openxmlformats.org/drawingml/2006/main">
              <a:ext uri="{FF2B5EF4-FFF2-40B4-BE49-F238E27FC236}">
                <a16:creationId xmlns:a16="http://schemas.microsoft.com/office/drawing/2014/main" id="{40F75A38-2E8F-4D47-88AE-837AD337198E}"/>
              </a:ext>
            </a:extLst>
          </p:cNvPr>
          <p:cNvSpPr>
            <a:spLocks xmlns:a="http://schemas.openxmlformats.org/drawingml/2006/main" noGrp="1"/>
          </p:cNvSpPr>
          <p:nvPr/>
        </p:nvSpPr>
        <p:spPr>
          <a:xfrm xmlns:a="http://schemas.openxmlformats.org/drawingml/2006/main">
            <a:off x="8997883" y="4772025"/>
            <a:ext cx="64675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تحتاج</a:t>
            </a:r>
          </a:p>
        </p:txBody>
      </p:sp>
      <p:sp>
        <p:nvSpPr>
          <p:cNvPr id="39" name="text-639">
            <a:extLst xmlns:a="http://schemas.openxmlformats.org/drawingml/2006/main">
              <a:ext uri="{FF2B5EF4-FFF2-40B4-BE49-F238E27FC236}">
                <a16:creationId xmlns:a16="http://schemas.microsoft.com/office/drawing/2014/main" id="{DA179B5F-5493-4696-83BC-BD6CA9963370}"/>
              </a:ext>
            </a:extLst>
          </p:cNvPr>
          <p:cNvSpPr>
            <a:spLocks xmlns:a="http://schemas.openxmlformats.org/drawingml/2006/main" noGrp="1"/>
          </p:cNvSpPr>
          <p:nvPr/>
        </p:nvSpPr>
        <p:spPr>
          <a:xfrm xmlns:a="http://schemas.openxmlformats.org/drawingml/2006/main">
            <a:off x="7942473" y="4772025"/>
            <a:ext cx="99111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معطياتها</a:t>
            </a:r>
          </a:p>
        </p:txBody>
      </p:sp>
      <p:sp>
        <p:nvSpPr>
          <p:cNvPr id="40" name="text-640">
            <a:extLst xmlns:a="http://schemas.openxmlformats.org/drawingml/2006/main">
              <a:ext uri="{FF2B5EF4-FFF2-40B4-BE49-F238E27FC236}">
                <a16:creationId xmlns:a16="http://schemas.microsoft.com/office/drawing/2014/main" id="{26A5F4A4-A9EA-4FE2-BFB2-F34481945CD7}"/>
              </a:ext>
            </a:extLst>
          </p:cNvPr>
          <p:cNvSpPr>
            <a:spLocks xmlns:a="http://schemas.openxmlformats.org/drawingml/2006/main" noGrp="1"/>
          </p:cNvSpPr>
          <p:nvPr/>
        </p:nvSpPr>
        <p:spPr>
          <a:xfrm xmlns:a="http://schemas.openxmlformats.org/drawingml/2006/main">
            <a:off x="7462856" y="4772025"/>
            <a:ext cx="41532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وقد</a:t>
            </a:r>
          </a:p>
        </p:txBody>
      </p:sp>
      <p:sp>
        <p:nvSpPr>
          <p:cNvPr id="41" name="text-641">
            <a:extLst xmlns:a="http://schemas.openxmlformats.org/drawingml/2006/main">
              <a:ext uri="{FF2B5EF4-FFF2-40B4-BE49-F238E27FC236}">
                <a16:creationId xmlns:a16="http://schemas.microsoft.com/office/drawing/2014/main" id="{1162EF1B-C59F-4631-AD1C-B9EE30464A4E}"/>
              </a:ext>
            </a:extLst>
          </p:cNvPr>
          <p:cNvSpPr>
            <a:spLocks xmlns:a="http://schemas.openxmlformats.org/drawingml/2006/main" noGrp="1"/>
          </p:cNvSpPr>
          <p:nvPr/>
        </p:nvSpPr>
        <p:spPr>
          <a:xfrm xmlns:a="http://schemas.openxmlformats.org/drawingml/2006/main">
            <a:off x="6522428" y="4772025"/>
            <a:ext cx="876134"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تستلزم</a:t>
            </a:r>
          </a:p>
        </p:txBody>
      </p:sp>
      <p:sp>
        <p:nvSpPr>
          <p:cNvPr id="42" name="text-642">
            <a:extLst xmlns:a="http://schemas.openxmlformats.org/drawingml/2006/main">
              <a:ext uri="{FF2B5EF4-FFF2-40B4-BE49-F238E27FC236}">
                <a16:creationId xmlns:a16="http://schemas.microsoft.com/office/drawing/2014/main" id="{56F1FF6E-9771-4561-BFCD-5347BDDFCA1C}"/>
              </a:ext>
            </a:extLst>
          </p:cNvPr>
          <p:cNvSpPr>
            <a:spLocks xmlns:a="http://schemas.openxmlformats.org/drawingml/2006/main" noGrp="1"/>
          </p:cNvSpPr>
          <p:nvPr/>
        </p:nvSpPr>
        <p:spPr>
          <a:xfrm xmlns:a="http://schemas.openxmlformats.org/drawingml/2006/main">
            <a:off x="5704732" y="4772025"/>
            <a:ext cx="753402"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مختصًا</a:t>
            </a:r>
          </a:p>
        </p:txBody>
      </p:sp>
      <p:sp>
        <p:nvSpPr>
          <p:cNvPr id="43" name="text-643">
            <a:extLst xmlns:a="http://schemas.openxmlformats.org/drawingml/2006/main">
              <a:ext uri="{FF2B5EF4-FFF2-40B4-BE49-F238E27FC236}">
                <a16:creationId xmlns:a16="http://schemas.microsoft.com/office/drawing/2014/main" id="{18082FD5-2BCC-4136-9512-48ED2A6B8949}"/>
              </a:ext>
            </a:extLst>
          </p:cNvPr>
          <p:cNvSpPr>
            <a:spLocks xmlns:a="http://schemas.openxmlformats.org/drawingml/2006/main" noGrp="1"/>
          </p:cNvSpPr>
          <p:nvPr/>
        </p:nvSpPr>
        <p:spPr>
          <a:xfrm xmlns:a="http://schemas.openxmlformats.org/drawingml/2006/main">
            <a:off x="10847050" y="5476875"/>
            <a:ext cx="73535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الانتظار</a:t>
            </a:r>
          </a:p>
        </p:txBody>
      </p:sp>
      <p:sp>
        <p:nvSpPr>
          <p:cNvPr id="44" name="text-644">
            <a:extLst xmlns:a="http://schemas.openxmlformats.org/drawingml/2006/main">
              <a:ext uri="{FF2B5EF4-FFF2-40B4-BE49-F238E27FC236}">
                <a16:creationId xmlns:a16="http://schemas.microsoft.com/office/drawing/2014/main" id="{B4DA0540-DD0B-4BFF-9A28-18B4B18C4710}"/>
              </a:ext>
            </a:extLst>
          </p:cNvPr>
          <p:cNvSpPr>
            <a:spLocks xmlns:a="http://schemas.openxmlformats.org/drawingml/2006/main" noGrp="1"/>
          </p:cNvSpPr>
          <p:nvPr/>
        </p:nvSpPr>
        <p:spPr>
          <a:xfrm xmlns:a="http://schemas.openxmlformats.org/drawingml/2006/main">
            <a:off x="10138770" y="5476875"/>
            <a:ext cx="65294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وحدود</a:t>
            </a:r>
          </a:p>
        </p:txBody>
      </p:sp>
      <p:sp>
        <p:nvSpPr>
          <p:cNvPr id="45" name="text-645">
            <a:extLst xmlns:a="http://schemas.openxmlformats.org/drawingml/2006/main">
              <a:ext uri="{FF2B5EF4-FFF2-40B4-BE49-F238E27FC236}">
                <a16:creationId xmlns:a16="http://schemas.microsoft.com/office/drawing/2014/main" id="{A3ACC749-FE73-4B58-B4F5-04CA25D86CB0}"/>
              </a:ext>
            </a:extLst>
          </p:cNvPr>
          <p:cNvSpPr>
            <a:spLocks xmlns:a="http://schemas.openxmlformats.org/drawingml/2006/main" noGrp="1"/>
          </p:cNvSpPr>
          <p:nvPr/>
        </p:nvSpPr>
        <p:spPr>
          <a:xfrm xmlns:a="http://schemas.openxmlformats.org/drawingml/2006/main">
            <a:off x="9350729" y="5476875"/>
            <a:ext cx="73270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الخدمة</a:t>
            </a:r>
          </a:p>
        </p:txBody>
      </p:sp>
      <p:sp>
        <p:nvSpPr>
          <p:cNvPr id="46" name="text-646">
            <a:extLst xmlns:a="http://schemas.openxmlformats.org/drawingml/2006/main">
              <a:ext uri="{FF2B5EF4-FFF2-40B4-BE49-F238E27FC236}">
                <a16:creationId xmlns:a16="http://schemas.microsoft.com/office/drawing/2014/main" id="{F31BC0CD-DE68-465A-AC15-E0D9B78E3648}"/>
              </a:ext>
            </a:extLst>
          </p:cNvPr>
          <p:cNvSpPr>
            <a:spLocks xmlns:a="http://schemas.openxmlformats.org/drawingml/2006/main" noGrp="1"/>
          </p:cNvSpPr>
          <p:nvPr/>
        </p:nvSpPr>
        <p:spPr>
          <a:xfrm xmlns:a="http://schemas.openxmlformats.org/drawingml/2006/main">
            <a:off x="8636857" y="5476875"/>
            <a:ext cx="65853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ظاهرة</a:t>
            </a:r>
          </a:p>
        </p:txBody>
      </p:sp>
      <p:sp>
        <p:nvSpPr>
          <p:cNvPr id="47" name="text-647">
            <a:extLst xmlns:a="http://schemas.openxmlformats.org/drawingml/2006/main">
              <a:ext uri="{FF2B5EF4-FFF2-40B4-BE49-F238E27FC236}">
                <a16:creationId xmlns:a16="http://schemas.microsoft.com/office/drawing/2014/main" id="{471527A2-A8AA-4102-A850-99CE811FF464}"/>
              </a:ext>
            </a:extLst>
          </p:cNvPr>
          <p:cNvSpPr>
            <a:spLocks xmlns:a="http://schemas.openxmlformats.org/drawingml/2006/main" noGrp="1"/>
          </p:cNvSpPr>
          <p:nvPr/>
        </p:nvSpPr>
        <p:spPr>
          <a:xfrm xmlns:a="http://schemas.openxmlformats.org/drawingml/2006/main">
            <a:off x="8456689" y="5476875"/>
            <a:ext cx="1248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a:t>
            </a:r>
          </a:p>
        </p:txBody>
      </p:sp>
      <p:sp>
        <p:nvSpPr>
          <p:cNvPr id="48" name="text-648">
            <a:extLst xmlns:a="http://schemas.openxmlformats.org/drawingml/2006/main">
              <a:ext uri="{FF2B5EF4-FFF2-40B4-BE49-F238E27FC236}">
                <a16:creationId xmlns:a16="http://schemas.microsoft.com/office/drawing/2014/main" id="{CAF17D08-E2E8-4240-A8B2-F67CEA246B4B}"/>
              </a:ext>
            </a:extLst>
          </p:cNvPr>
          <p:cNvSpPr>
            <a:spLocks xmlns:a="http://schemas.openxmlformats.org/drawingml/2006/main" noGrp="1"/>
          </p:cNvSpPr>
          <p:nvPr/>
        </p:nvSpPr>
        <p:spPr>
          <a:xfrm xmlns:a="http://schemas.openxmlformats.org/drawingml/2006/main">
            <a:off x="7393064" y="5476875"/>
            <a:ext cx="10082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المحادثات</a:t>
            </a:r>
          </a:p>
        </p:txBody>
      </p:sp>
      <p:sp>
        <p:nvSpPr>
          <p:cNvPr id="49" name="text-649">
            <a:extLst xmlns:a="http://schemas.openxmlformats.org/drawingml/2006/main">
              <a:ext uri="{FF2B5EF4-FFF2-40B4-BE49-F238E27FC236}">
                <a16:creationId xmlns:a16="http://schemas.microsoft.com/office/drawing/2014/main" id="{F123697A-292F-420B-B279-413F668CB36B}"/>
              </a:ext>
            </a:extLst>
          </p:cNvPr>
          <p:cNvSpPr>
            <a:spLocks xmlns:a="http://schemas.openxmlformats.org/drawingml/2006/main" noGrp="1"/>
          </p:cNvSpPr>
          <p:nvPr/>
        </p:nvSpPr>
        <p:spPr>
          <a:xfrm xmlns:a="http://schemas.openxmlformats.org/drawingml/2006/main">
            <a:off x="7150304" y="5476875"/>
            <a:ext cx="18742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لا</a:t>
            </a:r>
          </a:p>
        </p:txBody>
      </p:sp>
      <p:sp>
        <p:nvSpPr>
          <p:cNvPr id="50" name="text-650">
            <a:extLst xmlns:a="http://schemas.openxmlformats.org/drawingml/2006/main">
              <a:ext uri="{FF2B5EF4-FFF2-40B4-BE49-F238E27FC236}">
                <a16:creationId xmlns:a16="http://schemas.microsoft.com/office/drawing/2014/main" id="{D5418F64-38B7-451B-BD06-E5B7FBF41A6E}"/>
              </a:ext>
            </a:extLst>
          </p:cNvPr>
          <p:cNvSpPr>
            <a:spLocks xmlns:a="http://schemas.openxmlformats.org/drawingml/2006/main" noGrp="1"/>
          </p:cNvSpPr>
          <p:nvPr/>
        </p:nvSpPr>
        <p:spPr>
          <a:xfrm xmlns:a="http://schemas.openxmlformats.org/drawingml/2006/main">
            <a:off x="6525121" y="5476875"/>
            <a:ext cx="56984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تحفظ</a:t>
            </a:r>
          </a:p>
        </p:txBody>
      </p:sp>
      <p:sp>
        <p:nvSpPr>
          <p:cNvPr id="51" name="text-651">
            <a:extLst xmlns:a="http://schemas.openxmlformats.org/drawingml/2006/main">
              <a:ext uri="{FF2B5EF4-FFF2-40B4-BE49-F238E27FC236}">
                <a16:creationId xmlns:a16="http://schemas.microsoft.com/office/drawing/2014/main" id="{26366CC9-FE4D-4418-921E-3DC0EBEA20C2}"/>
              </a:ext>
            </a:extLst>
          </p:cNvPr>
          <p:cNvSpPr>
            <a:spLocks xmlns:a="http://schemas.openxmlformats.org/drawingml/2006/main" noGrp="1"/>
          </p:cNvSpPr>
          <p:nvPr/>
        </p:nvSpPr>
        <p:spPr>
          <a:xfrm xmlns:a="http://schemas.openxmlformats.org/drawingml/2006/main">
            <a:off x="5967731" y="5476875"/>
            <a:ext cx="50205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دائمًا</a:t>
            </a:r>
          </a:p>
        </p:txBody>
      </p:sp>
    </p:spTree>
    <p:extLst>
      <p:ext uri="{BB962C8B-B14F-4D97-AF65-F5344CB8AC3E}">
        <p14:creationId xmlns:p14="http://schemas.microsoft.com/office/powerpoint/2010/main" val="1353310192"/>
      </p:ext>
    </p:extLst>
  </p:cSld>
</p:sld>
</file>

<file path=ppt/slides/slide16.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29" name="text-652">
            <a:extLst xmlns:a="http://schemas.openxmlformats.org/drawingml/2006/main">
              <a:ext uri="{FF2B5EF4-FFF2-40B4-BE49-F238E27FC236}">
                <a16:creationId xmlns:a16="http://schemas.microsoft.com/office/drawing/2014/main" id="{A7500536-1C20-4712-8CFC-6C4CCE7AAE2D}"/>
              </a:ext>
            </a:extLst>
          </p:cNvPr>
          <p:cNvSpPr>
            <a:spLocks xmlns:a="http://schemas.openxmlformats.org/drawingml/2006/main" noGrp="1"/>
          </p:cNvSpPr>
          <p:nvPr/>
        </p:nvSpPr>
        <p:spPr>
          <a:xfrm xmlns:a="http://schemas.openxmlformats.org/drawingml/2006/main">
            <a:off x="10612344" y="457200"/>
            <a:ext cx="97005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جرّب</a:t>
            </a:r>
          </a:p>
        </p:txBody>
      </p:sp>
      <p:sp>
        <p:nvSpPr>
          <p:cNvPr id="2" name="text-653">
            <a:extLst xmlns:a="http://schemas.openxmlformats.org/drawingml/2006/main">
              <a:ext uri="{FF2B5EF4-FFF2-40B4-BE49-F238E27FC236}">
                <a16:creationId xmlns:a16="http://schemas.microsoft.com/office/drawing/2014/main" id="{7ABE37DC-D8F9-4B64-9095-EDB21A94A607}"/>
              </a:ext>
            </a:extLst>
          </p:cNvPr>
          <p:cNvSpPr>
            <a:spLocks xmlns:a="http://schemas.openxmlformats.org/drawingml/2006/main" noGrp="1"/>
          </p:cNvSpPr>
          <p:nvPr/>
        </p:nvSpPr>
        <p:spPr>
          <a:xfrm xmlns:a="http://schemas.openxmlformats.org/drawingml/2006/main">
            <a:off x="9385303" y="457200"/>
            <a:ext cx="112607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وافتح</a:t>
            </a:r>
          </a:p>
        </p:txBody>
      </p:sp>
      <p:sp>
        <p:nvSpPr>
          <p:cNvPr id="3" name="text-654">
            <a:extLst xmlns:a="http://schemas.openxmlformats.org/drawingml/2006/main">
              <a:ext uri="{FF2B5EF4-FFF2-40B4-BE49-F238E27FC236}">
                <a16:creationId xmlns:a16="http://schemas.microsoft.com/office/drawing/2014/main" id="{B8E7443A-8D86-40E3-ACB1-289414E65454}"/>
              </a:ext>
            </a:extLst>
          </p:cNvPr>
          <p:cNvSpPr>
            <a:spLocks xmlns:a="http://schemas.openxmlformats.org/drawingml/2006/main" noGrp="1"/>
          </p:cNvSpPr>
          <p:nvPr/>
        </p:nvSpPr>
        <p:spPr>
          <a:xfrm xmlns:a="http://schemas.openxmlformats.org/drawingml/2006/main">
            <a:off x="8067126" y="457200"/>
            <a:ext cx="121721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الدليل</a:t>
            </a:r>
          </a:p>
        </p:txBody>
      </p:sp>
      <p:sp>
        <p:nvSpPr>
          <p:cNvPr id="4" name="text-655">
            <a:extLst xmlns:a="http://schemas.openxmlformats.org/drawingml/2006/main">
              <a:ext uri="{FF2B5EF4-FFF2-40B4-BE49-F238E27FC236}">
                <a16:creationId xmlns:a16="http://schemas.microsoft.com/office/drawing/2014/main" id="{D88E42AE-7FA9-46CD-A89B-F15CF96793C8}"/>
              </a:ext>
            </a:extLst>
          </p:cNvPr>
          <p:cNvSpPr>
            <a:spLocks xmlns:a="http://schemas.openxmlformats.org/drawingml/2006/main" noGrp="1"/>
          </p:cNvSpPr>
          <p:nvPr/>
        </p:nvSpPr>
        <p:spPr>
          <a:xfrm xmlns:a="http://schemas.openxmlformats.org/drawingml/2006/main">
            <a:off x="7038106" y="457200"/>
            <a:ext cx="928055"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وأعد</a:t>
            </a:r>
          </a:p>
        </p:txBody>
      </p:sp>
      <p:sp>
        <p:nvSpPr>
          <p:cNvPr id="5" name="text-656">
            <a:extLst xmlns:a="http://schemas.openxmlformats.org/drawingml/2006/main">
              <a:ext uri="{FF2B5EF4-FFF2-40B4-BE49-F238E27FC236}">
                <a16:creationId xmlns:a16="http://schemas.microsoft.com/office/drawing/2014/main" id="{7CAA2095-DE73-4575-A12F-DF936102377E}"/>
              </a:ext>
            </a:extLst>
          </p:cNvPr>
          <p:cNvSpPr>
            <a:spLocks xmlns:a="http://schemas.openxmlformats.org/drawingml/2006/main" noGrp="1"/>
          </p:cNvSpPr>
          <p:nvPr/>
        </p:nvSpPr>
        <p:spPr>
          <a:xfrm xmlns:a="http://schemas.openxmlformats.org/drawingml/2006/main">
            <a:off x="5485950" y="457200"/>
            <a:ext cx="145119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الاختبار</a:t>
            </a:r>
          </a:p>
        </p:txBody>
      </p:sp>
      <p:sp>
        <p:nvSpPr>
          <p:cNvPr id="6" name="shape-657">
            <a:extLst xmlns:a="http://schemas.openxmlformats.org/drawingml/2006/main">
              <a:ext uri="{FF2B5EF4-FFF2-40B4-BE49-F238E27FC236}">
                <a16:creationId xmlns:a16="http://schemas.microsoft.com/office/drawing/2014/main" id="{FD73572C-82F4-412A-AA0B-74394CDA9294}"/>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7" name="text-658">
            <a:extLst xmlns:a="http://schemas.openxmlformats.org/drawingml/2006/main">
              <a:ext uri="{FF2B5EF4-FFF2-40B4-BE49-F238E27FC236}">
                <a16:creationId xmlns:a16="http://schemas.microsoft.com/office/drawing/2014/main" id="{A2A61EF5-67D5-45C4-B7EB-F3D4CF911E61}"/>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8" name="text-659">
            <a:extLst xmlns:a="http://schemas.openxmlformats.org/drawingml/2006/main">
              <a:ext uri="{FF2B5EF4-FFF2-40B4-BE49-F238E27FC236}">
                <a16:creationId xmlns:a16="http://schemas.microsoft.com/office/drawing/2014/main" id="{987061CB-FDD7-4ACF-A35C-05EE15338AD2}"/>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9" name="text-660">
            <a:extLst xmlns:a="http://schemas.openxmlformats.org/drawingml/2006/main">
              <a:ext uri="{FF2B5EF4-FFF2-40B4-BE49-F238E27FC236}">
                <a16:creationId xmlns:a16="http://schemas.microsoft.com/office/drawing/2014/main" id="{B9736B6B-DFF4-4373-8670-971E01DCC021}"/>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0" name="text-661">
            <a:extLst xmlns:a="http://schemas.openxmlformats.org/drawingml/2006/main">
              <a:ext uri="{FF2B5EF4-FFF2-40B4-BE49-F238E27FC236}">
                <a16:creationId xmlns:a16="http://schemas.microsoft.com/office/drawing/2014/main" id="{8E1B2E55-99A1-4C4F-95F9-7A0C14628ED5}"/>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1" name="text-662">
            <a:extLst xmlns:a="http://schemas.openxmlformats.org/drawingml/2006/main">
              <a:ext uri="{FF2B5EF4-FFF2-40B4-BE49-F238E27FC236}">
                <a16:creationId xmlns:a16="http://schemas.microsoft.com/office/drawing/2014/main" id="{6DA0EE65-3139-4AEB-B835-07CCE7D733C2}"/>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2" name="text-663">
            <a:extLst xmlns:a="http://schemas.openxmlformats.org/drawingml/2006/main">
              <a:ext uri="{FF2B5EF4-FFF2-40B4-BE49-F238E27FC236}">
                <a16:creationId xmlns:a16="http://schemas.microsoft.com/office/drawing/2014/main" id="{A3039D46-F79F-44A2-97E9-D27052E5C8BD}"/>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3" name="text-664">
            <a:extLst xmlns:a="http://schemas.openxmlformats.org/drawingml/2006/main">
              <a:ext uri="{FF2B5EF4-FFF2-40B4-BE49-F238E27FC236}">
                <a16:creationId xmlns:a16="http://schemas.microsoft.com/office/drawing/2014/main" id="{6BD0CECE-403A-441A-A1AC-63EAFF5F0B24}"/>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16</a:t>
            </a:r>
          </a:p>
        </p:txBody>
      </p:sp>
      <p:sp>
        <p:nvSpPr>
          <p:cNvPr id="14" name="text-665">
            <a:extLst xmlns:a="http://schemas.openxmlformats.org/drawingml/2006/main">
              <a:ext uri="{FF2B5EF4-FFF2-40B4-BE49-F238E27FC236}">
                <a16:creationId xmlns:a16="http://schemas.microsoft.com/office/drawing/2014/main" id="{BF48EDAB-906E-4552-BEC8-5CFEF3B7B6E2}"/>
              </a:ext>
            </a:extLst>
          </p:cNvPr>
          <p:cNvSpPr>
            <a:spLocks xmlns:a="http://schemas.openxmlformats.org/drawingml/2006/main" noGrp="1"/>
          </p:cNvSpPr>
          <p:nvPr/>
        </p:nvSpPr>
        <p:spPr>
          <a:xfrm xmlns:a="http://schemas.openxmlformats.org/drawingml/2006/main">
            <a:off x="609600" y="1752600"/>
            <a:ext cx="10972800"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ctr">
              <a:defRPr sz="4050" b="1">
                <a:solidFill>
                  <a:srgbClr val="EDCA7E"/>
                </a:solidFill>
                <a:latin typeface="Tahoma"/>
                <a:ea typeface="Tahoma"/>
                <a:cs typeface="Tahoma"/>
              </a:defRPr>
            </a:pPr>
            <a:r>
              <a:rPr sz="4050" b="1">
                <a:solidFill>
                  <a:srgbClr val="EDCA7E"/>
                </a:solidFill>
                <a:latin typeface="Tahoma"/>
                <a:ea typeface="Tahoma"/>
                <a:cs typeface="Tahoma"/>
              </a:rPr>
              <a:t>islamicaich.salsabeel.ai</a:t>
            </a:r>
          </a:p>
        </p:txBody>
      </p:sp>
      <p:sp>
        <p:nvSpPr>
          <p:cNvPr id="15" name="text-666">
            <a:extLst xmlns:a="http://schemas.openxmlformats.org/drawingml/2006/main">
              <a:ext uri="{FF2B5EF4-FFF2-40B4-BE49-F238E27FC236}">
                <a16:creationId xmlns:a16="http://schemas.microsoft.com/office/drawing/2014/main" id="{5F888BD1-E0CA-41EE-B335-40949E9D728F}"/>
              </a:ext>
            </a:extLst>
          </p:cNvPr>
          <p:cNvSpPr>
            <a:spLocks xmlns:a="http://schemas.openxmlformats.org/drawingml/2006/main" noGrp="1"/>
          </p:cNvSpPr>
          <p:nvPr/>
        </p:nvSpPr>
        <p:spPr>
          <a:xfrm xmlns:a="http://schemas.openxmlformats.org/drawingml/2006/main">
            <a:off x="7180580" y="2828925"/>
            <a:ext cx="1156722"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1F5ED"/>
                </a:solidFill>
                <a:latin typeface="Tahoma"/>
                <a:ea typeface="Tahoma"/>
                <a:cs typeface="Tahoma"/>
              </a:defRPr>
            </a:pPr>
            <a:r>
              <a:rPr sz="2475" b="0">
                <a:solidFill>
                  <a:srgbClr val="F1F5ED"/>
                </a:solidFill>
                <a:latin typeface="Tahoma"/>
                <a:ea typeface="Tahoma"/>
                <a:cs typeface="Tahoma"/>
              </a:rPr>
              <a:t>المجلس</a:t>
            </a:r>
          </a:p>
        </p:txBody>
      </p:sp>
      <p:sp>
        <p:nvSpPr>
          <p:cNvPr id="16" name="text-667">
            <a:extLst xmlns:a="http://schemas.openxmlformats.org/drawingml/2006/main">
              <a:ext uri="{FF2B5EF4-FFF2-40B4-BE49-F238E27FC236}">
                <a16:creationId xmlns:a16="http://schemas.microsoft.com/office/drawing/2014/main" id="{4E84F48F-AFFC-4E0D-B9EA-C261ED41CA61}"/>
              </a:ext>
            </a:extLst>
          </p:cNvPr>
          <p:cNvSpPr>
            <a:spLocks xmlns:a="http://schemas.openxmlformats.org/drawingml/2006/main" noGrp="1"/>
          </p:cNvSpPr>
          <p:nvPr/>
        </p:nvSpPr>
        <p:spPr>
          <a:xfrm xmlns:a="http://schemas.openxmlformats.org/drawingml/2006/main">
            <a:off x="6948836" y="2828925"/>
            <a:ext cx="152591"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1F5ED"/>
                </a:solidFill>
                <a:latin typeface="Tahoma"/>
                <a:ea typeface="Tahoma"/>
                <a:cs typeface="Tahoma"/>
              </a:defRPr>
            </a:pPr>
            <a:r>
              <a:rPr sz="2475" b="0">
                <a:solidFill>
                  <a:srgbClr val="F1F5ED"/>
                </a:solidFill>
                <a:latin typeface="Tahoma"/>
                <a:ea typeface="Tahoma"/>
                <a:cs typeface="Tahoma"/>
              </a:rPr>
              <a:t>·</a:t>
            </a:r>
          </a:p>
        </p:txBody>
      </p:sp>
      <p:sp>
        <p:nvSpPr>
          <p:cNvPr id="17" name="text-668">
            <a:extLst xmlns:a="http://schemas.openxmlformats.org/drawingml/2006/main">
              <a:ext uri="{FF2B5EF4-FFF2-40B4-BE49-F238E27FC236}">
                <a16:creationId xmlns:a16="http://schemas.microsoft.com/office/drawing/2014/main" id="{61BBA276-F56F-411C-BCEC-1C2829C2AEDF}"/>
              </a:ext>
            </a:extLst>
          </p:cNvPr>
          <p:cNvSpPr>
            <a:spLocks xmlns:a="http://schemas.openxmlformats.org/drawingml/2006/main" noGrp="1"/>
          </p:cNvSpPr>
          <p:nvPr/>
        </p:nvSpPr>
        <p:spPr>
          <a:xfrm xmlns:a="http://schemas.openxmlformats.org/drawingml/2006/main">
            <a:off x="6241466" y="2828925"/>
            <a:ext cx="628217"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1F5ED"/>
                </a:solidFill>
                <a:latin typeface="Tahoma"/>
                <a:ea typeface="Tahoma"/>
                <a:cs typeface="Tahoma"/>
              </a:defRPr>
            </a:pPr>
            <a:r>
              <a:rPr sz="2475" b="0">
                <a:solidFill>
                  <a:srgbClr val="F1F5ED"/>
                </a:solidFill>
                <a:latin typeface="Tahoma"/>
                <a:ea typeface="Tahoma"/>
                <a:cs typeface="Tahoma"/>
              </a:rPr>
              <a:t>دليل</a:t>
            </a:r>
          </a:p>
        </p:txBody>
      </p:sp>
      <p:sp>
        <p:nvSpPr>
          <p:cNvPr id="18" name="text-669">
            <a:extLst xmlns:a="http://schemas.openxmlformats.org/drawingml/2006/main">
              <a:ext uri="{FF2B5EF4-FFF2-40B4-BE49-F238E27FC236}">
                <a16:creationId xmlns:a16="http://schemas.microsoft.com/office/drawing/2014/main" id="{FD84483A-88F4-4BD1-8DD6-6187F52D2D23}"/>
              </a:ext>
            </a:extLst>
          </p:cNvPr>
          <p:cNvSpPr>
            <a:spLocks xmlns:a="http://schemas.openxmlformats.org/drawingml/2006/main" noGrp="1"/>
          </p:cNvSpPr>
          <p:nvPr/>
        </p:nvSpPr>
        <p:spPr>
          <a:xfrm xmlns:a="http://schemas.openxmlformats.org/drawingml/2006/main">
            <a:off x="5143825" y="2828925"/>
            <a:ext cx="1018488"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1F5ED"/>
                </a:solidFill>
                <a:latin typeface="Tahoma"/>
                <a:ea typeface="Tahoma"/>
                <a:cs typeface="Tahoma"/>
              </a:defRPr>
            </a:pPr>
            <a:r>
              <a:rPr sz="2475" b="0">
                <a:solidFill>
                  <a:srgbClr val="F1F5ED"/>
                </a:solidFill>
                <a:latin typeface="Tahoma"/>
                <a:ea typeface="Tahoma"/>
                <a:cs typeface="Tahoma"/>
              </a:rPr>
              <a:t>المحكّم</a:t>
            </a:r>
          </a:p>
        </p:txBody>
      </p:sp>
      <p:sp>
        <p:nvSpPr>
          <p:cNvPr id="19" name="text-670">
            <a:extLst xmlns:a="http://schemas.openxmlformats.org/drawingml/2006/main">
              <a:ext uri="{FF2B5EF4-FFF2-40B4-BE49-F238E27FC236}">
                <a16:creationId xmlns:a16="http://schemas.microsoft.com/office/drawing/2014/main" id="{ACB54E38-0757-46E9-9F08-BB1DC3DD7A43}"/>
              </a:ext>
            </a:extLst>
          </p:cNvPr>
          <p:cNvSpPr>
            <a:spLocks xmlns:a="http://schemas.openxmlformats.org/drawingml/2006/main" noGrp="1"/>
          </p:cNvSpPr>
          <p:nvPr/>
        </p:nvSpPr>
        <p:spPr>
          <a:xfrm xmlns:a="http://schemas.openxmlformats.org/drawingml/2006/main">
            <a:off x="4912081" y="2828925"/>
            <a:ext cx="152591"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1F5ED"/>
                </a:solidFill>
                <a:latin typeface="Tahoma"/>
                <a:ea typeface="Tahoma"/>
                <a:cs typeface="Tahoma"/>
              </a:defRPr>
            </a:pPr>
            <a:r>
              <a:rPr sz="2475" b="0">
                <a:solidFill>
                  <a:srgbClr val="F1F5ED"/>
                </a:solidFill>
                <a:latin typeface="Tahoma"/>
                <a:ea typeface="Tahoma"/>
                <a:cs typeface="Tahoma"/>
              </a:rPr>
              <a:t>·</a:t>
            </a:r>
          </a:p>
        </p:txBody>
      </p:sp>
      <p:sp>
        <p:nvSpPr>
          <p:cNvPr id="20" name="text-671">
            <a:extLst xmlns:a="http://schemas.openxmlformats.org/drawingml/2006/main">
              <a:ext uri="{FF2B5EF4-FFF2-40B4-BE49-F238E27FC236}">
                <a16:creationId xmlns:a16="http://schemas.microsoft.com/office/drawing/2014/main" id="{01939121-AEA6-4902-9497-9646000DF119}"/>
              </a:ext>
            </a:extLst>
          </p:cNvPr>
          <p:cNvSpPr>
            <a:spLocks xmlns:a="http://schemas.openxmlformats.org/drawingml/2006/main" noGrp="1"/>
          </p:cNvSpPr>
          <p:nvPr/>
        </p:nvSpPr>
        <p:spPr>
          <a:xfrm xmlns:a="http://schemas.openxmlformats.org/drawingml/2006/main">
            <a:off x="3816598" y="2828925"/>
            <a:ext cx="1016330"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1F5ED"/>
                </a:solidFill>
                <a:latin typeface="Tahoma"/>
                <a:ea typeface="Tahoma"/>
                <a:cs typeface="Tahoma"/>
              </a:defRPr>
            </a:pPr>
            <a:r>
              <a:rPr sz="2475" b="0">
                <a:solidFill>
                  <a:srgbClr val="F1F5ED"/>
                </a:solidFill>
                <a:latin typeface="Tahoma"/>
                <a:ea typeface="Tahoma"/>
                <a:cs typeface="Tahoma"/>
              </a:rPr>
              <a:t>المصادر</a:t>
            </a:r>
          </a:p>
        </p:txBody>
      </p:sp>
      <p:sp>
        <p:nvSpPr>
          <p:cNvPr id="21" name="text-672">
            <a:extLst xmlns:a="http://schemas.openxmlformats.org/drawingml/2006/main">
              <a:ext uri="{FF2B5EF4-FFF2-40B4-BE49-F238E27FC236}">
                <a16:creationId xmlns:a16="http://schemas.microsoft.com/office/drawing/2014/main" id="{6CF7FE14-45DD-40B1-AD76-A89787EAB412}"/>
              </a:ext>
            </a:extLst>
          </p:cNvPr>
          <p:cNvSpPr>
            <a:spLocks xmlns:a="http://schemas.openxmlformats.org/drawingml/2006/main" noGrp="1"/>
          </p:cNvSpPr>
          <p:nvPr/>
        </p:nvSpPr>
        <p:spPr>
          <a:xfrm xmlns:a="http://schemas.openxmlformats.org/drawingml/2006/main">
            <a:off x="609600" y="3876675"/>
            <a:ext cx="10972800" cy="6610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ctr">
              <a:defRPr sz="2700" b="0">
                <a:solidFill>
                  <a:srgbClr val="78DAC1"/>
                </a:solidFill>
                <a:latin typeface="Tahoma"/>
                <a:ea typeface="Tahoma"/>
                <a:cs typeface="Tahoma"/>
              </a:defRPr>
            </a:pPr>
            <a:r>
              <a:rPr sz="2700" b="0">
                <a:solidFill>
                  <a:srgbClr val="78DAC1"/>
                </a:solidFill>
                <a:latin typeface="Tahoma"/>
                <a:ea typeface="Tahoma"/>
                <a:cs typeface="Tahoma"/>
              </a:rPr>
              <a:t>github.com/Salsabeel-AI/islamicaich</a:t>
            </a:r>
          </a:p>
        </p:txBody>
      </p:sp>
      <p:sp>
        <p:nvSpPr>
          <p:cNvPr id="22" name="text-673">
            <a:extLst xmlns:a="http://schemas.openxmlformats.org/drawingml/2006/main">
              <a:ext uri="{FF2B5EF4-FFF2-40B4-BE49-F238E27FC236}">
                <a16:creationId xmlns:a16="http://schemas.microsoft.com/office/drawing/2014/main" id="{E07FFD34-5EE4-4F14-BCE1-6542B142AD22}"/>
              </a:ext>
            </a:extLst>
          </p:cNvPr>
          <p:cNvSpPr>
            <a:spLocks xmlns:a="http://schemas.openxmlformats.org/drawingml/2006/main" noGrp="1"/>
          </p:cNvSpPr>
          <p:nvPr/>
        </p:nvSpPr>
        <p:spPr>
          <a:xfrm xmlns:a="http://schemas.openxmlformats.org/drawingml/2006/main">
            <a:off x="8342417" y="4829175"/>
            <a:ext cx="597411"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الكود</a:t>
            </a:r>
          </a:p>
        </p:txBody>
      </p:sp>
      <p:sp>
        <p:nvSpPr>
          <p:cNvPr id="23" name="text-674">
            <a:extLst xmlns:a="http://schemas.openxmlformats.org/drawingml/2006/main">
              <a:ext uri="{FF2B5EF4-FFF2-40B4-BE49-F238E27FC236}">
                <a16:creationId xmlns:a16="http://schemas.microsoft.com/office/drawing/2014/main" id="{C238C9D6-A229-423C-B683-6EC498B28770}"/>
              </a:ext>
            </a:extLst>
          </p:cNvPr>
          <p:cNvSpPr>
            <a:spLocks xmlns:a="http://schemas.openxmlformats.org/drawingml/2006/main" noGrp="1"/>
          </p:cNvSpPr>
          <p:nvPr/>
        </p:nvSpPr>
        <p:spPr>
          <a:xfrm xmlns:a="http://schemas.openxmlformats.org/drawingml/2006/main">
            <a:off x="7057034" y="4829175"/>
            <a:ext cx="121813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والمعمارية</a:t>
            </a:r>
          </a:p>
        </p:txBody>
      </p:sp>
      <p:sp>
        <p:nvSpPr>
          <p:cNvPr id="24" name="text-675">
            <a:extLst xmlns:a="http://schemas.openxmlformats.org/drawingml/2006/main">
              <a:ext uri="{FF2B5EF4-FFF2-40B4-BE49-F238E27FC236}">
                <a16:creationId xmlns:a16="http://schemas.microsoft.com/office/drawing/2014/main" id="{B81EC9DB-9795-42A2-9DC9-DCAC828DFD07}"/>
              </a:ext>
            </a:extLst>
          </p:cNvPr>
          <p:cNvSpPr>
            <a:spLocks xmlns:a="http://schemas.openxmlformats.org/drawingml/2006/main" noGrp="1"/>
          </p:cNvSpPr>
          <p:nvPr/>
        </p:nvSpPr>
        <p:spPr>
          <a:xfrm xmlns:a="http://schemas.openxmlformats.org/drawingml/2006/main">
            <a:off x="6214802" y="4829175"/>
            <a:ext cx="77498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والأدلة</a:t>
            </a:r>
          </a:p>
        </p:txBody>
      </p:sp>
      <p:sp>
        <p:nvSpPr>
          <p:cNvPr id="25" name="text-676">
            <a:extLst xmlns:a="http://schemas.openxmlformats.org/drawingml/2006/main">
              <a:ext uri="{FF2B5EF4-FFF2-40B4-BE49-F238E27FC236}">
                <a16:creationId xmlns:a16="http://schemas.microsoft.com/office/drawing/2014/main" id="{BE2C056E-4B4A-4C89-990C-902AFD66A138}"/>
              </a:ext>
            </a:extLst>
          </p:cNvPr>
          <p:cNvSpPr>
            <a:spLocks xmlns:a="http://schemas.openxmlformats.org/drawingml/2006/main" noGrp="1"/>
          </p:cNvSpPr>
          <p:nvPr/>
        </p:nvSpPr>
        <p:spPr>
          <a:xfrm xmlns:a="http://schemas.openxmlformats.org/drawingml/2006/main">
            <a:off x="5602926" y="4829175"/>
            <a:ext cx="544629"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وخط</a:t>
            </a:r>
          </a:p>
        </p:txBody>
      </p:sp>
      <p:sp>
        <p:nvSpPr>
          <p:cNvPr id="26" name="text-677">
            <a:extLst xmlns:a="http://schemas.openxmlformats.org/drawingml/2006/main">
              <a:ext uri="{FF2B5EF4-FFF2-40B4-BE49-F238E27FC236}">
                <a16:creationId xmlns:a16="http://schemas.microsoft.com/office/drawing/2014/main" id="{2E2C6D9C-510F-4152-A27C-E8146D18258A}"/>
              </a:ext>
            </a:extLst>
          </p:cNvPr>
          <p:cNvSpPr>
            <a:spLocks xmlns:a="http://schemas.openxmlformats.org/drawingml/2006/main" noGrp="1"/>
          </p:cNvSpPr>
          <p:nvPr/>
        </p:nvSpPr>
        <p:spPr>
          <a:xfrm xmlns:a="http://schemas.openxmlformats.org/drawingml/2006/main">
            <a:off x="4548488" y="4829175"/>
            <a:ext cx="98719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الأساس</a:t>
            </a:r>
          </a:p>
        </p:txBody>
      </p:sp>
      <p:sp>
        <p:nvSpPr>
          <p:cNvPr id="27" name="text-678">
            <a:extLst xmlns:a="http://schemas.openxmlformats.org/drawingml/2006/main">
              <a:ext uri="{FF2B5EF4-FFF2-40B4-BE49-F238E27FC236}">
                <a16:creationId xmlns:a16="http://schemas.microsoft.com/office/drawing/2014/main" id="{0DF1317B-F66A-4034-90F6-587A08D36B74}"/>
              </a:ext>
            </a:extLst>
          </p:cNvPr>
          <p:cNvSpPr>
            <a:spLocks xmlns:a="http://schemas.openxmlformats.org/drawingml/2006/main" noGrp="1"/>
          </p:cNvSpPr>
          <p:nvPr/>
        </p:nvSpPr>
        <p:spPr>
          <a:xfrm xmlns:a="http://schemas.openxmlformats.org/drawingml/2006/main">
            <a:off x="4049436" y="4829175"/>
            <a:ext cx="43180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بين</a:t>
            </a:r>
          </a:p>
        </p:txBody>
      </p:sp>
      <p:sp>
        <p:nvSpPr>
          <p:cNvPr id="28" name="text-679">
            <a:extLst xmlns:a="http://schemas.openxmlformats.org/drawingml/2006/main">
              <a:ext uri="{FF2B5EF4-FFF2-40B4-BE49-F238E27FC236}">
                <a16:creationId xmlns:a16="http://schemas.microsoft.com/office/drawing/2014/main" id="{242D5B9F-BFD1-441A-8296-52ED811A7DD1}"/>
              </a:ext>
            </a:extLst>
          </p:cNvPr>
          <p:cNvSpPr>
            <a:spLocks xmlns:a="http://schemas.openxmlformats.org/drawingml/2006/main" noGrp="1"/>
          </p:cNvSpPr>
          <p:nvPr/>
        </p:nvSpPr>
        <p:spPr>
          <a:xfrm xmlns:a="http://schemas.openxmlformats.org/drawingml/2006/main">
            <a:off x="3214072" y="4829175"/>
            <a:ext cx="768118"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أيديكم</a:t>
            </a:r>
          </a:p>
        </p:txBody>
      </p:sp>
    </p:spTree>
    <p:extLst>
      <p:ext uri="{BB962C8B-B14F-4D97-AF65-F5344CB8AC3E}">
        <p14:creationId xmlns:p14="http://schemas.microsoft.com/office/powerpoint/2010/main" val="131419010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2026-10-06T16:32:53.6830000Z</dcterms:created>
  <dcterms:modified xsi:type="dcterms:W3CDTF">2026-10-06T16:32:53.6830000Z</dcterms:modified>
</coreProperties>
</file>