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83ba4852ef04b73" /><Relationship Type="http://schemas.openxmlformats.org/officeDocument/2006/relationships/extended-properties" Target="/docProps/app.xml" Id="R47fa397556754512" /><Relationship Type="http://schemas.openxmlformats.org/officeDocument/2006/relationships/officeDocument" Target="/ppt/presentation.xml" Id="Rc55c941f341c43e8" /></Relationships>
</file>

<file path=ppt/presentation.xml><?xml version="1.0" encoding="utf-8"?>
<p:presentation xmlns:p="http://schemas.openxmlformats.org/presentationml/2006/main">
  <p:sldMasterIdLst>
    <p:sldMasterId xmlns:r="http://schemas.openxmlformats.org/officeDocument/2006/relationships" id="2147483648" r:id="R6742f41dcbfd474d"/>
  </p:sldMasterIdLst>
  <p:notesMasterIdLst>
    <p:notesMasterId xmlns:r="http://schemas.openxmlformats.org/officeDocument/2006/relationships" r:id="Rb642c4f0723946d5"/>
  </p:notesMasterIdLst>
  <p:sldIdLst>
    <p:sldId xmlns:r="http://schemas.openxmlformats.org/officeDocument/2006/relationships" id="256" r:id="R7efcd5d209f54136"/>
    <p:sldId xmlns:r="http://schemas.openxmlformats.org/officeDocument/2006/relationships" id="257" r:id="R2e76b5f6a68340ae"/>
    <p:sldId xmlns:r="http://schemas.openxmlformats.org/officeDocument/2006/relationships" id="258" r:id="R60721461e6e04669"/>
    <p:sldId xmlns:r="http://schemas.openxmlformats.org/officeDocument/2006/relationships" id="259" r:id="Rc7da4604e939487a"/>
    <p:sldId xmlns:r="http://schemas.openxmlformats.org/officeDocument/2006/relationships" id="260" r:id="Raeb66325273e4250"/>
    <p:sldId xmlns:r="http://schemas.openxmlformats.org/officeDocument/2006/relationships" id="261" r:id="R6ae612d6899d4ca2"/>
    <p:sldId xmlns:r="http://schemas.openxmlformats.org/officeDocument/2006/relationships" id="262" r:id="R4a535d7bd8f14b0e"/>
    <p:sldId xmlns:r="http://schemas.openxmlformats.org/officeDocument/2006/relationships" id="263" r:id="Rf9e64c1fa9df41eb"/>
    <p:sldId xmlns:r="http://schemas.openxmlformats.org/officeDocument/2006/relationships" id="264" r:id="Rc1cbd479be2c4428"/>
    <p:sldId xmlns:r="http://schemas.openxmlformats.org/officeDocument/2006/relationships" id="265" r:id="R2d1fee056f1a4637"/>
    <p:sldId xmlns:r="http://schemas.openxmlformats.org/officeDocument/2006/relationships" id="266" r:id="R4654ac4dd68947dc"/>
    <p:sldId xmlns:r="http://schemas.openxmlformats.org/officeDocument/2006/relationships" id="267" r:id="Rcf341080c401478e"/>
    <p:sldId xmlns:r="http://schemas.openxmlformats.org/officeDocument/2006/relationships" id="268" r:id="R32c42f5ed5064ed7"/>
    <p:sldId xmlns:r="http://schemas.openxmlformats.org/officeDocument/2006/relationships" id="269" r:id="Rbe10b925f7b24358"/>
    <p:sldId xmlns:r="http://schemas.openxmlformats.org/officeDocument/2006/relationships" id="270" r:id="Rf8d83625eae34cf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beafb617b3411f" /><Relationship Type="http://schemas.openxmlformats.org/officeDocument/2006/relationships/slideMaster" Target="/ppt/slideMasters/slideMaster1.xml" Id="R6742f41dcbfd474d" /><Relationship Type="http://schemas.openxmlformats.org/officeDocument/2006/relationships/notesMaster" Target="/ppt/notesMasters/notesMaster1.xml" Id="Rb642c4f0723946d5" /><Relationship Type="http://schemas.openxmlformats.org/officeDocument/2006/relationships/presProps" Target="/ppt/presProps.xml" Id="R7e3adbf5eb434f13" /><Relationship Type="http://schemas.openxmlformats.org/officeDocument/2006/relationships/tableStyles" Target="/ppt/tableStyles.xml" Id="R6994fec2957c460e" /><Relationship Type="http://schemas.openxmlformats.org/officeDocument/2006/relationships/slide" Target="/ppt/slides/slide1.xml" Id="R7efcd5d209f54136" /><Relationship Type="http://schemas.openxmlformats.org/officeDocument/2006/relationships/slide" Target="/ppt/slides/slide2.xml" Id="R2e76b5f6a68340ae" /><Relationship Type="http://schemas.openxmlformats.org/officeDocument/2006/relationships/slide" Target="/ppt/slides/slide3.xml" Id="R60721461e6e04669" /><Relationship Type="http://schemas.openxmlformats.org/officeDocument/2006/relationships/slide" Target="/ppt/slides/slide4.xml" Id="Rc7da4604e939487a" /><Relationship Type="http://schemas.openxmlformats.org/officeDocument/2006/relationships/slide" Target="/ppt/slides/slide5.xml" Id="Raeb66325273e4250" /><Relationship Type="http://schemas.openxmlformats.org/officeDocument/2006/relationships/slide" Target="/ppt/slides/slide6.xml" Id="R6ae612d6899d4ca2" /><Relationship Type="http://schemas.openxmlformats.org/officeDocument/2006/relationships/slide" Target="/ppt/slides/slide7.xml" Id="R4a535d7bd8f14b0e" /><Relationship Type="http://schemas.openxmlformats.org/officeDocument/2006/relationships/slide" Target="/ppt/slides/slide8.xml" Id="Rf9e64c1fa9df41eb" /><Relationship Type="http://schemas.openxmlformats.org/officeDocument/2006/relationships/slide" Target="/ppt/slides/slide9.xml" Id="Rc1cbd479be2c4428" /><Relationship Type="http://schemas.openxmlformats.org/officeDocument/2006/relationships/slide" Target="/ppt/slides/slide10.xml" Id="R2d1fee056f1a4637" /><Relationship Type="http://schemas.openxmlformats.org/officeDocument/2006/relationships/slide" Target="/ppt/slides/slide11.xml" Id="R4654ac4dd68947dc" /><Relationship Type="http://schemas.openxmlformats.org/officeDocument/2006/relationships/slide" Target="/ppt/slides/slide12.xml" Id="Rcf341080c401478e" /><Relationship Type="http://schemas.openxmlformats.org/officeDocument/2006/relationships/slide" Target="/ppt/slides/slide13.xml" Id="R32c42f5ed5064ed7" /><Relationship Type="http://schemas.openxmlformats.org/officeDocument/2006/relationships/slide" Target="/ppt/slides/slide14.xml" Id="Rbe10b925f7b24358" /><Relationship Type="http://schemas.openxmlformats.org/officeDocument/2006/relationships/slide" Target="/ppt/slides/slide15.xml" Id="Rf8d83625eae34cf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fbb739e39194dc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9bdd9d7da8840f9" /><Relationship Type="http://schemas.openxmlformats.org/officeDocument/2006/relationships/notesMaster" Target="/ppt/notesMasters/notesMaster1.xml" Id="Rf4d74a1c9c95437e" /></Relationships>
</file>

<file path=ppt/notesSlides/_rels/notesSlide2.xml.rels>&#65279;<?xml version="1.0" encoding="utf-8"?><Relationships xmlns="http://schemas.openxmlformats.org/package/2006/relationships"><Relationship Type="http://schemas.openxmlformats.org/officeDocument/2006/relationships/slide" Target="/ppt/slides/slide2.xml" Id="R30bcecc14e8e4453" /><Relationship Type="http://schemas.openxmlformats.org/officeDocument/2006/relationships/notesMaster" Target="/ppt/notesMasters/notesMaster1.xml" Id="R629f29ccda0e40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34e2d171384af0" /><Relationship Type="http://schemas.openxmlformats.org/officeDocument/2006/relationships/notesMaster" Target="/ppt/notesMasters/notesMaster1.xml" Id="R5a3c14c29e3341fd"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e43674979147f7" /><Relationship Type="http://schemas.openxmlformats.org/officeDocument/2006/relationships/notesMaster" Target="/ppt/notesMasters/notesMaster1.xml" Id="R97d435d912b54d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f8396ee30a74ae4" /><Relationship Type="http://schemas.openxmlformats.org/officeDocument/2006/relationships/notesMaster" Target="/ppt/notesMasters/notesMaster1.xml" Id="R8cb2fce061c14236" /></Relationships>
</file>

<file path=ppt/notesSlides/_rels/notesSlide6.xml.rels>&#65279;<?xml version="1.0" encoding="utf-8"?><Relationships xmlns="http://schemas.openxmlformats.org/package/2006/relationships"><Relationship Type="http://schemas.openxmlformats.org/officeDocument/2006/relationships/slide" Target="/ppt/slides/slide6.xml" Id="R28b0dbd5c3384144" /><Relationship Type="http://schemas.openxmlformats.org/officeDocument/2006/relationships/notesMaster" Target="/ppt/notesMasters/notesMaster1.xml" Id="R9863607c86ec4871"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fa5d8068cf4485" /><Relationship Type="http://schemas.openxmlformats.org/officeDocument/2006/relationships/notesMaster" Target="/ppt/notesMasters/notesMaster1.xml" Id="R7adb48530808497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13b8db5c454b81" /><Relationship Type="http://schemas.openxmlformats.org/officeDocument/2006/relationships/notesMaster" Target="/ppt/notesMasters/notesMaster1.xml" Id="R32ce8a5352cd44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188c2409544ae2" /><Relationship Type="http://schemas.openxmlformats.org/officeDocument/2006/relationships/notesMaster" Target="/ppt/notesMasters/notesMaster1.xml" Id="R05075fa2ef7a4a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25b46198394f8d" /><Relationship Type="http://schemas.openxmlformats.org/officeDocument/2006/relationships/notesMaster" Target="/ppt/notesMasters/notesMaster1.xml" Id="Rb52bd799b0ef4b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8e97f5149c945b8" /><Relationship Type="http://schemas.openxmlformats.org/officeDocument/2006/relationships/notesMaster" Target="/ppt/notesMasters/notesMaster1.xml" Id="R914a7bfa66ce44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40feca7cf7a4d08" /><Relationship Type="http://schemas.openxmlformats.org/officeDocument/2006/relationships/notesMaster" Target="/ppt/notesMasters/notesMaster1.xml" Id="R52f78612a77942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5118eab90304c8c" /><Relationship Type="http://schemas.openxmlformats.org/officeDocument/2006/relationships/notesMaster" Target="/ppt/notesMasters/notesMaster1.xml" Id="R444af4ecf39147d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498c30c94904429" /><Relationship Type="http://schemas.openxmlformats.org/officeDocument/2006/relationships/notesMaster" Target="/ppt/notesMasters/notesMaster1.xml" Id="R8bc7b04e1bb3439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0d696e7a1cb404a" /><Relationship Type="http://schemas.openxmlformats.org/officeDocument/2006/relationships/notesMaster" Target="/ppt/notesMasters/notesMaster1.xml" Id="Rf9689461710740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الغرض: معرفة إسلامية موثقة مع تحكم في النموذج وحدود الاستدلال. المصدر: README.md وarchitecture/README.md. عبارة الغلاف توضح مقصد التصميم ولا تعني ضمان دقة مطلقة.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المشهد البصري من الفيلم المعتمد R10 العلماء صور توضيحية لا صور تاريخية فوتوغرافية. الخوارزمي: الجبر ابن الهيثم: البحث التجريبي. لا ندّعي اختراع جميع العلوم أو تشبيهًا تقنيًا يثبت جودة النموذج. مصدر المشهد: media/source/picture.mp4 عند الثانية 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سؤال من المرجعية. لقطة اختبار فعلية مؤرخة 4 أكتوبر 2026. نجاح مختار لا مقياس دقة شامل. المرجع الظاهر https://islamic-content.com/post/92169 . evidence/capture-provenance.json.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دليل المستخدم docs/USER_GUIDE_AR.md. لقطات أصلية من الموقع في 6 أكتوبر. اختيار السؤال يرسله مباشرة. لا يحتاج الزائر مفتاح API؛ المفتاح لتشغيل نسخة محلية.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لقطة من فتح البقرة115 في جواب سؤال الكعبة على الموقع العام بتاريخ6أكتوبر. docs/USER_GUIDE_AR.md. رقم الآية زر، والمصدر الخارجي رابط. فتح الشاهد وحده لا يثبت صحة الاستدلال.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مخطط مفاهيمي لا سجل تتبع لكل طلب. كود التطبيق في app واجهة عامة https://barq.salsabeel.ai/api/developer/v1/fata/chat . الأوزان والمصنع وقاعدة المعرفة لدى المزود خارج المستودع. architecture/README.md.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استلهمنا من حفظ الإمام البخاري ودقة ضبطه الفصل بين هوية النص ونقله وشرحه. اللقطة تبين استكمال الآية وموضعها ولا تثبت جميع مكونات براءة أو تشغيل GPU. evidence/screenshots/nmn-nahl-result.jpg. لا تعني هذه العينة اجتياز اختبار تصحيح النص المحرف بكل صياغاته.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اللقطة أصلية. الدعوى تخص قسم البصمة الفارقة فقط يوجد خطأ وزن صرفي معروف أعلى اللقطة لا ندّعي صحته. البحث سابق للتحدي: https://barq.salsabeel.ai/public/reports/barq-findings-public-ar-2026-07-07.html . قوة الاقتران إحصائية وليست حكمًا قطعيًا.</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docs/INNOVATION_AR.md وevidence/innovation-register.json. أرقام الطلبات مؤكدة في سجل المالك بتاريخ1أكتوبر؛ ليست براءات ممنوحة ولم نتحقق مستقلا من السجل الرسمي. بحث المتجاور تقرير منشور من المالك؛ لا ادعاء تحكيم أكاديمي. هذه مكونات سابقة للتحدي، والإضافة دمجها في تجربة المشاركة.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أمثلة منتقاة: جدول المواريث التعليمي لورثة مسمين وصافي تركة ليس فتوى شخصية شواهد رشيد 11:78,11:87,11:97 ومرشد18:17. evidence/claims.json C03 وC05.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data-cards/rag/embedding-receipt.json index-receipt.json وretrieval-experiment.json بيانات تضمين وفهرسة سابقة للتحدي. text-embedding-3-small اعتماد خارجي. data-cards/sft/provenance.json وresults.json. الأرقام ليست دقة إجابات SFT مرشح محدود الاستخدام وتراجعاته معلنة.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challenge/README.md وchallenge/baseline/manifest.json. خط الأساس مصدر تاريخي مؤرخ لا إثباتًا مستقلاً لساعة بدء المنافسة. لا تنسب المنصة والأوزان والبحث السابق إلى أيام التحدي.</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evaluation/independent-review-20261005.json: مراجعة AI مستقلة قدمها المالك ليست تحكيم لجنة أو شهادة مختص. 9 حالات بالسجل أربع صياغات عائلية في20حالة قبول×3 تكرارات مخططة ليست نتائج منفذة. إصلاحات Claude منفصلة.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docs/OPERATIONS_AR.md وoperations/cost-model.json. 9.16s وسيط50طلبًا تاريخيًا لا مقياس سعة. التكلفة الفعلية مجهولة المعادلة قابلة للتعبئة والسيناريو المالي في الوثيقة افتراضي صراحة. لا اتفاقية SLA مثبتة.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روابط عامة. المستودع عام عند تحقق 5 أكتوبر 2026. ملفات العرض جاهزة للنشر لا تعني اجتياز بوابات الخدمة المعلقة. الفيديو المعتمد118ثانية.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a35fa4d4ee4e2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38157417194e66" /><Relationship Type="http://schemas.openxmlformats.org/officeDocument/2006/relationships/slideLayout" Target="/ppt/slideLayouts/slideLayout1.xml" Id="Rbc1770e06abe42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c1770e06abe42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49acfc5121b4686" /><Relationship Type="http://schemas.openxmlformats.org/officeDocument/2006/relationships/notesSlide" Target="/ppt/notesSlides/notesSlide1.xml" Id="R8330f94566db49b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e98dd328eba4c25" /><Relationship Type="http://schemas.openxmlformats.org/officeDocument/2006/relationships/image" Target="/ppt/media/image.png" Id="R6b2f0133f5e84abc" /><Relationship Type="http://schemas.openxmlformats.org/officeDocument/2006/relationships/notesSlide" Target="/ppt/notesSlides/notesSlide2.xml" Id="R8f6df4763a8b4cc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46f8893a1e343c4" /><Relationship Type="http://schemas.openxmlformats.org/officeDocument/2006/relationships/image" Target="/ppt/media/image.jpeg" Id="Rf29c08042b8d41ee" /><Relationship Type="http://schemas.openxmlformats.org/officeDocument/2006/relationships/notesSlide" Target="/ppt/notesSlides/notesSlide3.xml" Id="R2f77273e13094b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79ed2f12db4e19" /><Relationship Type="http://schemas.openxmlformats.org/officeDocument/2006/relationships/image" Target="/ppt/media/image2.jpeg" Id="R7f1d6a1fdc3e406b" /><Relationship Type="http://schemas.openxmlformats.org/officeDocument/2006/relationships/notesSlide" Target="/ppt/notesSlides/notesSlide4.xml" Id="Rba2d0a5afda247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192198ab0d44840" /><Relationship Type="http://schemas.openxmlformats.org/officeDocument/2006/relationships/image" Target="/ppt/media/image3.jpeg" Id="R0a81fc8cf18541fa" /><Relationship Type="http://schemas.openxmlformats.org/officeDocument/2006/relationships/notesSlide" Target="/ppt/notesSlides/notesSlide5.xml" Id="R59b4bdb5461841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2cf8ed62ece4153" /><Relationship Type="http://schemas.openxmlformats.org/officeDocument/2006/relationships/notesSlide" Target="/ppt/notesSlides/notesSlide6.xml" Id="Rd6f3461fd40b48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ac5aa55e3a4320" /><Relationship Type="http://schemas.openxmlformats.org/officeDocument/2006/relationships/image" Target="/ppt/media/image4.jpeg" Id="Ra42346f25ad64c95" /><Relationship Type="http://schemas.openxmlformats.org/officeDocument/2006/relationships/notesSlide" Target="/ppt/notesSlides/notesSlide7.xml" Id="R16472d5c690a40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cf01c211dc447dc" /><Relationship Type="http://schemas.openxmlformats.org/officeDocument/2006/relationships/image" Target="/ppt/media/image5.jpeg" Id="Rc64f4d94d9144973" /><Relationship Type="http://schemas.openxmlformats.org/officeDocument/2006/relationships/notesSlide" Target="/ppt/notesSlides/notesSlide8.xml" Id="R7c19be357ae74a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c1f183a43dd4fe9" /><Relationship Type="http://schemas.openxmlformats.org/officeDocument/2006/relationships/notesSlide" Target="/ppt/notesSlides/notesSlide9.xml" Id="Rb2924342371f425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24be59b1a864a20" /><Relationship Type="http://schemas.openxmlformats.org/officeDocument/2006/relationships/image" Target="/ppt/media/image2.png" Id="R3bcd94ba77f544d4" /><Relationship Type="http://schemas.openxmlformats.org/officeDocument/2006/relationships/notesSlide" Target="/ppt/notesSlides/notesSlide10.xml" Id="R72cd71b0ef064f6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029b297c474aea" /><Relationship Type="http://schemas.openxmlformats.org/officeDocument/2006/relationships/notesSlide" Target="/ppt/notesSlides/notesSlide11.xml" Id="R35b525ffc10b421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59df43334fa40a4" /><Relationship Type="http://schemas.openxmlformats.org/officeDocument/2006/relationships/notesSlide" Target="/ppt/notesSlides/notesSlide12.xml" Id="Rf900a272342647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d1e8f00f78d4456" /><Relationship Type="http://schemas.openxmlformats.org/officeDocument/2006/relationships/notesSlide" Target="/ppt/notesSlides/notesSlide13.xml" Id="R76210dfa678a4b8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26e35121c534202" /><Relationship Type="http://schemas.openxmlformats.org/officeDocument/2006/relationships/notesSlide" Target="/ppt/notesSlides/notesSlide14.xml" Id="Rcd9b24ee3fb1406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887729859a44ee1" /><Relationship Type="http://schemas.openxmlformats.org/officeDocument/2006/relationships/notesSlide" Target="/ppt/notesSlides/notesSlide15.xml" Id="R4fe6598fca774a22" /></Relationships>
</file>

<file path=ppt/slides/slide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0" name="shape-1">
            <a:extLst xmlns:a="http://schemas.openxmlformats.org/drawingml/2006/main">
              <a:ext uri="{FF2B5EF4-FFF2-40B4-BE49-F238E27FC236}">
                <a16:creationId xmlns:a16="http://schemas.microsoft.com/office/drawing/2014/main" id="{C62F9B31-335E-4E9C-A2C6-CCF792DF183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2" name="text-2">
            <a:extLst xmlns:a="http://schemas.openxmlformats.org/drawingml/2006/main">
              <a:ext uri="{FF2B5EF4-FFF2-40B4-BE49-F238E27FC236}">
                <a16:creationId xmlns:a16="http://schemas.microsoft.com/office/drawing/2014/main" id="{B681FB88-4E48-4633-9F79-2DDDFF6A7911}"/>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3" name="text-3">
            <a:extLst xmlns:a="http://schemas.openxmlformats.org/drawingml/2006/main">
              <a:ext uri="{FF2B5EF4-FFF2-40B4-BE49-F238E27FC236}">
                <a16:creationId xmlns:a16="http://schemas.microsoft.com/office/drawing/2014/main" id="{AE94A1D4-F3AE-4AFA-AACE-7A36E09FC6FE}"/>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4" name="text-4">
            <a:extLst xmlns:a="http://schemas.openxmlformats.org/drawingml/2006/main">
              <a:ext uri="{FF2B5EF4-FFF2-40B4-BE49-F238E27FC236}">
                <a16:creationId xmlns:a16="http://schemas.microsoft.com/office/drawing/2014/main" id="{8FFCC9C3-311B-4739-B5BD-FC75660EEB96}"/>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5" name="text-5">
            <a:extLst xmlns:a="http://schemas.openxmlformats.org/drawingml/2006/main">
              <a:ext uri="{FF2B5EF4-FFF2-40B4-BE49-F238E27FC236}">
                <a16:creationId xmlns:a16="http://schemas.microsoft.com/office/drawing/2014/main" id="{A5431573-DBAD-4FC6-A63B-9D5C547B9EAA}"/>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6" name="text-6">
            <a:extLst xmlns:a="http://schemas.openxmlformats.org/drawingml/2006/main">
              <a:ext uri="{FF2B5EF4-FFF2-40B4-BE49-F238E27FC236}">
                <a16:creationId xmlns:a16="http://schemas.microsoft.com/office/drawing/2014/main" id="{1EC828B7-F90B-4E91-BAD5-9E3F7C9E80DC}"/>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7" name="text-7">
            <a:extLst xmlns:a="http://schemas.openxmlformats.org/drawingml/2006/main">
              <a:ext uri="{FF2B5EF4-FFF2-40B4-BE49-F238E27FC236}">
                <a16:creationId xmlns:a16="http://schemas.microsoft.com/office/drawing/2014/main" id="{CD1D5865-6C16-46BC-925C-615CA5715536}"/>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8" name="text-8">
            <a:extLst xmlns:a="http://schemas.openxmlformats.org/drawingml/2006/main">
              <a:ext uri="{FF2B5EF4-FFF2-40B4-BE49-F238E27FC236}">
                <a16:creationId xmlns:a16="http://schemas.microsoft.com/office/drawing/2014/main" id="{2A61599F-562A-46F3-ADBA-9FD804193AE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01</a:t>
            </a:r>
          </a:p>
        </p:txBody>
      </p:sp>
      <p:sp>
        <p:nvSpPr>
          <p:cNvPr id="9" name="text-9">
            <a:extLst xmlns:a="http://schemas.openxmlformats.org/drawingml/2006/main">
              <a:ext uri="{FF2B5EF4-FFF2-40B4-BE49-F238E27FC236}">
                <a16:creationId xmlns:a16="http://schemas.microsoft.com/office/drawing/2014/main" id="{F52BEF92-BDD5-43A8-8BCF-F61650CDA1BC}"/>
              </a:ext>
            </a:extLst>
          </p:cNvPr>
          <p:cNvSpPr>
            <a:spLocks xmlns:a="http://schemas.openxmlformats.org/drawingml/2006/main" noGrp="1"/>
          </p:cNvSpPr>
          <p:nvPr/>
        </p:nvSpPr>
        <p:spPr>
          <a:xfrm xmlns:a="http://schemas.openxmlformats.org/drawingml/2006/main">
            <a:off x="9651362" y="809625"/>
            <a:ext cx="1931038" cy="1729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7800" b="1">
                <a:solidFill>
                  <a:srgbClr val="EDCA7E"/>
                </a:solidFill>
                <a:latin typeface="Tahoma"/>
                <a:ea typeface="Tahoma"/>
                <a:cs typeface="Tahoma"/>
              </a:defRPr>
            </a:pPr>
            <a:r>
              <a:rPr sz="7800" b="1">
                <a:solidFill>
                  <a:srgbClr val="EDCA7E"/>
                </a:solidFill>
                <a:latin typeface="Tahoma"/>
                <a:ea typeface="Tahoma"/>
                <a:cs typeface="Tahoma"/>
              </a:rPr>
              <a:t>برق</a:t>
            </a:r>
          </a:p>
        </p:txBody>
      </p:sp>
      <p:sp>
        <p:nvSpPr>
          <p:cNvPr id="10" name="text-10">
            <a:extLst xmlns:a="http://schemas.openxmlformats.org/drawingml/2006/main">
              <a:ext uri="{FF2B5EF4-FFF2-40B4-BE49-F238E27FC236}">
                <a16:creationId xmlns:a16="http://schemas.microsoft.com/office/drawing/2014/main" id="{54C48FE4-0586-4FF4-8A22-F0A8FF603EC5}"/>
              </a:ext>
            </a:extLst>
          </p:cNvPr>
          <p:cNvSpPr>
            <a:spLocks xmlns:a="http://schemas.openxmlformats.org/drawingml/2006/main" noGrp="1"/>
          </p:cNvSpPr>
          <p:nvPr/>
        </p:nvSpPr>
        <p:spPr>
          <a:xfrm xmlns:a="http://schemas.openxmlformats.org/drawingml/2006/main">
            <a:off x="10473461" y="2228850"/>
            <a:ext cx="1108939" cy="10067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350" b="1">
                <a:solidFill>
                  <a:srgbClr val="F1F5ED"/>
                </a:solidFill>
                <a:latin typeface="Tahoma"/>
                <a:ea typeface="Tahoma"/>
                <a:cs typeface="Tahoma"/>
              </a:defRPr>
            </a:pPr>
            <a:r>
              <a:rPr sz="4350" b="1">
                <a:solidFill>
                  <a:srgbClr val="F1F5ED"/>
                </a:solidFill>
                <a:latin typeface="Tahoma"/>
                <a:ea typeface="Tahoma"/>
                <a:cs typeface="Tahoma"/>
              </a:rPr>
              <a:t>ذكاءٌ</a:t>
            </a:r>
          </a:p>
        </p:txBody>
      </p:sp>
      <p:sp>
        <p:nvSpPr>
          <p:cNvPr id="11" name="text-11">
            <a:extLst xmlns:a="http://schemas.openxmlformats.org/drawingml/2006/main">
              <a:ext uri="{FF2B5EF4-FFF2-40B4-BE49-F238E27FC236}">
                <a16:creationId xmlns:a16="http://schemas.microsoft.com/office/drawing/2014/main" id="{DB84C46F-2887-4E06-9002-74A1F3F79B2F}"/>
              </a:ext>
            </a:extLst>
          </p:cNvPr>
          <p:cNvSpPr>
            <a:spLocks xmlns:a="http://schemas.openxmlformats.org/drawingml/2006/main" noGrp="1"/>
          </p:cNvSpPr>
          <p:nvPr/>
        </p:nvSpPr>
        <p:spPr>
          <a:xfrm xmlns:a="http://schemas.openxmlformats.org/drawingml/2006/main">
            <a:off x="8977362" y="2228850"/>
            <a:ext cx="1353320" cy="10067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350" b="1">
                <a:solidFill>
                  <a:srgbClr val="F1F5ED"/>
                </a:solidFill>
                <a:latin typeface="Tahoma"/>
                <a:ea typeface="Tahoma"/>
                <a:cs typeface="Tahoma"/>
              </a:defRPr>
            </a:pPr>
            <a:r>
              <a:rPr sz="4350" b="1">
                <a:solidFill>
                  <a:srgbClr val="F1F5ED"/>
                </a:solidFill>
                <a:latin typeface="Tahoma"/>
                <a:ea typeface="Tahoma"/>
                <a:cs typeface="Tahoma"/>
              </a:rPr>
              <a:t>نملك</a:t>
            </a:r>
          </a:p>
        </p:txBody>
      </p:sp>
      <p:sp>
        <p:nvSpPr>
          <p:cNvPr id="12" name="text-12">
            <a:extLst xmlns:a="http://schemas.openxmlformats.org/drawingml/2006/main">
              <a:ext uri="{FF2B5EF4-FFF2-40B4-BE49-F238E27FC236}">
                <a16:creationId xmlns:a16="http://schemas.microsoft.com/office/drawing/2014/main" id="{94AC50DE-B7FE-4121-B8CC-BAC0007EF570}"/>
              </a:ext>
            </a:extLst>
          </p:cNvPr>
          <p:cNvSpPr>
            <a:spLocks xmlns:a="http://schemas.openxmlformats.org/drawingml/2006/main" noGrp="1"/>
          </p:cNvSpPr>
          <p:nvPr/>
        </p:nvSpPr>
        <p:spPr>
          <a:xfrm xmlns:a="http://schemas.openxmlformats.org/drawingml/2006/main">
            <a:off x="7297506" y="2228850"/>
            <a:ext cx="1537076" cy="10067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350" b="1">
                <a:solidFill>
                  <a:srgbClr val="F1F5ED"/>
                </a:solidFill>
                <a:latin typeface="Tahoma"/>
                <a:ea typeface="Tahoma"/>
                <a:cs typeface="Tahoma"/>
              </a:defRPr>
            </a:pPr>
            <a:r>
              <a:rPr sz="4350" b="1">
                <a:solidFill>
                  <a:srgbClr val="F1F5ED"/>
                </a:solidFill>
                <a:latin typeface="Tahoma"/>
                <a:ea typeface="Tahoma"/>
                <a:cs typeface="Tahoma"/>
              </a:rPr>
              <a:t>أوزانه</a:t>
            </a:r>
          </a:p>
        </p:txBody>
      </p:sp>
      <p:sp>
        <p:nvSpPr>
          <p:cNvPr id="13" name="text-13">
            <a:extLst xmlns:a="http://schemas.openxmlformats.org/drawingml/2006/main">
              <a:ext uri="{FF2B5EF4-FFF2-40B4-BE49-F238E27FC236}">
                <a16:creationId xmlns:a16="http://schemas.microsoft.com/office/drawing/2014/main" id="{C7EF50CE-0F6F-4310-9FE7-7CDDB85F0B9B}"/>
              </a:ext>
            </a:extLst>
          </p:cNvPr>
          <p:cNvSpPr>
            <a:spLocks xmlns:a="http://schemas.openxmlformats.org/drawingml/2006/main" noGrp="1"/>
          </p:cNvSpPr>
          <p:nvPr/>
        </p:nvSpPr>
        <p:spPr>
          <a:xfrm xmlns:a="http://schemas.openxmlformats.org/drawingml/2006/main">
            <a:off x="9759536" y="3019425"/>
            <a:ext cx="1822864" cy="10067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350" b="1">
                <a:solidFill>
                  <a:srgbClr val="F1F5ED"/>
                </a:solidFill>
                <a:latin typeface="Tahoma"/>
                <a:ea typeface="Tahoma"/>
                <a:cs typeface="Tahoma"/>
              </a:defRPr>
            </a:pPr>
            <a:r>
              <a:rPr sz="4350" b="1">
                <a:solidFill>
                  <a:srgbClr val="F1F5ED"/>
                </a:solidFill>
                <a:latin typeface="Tahoma"/>
                <a:ea typeface="Tahoma"/>
                <a:cs typeface="Tahoma"/>
              </a:rPr>
              <a:t>ونضبط</a:t>
            </a:r>
          </a:p>
        </p:txBody>
      </p:sp>
      <p:sp>
        <p:nvSpPr>
          <p:cNvPr id="14" name="text-14">
            <a:extLst xmlns:a="http://schemas.openxmlformats.org/drawingml/2006/main">
              <a:ext uri="{FF2B5EF4-FFF2-40B4-BE49-F238E27FC236}">
                <a16:creationId xmlns:a16="http://schemas.microsoft.com/office/drawing/2014/main" id="{E438F5C4-7DC9-408A-8C3B-678E40865330}"/>
              </a:ext>
            </a:extLst>
          </p:cNvPr>
          <p:cNvSpPr>
            <a:spLocks xmlns:a="http://schemas.openxmlformats.org/drawingml/2006/main" noGrp="1"/>
          </p:cNvSpPr>
          <p:nvPr/>
        </p:nvSpPr>
        <p:spPr>
          <a:xfrm xmlns:a="http://schemas.openxmlformats.org/drawingml/2006/main">
            <a:off x="7915043" y="3019425"/>
            <a:ext cx="1701714" cy="10067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350" b="1">
                <a:solidFill>
                  <a:srgbClr val="F1F5ED"/>
                </a:solidFill>
                <a:latin typeface="Tahoma"/>
                <a:ea typeface="Tahoma"/>
                <a:cs typeface="Tahoma"/>
              </a:defRPr>
            </a:pPr>
            <a:r>
              <a:rPr sz="4350" b="1">
                <a:solidFill>
                  <a:srgbClr val="F1F5ED"/>
                </a:solidFill>
                <a:latin typeface="Tahoma"/>
                <a:ea typeface="Tahoma"/>
                <a:cs typeface="Tahoma"/>
              </a:rPr>
              <a:t>بالنصِّ</a:t>
            </a:r>
          </a:p>
        </p:txBody>
      </p:sp>
      <p:sp>
        <p:nvSpPr>
          <p:cNvPr id="15" name="text-15">
            <a:extLst xmlns:a="http://schemas.openxmlformats.org/drawingml/2006/main">
              <a:ext uri="{FF2B5EF4-FFF2-40B4-BE49-F238E27FC236}">
                <a16:creationId xmlns:a16="http://schemas.microsoft.com/office/drawing/2014/main" id="{D1ABC409-600E-47CD-8A5D-2B4165A336B6}"/>
              </a:ext>
            </a:extLst>
          </p:cNvPr>
          <p:cNvSpPr>
            <a:spLocks xmlns:a="http://schemas.openxmlformats.org/drawingml/2006/main" noGrp="1"/>
          </p:cNvSpPr>
          <p:nvPr/>
        </p:nvSpPr>
        <p:spPr>
          <a:xfrm xmlns:a="http://schemas.openxmlformats.org/drawingml/2006/main">
            <a:off x="5404569" y="3019425"/>
            <a:ext cx="2367694" cy="10067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4350" b="1">
                <a:solidFill>
                  <a:srgbClr val="F1F5ED"/>
                </a:solidFill>
                <a:latin typeface="Tahoma"/>
                <a:ea typeface="Tahoma"/>
                <a:cs typeface="Tahoma"/>
              </a:defRPr>
            </a:pPr>
            <a:r>
              <a:rPr sz="4350" b="1">
                <a:solidFill>
                  <a:srgbClr val="F1F5ED"/>
                </a:solidFill>
                <a:latin typeface="Tahoma"/>
                <a:ea typeface="Tahoma"/>
                <a:cs typeface="Tahoma"/>
              </a:rPr>
              <a:t>استدلاله</a:t>
            </a:r>
          </a:p>
        </p:txBody>
      </p:sp>
      <p:sp>
        <p:nvSpPr>
          <p:cNvPr id="16" name="text-16">
            <a:extLst xmlns:a="http://schemas.openxmlformats.org/drawingml/2006/main">
              <a:ext uri="{FF2B5EF4-FFF2-40B4-BE49-F238E27FC236}">
                <a16:creationId xmlns:a16="http://schemas.microsoft.com/office/drawing/2014/main" id="{4D3C730F-8052-4C33-B917-5859EF00E27B}"/>
              </a:ext>
            </a:extLst>
          </p:cNvPr>
          <p:cNvSpPr>
            <a:spLocks xmlns:a="http://schemas.openxmlformats.org/drawingml/2006/main" noGrp="1"/>
          </p:cNvSpPr>
          <p:nvPr/>
        </p:nvSpPr>
        <p:spPr>
          <a:xfrm xmlns:a="http://schemas.openxmlformats.org/drawingml/2006/main">
            <a:off x="10880503" y="4171950"/>
            <a:ext cx="7018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يبحث</a:t>
            </a:r>
          </a:p>
        </p:txBody>
      </p:sp>
      <p:sp>
        <p:nvSpPr>
          <p:cNvPr id="17" name="text-17">
            <a:extLst xmlns:a="http://schemas.openxmlformats.org/drawingml/2006/main">
              <a:ext uri="{FF2B5EF4-FFF2-40B4-BE49-F238E27FC236}">
                <a16:creationId xmlns:a16="http://schemas.microsoft.com/office/drawing/2014/main" id="{D84D231B-56A8-4A27-9D8C-9C0984A3128A}"/>
              </a:ext>
            </a:extLst>
          </p:cNvPr>
          <p:cNvSpPr>
            <a:spLocks xmlns:a="http://schemas.openxmlformats.org/drawingml/2006/main" noGrp="1"/>
          </p:cNvSpPr>
          <p:nvPr/>
        </p:nvSpPr>
        <p:spPr>
          <a:xfrm xmlns:a="http://schemas.openxmlformats.org/drawingml/2006/main">
            <a:off x="9605201" y="4171950"/>
            <a:ext cx="1202055"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المستفيد</a:t>
            </a:r>
          </a:p>
        </p:txBody>
      </p:sp>
      <p:sp>
        <p:nvSpPr>
          <p:cNvPr id="18" name="text-18">
            <a:extLst xmlns:a="http://schemas.openxmlformats.org/drawingml/2006/main">
              <a:ext uri="{FF2B5EF4-FFF2-40B4-BE49-F238E27FC236}">
                <a16:creationId xmlns:a16="http://schemas.microsoft.com/office/drawing/2014/main" id="{0EBABACB-C1C6-48FF-AD27-13A98311F09E}"/>
              </a:ext>
            </a:extLst>
          </p:cNvPr>
          <p:cNvSpPr>
            <a:spLocks xmlns:a="http://schemas.openxmlformats.org/drawingml/2006/main" noGrp="1"/>
          </p:cNvSpPr>
          <p:nvPr/>
        </p:nvSpPr>
        <p:spPr>
          <a:xfrm xmlns:a="http://schemas.openxmlformats.org/drawingml/2006/main">
            <a:off x="9096470" y="4171950"/>
            <a:ext cx="43548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عن</a:t>
            </a:r>
          </a:p>
        </p:txBody>
      </p:sp>
      <p:sp>
        <p:nvSpPr>
          <p:cNvPr id="19" name="text-19">
            <a:extLst xmlns:a="http://schemas.openxmlformats.org/drawingml/2006/main">
              <a:ext uri="{FF2B5EF4-FFF2-40B4-BE49-F238E27FC236}">
                <a16:creationId xmlns:a16="http://schemas.microsoft.com/office/drawing/2014/main" id="{C063420C-A835-4C86-B727-FA981E0D9B9E}"/>
              </a:ext>
            </a:extLst>
          </p:cNvPr>
          <p:cNvSpPr>
            <a:spLocks xmlns:a="http://schemas.openxmlformats.org/drawingml/2006/main" noGrp="1"/>
          </p:cNvSpPr>
          <p:nvPr/>
        </p:nvSpPr>
        <p:spPr>
          <a:xfrm xmlns:a="http://schemas.openxmlformats.org/drawingml/2006/main">
            <a:off x="8278177" y="4171950"/>
            <a:ext cx="7450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معرفة</a:t>
            </a:r>
          </a:p>
        </p:txBody>
      </p:sp>
      <p:sp>
        <p:nvSpPr>
          <p:cNvPr id="20" name="text-20">
            <a:extLst xmlns:a="http://schemas.openxmlformats.org/drawingml/2006/main">
              <a:ext uri="{FF2B5EF4-FFF2-40B4-BE49-F238E27FC236}">
                <a16:creationId xmlns:a16="http://schemas.microsoft.com/office/drawing/2014/main" id="{3E0FD18C-6AEF-4DAC-B394-13D2BB0538A3}"/>
              </a:ext>
            </a:extLst>
          </p:cNvPr>
          <p:cNvSpPr>
            <a:spLocks xmlns:a="http://schemas.openxmlformats.org/drawingml/2006/main" noGrp="1"/>
          </p:cNvSpPr>
          <p:nvPr/>
        </p:nvSpPr>
        <p:spPr>
          <a:xfrm xmlns:a="http://schemas.openxmlformats.org/drawingml/2006/main">
            <a:off x="7378351" y="4171950"/>
            <a:ext cx="82657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واضحة</a:t>
            </a:r>
          </a:p>
        </p:txBody>
      </p:sp>
      <p:sp>
        <p:nvSpPr>
          <p:cNvPr id="21" name="text-21">
            <a:extLst xmlns:a="http://schemas.openxmlformats.org/drawingml/2006/main">
              <a:ext uri="{FF2B5EF4-FFF2-40B4-BE49-F238E27FC236}">
                <a16:creationId xmlns:a16="http://schemas.microsoft.com/office/drawing/2014/main" id="{3BB9EB52-82AE-4BED-8576-5FF785474C1C}"/>
              </a:ext>
            </a:extLst>
          </p:cNvPr>
          <p:cNvSpPr>
            <a:spLocks xmlns:a="http://schemas.openxmlformats.org/drawingml/2006/main" noGrp="1"/>
          </p:cNvSpPr>
          <p:nvPr/>
        </p:nvSpPr>
        <p:spPr>
          <a:xfrm xmlns:a="http://schemas.openxmlformats.org/drawingml/2006/main">
            <a:off x="6717506" y="4171950"/>
            <a:ext cx="58759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ونص</a:t>
            </a:r>
          </a:p>
        </p:txBody>
      </p:sp>
      <p:sp>
        <p:nvSpPr>
          <p:cNvPr id="22" name="text-22">
            <a:extLst xmlns:a="http://schemas.openxmlformats.org/drawingml/2006/main">
              <a:ext uri="{FF2B5EF4-FFF2-40B4-BE49-F238E27FC236}">
                <a16:creationId xmlns:a16="http://schemas.microsoft.com/office/drawing/2014/main" id="{BBC4E3A2-F8F0-4212-A405-F265A7C4496D}"/>
              </a:ext>
            </a:extLst>
          </p:cNvPr>
          <p:cNvSpPr>
            <a:spLocks xmlns:a="http://schemas.openxmlformats.org/drawingml/2006/main" noGrp="1"/>
          </p:cNvSpPr>
          <p:nvPr/>
        </p:nvSpPr>
        <p:spPr>
          <a:xfrm xmlns:a="http://schemas.openxmlformats.org/drawingml/2006/main">
            <a:off x="5775960" y="4171950"/>
            <a:ext cx="868299"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محفوظ</a:t>
            </a:r>
          </a:p>
        </p:txBody>
      </p:sp>
      <p:sp>
        <p:nvSpPr>
          <p:cNvPr id="23" name="text-23">
            <a:extLst xmlns:a="http://schemas.openxmlformats.org/drawingml/2006/main">
              <a:ext uri="{FF2B5EF4-FFF2-40B4-BE49-F238E27FC236}">
                <a16:creationId xmlns:a16="http://schemas.microsoft.com/office/drawing/2014/main" id="{6D370D0F-9E08-4055-8CED-246B9A68E597}"/>
              </a:ext>
            </a:extLst>
          </p:cNvPr>
          <p:cNvSpPr>
            <a:spLocks xmlns:a="http://schemas.openxmlformats.org/drawingml/2006/main" noGrp="1"/>
          </p:cNvSpPr>
          <p:nvPr/>
        </p:nvSpPr>
        <p:spPr>
          <a:xfrm xmlns:a="http://schemas.openxmlformats.org/drawingml/2006/main">
            <a:off x="5003292" y="4171950"/>
            <a:ext cx="69942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ودليل</a:t>
            </a:r>
          </a:p>
        </p:txBody>
      </p:sp>
      <p:sp>
        <p:nvSpPr>
          <p:cNvPr id="24" name="text-24">
            <a:extLst xmlns:a="http://schemas.openxmlformats.org/drawingml/2006/main">
              <a:ext uri="{FF2B5EF4-FFF2-40B4-BE49-F238E27FC236}">
                <a16:creationId xmlns:a16="http://schemas.microsoft.com/office/drawing/2014/main" id="{37FB0E6D-576D-43C0-84BE-E7EA17E1E5B4}"/>
              </a:ext>
            </a:extLst>
          </p:cNvPr>
          <p:cNvSpPr>
            <a:spLocks xmlns:a="http://schemas.openxmlformats.org/drawingml/2006/main" noGrp="1"/>
          </p:cNvSpPr>
          <p:nvPr/>
        </p:nvSpPr>
        <p:spPr>
          <a:xfrm xmlns:a="http://schemas.openxmlformats.org/drawingml/2006/main">
            <a:off x="4250626" y="4171950"/>
            <a:ext cx="67941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يمكن</a:t>
            </a:r>
          </a:p>
        </p:txBody>
      </p:sp>
      <p:sp>
        <p:nvSpPr>
          <p:cNvPr id="25" name="text-25">
            <a:extLst xmlns:a="http://schemas.openxmlformats.org/drawingml/2006/main">
              <a:ext uri="{FF2B5EF4-FFF2-40B4-BE49-F238E27FC236}">
                <a16:creationId xmlns:a16="http://schemas.microsoft.com/office/drawing/2014/main" id="{DCCFDAB9-DA2E-47EA-9B4F-BACFD9718FD3}"/>
              </a:ext>
            </a:extLst>
          </p:cNvPr>
          <p:cNvSpPr>
            <a:spLocks xmlns:a="http://schemas.openxmlformats.org/drawingml/2006/main" noGrp="1"/>
          </p:cNvSpPr>
          <p:nvPr/>
        </p:nvSpPr>
        <p:spPr>
          <a:xfrm xmlns:a="http://schemas.openxmlformats.org/drawingml/2006/main">
            <a:off x="3544157" y="4171950"/>
            <a:ext cx="63322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B9CEC4"/>
                </a:solidFill>
                <a:latin typeface="Tahoma"/>
                <a:ea typeface="Tahoma"/>
                <a:cs typeface="Tahoma"/>
              </a:defRPr>
            </a:pPr>
            <a:r>
              <a:rPr sz="2325" b="0">
                <a:solidFill>
                  <a:srgbClr val="B9CEC4"/>
                </a:solidFill>
                <a:latin typeface="Tahoma"/>
                <a:ea typeface="Tahoma"/>
                <a:cs typeface="Tahoma"/>
              </a:rPr>
              <a:t>فتحه</a:t>
            </a:r>
          </a:p>
        </p:txBody>
      </p:sp>
      <p:sp>
        <p:nvSpPr>
          <p:cNvPr id="26" name="text-26">
            <a:extLst xmlns:a="http://schemas.openxmlformats.org/drawingml/2006/main">
              <a:ext uri="{FF2B5EF4-FFF2-40B4-BE49-F238E27FC236}">
                <a16:creationId xmlns:a16="http://schemas.microsoft.com/office/drawing/2014/main" id="{D3AD029F-5B53-4E54-81D7-1107DE5D49C3}"/>
              </a:ext>
            </a:extLst>
          </p:cNvPr>
          <p:cNvSpPr>
            <a:spLocks xmlns:a="http://schemas.openxmlformats.org/drawingml/2006/main" noGrp="1"/>
          </p:cNvSpPr>
          <p:nvPr/>
        </p:nvSpPr>
        <p:spPr>
          <a:xfrm xmlns:a="http://schemas.openxmlformats.org/drawingml/2006/main">
            <a:off x="10887170" y="4924425"/>
            <a:ext cx="6952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الذكاء</a:t>
            </a:r>
          </a:p>
        </p:txBody>
      </p:sp>
      <p:sp>
        <p:nvSpPr>
          <p:cNvPr id="27" name="text-27">
            <a:extLst xmlns:a="http://schemas.openxmlformats.org/drawingml/2006/main">
              <a:ext uri="{FF2B5EF4-FFF2-40B4-BE49-F238E27FC236}">
                <a16:creationId xmlns:a16="http://schemas.microsoft.com/office/drawing/2014/main" id="{1EB94411-73A1-451C-9217-50FE360E6C45}"/>
              </a:ext>
            </a:extLst>
          </p:cNvPr>
          <p:cNvSpPr>
            <a:spLocks xmlns:a="http://schemas.openxmlformats.org/drawingml/2006/main" noGrp="1"/>
          </p:cNvSpPr>
          <p:nvPr/>
        </p:nvSpPr>
        <p:spPr>
          <a:xfrm xmlns:a="http://schemas.openxmlformats.org/drawingml/2006/main">
            <a:off x="9978961" y="4924425"/>
            <a:ext cx="834962"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العربي</a:t>
            </a:r>
          </a:p>
        </p:txBody>
      </p:sp>
      <p:sp>
        <p:nvSpPr>
          <p:cNvPr id="28" name="text-28">
            <a:extLst xmlns:a="http://schemas.openxmlformats.org/drawingml/2006/main">
              <a:ext uri="{FF2B5EF4-FFF2-40B4-BE49-F238E27FC236}">
                <a16:creationId xmlns:a16="http://schemas.microsoft.com/office/drawing/2014/main" id="{FA7AC635-B8CD-4F72-922C-DFBD3F90D988}"/>
              </a:ext>
            </a:extLst>
          </p:cNvPr>
          <p:cNvSpPr>
            <a:spLocks xmlns:a="http://schemas.openxmlformats.org/drawingml/2006/main" noGrp="1"/>
          </p:cNvSpPr>
          <p:nvPr/>
        </p:nvSpPr>
        <p:spPr>
          <a:xfrm xmlns:a="http://schemas.openxmlformats.org/drawingml/2006/main">
            <a:off x="9058085" y="4924425"/>
            <a:ext cx="8476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الموثّق</a:t>
            </a:r>
          </a:p>
        </p:txBody>
      </p:sp>
      <p:sp>
        <p:nvSpPr>
          <p:cNvPr id="29" name="text-29">
            <a:extLst xmlns:a="http://schemas.openxmlformats.org/drawingml/2006/main">
              <a:ext uri="{FF2B5EF4-FFF2-40B4-BE49-F238E27FC236}">
                <a16:creationId xmlns:a16="http://schemas.microsoft.com/office/drawing/2014/main" id="{EE587E22-BEF5-45A7-BC8A-BB2ACB992F9D}"/>
              </a:ext>
            </a:extLst>
          </p:cNvPr>
          <p:cNvSpPr>
            <a:spLocks xmlns:a="http://schemas.openxmlformats.org/drawingml/2006/main" noGrp="1"/>
          </p:cNvSpPr>
          <p:nvPr/>
        </p:nvSpPr>
        <p:spPr>
          <a:xfrm xmlns:a="http://schemas.openxmlformats.org/drawingml/2006/main">
            <a:off x="8181689" y="4924425"/>
            <a:ext cx="80314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لخدمة</a:t>
            </a:r>
          </a:p>
        </p:txBody>
      </p:sp>
      <p:sp>
        <p:nvSpPr>
          <p:cNvPr id="30" name="text-30">
            <a:extLst xmlns:a="http://schemas.openxmlformats.org/drawingml/2006/main">
              <a:ext uri="{FF2B5EF4-FFF2-40B4-BE49-F238E27FC236}">
                <a16:creationId xmlns:a16="http://schemas.microsoft.com/office/drawing/2014/main" id="{26308DCA-7CCA-4C3E-B668-E0106C6A8706}"/>
              </a:ext>
            </a:extLst>
          </p:cNvPr>
          <p:cNvSpPr>
            <a:spLocks xmlns:a="http://schemas.openxmlformats.org/drawingml/2006/main" noGrp="1"/>
          </p:cNvSpPr>
          <p:nvPr/>
        </p:nvSpPr>
        <p:spPr>
          <a:xfrm xmlns:a="http://schemas.openxmlformats.org/drawingml/2006/main">
            <a:off x="7180612" y="4924425"/>
            <a:ext cx="92783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المعرفة</a:t>
            </a:r>
          </a:p>
        </p:txBody>
      </p:sp>
      <p:sp>
        <p:nvSpPr>
          <p:cNvPr id="31" name="text-31">
            <a:extLst xmlns:a="http://schemas.openxmlformats.org/drawingml/2006/main">
              <a:ext uri="{FF2B5EF4-FFF2-40B4-BE49-F238E27FC236}">
                <a16:creationId xmlns:a16="http://schemas.microsoft.com/office/drawing/2014/main" id="{564C209F-7886-4F22-B3CB-B433F42704BF}"/>
              </a:ext>
            </a:extLst>
          </p:cNvPr>
          <p:cNvSpPr>
            <a:spLocks xmlns:a="http://schemas.openxmlformats.org/drawingml/2006/main" noGrp="1"/>
          </p:cNvSpPr>
          <p:nvPr/>
        </p:nvSpPr>
        <p:spPr>
          <a:xfrm xmlns:a="http://schemas.openxmlformats.org/drawingml/2006/main">
            <a:off x="5895499" y="4924425"/>
            <a:ext cx="121186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الإسلامية</a:t>
            </a:r>
          </a:p>
        </p:txBody>
      </p:sp>
      <p:sp>
        <p:nvSpPr>
          <p:cNvPr id="32" name="text-32">
            <a:extLst xmlns:a="http://schemas.openxmlformats.org/drawingml/2006/main">
              <a:ext uri="{FF2B5EF4-FFF2-40B4-BE49-F238E27FC236}">
                <a16:creationId xmlns:a16="http://schemas.microsoft.com/office/drawing/2014/main" id="{CA152FB6-EF62-4FF3-962E-44034FAAA871}"/>
              </a:ext>
            </a:extLst>
          </p:cNvPr>
          <p:cNvSpPr>
            <a:spLocks xmlns:a="http://schemas.openxmlformats.org/drawingml/2006/main" noGrp="1"/>
          </p:cNvSpPr>
          <p:nvPr/>
        </p:nvSpPr>
        <p:spPr>
          <a:xfrm xmlns:a="http://schemas.openxmlformats.org/drawingml/2006/main">
            <a:off x="10947273" y="5467350"/>
            <a:ext cx="63512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الفريق</a:t>
            </a:r>
          </a:p>
        </p:txBody>
      </p:sp>
      <p:sp>
        <p:nvSpPr>
          <p:cNvPr id="33" name="text-33">
            <a:extLst xmlns:a="http://schemas.openxmlformats.org/drawingml/2006/main">
              <a:ext uri="{FF2B5EF4-FFF2-40B4-BE49-F238E27FC236}">
                <a16:creationId xmlns:a16="http://schemas.microsoft.com/office/drawing/2014/main" id="{EFD964D9-CF12-407A-BFB3-D29B9B7EA06A}"/>
              </a:ext>
            </a:extLst>
          </p:cNvPr>
          <p:cNvSpPr>
            <a:spLocks xmlns:a="http://schemas.openxmlformats.org/drawingml/2006/main" noGrp="1"/>
          </p:cNvSpPr>
          <p:nvPr/>
        </p:nvSpPr>
        <p:spPr>
          <a:xfrm xmlns:a="http://schemas.openxmlformats.org/drawingml/2006/main">
            <a:off x="9984105" y="5467350"/>
            <a:ext cx="91078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سلسبيل</a:t>
            </a:r>
          </a:p>
        </p:txBody>
      </p:sp>
      <p:sp>
        <p:nvSpPr>
          <p:cNvPr id="34" name="text-34">
            <a:extLst xmlns:a="http://schemas.openxmlformats.org/drawingml/2006/main">
              <a:ext uri="{FF2B5EF4-FFF2-40B4-BE49-F238E27FC236}">
                <a16:creationId xmlns:a16="http://schemas.microsoft.com/office/drawing/2014/main" id="{93685377-539F-4569-B9AC-4DC0DECD70AF}"/>
              </a:ext>
            </a:extLst>
          </p:cNvPr>
          <p:cNvSpPr>
            <a:spLocks xmlns:a="http://schemas.openxmlformats.org/drawingml/2006/main" noGrp="1"/>
          </p:cNvSpPr>
          <p:nvPr/>
        </p:nvSpPr>
        <p:spPr>
          <a:xfrm xmlns:a="http://schemas.openxmlformats.org/drawingml/2006/main">
            <a:off x="9812845" y="5467350"/>
            <a:ext cx="118872"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a:t>
            </a:r>
          </a:p>
        </p:txBody>
      </p:sp>
      <p:sp>
        <p:nvSpPr>
          <p:cNvPr id="35" name="text-35">
            <a:extLst xmlns:a="http://schemas.openxmlformats.org/drawingml/2006/main">
              <a:ext uri="{FF2B5EF4-FFF2-40B4-BE49-F238E27FC236}">
                <a16:creationId xmlns:a16="http://schemas.microsoft.com/office/drawing/2014/main" id="{D5456347-562A-4230-AC2D-E325988CAF8B}"/>
              </a:ext>
            </a:extLst>
          </p:cNvPr>
          <p:cNvSpPr>
            <a:spLocks xmlns:a="http://schemas.openxmlformats.org/drawingml/2006/main" noGrp="1"/>
          </p:cNvSpPr>
          <p:nvPr/>
        </p:nvSpPr>
        <p:spPr>
          <a:xfrm xmlns:a="http://schemas.openxmlformats.org/drawingml/2006/main">
            <a:off x="9212961" y="5467350"/>
            <a:ext cx="547497"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مسار</a:t>
            </a:r>
          </a:p>
        </p:txBody>
      </p:sp>
      <p:sp>
        <p:nvSpPr>
          <p:cNvPr id="36" name="text-36">
            <a:extLst xmlns:a="http://schemas.openxmlformats.org/drawingml/2006/main">
              <a:ext uri="{FF2B5EF4-FFF2-40B4-BE49-F238E27FC236}">
                <a16:creationId xmlns:a16="http://schemas.microsoft.com/office/drawing/2014/main" id="{EF554803-824E-4A89-8829-62F8FB8C8847}"/>
              </a:ext>
            </a:extLst>
          </p:cNvPr>
          <p:cNvSpPr>
            <a:spLocks xmlns:a="http://schemas.openxmlformats.org/drawingml/2006/main" noGrp="1"/>
          </p:cNvSpPr>
          <p:nvPr/>
        </p:nvSpPr>
        <p:spPr>
          <a:xfrm xmlns:a="http://schemas.openxmlformats.org/drawingml/2006/main">
            <a:off x="8608314" y="5467350"/>
            <a:ext cx="552259"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الحوار</a:t>
            </a:r>
          </a:p>
        </p:txBody>
      </p:sp>
      <p:sp>
        <p:nvSpPr>
          <p:cNvPr id="37" name="text-37">
            <a:extLst xmlns:a="http://schemas.openxmlformats.org/drawingml/2006/main">
              <a:ext uri="{FF2B5EF4-FFF2-40B4-BE49-F238E27FC236}">
                <a16:creationId xmlns:a16="http://schemas.microsoft.com/office/drawing/2014/main" id="{38E7DB78-F98C-4E92-964F-D7BEF342B986}"/>
              </a:ext>
            </a:extLst>
          </p:cNvPr>
          <p:cNvSpPr>
            <a:spLocks xmlns:a="http://schemas.openxmlformats.org/drawingml/2006/main" noGrp="1"/>
          </p:cNvSpPr>
          <p:nvPr/>
        </p:nvSpPr>
        <p:spPr>
          <a:xfrm xmlns:a="http://schemas.openxmlformats.org/drawingml/2006/main">
            <a:off x="7732395" y="5467350"/>
            <a:ext cx="823531"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المعرفي</a:t>
            </a:r>
          </a:p>
        </p:txBody>
      </p:sp>
      <p:sp>
        <p:nvSpPr>
          <p:cNvPr id="38" name="text-38">
            <a:extLst xmlns:a="http://schemas.openxmlformats.org/drawingml/2006/main">
              <a:ext uri="{FF2B5EF4-FFF2-40B4-BE49-F238E27FC236}">
                <a16:creationId xmlns:a16="http://schemas.microsoft.com/office/drawing/2014/main" id="{0A0CB5C5-D792-4728-8842-07FE87BA2DFB}"/>
              </a:ext>
            </a:extLst>
          </p:cNvPr>
          <p:cNvSpPr>
            <a:spLocks xmlns:a="http://schemas.openxmlformats.org/drawingml/2006/main" noGrp="1"/>
          </p:cNvSpPr>
          <p:nvPr/>
        </p:nvSpPr>
        <p:spPr>
          <a:xfrm xmlns:a="http://schemas.openxmlformats.org/drawingml/2006/main">
            <a:off x="6817805" y="5467350"/>
            <a:ext cx="862203"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والإجابات</a:t>
            </a:r>
          </a:p>
        </p:txBody>
      </p:sp>
      <p:sp>
        <p:nvSpPr>
          <p:cNvPr id="39" name="text-39">
            <a:extLst xmlns:a="http://schemas.openxmlformats.org/drawingml/2006/main">
              <a:ext uri="{FF2B5EF4-FFF2-40B4-BE49-F238E27FC236}">
                <a16:creationId xmlns:a16="http://schemas.microsoft.com/office/drawing/2014/main" id="{21B17907-6414-4AD8-A674-05C3CB5E63A6}"/>
              </a:ext>
            </a:extLst>
          </p:cNvPr>
          <p:cNvSpPr>
            <a:spLocks xmlns:a="http://schemas.openxmlformats.org/drawingml/2006/main" noGrp="1"/>
          </p:cNvSpPr>
          <p:nvPr/>
        </p:nvSpPr>
        <p:spPr>
          <a:xfrm xmlns:a="http://schemas.openxmlformats.org/drawingml/2006/main">
            <a:off x="5977319" y="5467350"/>
            <a:ext cx="7880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الموثوقة</a:t>
            </a:r>
          </a:p>
        </p:txBody>
      </p:sp>
    </p:spTree>
    <p:extLst>
      <p:ext uri="{BB962C8B-B14F-4D97-AF65-F5344CB8AC3E}">
        <p14:creationId xmlns:p14="http://schemas.microsoft.com/office/powerpoint/2010/main" val="1615545390"/>
      </p:ext>
    </p:extLst>
  </p:cSld>
</p:sld>
</file>

<file path=ppt/slides/slide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3" name="text-40">
            <a:extLst xmlns:a="http://schemas.openxmlformats.org/drawingml/2006/main">
              <a:ext uri="{FF2B5EF4-FFF2-40B4-BE49-F238E27FC236}">
                <a16:creationId xmlns:a16="http://schemas.microsoft.com/office/drawing/2014/main" id="{E366058E-1EEB-4967-8709-233D9B7352F5}"/>
              </a:ext>
            </a:extLst>
          </p:cNvPr>
          <p:cNvSpPr>
            <a:spLocks xmlns:a="http://schemas.openxmlformats.org/drawingml/2006/main" noGrp="1"/>
          </p:cNvSpPr>
          <p:nvPr/>
        </p:nvSpPr>
        <p:spPr>
          <a:xfrm xmlns:a="http://schemas.openxmlformats.org/drawingml/2006/main">
            <a:off x="10308229" y="457200"/>
            <a:ext cx="12741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معرفة</a:t>
            </a:r>
          </a:p>
        </p:txBody>
      </p:sp>
      <p:sp>
        <p:nvSpPr>
          <p:cNvPr id="2" name="text-41">
            <a:extLst xmlns:a="http://schemas.openxmlformats.org/drawingml/2006/main">
              <a:ext uri="{FF2B5EF4-FFF2-40B4-BE49-F238E27FC236}">
                <a16:creationId xmlns:a16="http://schemas.microsoft.com/office/drawing/2014/main" id="{A18A2676-176D-4DE1-B3FC-94F63EFD17C2}"/>
              </a:ext>
            </a:extLst>
          </p:cNvPr>
          <p:cNvSpPr>
            <a:spLocks xmlns:a="http://schemas.openxmlformats.org/drawingml/2006/main" noGrp="1"/>
          </p:cNvSpPr>
          <p:nvPr/>
        </p:nvSpPr>
        <p:spPr>
          <a:xfrm xmlns:a="http://schemas.openxmlformats.org/drawingml/2006/main">
            <a:off x="9210561" y="457200"/>
            <a:ext cx="9967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الأمة</a:t>
            </a:r>
          </a:p>
        </p:txBody>
      </p:sp>
      <p:sp>
        <p:nvSpPr>
          <p:cNvPr id="3" name="text-42">
            <a:extLst xmlns:a="http://schemas.openxmlformats.org/drawingml/2006/main">
              <a:ext uri="{FF2B5EF4-FFF2-40B4-BE49-F238E27FC236}">
                <a16:creationId xmlns:a16="http://schemas.microsoft.com/office/drawing/2014/main" id="{E4D65788-F5FF-432F-8495-420185B7916C}"/>
              </a:ext>
            </a:extLst>
          </p:cNvPr>
          <p:cNvSpPr>
            <a:spLocks xmlns:a="http://schemas.openxmlformats.org/drawingml/2006/main" noGrp="1"/>
          </p:cNvSpPr>
          <p:nvPr/>
        </p:nvSpPr>
        <p:spPr>
          <a:xfrm xmlns:a="http://schemas.openxmlformats.org/drawingml/2006/main">
            <a:off x="7505555" y="457200"/>
            <a:ext cx="16040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تستحق</a:t>
            </a:r>
          </a:p>
        </p:txBody>
      </p:sp>
      <p:sp>
        <p:nvSpPr>
          <p:cNvPr id="4" name="text-43">
            <a:extLst xmlns:a="http://schemas.openxmlformats.org/drawingml/2006/main">
              <a:ext uri="{FF2B5EF4-FFF2-40B4-BE49-F238E27FC236}">
                <a16:creationId xmlns:a16="http://schemas.microsoft.com/office/drawing/2014/main" id="{0413EAF7-3618-4D1A-A221-FFAD85462DAA}"/>
              </a:ext>
            </a:extLst>
          </p:cNvPr>
          <p:cNvSpPr>
            <a:spLocks xmlns:a="http://schemas.openxmlformats.org/drawingml/2006/main" noGrp="1"/>
          </p:cNvSpPr>
          <p:nvPr/>
        </p:nvSpPr>
        <p:spPr>
          <a:xfrm xmlns:a="http://schemas.openxmlformats.org/drawingml/2006/main">
            <a:off x="625335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أدوات</a:t>
            </a:r>
          </a:p>
        </p:txBody>
      </p:sp>
      <p:sp>
        <p:nvSpPr>
          <p:cNvPr id="5" name="text-44">
            <a:extLst xmlns:a="http://schemas.openxmlformats.org/drawingml/2006/main">
              <a:ext uri="{FF2B5EF4-FFF2-40B4-BE49-F238E27FC236}">
                <a16:creationId xmlns:a16="http://schemas.microsoft.com/office/drawing/2014/main" id="{86502C1B-760A-467A-90DE-CDD7CA4C6CD3}"/>
              </a:ext>
            </a:extLst>
          </p:cNvPr>
          <p:cNvSpPr>
            <a:spLocks xmlns:a="http://schemas.openxmlformats.org/drawingml/2006/main" noGrp="1"/>
          </p:cNvSpPr>
          <p:nvPr/>
        </p:nvSpPr>
        <p:spPr>
          <a:xfrm xmlns:a="http://schemas.openxmlformats.org/drawingml/2006/main">
            <a:off x="5139240" y="457200"/>
            <a:ext cx="10131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نملك</a:t>
            </a:r>
          </a:p>
        </p:txBody>
      </p:sp>
      <p:sp>
        <p:nvSpPr>
          <p:cNvPr id="6" name="text-45">
            <a:extLst xmlns:a="http://schemas.openxmlformats.org/drawingml/2006/main">
              <a:ext uri="{FF2B5EF4-FFF2-40B4-BE49-F238E27FC236}">
                <a16:creationId xmlns:a16="http://schemas.microsoft.com/office/drawing/2014/main" id="{9AB1BD1B-8310-4F9F-9A39-51F750CF1F46}"/>
              </a:ext>
            </a:extLst>
          </p:cNvPr>
          <p:cNvSpPr>
            <a:spLocks xmlns:a="http://schemas.openxmlformats.org/drawingml/2006/main" noGrp="1"/>
          </p:cNvSpPr>
          <p:nvPr/>
        </p:nvSpPr>
        <p:spPr>
          <a:xfrm xmlns:a="http://schemas.openxmlformats.org/drawingml/2006/main">
            <a:off x="3758458" y="457200"/>
            <a:ext cx="127981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زمامها</a:t>
            </a:r>
          </a:p>
        </p:txBody>
      </p:sp>
      <p:sp>
        <p:nvSpPr>
          <p:cNvPr id="7" name="shape-46">
            <a:extLst xmlns:a="http://schemas.openxmlformats.org/drawingml/2006/main">
              <a:ext uri="{FF2B5EF4-FFF2-40B4-BE49-F238E27FC236}">
                <a16:creationId xmlns:a16="http://schemas.microsoft.com/office/drawing/2014/main" id="{9285506B-DF91-4587-846C-A4630689A64E}"/>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47">
            <a:extLst xmlns:a="http://schemas.openxmlformats.org/drawingml/2006/main">
              <a:ext uri="{FF2B5EF4-FFF2-40B4-BE49-F238E27FC236}">
                <a16:creationId xmlns:a16="http://schemas.microsoft.com/office/drawing/2014/main" id="{A266D465-2F1D-4633-ABFF-A2212AABC5F0}"/>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48">
            <a:extLst xmlns:a="http://schemas.openxmlformats.org/drawingml/2006/main">
              <a:ext uri="{FF2B5EF4-FFF2-40B4-BE49-F238E27FC236}">
                <a16:creationId xmlns:a16="http://schemas.microsoft.com/office/drawing/2014/main" id="{CC4896A9-C7B7-4E81-9300-FA3BE7116C78}"/>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49">
            <a:extLst xmlns:a="http://schemas.openxmlformats.org/drawingml/2006/main">
              <a:ext uri="{FF2B5EF4-FFF2-40B4-BE49-F238E27FC236}">
                <a16:creationId xmlns:a16="http://schemas.microsoft.com/office/drawing/2014/main" id="{0B386664-6894-41C3-8767-F585138342CD}"/>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50">
            <a:extLst xmlns:a="http://schemas.openxmlformats.org/drawingml/2006/main">
              <a:ext uri="{FF2B5EF4-FFF2-40B4-BE49-F238E27FC236}">
                <a16:creationId xmlns:a16="http://schemas.microsoft.com/office/drawing/2014/main" id="{E016F20D-A7EF-4444-BCF5-FB8848672781}"/>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51">
            <a:extLst xmlns:a="http://schemas.openxmlformats.org/drawingml/2006/main">
              <a:ext uri="{FF2B5EF4-FFF2-40B4-BE49-F238E27FC236}">
                <a16:creationId xmlns:a16="http://schemas.microsoft.com/office/drawing/2014/main" id="{E9581F1D-B3E6-4BF4-B55A-476AD393BA41}"/>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52">
            <a:extLst xmlns:a="http://schemas.openxmlformats.org/drawingml/2006/main">
              <a:ext uri="{FF2B5EF4-FFF2-40B4-BE49-F238E27FC236}">
                <a16:creationId xmlns:a16="http://schemas.microsoft.com/office/drawing/2014/main" id="{52C626DA-0A29-4B02-B01A-814DB29B1BE2}"/>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53">
            <a:extLst xmlns:a="http://schemas.openxmlformats.org/drawingml/2006/main">
              <a:ext uri="{FF2B5EF4-FFF2-40B4-BE49-F238E27FC236}">
                <a16:creationId xmlns:a16="http://schemas.microsoft.com/office/drawing/2014/main" id="{86498295-861A-4D68-AD32-C73ED97877FB}"/>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02</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6b2f0133f5e84abc"/>
          <a:stretch xmlns:a="http://schemas.openxmlformats.org/drawingml/2006/main"/>
        </p:blipFill>
        <p:spPr>
          <a:xfrm xmlns:a="http://schemas.openxmlformats.org/drawingml/2006/main">
            <a:off x="609600" y="1362670"/>
            <a:ext cx="7143750" cy="4018359"/>
          </a:xfrm>
          <a:prstGeom xmlns:a="http://schemas.openxmlformats.org/drawingml/2006/main" prst="rect">
            <a:avLst/>
          </a:prstGeom>
        </p:spPr>
      </p:pic>
      <p:sp>
        <p:nvSpPr>
          <p:cNvPr id="16" name="text-54">
            <a:extLst xmlns:a="http://schemas.openxmlformats.org/drawingml/2006/main">
              <a:ext uri="{FF2B5EF4-FFF2-40B4-BE49-F238E27FC236}">
                <a16:creationId xmlns:a16="http://schemas.microsoft.com/office/drawing/2014/main" id="{4828581C-0EEB-4D31-94AB-04AD3000CD4A}"/>
              </a:ext>
            </a:extLst>
          </p:cNvPr>
          <p:cNvSpPr>
            <a:spLocks xmlns:a="http://schemas.openxmlformats.org/drawingml/2006/main" noGrp="1"/>
          </p:cNvSpPr>
          <p:nvPr/>
        </p:nvSpPr>
        <p:spPr>
          <a:xfrm xmlns:a="http://schemas.openxmlformats.org/drawingml/2006/main">
            <a:off x="9833633" y="1543050"/>
            <a:ext cx="1748767"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الخوارزمي</a:t>
            </a:r>
          </a:p>
        </p:txBody>
      </p:sp>
      <p:sp>
        <p:nvSpPr>
          <p:cNvPr id="17" name="text-55">
            <a:extLst xmlns:a="http://schemas.openxmlformats.org/drawingml/2006/main">
              <a:ext uri="{FF2B5EF4-FFF2-40B4-BE49-F238E27FC236}">
                <a16:creationId xmlns:a16="http://schemas.microsoft.com/office/drawing/2014/main" id="{1E98D95F-4611-4753-84E0-DA9BF51E0440}"/>
              </a:ext>
            </a:extLst>
          </p:cNvPr>
          <p:cNvSpPr>
            <a:spLocks xmlns:a="http://schemas.openxmlformats.org/drawingml/2006/main" noGrp="1"/>
          </p:cNvSpPr>
          <p:nvPr/>
        </p:nvSpPr>
        <p:spPr>
          <a:xfrm xmlns:a="http://schemas.openxmlformats.org/drawingml/2006/main">
            <a:off x="11037570" y="2143125"/>
            <a:ext cx="54483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الجبر</a:t>
            </a:r>
          </a:p>
        </p:txBody>
      </p:sp>
      <p:sp>
        <p:nvSpPr>
          <p:cNvPr id="18" name="text-56">
            <a:extLst xmlns:a="http://schemas.openxmlformats.org/drawingml/2006/main">
              <a:ext uri="{FF2B5EF4-FFF2-40B4-BE49-F238E27FC236}">
                <a16:creationId xmlns:a16="http://schemas.microsoft.com/office/drawing/2014/main" id="{9BD874F3-EE64-44A6-9A3B-0CB91891CA0F}"/>
              </a:ext>
            </a:extLst>
          </p:cNvPr>
          <p:cNvSpPr>
            <a:spLocks xmlns:a="http://schemas.openxmlformats.org/drawingml/2006/main" noGrp="1"/>
          </p:cNvSpPr>
          <p:nvPr/>
        </p:nvSpPr>
        <p:spPr>
          <a:xfrm xmlns:a="http://schemas.openxmlformats.org/drawingml/2006/main">
            <a:off x="9654350" y="2143125"/>
            <a:ext cx="132187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والخوارزميات</a:t>
            </a:r>
          </a:p>
        </p:txBody>
      </p:sp>
      <p:sp>
        <p:nvSpPr>
          <p:cNvPr id="19" name="text-57">
            <a:extLst xmlns:a="http://schemas.openxmlformats.org/drawingml/2006/main">
              <a:ext uri="{FF2B5EF4-FFF2-40B4-BE49-F238E27FC236}">
                <a16:creationId xmlns:a16="http://schemas.microsoft.com/office/drawing/2014/main" id="{4E82A060-7194-43C3-AD18-774446772F6A}"/>
              </a:ext>
            </a:extLst>
          </p:cNvPr>
          <p:cNvSpPr>
            <a:spLocks xmlns:a="http://schemas.openxmlformats.org/drawingml/2006/main" noGrp="1"/>
          </p:cNvSpPr>
          <p:nvPr/>
        </p:nvSpPr>
        <p:spPr>
          <a:xfrm xmlns:a="http://schemas.openxmlformats.org/drawingml/2006/main">
            <a:off x="11027306" y="3238500"/>
            <a:ext cx="555094"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ابن</a:t>
            </a:r>
          </a:p>
        </p:txBody>
      </p:sp>
      <p:sp>
        <p:nvSpPr>
          <p:cNvPr id="20" name="text-58">
            <a:extLst xmlns:a="http://schemas.openxmlformats.org/drawingml/2006/main">
              <a:ext uri="{FF2B5EF4-FFF2-40B4-BE49-F238E27FC236}">
                <a16:creationId xmlns:a16="http://schemas.microsoft.com/office/drawing/2014/main" id="{67961D1D-9C53-4441-80E2-0BED3FBF3165}"/>
              </a:ext>
            </a:extLst>
          </p:cNvPr>
          <p:cNvSpPr>
            <a:spLocks xmlns:a="http://schemas.openxmlformats.org/drawingml/2006/main" noGrp="1"/>
          </p:cNvSpPr>
          <p:nvPr/>
        </p:nvSpPr>
        <p:spPr>
          <a:xfrm xmlns:a="http://schemas.openxmlformats.org/drawingml/2006/main">
            <a:off x="9961234" y="3238500"/>
            <a:ext cx="987491"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الهيثم</a:t>
            </a:r>
          </a:p>
        </p:txBody>
      </p:sp>
      <p:sp>
        <p:nvSpPr>
          <p:cNvPr id="21" name="text-59">
            <a:extLst xmlns:a="http://schemas.openxmlformats.org/drawingml/2006/main">
              <a:ext uri="{FF2B5EF4-FFF2-40B4-BE49-F238E27FC236}">
                <a16:creationId xmlns:a16="http://schemas.microsoft.com/office/drawing/2014/main" id="{CF80EFA0-BCB5-4A8A-AD22-A245188F7529}"/>
              </a:ext>
            </a:extLst>
          </p:cNvPr>
          <p:cNvSpPr>
            <a:spLocks xmlns:a="http://schemas.openxmlformats.org/drawingml/2006/main" noGrp="1"/>
          </p:cNvSpPr>
          <p:nvPr/>
        </p:nvSpPr>
        <p:spPr>
          <a:xfrm xmlns:a="http://schemas.openxmlformats.org/drawingml/2006/main">
            <a:off x="10818019" y="3838575"/>
            <a:ext cx="764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التجربة</a:t>
            </a:r>
          </a:p>
        </p:txBody>
      </p:sp>
      <p:sp>
        <p:nvSpPr>
          <p:cNvPr id="22" name="text-60">
            <a:extLst xmlns:a="http://schemas.openxmlformats.org/drawingml/2006/main">
              <a:ext uri="{FF2B5EF4-FFF2-40B4-BE49-F238E27FC236}">
                <a16:creationId xmlns:a16="http://schemas.microsoft.com/office/drawing/2014/main" id="{D442EE81-DE08-4112-BF21-7F8876CED5C5}"/>
              </a:ext>
            </a:extLst>
          </p:cNvPr>
          <p:cNvSpPr>
            <a:spLocks xmlns:a="http://schemas.openxmlformats.org/drawingml/2006/main" noGrp="1"/>
          </p:cNvSpPr>
          <p:nvPr/>
        </p:nvSpPr>
        <p:spPr>
          <a:xfrm xmlns:a="http://schemas.openxmlformats.org/drawingml/2006/main">
            <a:off x="9860375" y="3838575"/>
            <a:ext cx="89630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والبرهان</a:t>
            </a:r>
          </a:p>
        </p:txBody>
      </p:sp>
      <p:sp>
        <p:nvSpPr>
          <p:cNvPr id="23" name="text-61">
            <a:extLst xmlns:a="http://schemas.openxmlformats.org/drawingml/2006/main">
              <a:ext uri="{FF2B5EF4-FFF2-40B4-BE49-F238E27FC236}">
                <a16:creationId xmlns:a16="http://schemas.microsoft.com/office/drawing/2014/main" id="{3E0A3D35-6646-4276-AC7D-2E3D97AECFA1}"/>
              </a:ext>
            </a:extLst>
          </p:cNvPr>
          <p:cNvSpPr>
            <a:spLocks xmlns:a="http://schemas.openxmlformats.org/drawingml/2006/main" noGrp="1"/>
          </p:cNvSpPr>
          <p:nvPr/>
        </p:nvSpPr>
        <p:spPr>
          <a:xfrm xmlns:a="http://schemas.openxmlformats.org/drawingml/2006/main">
            <a:off x="10638377" y="5505450"/>
            <a:ext cx="94402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نستلهم</a:t>
            </a:r>
          </a:p>
        </p:txBody>
      </p:sp>
      <p:sp>
        <p:nvSpPr>
          <p:cNvPr id="24" name="text-62">
            <a:extLst xmlns:a="http://schemas.openxmlformats.org/drawingml/2006/main">
              <a:ext uri="{FF2B5EF4-FFF2-40B4-BE49-F238E27FC236}">
                <a16:creationId xmlns:a16="http://schemas.microsoft.com/office/drawing/2014/main" id="{EAA03F61-6D49-49D3-BA58-3FA8BEA2CF75}"/>
              </a:ext>
            </a:extLst>
          </p:cNvPr>
          <p:cNvSpPr>
            <a:spLocks xmlns:a="http://schemas.openxmlformats.org/drawingml/2006/main" noGrp="1"/>
          </p:cNvSpPr>
          <p:nvPr/>
        </p:nvSpPr>
        <p:spPr>
          <a:xfrm xmlns:a="http://schemas.openxmlformats.org/drawingml/2006/main">
            <a:off x="10130028" y="5505450"/>
            <a:ext cx="44110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هذا</a:t>
            </a:r>
          </a:p>
        </p:txBody>
      </p:sp>
      <p:sp>
        <p:nvSpPr>
          <p:cNvPr id="25" name="text-63">
            <a:extLst xmlns:a="http://schemas.openxmlformats.org/drawingml/2006/main">
              <a:ext uri="{FF2B5EF4-FFF2-40B4-BE49-F238E27FC236}">
                <a16:creationId xmlns:a16="http://schemas.microsoft.com/office/drawing/2014/main" id="{823DA87B-FE6F-4955-84CC-2333C53AA455}"/>
              </a:ext>
            </a:extLst>
          </p:cNvPr>
          <p:cNvSpPr>
            <a:spLocks xmlns:a="http://schemas.openxmlformats.org/drawingml/2006/main" noGrp="1"/>
          </p:cNvSpPr>
          <p:nvPr/>
        </p:nvSpPr>
        <p:spPr>
          <a:xfrm xmlns:a="http://schemas.openxmlformats.org/drawingml/2006/main">
            <a:off x="9466993" y="5505450"/>
            <a:ext cx="59578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الإرث</a:t>
            </a:r>
          </a:p>
        </p:txBody>
      </p:sp>
      <p:sp>
        <p:nvSpPr>
          <p:cNvPr id="26" name="text-64">
            <a:extLst xmlns:a="http://schemas.openxmlformats.org/drawingml/2006/main">
              <a:ext uri="{FF2B5EF4-FFF2-40B4-BE49-F238E27FC236}">
                <a16:creationId xmlns:a16="http://schemas.microsoft.com/office/drawing/2014/main" id="{08543EA5-7F97-4EB4-943E-13ADFDB75AEE}"/>
              </a:ext>
            </a:extLst>
          </p:cNvPr>
          <p:cNvSpPr>
            <a:spLocks xmlns:a="http://schemas.openxmlformats.org/drawingml/2006/main" noGrp="1"/>
          </p:cNvSpPr>
          <p:nvPr/>
        </p:nvSpPr>
        <p:spPr>
          <a:xfrm xmlns:a="http://schemas.openxmlformats.org/drawingml/2006/main">
            <a:off x="8902922" y="5505450"/>
            <a:ext cx="49682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لبناء</a:t>
            </a:r>
          </a:p>
        </p:txBody>
      </p:sp>
      <p:sp>
        <p:nvSpPr>
          <p:cNvPr id="27" name="text-65">
            <a:extLst xmlns:a="http://schemas.openxmlformats.org/drawingml/2006/main">
              <a:ext uri="{FF2B5EF4-FFF2-40B4-BE49-F238E27FC236}">
                <a16:creationId xmlns:a16="http://schemas.microsoft.com/office/drawing/2014/main" id="{A2669F51-708E-45F9-9174-7816B0EFF1D3}"/>
              </a:ext>
            </a:extLst>
          </p:cNvPr>
          <p:cNvSpPr>
            <a:spLocks xmlns:a="http://schemas.openxmlformats.org/drawingml/2006/main" noGrp="1"/>
          </p:cNvSpPr>
          <p:nvPr/>
        </p:nvSpPr>
        <p:spPr>
          <a:xfrm xmlns:a="http://schemas.openxmlformats.org/drawingml/2006/main">
            <a:off x="8196929" y="5505450"/>
            <a:ext cx="63874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أدوات</a:t>
            </a:r>
          </a:p>
        </p:txBody>
      </p:sp>
      <p:sp>
        <p:nvSpPr>
          <p:cNvPr id="28" name="text-66">
            <a:extLst xmlns:a="http://schemas.openxmlformats.org/drawingml/2006/main">
              <a:ext uri="{FF2B5EF4-FFF2-40B4-BE49-F238E27FC236}">
                <a16:creationId xmlns:a16="http://schemas.microsoft.com/office/drawing/2014/main" id="{C4DDBF1A-03F7-4E53-9961-DC72B0572D57}"/>
              </a:ext>
            </a:extLst>
          </p:cNvPr>
          <p:cNvSpPr>
            <a:spLocks xmlns:a="http://schemas.openxmlformats.org/drawingml/2006/main" noGrp="1"/>
          </p:cNvSpPr>
          <p:nvPr/>
        </p:nvSpPr>
        <p:spPr>
          <a:xfrm xmlns:a="http://schemas.openxmlformats.org/drawingml/2006/main">
            <a:off x="7430262" y="5505450"/>
            <a:ext cx="69942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معرفة</a:t>
            </a:r>
          </a:p>
        </p:txBody>
      </p:sp>
      <p:sp>
        <p:nvSpPr>
          <p:cNvPr id="29" name="text-67">
            <a:extLst xmlns:a="http://schemas.openxmlformats.org/drawingml/2006/main">
              <a:ext uri="{FF2B5EF4-FFF2-40B4-BE49-F238E27FC236}">
                <a16:creationId xmlns:a16="http://schemas.microsoft.com/office/drawing/2014/main" id="{7CC862C7-3431-487E-A305-E607B390033A}"/>
              </a:ext>
            </a:extLst>
          </p:cNvPr>
          <p:cNvSpPr>
            <a:spLocks xmlns:a="http://schemas.openxmlformats.org/drawingml/2006/main" noGrp="1"/>
          </p:cNvSpPr>
          <p:nvPr/>
        </p:nvSpPr>
        <p:spPr>
          <a:xfrm xmlns:a="http://schemas.openxmlformats.org/drawingml/2006/main">
            <a:off x="6744271" y="5505450"/>
            <a:ext cx="61874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نضبط</a:t>
            </a:r>
          </a:p>
        </p:txBody>
      </p:sp>
      <p:sp>
        <p:nvSpPr>
          <p:cNvPr id="30" name="text-68">
            <a:extLst xmlns:a="http://schemas.openxmlformats.org/drawingml/2006/main">
              <a:ext uri="{FF2B5EF4-FFF2-40B4-BE49-F238E27FC236}">
                <a16:creationId xmlns:a16="http://schemas.microsoft.com/office/drawing/2014/main" id="{AF9C579E-9528-4307-BF96-FCD1A7E54310}"/>
              </a:ext>
            </a:extLst>
          </p:cNvPr>
          <p:cNvSpPr>
            <a:spLocks xmlns:a="http://schemas.openxmlformats.org/drawingml/2006/main" noGrp="1"/>
          </p:cNvSpPr>
          <p:nvPr/>
        </p:nvSpPr>
        <p:spPr>
          <a:xfrm xmlns:a="http://schemas.openxmlformats.org/drawingml/2006/main">
            <a:off x="5784247" y="5505450"/>
            <a:ext cx="89277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نصوصها</a:t>
            </a:r>
          </a:p>
        </p:txBody>
      </p:sp>
      <p:sp>
        <p:nvSpPr>
          <p:cNvPr id="31" name="text-69">
            <a:extLst xmlns:a="http://schemas.openxmlformats.org/drawingml/2006/main">
              <a:ext uri="{FF2B5EF4-FFF2-40B4-BE49-F238E27FC236}">
                <a16:creationId xmlns:a16="http://schemas.microsoft.com/office/drawing/2014/main" id="{C50D086B-06EE-4A85-9926-69B49205B623}"/>
              </a:ext>
            </a:extLst>
          </p:cNvPr>
          <p:cNvSpPr>
            <a:spLocks xmlns:a="http://schemas.openxmlformats.org/drawingml/2006/main" noGrp="1"/>
          </p:cNvSpPr>
          <p:nvPr/>
        </p:nvSpPr>
        <p:spPr>
          <a:xfrm xmlns:a="http://schemas.openxmlformats.org/drawingml/2006/main">
            <a:off x="4960715" y="5505450"/>
            <a:ext cx="7562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ونراجع</a:t>
            </a:r>
          </a:p>
        </p:txBody>
      </p:sp>
      <p:sp>
        <p:nvSpPr>
          <p:cNvPr id="32" name="text-70">
            <a:extLst xmlns:a="http://schemas.openxmlformats.org/drawingml/2006/main">
              <a:ext uri="{FF2B5EF4-FFF2-40B4-BE49-F238E27FC236}">
                <a16:creationId xmlns:a16="http://schemas.microsoft.com/office/drawing/2014/main" id="{C0D60DDE-5F50-457C-AD0D-83D5C0E369D4}"/>
              </a:ext>
            </a:extLst>
          </p:cNvPr>
          <p:cNvSpPr>
            <a:spLocks xmlns:a="http://schemas.openxmlformats.org/drawingml/2006/main" noGrp="1"/>
          </p:cNvSpPr>
          <p:nvPr/>
        </p:nvSpPr>
        <p:spPr>
          <a:xfrm xmlns:a="http://schemas.openxmlformats.org/drawingml/2006/main">
            <a:off x="4221004" y="5505450"/>
            <a:ext cx="67246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دليلها</a:t>
            </a:r>
          </a:p>
        </p:txBody>
      </p:sp>
    </p:spTree>
    <p:extLst>
      <p:ext uri="{BB962C8B-B14F-4D97-AF65-F5344CB8AC3E}">
        <p14:creationId xmlns:p14="http://schemas.microsoft.com/office/powerpoint/2010/main" val="1603954184"/>
      </p:ext>
    </p:extLst>
  </p:cSld>
</p:sld>
</file>

<file path=ppt/slides/slide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6" name="text-71">
            <a:extLst xmlns:a="http://schemas.openxmlformats.org/drawingml/2006/main">
              <a:ext uri="{FF2B5EF4-FFF2-40B4-BE49-F238E27FC236}">
                <a16:creationId xmlns:a16="http://schemas.microsoft.com/office/drawing/2014/main" id="{DAD494D8-92CB-4AAF-971F-1DA773F9C636}"/>
              </a:ext>
            </a:extLst>
          </p:cNvPr>
          <p:cNvSpPr>
            <a:spLocks xmlns:a="http://schemas.openxmlformats.org/drawingml/2006/main" noGrp="1"/>
          </p:cNvSpPr>
          <p:nvPr/>
        </p:nvSpPr>
        <p:spPr>
          <a:xfrm xmlns:a="http://schemas.openxmlformats.org/drawingml/2006/main">
            <a:off x="10611056" y="457200"/>
            <a:ext cx="97134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لماذا</a:t>
            </a:r>
          </a:p>
        </p:txBody>
      </p:sp>
      <p:sp>
        <p:nvSpPr>
          <p:cNvPr id="2" name="text-72">
            <a:extLst xmlns:a="http://schemas.openxmlformats.org/drawingml/2006/main">
              <a:ext uri="{FF2B5EF4-FFF2-40B4-BE49-F238E27FC236}">
                <a16:creationId xmlns:a16="http://schemas.microsoft.com/office/drawing/2014/main" id="{92036B73-9F68-4150-AE06-E878F7FCF82D}"/>
              </a:ext>
            </a:extLst>
          </p:cNvPr>
          <p:cNvSpPr>
            <a:spLocks xmlns:a="http://schemas.openxmlformats.org/drawingml/2006/main" noGrp="1"/>
          </p:cNvSpPr>
          <p:nvPr/>
        </p:nvSpPr>
        <p:spPr>
          <a:xfrm xmlns:a="http://schemas.openxmlformats.org/drawingml/2006/main">
            <a:off x="9665642" y="457200"/>
            <a:ext cx="8444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يعبد</a:t>
            </a:r>
          </a:p>
        </p:txBody>
      </p:sp>
      <p:sp>
        <p:nvSpPr>
          <p:cNvPr id="3" name="text-73">
            <a:extLst xmlns:a="http://schemas.openxmlformats.org/drawingml/2006/main">
              <a:ext uri="{FF2B5EF4-FFF2-40B4-BE49-F238E27FC236}">
                <a16:creationId xmlns:a16="http://schemas.microsoft.com/office/drawing/2014/main" id="{F54E0015-B217-48E1-9F98-04FF44DB11E5}"/>
              </a:ext>
            </a:extLst>
          </p:cNvPr>
          <p:cNvSpPr>
            <a:spLocks xmlns:a="http://schemas.openxmlformats.org/drawingml/2006/main" noGrp="1"/>
          </p:cNvSpPr>
          <p:nvPr/>
        </p:nvSpPr>
        <p:spPr>
          <a:xfrm xmlns:a="http://schemas.openxmlformats.org/drawingml/2006/main">
            <a:off x="7466426" y="457200"/>
            <a:ext cx="20982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المسلمون</a:t>
            </a:r>
          </a:p>
        </p:txBody>
      </p:sp>
      <p:sp>
        <p:nvSpPr>
          <p:cNvPr id="4" name="text-74">
            <a:extLst xmlns:a="http://schemas.openxmlformats.org/drawingml/2006/main">
              <a:ext uri="{FF2B5EF4-FFF2-40B4-BE49-F238E27FC236}">
                <a16:creationId xmlns:a16="http://schemas.microsoft.com/office/drawing/2014/main" id="{848DDD75-FFEC-4699-89CD-4FD9A7C4B326}"/>
              </a:ext>
            </a:extLst>
          </p:cNvPr>
          <p:cNvSpPr>
            <a:spLocks xmlns:a="http://schemas.openxmlformats.org/drawingml/2006/main" noGrp="1"/>
          </p:cNvSpPr>
          <p:nvPr/>
        </p:nvSpPr>
        <p:spPr>
          <a:xfrm xmlns:a="http://schemas.openxmlformats.org/drawingml/2006/main">
            <a:off x="5856221" y="457200"/>
            <a:ext cx="1509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الكعبة؟</a:t>
            </a:r>
          </a:p>
        </p:txBody>
      </p:sp>
      <p:sp>
        <p:nvSpPr>
          <p:cNvPr id="5" name="shape-75">
            <a:extLst xmlns:a="http://schemas.openxmlformats.org/drawingml/2006/main">
              <a:ext uri="{FF2B5EF4-FFF2-40B4-BE49-F238E27FC236}">
                <a16:creationId xmlns:a16="http://schemas.microsoft.com/office/drawing/2014/main" id="{841902C1-E222-4EF9-BFF5-7EDD6C5DC973}"/>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76">
            <a:extLst xmlns:a="http://schemas.openxmlformats.org/drawingml/2006/main">
              <a:ext uri="{FF2B5EF4-FFF2-40B4-BE49-F238E27FC236}">
                <a16:creationId xmlns:a16="http://schemas.microsoft.com/office/drawing/2014/main" id="{2520F8F0-7EF8-4A7C-A1C4-2B280FC333B1}"/>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77">
            <a:extLst xmlns:a="http://schemas.openxmlformats.org/drawingml/2006/main">
              <a:ext uri="{FF2B5EF4-FFF2-40B4-BE49-F238E27FC236}">
                <a16:creationId xmlns:a16="http://schemas.microsoft.com/office/drawing/2014/main" id="{8879154E-FF38-47C8-9038-5FF772FD1CE0}"/>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78">
            <a:extLst xmlns:a="http://schemas.openxmlformats.org/drawingml/2006/main">
              <a:ext uri="{FF2B5EF4-FFF2-40B4-BE49-F238E27FC236}">
                <a16:creationId xmlns:a16="http://schemas.microsoft.com/office/drawing/2014/main" id="{2406B468-2CA6-449C-9F27-77B8588932F6}"/>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79">
            <a:extLst xmlns:a="http://schemas.openxmlformats.org/drawingml/2006/main">
              <a:ext uri="{FF2B5EF4-FFF2-40B4-BE49-F238E27FC236}">
                <a16:creationId xmlns:a16="http://schemas.microsoft.com/office/drawing/2014/main" id="{28255305-6D2C-47B1-B002-5A9B8ACF8269}"/>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80">
            <a:extLst xmlns:a="http://schemas.openxmlformats.org/drawingml/2006/main">
              <a:ext uri="{FF2B5EF4-FFF2-40B4-BE49-F238E27FC236}">
                <a16:creationId xmlns:a16="http://schemas.microsoft.com/office/drawing/2014/main" id="{C24C7AE4-11E2-4CBF-A335-BAF808342CC0}"/>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81">
            <a:extLst xmlns:a="http://schemas.openxmlformats.org/drawingml/2006/main">
              <a:ext uri="{FF2B5EF4-FFF2-40B4-BE49-F238E27FC236}">
                <a16:creationId xmlns:a16="http://schemas.microsoft.com/office/drawing/2014/main" id="{110985C2-D610-4B51-8321-68CA9B94C8F8}"/>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82">
            <a:extLst xmlns:a="http://schemas.openxmlformats.org/drawingml/2006/main">
              <a:ext uri="{FF2B5EF4-FFF2-40B4-BE49-F238E27FC236}">
                <a16:creationId xmlns:a16="http://schemas.microsoft.com/office/drawing/2014/main" id="{2F7DADFF-354D-4BBC-8E3C-0B600AF4A755}"/>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03</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f29c08042b8d41ee"/>
          <a:stretch xmlns:a="http://schemas.openxmlformats.org/drawingml/2006/main"/>
        </p:blipFill>
        <p:spPr>
          <a:xfrm xmlns:a="http://schemas.openxmlformats.org/drawingml/2006/main">
            <a:off x="982548" y="1352550"/>
            <a:ext cx="5159605" cy="4438650"/>
          </a:xfrm>
          <a:prstGeom xmlns:a="http://schemas.openxmlformats.org/drawingml/2006/main" prst="rect">
            <a:avLst/>
          </a:prstGeom>
        </p:spPr>
      </p:pic>
      <p:sp>
        <p:nvSpPr>
          <p:cNvPr id="14" name="text-83">
            <a:extLst xmlns:a="http://schemas.openxmlformats.org/drawingml/2006/main">
              <a:ext uri="{FF2B5EF4-FFF2-40B4-BE49-F238E27FC236}">
                <a16:creationId xmlns:a16="http://schemas.microsoft.com/office/drawing/2014/main" id="{B771C6B6-5A08-4A05-85BE-E100CCE69573}"/>
              </a:ext>
            </a:extLst>
          </p:cNvPr>
          <p:cNvSpPr>
            <a:spLocks xmlns:a="http://schemas.openxmlformats.org/drawingml/2006/main" noGrp="1"/>
          </p:cNvSpPr>
          <p:nvPr/>
        </p:nvSpPr>
        <p:spPr>
          <a:xfrm xmlns:a="http://schemas.openxmlformats.org/drawingml/2006/main">
            <a:off x="10549341" y="1695450"/>
            <a:ext cx="1033059"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يصحح</a:t>
            </a:r>
          </a:p>
        </p:txBody>
      </p:sp>
      <p:sp>
        <p:nvSpPr>
          <p:cNvPr id="15" name="text-84">
            <a:extLst xmlns:a="http://schemas.openxmlformats.org/drawingml/2006/main">
              <a:ext uri="{FF2B5EF4-FFF2-40B4-BE49-F238E27FC236}">
                <a16:creationId xmlns:a16="http://schemas.microsoft.com/office/drawing/2014/main" id="{BE752B9F-D5CE-434F-BBD5-EC85BB036BB4}"/>
              </a:ext>
            </a:extLst>
          </p:cNvPr>
          <p:cNvSpPr>
            <a:spLocks xmlns:a="http://schemas.openxmlformats.org/drawingml/2006/main" noGrp="1"/>
          </p:cNvSpPr>
          <p:nvPr/>
        </p:nvSpPr>
        <p:spPr>
          <a:xfrm xmlns:a="http://schemas.openxmlformats.org/drawingml/2006/main">
            <a:off x="9381039" y="1695450"/>
            <a:ext cx="1089721"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فرضية</a:t>
            </a:r>
          </a:p>
        </p:txBody>
      </p:sp>
      <p:sp>
        <p:nvSpPr>
          <p:cNvPr id="16" name="text-85">
            <a:extLst xmlns:a="http://schemas.openxmlformats.org/drawingml/2006/main">
              <a:ext uri="{FF2B5EF4-FFF2-40B4-BE49-F238E27FC236}">
                <a16:creationId xmlns:a16="http://schemas.microsoft.com/office/drawing/2014/main" id="{99BDBBAA-D5A7-4EA5-A4F2-8BDF2146AB53}"/>
              </a:ext>
            </a:extLst>
          </p:cNvPr>
          <p:cNvSpPr>
            <a:spLocks xmlns:a="http://schemas.openxmlformats.org/drawingml/2006/main" noGrp="1"/>
          </p:cNvSpPr>
          <p:nvPr/>
        </p:nvSpPr>
        <p:spPr>
          <a:xfrm xmlns:a="http://schemas.openxmlformats.org/drawingml/2006/main">
            <a:off x="8075440" y="1695450"/>
            <a:ext cx="1227018" cy="6453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625" b="1">
                <a:solidFill>
                  <a:srgbClr val="EDCA7E"/>
                </a:solidFill>
                <a:latin typeface="Tahoma"/>
                <a:ea typeface="Tahoma"/>
                <a:cs typeface="Tahoma"/>
              </a:defRPr>
            </a:pPr>
            <a:r>
              <a:rPr sz="2625" b="1">
                <a:solidFill>
                  <a:srgbClr val="EDCA7E"/>
                </a:solidFill>
                <a:latin typeface="Tahoma"/>
                <a:ea typeface="Tahoma"/>
                <a:cs typeface="Tahoma"/>
              </a:rPr>
              <a:t>السؤال</a:t>
            </a:r>
          </a:p>
        </p:txBody>
      </p:sp>
      <p:sp>
        <p:nvSpPr>
          <p:cNvPr id="17" name="text-86">
            <a:extLst xmlns:a="http://schemas.openxmlformats.org/drawingml/2006/main">
              <a:ext uri="{FF2B5EF4-FFF2-40B4-BE49-F238E27FC236}">
                <a16:creationId xmlns:a16="http://schemas.microsoft.com/office/drawing/2014/main" id="{69F50FA4-F7B3-47FA-9DF5-102076797354}"/>
              </a:ext>
            </a:extLst>
          </p:cNvPr>
          <p:cNvSpPr>
            <a:spLocks xmlns:a="http://schemas.openxmlformats.org/drawingml/2006/main" noGrp="1"/>
          </p:cNvSpPr>
          <p:nvPr/>
        </p:nvSpPr>
        <p:spPr>
          <a:xfrm xmlns:a="http://schemas.openxmlformats.org/drawingml/2006/main">
            <a:off x="10409777" y="2476500"/>
            <a:ext cx="117262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المسلمون</a:t>
            </a:r>
          </a:p>
        </p:txBody>
      </p:sp>
      <p:sp>
        <p:nvSpPr>
          <p:cNvPr id="18" name="text-87">
            <a:extLst xmlns:a="http://schemas.openxmlformats.org/drawingml/2006/main">
              <a:ext uri="{FF2B5EF4-FFF2-40B4-BE49-F238E27FC236}">
                <a16:creationId xmlns:a16="http://schemas.microsoft.com/office/drawing/2014/main" id="{7225D52F-511C-45D8-BA76-BF1999E401A2}"/>
              </a:ext>
            </a:extLst>
          </p:cNvPr>
          <p:cNvSpPr>
            <a:spLocks xmlns:a="http://schemas.openxmlformats.org/drawingml/2006/main" noGrp="1"/>
          </p:cNvSpPr>
          <p:nvPr/>
        </p:nvSpPr>
        <p:spPr>
          <a:xfrm xmlns:a="http://schemas.openxmlformats.org/drawingml/2006/main">
            <a:off x="9576911" y="2476500"/>
            <a:ext cx="76857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يعبدون</a:t>
            </a:r>
          </a:p>
        </p:txBody>
      </p:sp>
      <p:sp>
        <p:nvSpPr>
          <p:cNvPr id="19" name="text-88">
            <a:extLst xmlns:a="http://schemas.openxmlformats.org/drawingml/2006/main">
              <a:ext uri="{FF2B5EF4-FFF2-40B4-BE49-F238E27FC236}">
                <a16:creationId xmlns:a16="http://schemas.microsoft.com/office/drawing/2014/main" id="{11B0C285-D997-41BA-B1CE-AF8D3B10BB03}"/>
              </a:ext>
            </a:extLst>
          </p:cNvPr>
          <p:cNvSpPr>
            <a:spLocks xmlns:a="http://schemas.openxmlformats.org/drawingml/2006/main" noGrp="1"/>
          </p:cNvSpPr>
          <p:nvPr/>
        </p:nvSpPr>
        <p:spPr>
          <a:xfrm xmlns:a="http://schemas.openxmlformats.org/drawingml/2006/main">
            <a:off x="9156287" y="2476500"/>
            <a:ext cx="35633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الله</a:t>
            </a:r>
          </a:p>
        </p:txBody>
      </p:sp>
      <p:sp>
        <p:nvSpPr>
          <p:cNvPr id="20" name="text-89">
            <a:extLst xmlns:a="http://schemas.openxmlformats.org/drawingml/2006/main">
              <a:ext uri="{FF2B5EF4-FFF2-40B4-BE49-F238E27FC236}">
                <a16:creationId xmlns:a16="http://schemas.microsoft.com/office/drawing/2014/main" id="{B526B49B-12AF-4171-926E-25D990FC8DC2}"/>
              </a:ext>
            </a:extLst>
          </p:cNvPr>
          <p:cNvSpPr>
            <a:spLocks xmlns:a="http://schemas.openxmlformats.org/drawingml/2006/main" noGrp="1"/>
          </p:cNvSpPr>
          <p:nvPr/>
        </p:nvSpPr>
        <p:spPr>
          <a:xfrm xmlns:a="http://schemas.openxmlformats.org/drawingml/2006/main">
            <a:off x="8495633" y="2476500"/>
            <a:ext cx="59636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وحده</a:t>
            </a:r>
          </a:p>
        </p:txBody>
      </p:sp>
      <p:sp>
        <p:nvSpPr>
          <p:cNvPr id="21" name="text-90">
            <a:extLst xmlns:a="http://schemas.openxmlformats.org/drawingml/2006/main">
              <a:ext uri="{FF2B5EF4-FFF2-40B4-BE49-F238E27FC236}">
                <a16:creationId xmlns:a16="http://schemas.microsoft.com/office/drawing/2014/main" id="{6BF86B1E-EF3A-4377-844A-A4AB9AA5B126}"/>
              </a:ext>
            </a:extLst>
          </p:cNvPr>
          <p:cNvSpPr>
            <a:spLocks xmlns:a="http://schemas.openxmlformats.org/drawingml/2006/main" noGrp="1"/>
          </p:cNvSpPr>
          <p:nvPr/>
        </p:nvSpPr>
        <p:spPr>
          <a:xfrm xmlns:a="http://schemas.openxmlformats.org/drawingml/2006/main">
            <a:off x="10776394" y="2924175"/>
            <a:ext cx="80600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والكعبة</a:t>
            </a:r>
          </a:p>
        </p:txBody>
      </p:sp>
      <p:sp>
        <p:nvSpPr>
          <p:cNvPr id="22" name="text-91">
            <a:extLst xmlns:a="http://schemas.openxmlformats.org/drawingml/2006/main">
              <a:ext uri="{FF2B5EF4-FFF2-40B4-BE49-F238E27FC236}">
                <a16:creationId xmlns:a16="http://schemas.microsoft.com/office/drawing/2014/main" id="{8FE70DC1-4266-4996-B327-CC06934002FA}"/>
              </a:ext>
            </a:extLst>
          </p:cNvPr>
          <p:cNvSpPr>
            <a:spLocks xmlns:a="http://schemas.openxmlformats.org/drawingml/2006/main" noGrp="1"/>
          </p:cNvSpPr>
          <p:nvPr/>
        </p:nvSpPr>
        <p:spPr>
          <a:xfrm xmlns:a="http://schemas.openxmlformats.org/drawingml/2006/main">
            <a:off x="10224230" y="2924175"/>
            <a:ext cx="48787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قبلة</a:t>
            </a:r>
          </a:p>
        </p:txBody>
      </p:sp>
      <p:sp>
        <p:nvSpPr>
          <p:cNvPr id="23" name="text-92">
            <a:extLst xmlns:a="http://schemas.openxmlformats.org/drawingml/2006/main">
              <a:ext uri="{FF2B5EF4-FFF2-40B4-BE49-F238E27FC236}">
                <a16:creationId xmlns:a16="http://schemas.microsoft.com/office/drawing/2014/main" id="{BA44239F-6984-4115-AC99-C129D931839D}"/>
              </a:ext>
            </a:extLst>
          </p:cNvPr>
          <p:cNvSpPr>
            <a:spLocks xmlns:a="http://schemas.openxmlformats.org/drawingml/2006/main" noGrp="1"/>
          </p:cNvSpPr>
          <p:nvPr/>
        </p:nvSpPr>
        <p:spPr>
          <a:xfrm xmlns:a="http://schemas.openxmlformats.org/drawingml/2006/main">
            <a:off x="9325927" y="2924175"/>
            <a:ext cx="83400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صلاتهم</a:t>
            </a:r>
          </a:p>
        </p:txBody>
      </p:sp>
      <p:sp>
        <p:nvSpPr>
          <p:cNvPr id="24" name="text-93">
            <a:extLst xmlns:a="http://schemas.openxmlformats.org/drawingml/2006/main">
              <a:ext uri="{FF2B5EF4-FFF2-40B4-BE49-F238E27FC236}">
                <a16:creationId xmlns:a16="http://schemas.microsoft.com/office/drawing/2014/main" id="{2D56FD05-DDE4-4A69-97A2-573C8FD2D099}"/>
              </a:ext>
            </a:extLst>
          </p:cNvPr>
          <p:cNvSpPr>
            <a:spLocks xmlns:a="http://schemas.openxmlformats.org/drawingml/2006/main" noGrp="1"/>
          </p:cNvSpPr>
          <p:nvPr/>
        </p:nvSpPr>
        <p:spPr>
          <a:xfrm xmlns:a="http://schemas.openxmlformats.org/drawingml/2006/main">
            <a:off x="11295697" y="3876675"/>
            <a:ext cx="28670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ثم</a:t>
            </a:r>
          </a:p>
        </p:txBody>
      </p:sp>
      <p:sp>
        <p:nvSpPr>
          <p:cNvPr id="25" name="text-94">
            <a:extLst xmlns:a="http://schemas.openxmlformats.org/drawingml/2006/main">
              <a:ext uri="{FF2B5EF4-FFF2-40B4-BE49-F238E27FC236}">
                <a16:creationId xmlns:a16="http://schemas.microsoft.com/office/drawing/2014/main" id="{072213D1-B36B-454A-9470-8909BCD22284}"/>
              </a:ext>
            </a:extLst>
          </p:cNvPr>
          <p:cNvSpPr>
            <a:spLocks xmlns:a="http://schemas.openxmlformats.org/drawingml/2006/main" noGrp="1"/>
          </p:cNvSpPr>
          <p:nvPr/>
        </p:nvSpPr>
        <p:spPr>
          <a:xfrm xmlns:a="http://schemas.openxmlformats.org/drawingml/2006/main">
            <a:off x="10339102" y="3876675"/>
            <a:ext cx="89525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يستطيع</a:t>
            </a:r>
          </a:p>
        </p:txBody>
      </p:sp>
      <p:sp>
        <p:nvSpPr>
          <p:cNvPr id="26" name="text-95">
            <a:extLst xmlns:a="http://schemas.openxmlformats.org/drawingml/2006/main">
              <a:ext uri="{FF2B5EF4-FFF2-40B4-BE49-F238E27FC236}">
                <a16:creationId xmlns:a16="http://schemas.microsoft.com/office/drawing/2014/main" id="{8EDD00D0-9CA2-4BAA-A3BA-10DC42B99F46}"/>
              </a:ext>
            </a:extLst>
          </p:cNvPr>
          <p:cNvSpPr>
            <a:spLocks xmlns:a="http://schemas.openxmlformats.org/drawingml/2006/main" noGrp="1"/>
          </p:cNvSpPr>
          <p:nvPr/>
        </p:nvSpPr>
        <p:spPr>
          <a:xfrm xmlns:a="http://schemas.openxmlformats.org/drawingml/2006/main">
            <a:off x="9118949" y="3876675"/>
            <a:ext cx="115881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المستخدم</a:t>
            </a:r>
          </a:p>
        </p:txBody>
      </p:sp>
      <p:sp>
        <p:nvSpPr>
          <p:cNvPr id="27" name="text-96">
            <a:extLst xmlns:a="http://schemas.openxmlformats.org/drawingml/2006/main">
              <a:ext uri="{FF2B5EF4-FFF2-40B4-BE49-F238E27FC236}">
                <a16:creationId xmlns:a16="http://schemas.microsoft.com/office/drawing/2014/main" id="{A8F961EB-0E2B-4B33-BC76-8436C071C992}"/>
              </a:ext>
            </a:extLst>
          </p:cNvPr>
          <p:cNvSpPr>
            <a:spLocks xmlns:a="http://schemas.openxmlformats.org/drawingml/2006/main" noGrp="1"/>
          </p:cNvSpPr>
          <p:nvPr/>
        </p:nvSpPr>
        <p:spPr>
          <a:xfrm xmlns:a="http://schemas.openxmlformats.org/drawingml/2006/main">
            <a:off x="8643652" y="3876675"/>
            <a:ext cx="41395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فتح</a:t>
            </a:r>
          </a:p>
        </p:txBody>
      </p:sp>
      <p:sp>
        <p:nvSpPr>
          <p:cNvPr id="28" name="text-97">
            <a:extLst xmlns:a="http://schemas.openxmlformats.org/drawingml/2006/main">
              <a:ext uri="{FF2B5EF4-FFF2-40B4-BE49-F238E27FC236}">
                <a16:creationId xmlns:a16="http://schemas.microsoft.com/office/drawing/2014/main" id="{30F7696D-71ED-4C7B-8B85-DC94C207CF45}"/>
              </a:ext>
            </a:extLst>
          </p:cNvPr>
          <p:cNvSpPr>
            <a:spLocks xmlns:a="http://schemas.openxmlformats.org/drawingml/2006/main" noGrp="1"/>
          </p:cNvSpPr>
          <p:nvPr/>
        </p:nvSpPr>
        <p:spPr>
          <a:xfrm xmlns:a="http://schemas.openxmlformats.org/drawingml/2006/main">
            <a:off x="7823168" y="3876675"/>
            <a:ext cx="75914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المصدر</a:t>
            </a:r>
          </a:p>
        </p:txBody>
      </p:sp>
      <p:sp>
        <p:nvSpPr>
          <p:cNvPr id="29" name="text-98">
            <a:extLst xmlns:a="http://schemas.openxmlformats.org/drawingml/2006/main">
              <a:ext uri="{FF2B5EF4-FFF2-40B4-BE49-F238E27FC236}">
                <a16:creationId xmlns:a16="http://schemas.microsoft.com/office/drawing/2014/main" id="{8748D774-E59B-4E73-84EB-D1345767D0CD}"/>
              </a:ext>
            </a:extLst>
          </p:cNvPr>
          <p:cNvSpPr>
            <a:spLocks xmlns:a="http://schemas.openxmlformats.org/drawingml/2006/main" noGrp="1"/>
          </p:cNvSpPr>
          <p:nvPr/>
        </p:nvSpPr>
        <p:spPr>
          <a:xfrm xmlns:a="http://schemas.openxmlformats.org/drawingml/2006/main">
            <a:off x="11405140" y="4657725"/>
            <a:ext cx="1772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لا</a:t>
            </a:r>
          </a:p>
        </p:txBody>
      </p:sp>
      <p:sp>
        <p:nvSpPr>
          <p:cNvPr id="30" name="text-99">
            <a:extLst xmlns:a="http://schemas.openxmlformats.org/drawingml/2006/main">
              <a:ext uri="{FF2B5EF4-FFF2-40B4-BE49-F238E27FC236}">
                <a16:creationId xmlns:a16="http://schemas.microsoft.com/office/drawing/2014/main" id="{59563BCF-549E-44F3-9DCE-9B0E7F345C64}"/>
              </a:ext>
            </a:extLst>
          </p:cNvPr>
          <p:cNvSpPr>
            <a:spLocks xmlns:a="http://schemas.openxmlformats.org/drawingml/2006/main" noGrp="1"/>
          </p:cNvSpPr>
          <p:nvPr/>
        </p:nvSpPr>
        <p:spPr>
          <a:xfrm xmlns:a="http://schemas.openxmlformats.org/drawingml/2006/main">
            <a:off x="10705624" y="4657725"/>
            <a:ext cx="64712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نكتفي</a:t>
            </a:r>
          </a:p>
        </p:txBody>
      </p:sp>
      <p:sp>
        <p:nvSpPr>
          <p:cNvPr id="31" name="text-100">
            <a:extLst xmlns:a="http://schemas.openxmlformats.org/drawingml/2006/main">
              <a:ext uri="{FF2B5EF4-FFF2-40B4-BE49-F238E27FC236}">
                <a16:creationId xmlns:a16="http://schemas.microsoft.com/office/drawing/2014/main" id="{784C074A-874F-4624-8D95-A54883EE8EDD}"/>
              </a:ext>
            </a:extLst>
          </p:cNvPr>
          <p:cNvSpPr>
            <a:spLocks xmlns:a="http://schemas.openxmlformats.org/drawingml/2006/main" noGrp="1"/>
          </p:cNvSpPr>
          <p:nvPr/>
        </p:nvSpPr>
        <p:spPr>
          <a:xfrm xmlns:a="http://schemas.openxmlformats.org/drawingml/2006/main">
            <a:off x="10054590" y="4657725"/>
            <a:ext cx="598646"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بجواب</a:t>
            </a:r>
          </a:p>
        </p:txBody>
      </p:sp>
      <p:sp>
        <p:nvSpPr>
          <p:cNvPr id="32" name="text-101">
            <a:extLst xmlns:a="http://schemas.openxmlformats.org/drawingml/2006/main">
              <a:ext uri="{FF2B5EF4-FFF2-40B4-BE49-F238E27FC236}">
                <a16:creationId xmlns:a16="http://schemas.microsoft.com/office/drawing/2014/main" id="{BD18A3DB-3212-45E4-891C-9CEADB96960B}"/>
              </a:ext>
            </a:extLst>
          </p:cNvPr>
          <p:cNvSpPr>
            <a:spLocks xmlns:a="http://schemas.openxmlformats.org/drawingml/2006/main" noGrp="1"/>
          </p:cNvSpPr>
          <p:nvPr/>
        </p:nvSpPr>
        <p:spPr>
          <a:xfrm xmlns:a="http://schemas.openxmlformats.org/drawingml/2006/main">
            <a:off x="9518142" y="4657725"/>
            <a:ext cx="484060"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مقنع</a:t>
            </a:r>
          </a:p>
        </p:txBody>
      </p:sp>
      <p:sp>
        <p:nvSpPr>
          <p:cNvPr id="33" name="text-102">
            <a:extLst xmlns:a="http://schemas.openxmlformats.org/drawingml/2006/main">
              <a:ext uri="{FF2B5EF4-FFF2-40B4-BE49-F238E27FC236}">
                <a16:creationId xmlns:a16="http://schemas.microsoft.com/office/drawing/2014/main" id="{F704F774-052C-4EFE-9BAC-096C52160181}"/>
              </a:ext>
            </a:extLst>
          </p:cNvPr>
          <p:cNvSpPr>
            <a:spLocks xmlns:a="http://schemas.openxmlformats.org/drawingml/2006/main" noGrp="1"/>
          </p:cNvSpPr>
          <p:nvPr/>
        </p:nvSpPr>
        <p:spPr>
          <a:xfrm xmlns:a="http://schemas.openxmlformats.org/drawingml/2006/main">
            <a:off x="9043130" y="4657725"/>
            <a:ext cx="422624"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نتيح</a:t>
            </a:r>
          </a:p>
        </p:txBody>
      </p:sp>
      <p:sp>
        <p:nvSpPr>
          <p:cNvPr id="34" name="text-103">
            <a:extLst xmlns:a="http://schemas.openxmlformats.org/drawingml/2006/main">
              <a:ext uri="{FF2B5EF4-FFF2-40B4-BE49-F238E27FC236}">
                <a16:creationId xmlns:a16="http://schemas.microsoft.com/office/drawing/2014/main" id="{2394ECFD-6D09-406E-A608-4B74A941F7AD}"/>
              </a:ext>
            </a:extLst>
          </p:cNvPr>
          <p:cNvSpPr>
            <a:spLocks xmlns:a="http://schemas.openxmlformats.org/drawingml/2006/main" noGrp="1"/>
          </p:cNvSpPr>
          <p:nvPr/>
        </p:nvSpPr>
        <p:spPr>
          <a:xfrm xmlns:a="http://schemas.openxmlformats.org/drawingml/2006/main">
            <a:off x="8437245" y="4657725"/>
            <a:ext cx="553498"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فحص</a:t>
            </a:r>
          </a:p>
        </p:txBody>
      </p:sp>
      <p:sp>
        <p:nvSpPr>
          <p:cNvPr id="35" name="text-104">
            <a:extLst xmlns:a="http://schemas.openxmlformats.org/drawingml/2006/main">
              <a:ext uri="{FF2B5EF4-FFF2-40B4-BE49-F238E27FC236}">
                <a16:creationId xmlns:a16="http://schemas.microsoft.com/office/drawing/2014/main" id="{17B9434B-01D1-4B58-AD63-FDE157533C0F}"/>
              </a:ext>
            </a:extLst>
          </p:cNvPr>
          <p:cNvSpPr>
            <a:spLocks xmlns:a="http://schemas.openxmlformats.org/drawingml/2006/main" noGrp="1"/>
          </p:cNvSpPr>
          <p:nvPr/>
        </p:nvSpPr>
        <p:spPr>
          <a:xfrm xmlns:a="http://schemas.openxmlformats.org/drawingml/2006/main">
            <a:off x="7883843" y="4657725"/>
            <a:ext cx="501015" cy="4724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00" b="0">
                <a:solidFill>
                  <a:srgbClr val="B9CEC4"/>
                </a:solidFill>
                <a:latin typeface="Tahoma"/>
                <a:ea typeface="Tahoma"/>
                <a:cs typeface="Tahoma"/>
              </a:defRPr>
            </a:pPr>
            <a:r>
              <a:rPr sz="1800" b="0">
                <a:solidFill>
                  <a:srgbClr val="B9CEC4"/>
                </a:solidFill>
                <a:latin typeface="Tahoma"/>
                <a:ea typeface="Tahoma"/>
                <a:cs typeface="Tahoma"/>
              </a:rPr>
              <a:t>دليله</a:t>
            </a:r>
          </a:p>
        </p:txBody>
      </p:sp>
    </p:spTree>
    <p:extLst>
      <p:ext uri="{BB962C8B-B14F-4D97-AF65-F5344CB8AC3E}">
        <p14:creationId xmlns:p14="http://schemas.microsoft.com/office/powerpoint/2010/main" val="572904251"/>
      </p:ext>
    </p:extLst>
  </p:cSld>
</p:sld>
</file>

<file path=ppt/slides/slide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1" name="text-105">
            <a:extLst xmlns:a="http://schemas.openxmlformats.org/drawingml/2006/main">
              <a:ext uri="{FF2B5EF4-FFF2-40B4-BE49-F238E27FC236}">
                <a16:creationId xmlns:a16="http://schemas.microsoft.com/office/drawing/2014/main" id="{0BD7E79E-C715-4605-858A-A27CD605B5B9}"/>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06">
            <a:extLst xmlns:a="http://schemas.openxmlformats.org/drawingml/2006/main">
              <a:ext uri="{FF2B5EF4-FFF2-40B4-BE49-F238E27FC236}">
                <a16:creationId xmlns:a16="http://schemas.microsoft.com/office/drawing/2014/main" id="{02B8D210-476E-46B5-B71C-49CB2ED04902}"/>
              </a:ext>
            </a:extLst>
          </p:cNvPr>
          <p:cNvSpPr>
            <a:spLocks xmlns:a="http://schemas.openxmlformats.org/drawingml/2006/main" noGrp="1"/>
          </p:cNvSpPr>
          <p:nvPr/>
        </p:nvSpPr>
        <p:spPr>
          <a:xfrm xmlns:a="http://schemas.openxmlformats.org/drawingml/2006/main">
            <a:off x="9628594" y="457200"/>
            <a:ext cx="96490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تبدأ؟</a:t>
            </a:r>
          </a:p>
        </p:txBody>
      </p:sp>
      <p:sp>
        <p:nvSpPr>
          <p:cNvPr id="3" name="text-107">
            <a:extLst xmlns:a="http://schemas.openxmlformats.org/drawingml/2006/main">
              <a:ext uri="{FF2B5EF4-FFF2-40B4-BE49-F238E27FC236}">
                <a16:creationId xmlns:a16="http://schemas.microsoft.com/office/drawing/2014/main" id="{DC88A11A-5876-4D0B-900A-CC41292014DB}"/>
              </a:ext>
            </a:extLst>
          </p:cNvPr>
          <p:cNvSpPr>
            <a:spLocks xmlns:a="http://schemas.openxmlformats.org/drawingml/2006/main" noGrp="1"/>
          </p:cNvSpPr>
          <p:nvPr/>
        </p:nvSpPr>
        <p:spPr>
          <a:xfrm xmlns:a="http://schemas.openxmlformats.org/drawingml/2006/main">
            <a:off x="8519038" y="457200"/>
            <a:ext cx="10085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اكتب</a:t>
            </a:r>
          </a:p>
        </p:txBody>
      </p:sp>
      <p:sp>
        <p:nvSpPr>
          <p:cNvPr id="4" name="text-108">
            <a:extLst xmlns:a="http://schemas.openxmlformats.org/drawingml/2006/main">
              <a:ext uri="{FF2B5EF4-FFF2-40B4-BE49-F238E27FC236}">
                <a16:creationId xmlns:a16="http://schemas.microsoft.com/office/drawing/2014/main" id="{B5E6188A-9D25-4A36-BBB1-545DD8C3261B}"/>
              </a:ext>
            </a:extLst>
          </p:cNvPr>
          <p:cNvSpPr>
            <a:spLocks xmlns:a="http://schemas.openxmlformats.org/drawingml/2006/main" noGrp="1"/>
          </p:cNvSpPr>
          <p:nvPr/>
        </p:nvSpPr>
        <p:spPr>
          <a:xfrm xmlns:a="http://schemas.openxmlformats.org/drawingml/2006/main">
            <a:off x="7250590" y="457200"/>
            <a:ext cx="116748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سؤالًا</a:t>
            </a:r>
          </a:p>
        </p:txBody>
      </p:sp>
      <p:sp>
        <p:nvSpPr>
          <p:cNvPr id="5" name="text-109">
            <a:extLst xmlns:a="http://schemas.openxmlformats.org/drawingml/2006/main">
              <a:ext uri="{FF2B5EF4-FFF2-40B4-BE49-F238E27FC236}">
                <a16:creationId xmlns:a16="http://schemas.microsoft.com/office/drawing/2014/main" id="{A003602F-4BBB-4748-B8EC-3629CBBC4461}"/>
              </a:ext>
            </a:extLst>
          </p:cNvPr>
          <p:cNvSpPr>
            <a:spLocks xmlns:a="http://schemas.openxmlformats.org/drawingml/2006/main" noGrp="1"/>
          </p:cNvSpPr>
          <p:nvPr/>
        </p:nvSpPr>
        <p:spPr>
          <a:xfrm xmlns:a="http://schemas.openxmlformats.org/drawingml/2006/main">
            <a:off x="6755900" y="457200"/>
            <a:ext cx="39372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أو</a:t>
            </a:r>
          </a:p>
        </p:txBody>
      </p:sp>
      <p:sp>
        <p:nvSpPr>
          <p:cNvPr id="6" name="text-110">
            <a:extLst xmlns:a="http://schemas.openxmlformats.org/drawingml/2006/main">
              <a:ext uri="{FF2B5EF4-FFF2-40B4-BE49-F238E27FC236}">
                <a16:creationId xmlns:a16="http://schemas.microsoft.com/office/drawing/2014/main" id="{B4951074-44C5-4FBD-848D-9784161C9460}"/>
              </a:ext>
            </a:extLst>
          </p:cNvPr>
          <p:cNvSpPr>
            <a:spLocks xmlns:a="http://schemas.openxmlformats.org/drawingml/2006/main" noGrp="1"/>
          </p:cNvSpPr>
          <p:nvPr/>
        </p:nvSpPr>
        <p:spPr>
          <a:xfrm xmlns:a="http://schemas.openxmlformats.org/drawingml/2006/main">
            <a:off x="5784929" y="457200"/>
            <a:ext cx="87000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اختر</a:t>
            </a:r>
          </a:p>
        </p:txBody>
      </p:sp>
      <p:sp>
        <p:nvSpPr>
          <p:cNvPr id="7" name="text-111">
            <a:extLst xmlns:a="http://schemas.openxmlformats.org/drawingml/2006/main">
              <a:ext uri="{FF2B5EF4-FFF2-40B4-BE49-F238E27FC236}">
                <a16:creationId xmlns:a16="http://schemas.microsoft.com/office/drawing/2014/main" id="{2CB1EF48-DF95-4126-ACE4-CA977E25E8D4}"/>
              </a:ext>
            </a:extLst>
          </p:cNvPr>
          <p:cNvSpPr>
            <a:spLocks xmlns:a="http://schemas.openxmlformats.org/drawingml/2006/main" noGrp="1"/>
          </p:cNvSpPr>
          <p:nvPr/>
        </p:nvSpPr>
        <p:spPr>
          <a:xfrm xmlns:a="http://schemas.openxmlformats.org/drawingml/2006/main">
            <a:off x="5032286"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a:t>
            </a:r>
          </a:p>
        </p:txBody>
      </p:sp>
      <p:sp>
        <p:nvSpPr>
          <p:cNvPr id="8" name="text-112">
            <a:extLst xmlns:a="http://schemas.openxmlformats.org/drawingml/2006/main">
              <a:ext uri="{FF2B5EF4-FFF2-40B4-BE49-F238E27FC236}">
                <a16:creationId xmlns:a16="http://schemas.microsoft.com/office/drawing/2014/main" id="{8A5AFA36-3E28-48DD-8227-415BB7046147}"/>
              </a:ext>
            </a:extLst>
          </p:cNvPr>
          <p:cNvSpPr>
            <a:spLocks xmlns:a="http://schemas.openxmlformats.org/drawingml/2006/main" noGrp="1"/>
          </p:cNvSpPr>
          <p:nvPr/>
        </p:nvSpPr>
        <p:spPr>
          <a:xfrm xmlns:a="http://schemas.openxmlformats.org/drawingml/2006/main">
            <a:off x="3406529" y="457200"/>
            <a:ext cx="152479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القدرات</a:t>
            </a:r>
          </a:p>
        </p:txBody>
      </p:sp>
      <p:sp>
        <p:nvSpPr>
          <p:cNvPr id="9" name="shape-113">
            <a:extLst xmlns:a="http://schemas.openxmlformats.org/drawingml/2006/main">
              <a:ext uri="{FF2B5EF4-FFF2-40B4-BE49-F238E27FC236}">
                <a16:creationId xmlns:a16="http://schemas.microsoft.com/office/drawing/2014/main" id="{63123EAC-2392-4F6D-8521-DBE5E0CE3AE0}"/>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10" name="text-114">
            <a:extLst xmlns:a="http://schemas.openxmlformats.org/drawingml/2006/main">
              <a:ext uri="{FF2B5EF4-FFF2-40B4-BE49-F238E27FC236}">
                <a16:creationId xmlns:a16="http://schemas.microsoft.com/office/drawing/2014/main" id="{EA73C569-4094-4E29-A4C5-A3D033D98502}"/>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1" name="text-115">
            <a:extLst xmlns:a="http://schemas.openxmlformats.org/drawingml/2006/main">
              <a:ext uri="{FF2B5EF4-FFF2-40B4-BE49-F238E27FC236}">
                <a16:creationId xmlns:a16="http://schemas.microsoft.com/office/drawing/2014/main" id="{45596504-10B8-4C00-A146-FB2016EEA8C0}"/>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2" name="text-116">
            <a:extLst xmlns:a="http://schemas.openxmlformats.org/drawingml/2006/main">
              <a:ext uri="{FF2B5EF4-FFF2-40B4-BE49-F238E27FC236}">
                <a16:creationId xmlns:a16="http://schemas.microsoft.com/office/drawing/2014/main" id="{E77B2C64-D451-4B9B-8F2B-E54A5D4EA191}"/>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3" name="text-117">
            <a:extLst xmlns:a="http://schemas.openxmlformats.org/drawingml/2006/main">
              <a:ext uri="{FF2B5EF4-FFF2-40B4-BE49-F238E27FC236}">
                <a16:creationId xmlns:a16="http://schemas.microsoft.com/office/drawing/2014/main" id="{C56EAF0F-A4E0-4EA7-926A-5153C6CB85A7}"/>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4" name="text-118">
            <a:extLst xmlns:a="http://schemas.openxmlformats.org/drawingml/2006/main">
              <a:ext uri="{FF2B5EF4-FFF2-40B4-BE49-F238E27FC236}">
                <a16:creationId xmlns:a16="http://schemas.microsoft.com/office/drawing/2014/main" id="{24F33975-8DE0-49B8-B28D-17CCC1EC094F}"/>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5" name="text-119">
            <a:extLst xmlns:a="http://schemas.openxmlformats.org/drawingml/2006/main">
              <a:ext uri="{FF2B5EF4-FFF2-40B4-BE49-F238E27FC236}">
                <a16:creationId xmlns:a16="http://schemas.microsoft.com/office/drawing/2014/main" id="{6A5DB23B-B536-4B75-88AC-1E4B720A1312}"/>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6" name="text-120">
            <a:extLst xmlns:a="http://schemas.openxmlformats.org/drawingml/2006/main">
              <a:ext uri="{FF2B5EF4-FFF2-40B4-BE49-F238E27FC236}">
                <a16:creationId xmlns:a16="http://schemas.microsoft.com/office/drawing/2014/main" id="{188E5672-3AC3-465C-882D-0D4FA6F0A3F0}"/>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04</a:t>
            </a:r>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7f1d6a1fdc3e406b"/>
          <a:stretch xmlns:a="http://schemas.openxmlformats.org/drawingml/2006/main"/>
        </p:blipFill>
        <p:spPr>
          <a:xfrm xmlns:a="http://schemas.openxmlformats.org/drawingml/2006/main">
            <a:off x="632978" y="1476375"/>
            <a:ext cx="7192245" cy="4048125"/>
          </a:xfrm>
          <a:prstGeom xmlns:a="http://schemas.openxmlformats.org/drawingml/2006/main" prst="rect">
            <a:avLst/>
          </a:prstGeom>
        </p:spPr>
      </p:pic>
      <p:sp>
        <p:nvSpPr>
          <p:cNvPr id="18" name="text-121">
            <a:extLst xmlns:a="http://schemas.openxmlformats.org/drawingml/2006/main">
              <a:ext uri="{FF2B5EF4-FFF2-40B4-BE49-F238E27FC236}">
                <a16:creationId xmlns:a16="http://schemas.microsoft.com/office/drawing/2014/main" id="{C4D47204-6939-4125-8673-F36E62471E18}"/>
              </a:ext>
            </a:extLst>
          </p:cNvPr>
          <p:cNvSpPr>
            <a:spLocks xmlns:a="http://schemas.openxmlformats.org/drawingml/2006/main" noGrp="1"/>
          </p:cNvSpPr>
          <p:nvPr/>
        </p:nvSpPr>
        <p:spPr>
          <a:xfrm xmlns:a="http://schemas.openxmlformats.org/drawingml/2006/main">
            <a:off x="10912396" y="1647825"/>
            <a:ext cx="67000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اكتب</a:t>
            </a:r>
          </a:p>
        </p:txBody>
      </p:sp>
      <p:sp>
        <p:nvSpPr>
          <p:cNvPr id="19" name="text-122">
            <a:extLst xmlns:a="http://schemas.openxmlformats.org/drawingml/2006/main">
              <a:ext uri="{FF2B5EF4-FFF2-40B4-BE49-F238E27FC236}">
                <a16:creationId xmlns:a16="http://schemas.microsoft.com/office/drawing/2014/main" id="{93491D03-3286-4E3E-BADB-F8F7C7253CEE}"/>
              </a:ext>
            </a:extLst>
          </p:cNvPr>
          <p:cNvSpPr>
            <a:spLocks xmlns:a="http://schemas.openxmlformats.org/drawingml/2006/main" noGrp="1"/>
          </p:cNvSpPr>
          <p:nvPr/>
        </p:nvSpPr>
        <p:spPr>
          <a:xfrm xmlns:a="http://schemas.openxmlformats.org/drawingml/2006/main">
            <a:off x="9925187" y="1647825"/>
            <a:ext cx="92815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سؤالك</a:t>
            </a:r>
          </a:p>
        </p:txBody>
      </p:sp>
      <p:sp>
        <p:nvSpPr>
          <p:cNvPr id="20" name="text-123">
            <a:extLst xmlns:a="http://schemas.openxmlformats.org/drawingml/2006/main">
              <a:ext uri="{FF2B5EF4-FFF2-40B4-BE49-F238E27FC236}">
                <a16:creationId xmlns:a16="http://schemas.microsoft.com/office/drawing/2014/main" id="{12F03DFE-3763-453B-865D-5E5BFF9F89B0}"/>
              </a:ext>
            </a:extLst>
          </p:cNvPr>
          <p:cNvSpPr>
            <a:spLocks xmlns:a="http://schemas.openxmlformats.org/drawingml/2006/main" noGrp="1"/>
          </p:cNvSpPr>
          <p:nvPr/>
        </p:nvSpPr>
        <p:spPr>
          <a:xfrm xmlns:a="http://schemas.openxmlformats.org/drawingml/2006/main">
            <a:off x="9528871" y="1647825"/>
            <a:ext cx="33726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ثم</a:t>
            </a:r>
          </a:p>
        </p:txBody>
      </p:sp>
      <p:sp>
        <p:nvSpPr>
          <p:cNvPr id="21" name="text-124">
            <a:extLst xmlns:a="http://schemas.openxmlformats.org/drawingml/2006/main">
              <a:ext uri="{FF2B5EF4-FFF2-40B4-BE49-F238E27FC236}">
                <a16:creationId xmlns:a16="http://schemas.microsoft.com/office/drawing/2014/main" id="{AFBE6C19-3929-4EB1-9C34-DF19187E535A}"/>
              </a:ext>
            </a:extLst>
          </p:cNvPr>
          <p:cNvSpPr>
            <a:spLocks xmlns:a="http://schemas.openxmlformats.org/drawingml/2006/main" noGrp="1"/>
          </p:cNvSpPr>
          <p:nvPr/>
        </p:nvSpPr>
        <p:spPr>
          <a:xfrm xmlns:a="http://schemas.openxmlformats.org/drawingml/2006/main">
            <a:off x="8687478" y="1647825"/>
            <a:ext cx="78233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1">
                <a:solidFill>
                  <a:srgbClr val="EDCA7E"/>
                </a:solidFill>
                <a:latin typeface="Tahoma"/>
                <a:ea typeface="Tahoma"/>
                <a:cs typeface="Tahoma"/>
              </a:defRPr>
            </a:pPr>
            <a:r>
              <a:rPr sz="2100" b="1">
                <a:solidFill>
                  <a:srgbClr val="EDCA7E"/>
                </a:solidFill>
                <a:latin typeface="Tahoma"/>
                <a:ea typeface="Tahoma"/>
                <a:cs typeface="Tahoma"/>
              </a:rPr>
              <a:t>أرسل</a:t>
            </a:r>
          </a:p>
        </p:txBody>
      </p:sp>
      <p:sp>
        <p:nvSpPr>
          <p:cNvPr id="22" name="text-125">
            <a:extLst xmlns:a="http://schemas.openxmlformats.org/drawingml/2006/main">
              <a:ext uri="{FF2B5EF4-FFF2-40B4-BE49-F238E27FC236}">
                <a16:creationId xmlns:a16="http://schemas.microsoft.com/office/drawing/2014/main" id="{F88E5235-75EC-48C5-9119-A4E25C633718}"/>
              </a:ext>
            </a:extLst>
          </p:cNvPr>
          <p:cNvSpPr>
            <a:spLocks xmlns:a="http://schemas.openxmlformats.org/drawingml/2006/main" noGrp="1"/>
          </p:cNvSpPr>
          <p:nvPr/>
        </p:nvSpPr>
        <p:spPr>
          <a:xfrm xmlns:a="http://schemas.openxmlformats.org/drawingml/2006/main">
            <a:off x="11381327" y="2447925"/>
            <a:ext cx="20107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أو</a:t>
            </a:r>
          </a:p>
        </p:txBody>
      </p:sp>
      <p:sp>
        <p:nvSpPr>
          <p:cNvPr id="23" name="text-126">
            <a:extLst xmlns:a="http://schemas.openxmlformats.org/drawingml/2006/main">
              <a:ext uri="{FF2B5EF4-FFF2-40B4-BE49-F238E27FC236}">
                <a16:creationId xmlns:a16="http://schemas.microsoft.com/office/drawing/2014/main" id="{A2135966-995E-4AA6-98DA-95CCE77E2DC7}"/>
              </a:ext>
            </a:extLst>
          </p:cNvPr>
          <p:cNvSpPr>
            <a:spLocks xmlns:a="http://schemas.openxmlformats.org/drawingml/2006/main" noGrp="1"/>
          </p:cNvSpPr>
          <p:nvPr/>
        </p:nvSpPr>
        <p:spPr>
          <a:xfrm xmlns:a="http://schemas.openxmlformats.org/drawingml/2006/main">
            <a:off x="10965751" y="2447925"/>
            <a:ext cx="35718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مرّر</a:t>
            </a:r>
          </a:p>
        </p:txBody>
      </p:sp>
      <p:sp>
        <p:nvSpPr>
          <p:cNvPr id="24" name="text-127">
            <a:extLst xmlns:a="http://schemas.openxmlformats.org/drawingml/2006/main">
              <a:ext uri="{FF2B5EF4-FFF2-40B4-BE49-F238E27FC236}">
                <a16:creationId xmlns:a16="http://schemas.microsoft.com/office/drawing/2014/main" id="{F7C78ADC-8175-48A7-9621-E2D6D328FE34}"/>
              </a:ext>
            </a:extLst>
          </p:cNvPr>
          <p:cNvSpPr>
            <a:spLocks xmlns:a="http://schemas.openxmlformats.org/drawingml/2006/main" noGrp="1"/>
          </p:cNvSpPr>
          <p:nvPr/>
        </p:nvSpPr>
        <p:spPr>
          <a:xfrm xmlns:a="http://schemas.openxmlformats.org/drawingml/2006/main">
            <a:off x="10493026" y="2447925"/>
            <a:ext cx="41433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إلى</a:t>
            </a:r>
          </a:p>
        </p:txBody>
      </p:sp>
      <p:sp>
        <p:nvSpPr>
          <p:cNvPr id="25" name="text-128">
            <a:extLst xmlns:a="http://schemas.openxmlformats.org/drawingml/2006/main">
              <a:ext uri="{FF2B5EF4-FFF2-40B4-BE49-F238E27FC236}">
                <a16:creationId xmlns:a16="http://schemas.microsoft.com/office/drawing/2014/main" id="{839ECEEE-2CF7-4074-805D-6852C1A9B868}"/>
              </a:ext>
            </a:extLst>
          </p:cNvPr>
          <p:cNvSpPr>
            <a:spLocks xmlns:a="http://schemas.openxmlformats.org/drawingml/2006/main" noGrp="1"/>
          </p:cNvSpPr>
          <p:nvPr/>
        </p:nvSpPr>
        <p:spPr>
          <a:xfrm xmlns:a="http://schemas.openxmlformats.org/drawingml/2006/main">
            <a:off x="11337131" y="2857500"/>
            <a:ext cx="24526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ما</a:t>
            </a:r>
          </a:p>
        </p:txBody>
      </p:sp>
      <p:sp>
        <p:nvSpPr>
          <p:cNvPr id="26" name="text-129">
            <a:extLst xmlns:a="http://schemas.openxmlformats.org/drawingml/2006/main">
              <a:ext uri="{FF2B5EF4-FFF2-40B4-BE49-F238E27FC236}">
                <a16:creationId xmlns:a16="http://schemas.microsoft.com/office/drawing/2014/main" id="{53C0552C-D659-4BCC-BB69-4013D398D256}"/>
              </a:ext>
            </a:extLst>
          </p:cNvPr>
          <p:cNvSpPr>
            <a:spLocks xmlns:a="http://schemas.openxmlformats.org/drawingml/2006/main" noGrp="1"/>
          </p:cNvSpPr>
          <p:nvPr/>
        </p:nvSpPr>
        <p:spPr>
          <a:xfrm xmlns:a="http://schemas.openxmlformats.org/drawingml/2006/main">
            <a:off x="10812113" y="2857500"/>
            <a:ext cx="46367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يميّز</a:t>
            </a:r>
          </a:p>
        </p:txBody>
      </p:sp>
      <p:sp>
        <p:nvSpPr>
          <p:cNvPr id="27" name="text-130">
            <a:extLst xmlns:a="http://schemas.openxmlformats.org/drawingml/2006/main">
              <a:ext uri="{FF2B5EF4-FFF2-40B4-BE49-F238E27FC236}">
                <a16:creationId xmlns:a16="http://schemas.microsoft.com/office/drawing/2014/main" id="{77ACEEB2-690E-4825-BA63-1F56155E8DB4}"/>
              </a:ext>
            </a:extLst>
          </p:cNvPr>
          <p:cNvSpPr>
            <a:spLocks xmlns:a="http://schemas.openxmlformats.org/drawingml/2006/main" noGrp="1"/>
          </p:cNvSpPr>
          <p:nvPr/>
        </p:nvSpPr>
        <p:spPr>
          <a:xfrm xmlns:a="http://schemas.openxmlformats.org/drawingml/2006/main">
            <a:off x="10309669" y="2857500"/>
            <a:ext cx="44110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برق</a:t>
            </a:r>
          </a:p>
        </p:txBody>
      </p:sp>
      <p:sp>
        <p:nvSpPr>
          <p:cNvPr id="28" name="text-131">
            <a:extLst xmlns:a="http://schemas.openxmlformats.org/drawingml/2006/main">
              <a:ext uri="{FF2B5EF4-FFF2-40B4-BE49-F238E27FC236}">
                <a16:creationId xmlns:a16="http://schemas.microsoft.com/office/drawing/2014/main" id="{A512BD09-39DE-4FB6-94AF-71BE9347B7CD}"/>
              </a:ext>
            </a:extLst>
          </p:cNvPr>
          <p:cNvSpPr>
            <a:spLocks xmlns:a="http://schemas.openxmlformats.org/drawingml/2006/main" noGrp="1"/>
          </p:cNvSpPr>
          <p:nvPr/>
        </p:nvSpPr>
        <p:spPr>
          <a:xfrm xmlns:a="http://schemas.openxmlformats.org/drawingml/2006/main">
            <a:off x="9864185" y="2857500"/>
            <a:ext cx="38414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عن</a:t>
            </a:r>
          </a:p>
        </p:txBody>
      </p:sp>
      <p:sp>
        <p:nvSpPr>
          <p:cNvPr id="29" name="text-132">
            <a:extLst xmlns:a="http://schemas.openxmlformats.org/drawingml/2006/main">
              <a:ext uri="{FF2B5EF4-FFF2-40B4-BE49-F238E27FC236}">
                <a16:creationId xmlns:a16="http://schemas.microsoft.com/office/drawing/2014/main" id="{2662675B-3B25-420F-B62C-AEC41E7E6EF9}"/>
              </a:ext>
            </a:extLst>
          </p:cNvPr>
          <p:cNvSpPr>
            <a:spLocks xmlns:a="http://schemas.openxmlformats.org/drawingml/2006/main" noGrp="1"/>
          </p:cNvSpPr>
          <p:nvPr/>
        </p:nvSpPr>
        <p:spPr>
          <a:xfrm xmlns:a="http://schemas.openxmlformats.org/drawingml/2006/main">
            <a:off x="9293638" y="2857500"/>
            <a:ext cx="50920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غيره</a:t>
            </a:r>
          </a:p>
        </p:txBody>
      </p:sp>
      <p:sp>
        <p:nvSpPr>
          <p:cNvPr id="30" name="text-133">
            <a:extLst xmlns:a="http://schemas.openxmlformats.org/drawingml/2006/main">
              <a:ext uri="{FF2B5EF4-FFF2-40B4-BE49-F238E27FC236}">
                <a16:creationId xmlns:a16="http://schemas.microsoft.com/office/drawing/2014/main" id="{7A9A25EA-E6DF-40C5-9460-C01D0F3F4E04}"/>
              </a:ext>
            </a:extLst>
          </p:cNvPr>
          <p:cNvSpPr>
            <a:spLocks xmlns:a="http://schemas.openxmlformats.org/drawingml/2006/main" noGrp="1"/>
          </p:cNvSpPr>
          <p:nvPr/>
        </p:nvSpPr>
        <p:spPr>
          <a:xfrm xmlns:a="http://schemas.openxmlformats.org/drawingml/2006/main">
            <a:off x="11122628" y="3638550"/>
            <a:ext cx="45977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افتح</a:t>
            </a:r>
          </a:p>
        </p:txBody>
      </p:sp>
      <p:sp>
        <p:nvSpPr>
          <p:cNvPr id="31" name="text-134">
            <a:extLst xmlns:a="http://schemas.openxmlformats.org/drawingml/2006/main">
              <a:ext uri="{FF2B5EF4-FFF2-40B4-BE49-F238E27FC236}">
                <a16:creationId xmlns:a16="http://schemas.microsoft.com/office/drawing/2014/main" id="{F0D2304C-CEC7-46A5-A7CD-0852555A5982}"/>
              </a:ext>
            </a:extLst>
          </p:cNvPr>
          <p:cNvSpPr>
            <a:spLocks xmlns:a="http://schemas.openxmlformats.org/drawingml/2006/main" noGrp="1"/>
          </p:cNvSpPr>
          <p:nvPr/>
        </p:nvSpPr>
        <p:spPr>
          <a:xfrm xmlns:a="http://schemas.openxmlformats.org/drawingml/2006/main">
            <a:off x="10028873" y="3638550"/>
            <a:ext cx="103536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المجموعة</a:t>
            </a:r>
          </a:p>
        </p:txBody>
      </p:sp>
      <p:sp>
        <p:nvSpPr>
          <p:cNvPr id="32" name="text-135">
            <a:extLst xmlns:a="http://schemas.openxmlformats.org/drawingml/2006/main">
              <a:ext uri="{FF2B5EF4-FFF2-40B4-BE49-F238E27FC236}">
                <a16:creationId xmlns:a16="http://schemas.microsoft.com/office/drawing/2014/main" id="{BB843407-3A79-40B7-BFB8-439A4E7357B8}"/>
              </a:ext>
            </a:extLst>
          </p:cNvPr>
          <p:cNvSpPr>
            <a:spLocks xmlns:a="http://schemas.openxmlformats.org/drawingml/2006/main" noGrp="1"/>
          </p:cNvSpPr>
          <p:nvPr/>
        </p:nvSpPr>
        <p:spPr>
          <a:xfrm xmlns:a="http://schemas.openxmlformats.org/drawingml/2006/main">
            <a:off x="10899648" y="4067175"/>
            <a:ext cx="68275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واضغط</a:t>
            </a:r>
          </a:p>
        </p:txBody>
      </p:sp>
      <p:sp>
        <p:nvSpPr>
          <p:cNvPr id="33" name="text-136">
            <a:extLst xmlns:a="http://schemas.openxmlformats.org/drawingml/2006/main">
              <a:ext uri="{FF2B5EF4-FFF2-40B4-BE49-F238E27FC236}">
                <a16:creationId xmlns:a16="http://schemas.microsoft.com/office/drawing/2014/main" id="{8009ACA7-3A2E-44E1-AEAF-D1DDBD5562A0}"/>
              </a:ext>
            </a:extLst>
          </p:cNvPr>
          <p:cNvSpPr>
            <a:spLocks xmlns:a="http://schemas.openxmlformats.org/drawingml/2006/main" noGrp="1"/>
          </p:cNvSpPr>
          <p:nvPr/>
        </p:nvSpPr>
        <p:spPr>
          <a:xfrm xmlns:a="http://schemas.openxmlformats.org/drawingml/2006/main">
            <a:off x="10081260" y="4067175"/>
            <a:ext cx="7600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السؤال</a:t>
            </a:r>
          </a:p>
        </p:txBody>
      </p:sp>
      <p:sp>
        <p:nvSpPr>
          <p:cNvPr id="34" name="text-137">
            <a:extLst xmlns:a="http://schemas.openxmlformats.org/drawingml/2006/main">
              <a:ext uri="{FF2B5EF4-FFF2-40B4-BE49-F238E27FC236}">
                <a16:creationId xmlns:a16="http://schemas.microsoft.com/office/drawing/2014/main" id="{E75E807A-93F1-4BC2-89E6-B65F7A8FECC0}"/>
              </a:ext>
            </a:extLst>
          </p:cNvPr>
          <p:cNvSpPr>
            <a:spLocks xmlns:a="http://schemas.openxmlformats.org/drawingml/2006/main" noGrp="1"/>
          </p:cNvSpPr>
          <p:nvPr/>
        </p:nvSpPr>
        <p:spPr>
          <a:xfrm xmlns:a="http://schemas.openxmlformats.org/drawingml/2006/main">
            <a:off x="9235630" y="4067175"/>
            <a:ext cx="78724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مباشرة</a:t>
            </a:r>
          </a:p>
        </p:txBody>
      </p:sp>
      <p:sp>
        <p:nvSpPr>
          <p:cNvPr id="35" name="text-138">
            <a:extLst xmlns:a="http://schemas.openxmlformats.org/drawingml/2006/main">
              <a:ext uri="{FF2B5EF4-FFF2-40B4-BE49-F238E27FC236}">
                <a16:creationId xmlns:a16="http://schemas.microsoft.com/office/drawing/2014/main" id="{1335F72C-33BE-4FF0-99B5-2F76C7053676}"/>
              </a:ext>
            </a:extLst>
          </p:cNvPr>
          <p:cNvSpPr>
            <a:spLocks xmlns:a="http://schemas.openxmlformats.org/drawingml/2006/main" noGrp="1"/>
          </p:cNvSpPr>
          <p:nvPr/>
        </p:nvSpPr>
        <p:spPr>
          <a:xfrm xmlns:a="http://schemas.openxmlformats.org/drawingml/2006/main">
            <a:off x="11393519" y="5619750"/>
            <a:ext cx="18888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لا</a:t>
            </a:r>
          </a:p>
        </p:txBody>
      </p:sp>
      <p:sp>
        <p:nvSpPr>
          <p:cNvPr id="36" name="text-139">
            <a:extLst xmlns:a="http://schemas.openxmlformats.org/drawingml/2006/main">
              <a:ext uri="{FF2B5EF4-FFF2-40B4-BE49-F238E27FC236}">
                <a16:creationId xmlns:a16="http://schemas.microsoft.com/office/drawing/2014/main" id="{F1BD099E-0DEC-463E-B0B6-2E917AD59099}"/>
              </a:ext>
            </a:extLst>
          </p:cNvPr>
          <p:cNvSpPr>
            <a:spLocks xmlns:a="http://schemas.openxmlformats.org/drawingml/2006/main" noGrp="1"/>
          </p:cNvSpPr>
          <p:nvPr/>
        </p:nvSpPr>
        <p:spPr>
          <a:xfrm xmlns:a="http://schemas.openxmlformats.org/drawingml/2006/main">
            <a:off x="10748296" y="5619750"/>
            <a:ext cx="58683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يحتاج</a:t>
            </a:r>
          </a:p>
        </p:txBody>
      </p:sp>
      <p:sp>
        <p:nvSpPr>
          <p:cNvPr id="37" name="text-140">
            <a:extLst xmlns:a="http://schemas.openxmlformats.org/drawingml/2006/main">
              <a:ext uri="{FF2B5EF4-FFF2-40B4-BE49-F238E27FC236}">
                <a16:creationId xmlns:a16="http://schemas.microsoft.com/office/drawing/2014/main" id="{535531CF-8E8D-42DC-B865-CAB6E05FEB0A}"/>
              </a:ext>
            </a:extLst>
          </p:cNvPr>
          <p:cNvSpPr>
            <a:spLocks xmlns:a="http://schemas.openxmlformats.org/drawingml/2006/main" noGrp="1"/>
          </p:cNvSpPr>
          <p:nvPr/>
        </p:nvSpPr>
        <p:spPr>
          <a:xfrm xmlns:a="http://schemas.openxmlformats.org/drawingml/2006/main">
            <a:off x="10186988" y="5619750"/>
            <a:ext cx="50292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الزائر</a:t>
            </a:r>
          </a:p>
        </p:txBody>
      </p:sp>
      <p:sp>
        <p:nvSpPr>
          <p:cNvPr id="38" name="text-141">
            <a:extLst xmlns:a="http://schemas.openxmlformats.org/drawingml/2006/main">
              <a:ext uri="{FF2B5EF4-FFF2-40B4-BE49-F238E27FC236}">
                <a16:creationId xmlns:a16="http://schemas.microsoft.com/office/drawing/2014/main" id="{B8F764A0-22C7-4073-B43F-6FB1C8BEE611}"/>
              </a:ext>
            </a:extLst>
          </p:cNvPr>
          <p:cNvSpPr>
            <a:spLocks xmlns:a="http://schemas.openxmlformats.org/drawingml/2006/main" noGrp="1"/>
          </p:cNvSpPr>
          <p:nvPr/>
        </p:nvSpPr>
        <p:spPr>
          <a:xfrm xmlns:a="http://schemas.openxmlformats.org/drawingml/2006/main">
            <a:off x="9714262" y="5619750"/>
            <a:ext cx="41433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إلى</a:t>
            </a:r>
          </a:p>
        </p:txBody>
      </p:sp>
      <p:sp>
        <p:nvSpPr>
          <p:cNvPr id="39" name="text-142">
            <a:extLst xmlns:a="http://schemas.openxmlformats.org/drawingml/2006/main">
              <a:ext uri="{FF2B5EF4-FFF2-40B4-BE49-F238E27FC236}">
                <a16:creationId xmlns:a16="http://schemas.microsoft.com/office/drawing/2014/main" id="{77A43E6C-7A1F-4B08-9251-35DF74FEF6AB}"/>
              </a:ext>
            </a:extLst>
          </p:cNvPr>
          <p:cNvSpPr>
            <a:spLocks xmlns:a="http://schemas.openxmlformats.org/drawingml/2006/main" noGrp="1"/>
          </p:cNvSpPr>
          <p:nvPr/>
        </p:nvSpPr>
        <p:spPr>
          <a:xfrm xmlns:a="http://schemas.openxmlformats.org/drawingml/2006/main">
            <a:off x="9055703" y="5619750"/>
            <a:ext cx="60017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مفتاح</a:t>
            </a:r>
          </a:p>
        </p:txBody>
      </p:sp>
      <p:sp>
        <p:nvSpPr>
          <p:cNvPr id="40" name="text-143">
            <a:extLst xmlns:a="http://schemas.openxmlformats.org/drawingml/2006/main">
              <a:ext uri="{FF2B5EF4-FFF2-40B4-BE49-F238E27FC236}">
                <a16:creationId xmlns:a16="http://schemas.microsoft.com/office/drawing/2014/main" id="{A3A39109-EE4B-4942-A7E5-BB3E2282B59D}"/>
              </a:ext>
            </a:extLst>
          </p:cNvPr>
          <p:cNvSpPr>
            <a:spLocks xmlns:a="http://schemas.openxmlformats.org/drawingml/2006/main" noGrp="1"/>
          </p:cNvSpPr>
          <p:nvPr/>
        </p:nvSpPr>
        <p:spPr>
          <a:xfrm xmlns:a="http://schemas.openxmlformats.org/drawingml/2006/main">
            <a:off x="8581835" y="5619750"/>
            <a:ext cx="41548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API</a:t>
            </a:r>
          </a:p>
        </p:txBody>
      </p:sp>
    </p:spTree>
    <p:extLst>
      <p:ext uri="{BB962C8B-B14F-4D97-AF65-F5344CB8AC3E}">
        <p14:creationId xmlns:p14="http://schemas.microsoft.com/office/powerpoint/2010/main" val="207068899"/>
      </p:ext>
    </p:extLst>
  </p:cSld>
</p:sld>
</file>

<file path=ppt/slides/slide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6" name="text-144">
            <a:extLst xmlns:a="http://schemas.openxmlformats.org/drawingml/2006/main">
              <a:ext uri="{FF2B5EF4-FFF2-40B4-BE49-F238E27FC236}">
                <a16:creationId xmlns:a16="http://schemas.microsoft.com/office/drawing/2014/main" id="{1E83ED99-7696-41DB-961D-EA345219BDDF}"/>
              </a:ext>
            </a:extLst>
          </p:cNvPr>
          <p:cNvSpPr>
            <a:spLocks xmlns:a="http://schemas.openxmlformats.org/drawingml/2006/main" noGrp="1"/>
          </p:cNvSpPr>
          <p:nvPr/>
        </p:nvSpPr>
        <p:spPr>
          <a:xfrm xmlns:a="http://schemas.openxmlformats.org/drawingml/2006/main">
            <a:off x="10694464" y="457200"/>
            <a:ext cx="887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كيف</a:t>
            </a:r>
          </a:p>
        </p:txBody>
      </p:sp>
      <p:sp>
        <p:nvSpPr>
          <p:cNvPr id="2" name="text-145">
            <a:extLst xmlns:a="http://schemas.openxmlformats.org/drawingml/2006/main">
              <a:ext uri="{FF2B5EF4-FFF2-40B4-BE49-F238E27FC236}">
                <a16:creationId xmlns:a16="http://schemas.microsoft.com/office/drawing/2014/main" id="{1CE651D5-F374-4B7E-BBCC-2D68C52C1744}"/>
              </a:ext>
            </a:extLst>
          </p:cNvPr>
          <p:cNvSpPr>
            <a:spLocks xmlns:a="http://schemas.openxmlformats.org/drawingml/2006/main" noGrp="1"/>
          </p:cNvSpPr>
          <p:nvPr/>
        </p:nvSpPr>
        <p:spPr>
          <a:xfrm xmlns:a="http://schemas.openxmlformats.org/drawingml/2006/main">
            <a:off x="8990251" y="457200"/>
            <a:ext cx="160324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تتحقق؟</a:t>
            </a:r>
          </a:p>
        </p:txBody>
      </p:sp>
      <p:sp>
        <p:nvSpPr>
          <p:cNvPr id="3" name="text-146">
            <a:extLst xmlns:a="http://schemas.openxmlformats.org/drawingml/2006/main">
              <a:ext uri="{FF2B5EF4-FFF2-40B4-BE49-F238E27FC236}">
                <a16:creationId xmlns:a16="http://schemas.microsoft.com/office/drawing/2014/main" id="{D2F3F3AB-5618-410F-A2E6-5E128B0504A1}"/>
              </a:ext>
            </a:extLst>
          </p:cNvPr>
          <p:cNvSpPr>
            <a:spLocks xmlns:a="http://schemas.openxmlformats.org/drawingml/2006/main" noGrp="1"/>
          </p:cNvSpPr>
          <p:nvPr/>
        </p:nvSpPr>
        <p:spPr>
          <a:xfrm xmlns:a="http://schemas.openxmlformats.org/drawingml/2006/main">
            <a:off x="7988473" y="457200"/>
            <a:ext cx="9008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افتح</a:t>
            </a:r>
          </a:p>
        </p:txBody>
      </p:sp>
      <p:sp>
        <p:nvSpPr>
          <p:cNvPr id="4" name="text-147">
            <a:extLst xmlns:a="http://schemas.openxmlformats.org/drawingml/2006/main">
              <a:ext uri="{FF2B5EF4-FFF2-40B4-BE49-F238E27FC236}">
                <a16:creationId xmlns:a16="http://schemas.microsoft.com/office/drawing/2014/main" id="{FE5520F9-8814-4753-97B8-E1D43101B8A9}"/>
              </a:ext>
            </a:extLst>
          </p:cNvPr>
          <p:cNvSpPr>
            <a:spLocks xmlns:a="http://schemas.openxmlformats.org/drawingml/2006/main" noGrp="1"/>
          </p:cNvSpPr>
          <p:nvPr/>
        </p:nvSpPr>
        <p:spPr>
          <a:xfrm xmlns:a="http://schemas.openxmlformats.org/drawingml/2006/main">
            <a:off x="6366678" y="457200"/>
            <a:ext cx="152083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الشاهد</a:t>
            </a:r>
          </a:p>
        </p:txBody>
      </p:sp>
      <p:sp>
        <p:nvSpPr>
          <p:cNvPr id="5" name="text-148">
            <a:extLst xmlns:a="http://schemas.openxmlformats.org/drawingml/2006/main">
              <a:ext uri="{FF2B5EF4-FFF2-40B4-BE49-F238E27FC236}">
                <a16:creationId xmlns:a16="http://schemas.microsoft.com/office/drawing/2014/main" id="{34075F5F-0A0C-431A-AB18-1AC3E1B07FD0}"/>
              </a:ext>
            </a:extLst>
          </p:cNvPr>
          <p:cNvSpPr>
            <a:spLocks xmlns:a="http://schemas.openxmlformats.org/drawingml/2006/main" noGrp="1"/>
          </p:cNvSpPr>
          <p:nvPr/>
        </p:nvSpPr>
        <p:spPr>
          <a:xfrm xmlns:a="http://schemas.openxmlformats.org/drawingml/2006/main">
            <a:off x="5768172" y="457200"/>
            <a:ext cx="4975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ثم</a:t>
            </a:r>
          </a:p>
        </p:txBody>
      </p:sp>
      <p:sp>
        <p:nvSpPr>
          <p:cNvPr id="6" name="text-149">
            <a:extLst xmlns:a="http://schemas.openxmlformats.org/drawingml/2006/main">
              <a:ext uri="{FF2B5EF4-FFF2-40B4-BE49-F238E27FC236}">
                <a16:creationId xmlns:a16="http://schemas.microsoft.com/office/drawing/2014/main" id="{48E43D81-9415-462E-8FFC-98B828E30D1C}"/>
              </a:ext>
            </a:extLst>
          </p:cNvPr>
          <p:cNvSpPr>
            <a:spLocks xmlns:a="http://schemas.openxmlformats.org/drawingml/2006/main" noGrp="1"/>
          </p:cNvSpPr>
          <p:nvPr/>
        </p:nvSpPr>
        <p:spPr>
          <a:xfrm xmlns:a="http://schemas.openxmlformats.org/drawingml/2006/main">
            <a:off x="4905771" y="457200"/>
            <a:ext cx="7614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تابع</a:t>
            </a:r>
          </a:p>
        </p:txBody>
      </p:sp>
      <p:sp>
        <p:nvSpPr>
          <p:cNvPr id="7" name="text-150">
            <a:extLst xmlns:a="http://schemas.openxmlformats.org/drawingml/2006/main">
              <a:ext uri="{FF2B5EF4-FFF2-40B4-BE49-F238E27FC236}">
                <a16:creationId xmlns:a16="http://schemas.microsoft.com/office/drawing/2014/main" id="{E8324055-96F0-4427-AA2C-F5727DCA7141}"/>
              </a:ext>
            </a:extLst>
          </p:cNvPr>
          <p:cNvSpPr>
            <a:spLocks xmlns:a="http://schemas.openxmlformats.org/drawingml/2006/main" noGrp="1"/>
          </p:cNvSpPr>
          <p:nvPr/>
        </p:nvSpPr>
        <p:spPr>
          <a:xfrm xmlns:a="http://schemas.openxmlformats.org/drawingml/2006/main">
            <a:off x="3603445" y="457200"/>
            <a:ext cx="12013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الحوار</a:t>
            </a:r>
          </a:p>
        </p:txBody>
      </p:sp>
      <p:sp>
        <p:nvSpPr>
          <p:cNvPr id="8" name="shape-151">
            <a:extLst xmlns:a="http://schemas.openxmlformats.org/drawingml/2006/main">
              <a:ext uri="{FF2B5EF4-FFF2-40B4-BE49-F238E27FC236}">
                <a16:creationId xmlns:a16="http://schemas.microsoft.com/office/drawing/2014/main" id="{0B947B00-126B-44F1-B651-8FB61C6465A4}"/>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9" name="text-152">
            <a:extLst xmlns:a="http://schemas.openxmlformats.org/drawingml/2006/main">
              <a:ext uri="{FF2B5EF4-FFF2-40B4-BE49-F238E27FC236}">
                <a16:creationId xmlns:a16="http://schemas.microsoft.com/office/drawing/2014/main" id="{8A1B9B34-217B-4DCF-B78C-DC7F757086AF}"/>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0" name="text-153">
            <a:extLst xmlns:a="http://schemas.openxmlformats.org/drawingml/2006/main">
              <a:ext uri="{FF2B5EF4-FFF2-40B4-BE49-F238E27FC236}">
                <a16:creationId xmlns:a16="http://schemas.microsoft.com/office/drawing/2014/main" id="{721001D9-F7A9-4562-BB5D-154834F4FA4D}"/>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1" name="text-154">
            <a:extLst xmlns:a="http://schemas.openxmlformats.org/drawingml/2006/main">
              <a:ext uri="{FF2B5EF4-FFF2-40B4-BE49-F238E27FC236}">
                <a16:creationId xmlns:a16="http://schemas.microsoft.com/office/drawing/2014/main" id="{D1E0749A-C223-4098-91F5-CE29FE928A88}"/>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2" name="text-155">
            <a:extLst xmlns:a="http://schemas.openxmlformats.org/drawingml/2006/main">
              <a:ext uri="{FF2B5EF4-FFF2-40B4-BE49-F238E27FC236}">
                <a16:creationId xmlns:a16="http://schemas.microsoft.com/office/drawing/2014/main" id="{69364C07-C782-49E5-B3B6-8E3F88ED8EF0}"/>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3" name="text-156">
            <a:extLst xmlns:a="http://schemas.openxmlformats.org/drawingml/2006/main">
              <a:ext uri="{FF2B5EF4-FFF2-40B4-BE49-F238E27FC236}">
                <a16:creationId xmlns:a16="http://schemas.microsoft.com/office/drawing/2014/main" id="{5172C594-A780-40F6-85BE-B96850F44203}"/>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4" name="text-157">
            <a:extLst xmlns:a="http://schemas.openxmlformats.org/drawingml/2006/main">
              <a:ext uri="{FF2B5EF4-FFF2-40B4-BE49-F238E27FC236}">
                <a16:creationId xmlns:a16="http://schemas.microsoft.com/office/drawing/2014/main" id="{93B10BA2-0B49-4C32-8CF8-248228EB3668}"/>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5" name="text-158">
            <a:extLst xmlns:a="http://schemas.openxmlformats.org/drawingml/2006/main">
              <a:ext uri="{FF2B5EF4-FFF2-40B4-BE49-F238E27FC236}">
                <a16:creationId xmlns:a16="http://schemas.microsoft.com/office/drawing/2014/main" id="{1EF44BCA-2EFF-4718-865B-446606964CCF}"/>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05</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0a81fc8cf18541fa"/>
          <a:stretch xmlns:a="http://schemas.openxmlformats.org/drawingml/2006/main"/>
        </p:blipFill>
        <p:spPr>
          <a:xfrm xmlns:a="http://schemas.openxmlformats.org/drawingml/2006/main">
            <a:off x="609600" y="1405728"/>
            <a:ext cx="7477125" cy="4208469"/>
          </a:xfrm>
          <a:prstGeom xmlns:a="http://schemas.openxmlformats.org/drawingml/2006/main" prst="rect">
            <a:avLst/>
          </a:prstGeom>
        </p:spPr>
      </p:pic>
      <p:sp>
        <p:nvSpPr>
          <p:cNvPr id="17" name="text-159">
            <a:extLst xmlns:a="http://schemas.openxmlformats.org/drawingml/2006/main">
              <a:ext uri="{FF2B5EF4-FFF2-40B4-BE49-F238E27FC236}">
                <a16:creationId xmlns:a16="http://schemas.microsoft.com/office/drawing/2014/main" id="{B66EE5D6-B121-42AA-9FA7-B2CA98357475}"/>
              </a:ext>
            </a:extLst>
          </p:cNvPr>
          <p:cNvSpPr>
            <a:spLocks xmlns:a="http://schemas.openxmlformats.org/drawingml/2006/main" noGrp="1"/>
          </p:cNvSpPr>
          <p:nvPr/>
        </p:nvSpPr>
        <p:spPr>
          <a:xfrm xmlns:a="http://schemas.openxmlformats.org/drawingml/2006/main">
            <a:off x="10825323" y="1609725"/>
            <a:ext cx="75707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اضغط</a:t>
            </a:r>
          </a:p>
        </p:txBody>
      </p:sp>
      <p:sp>
        <p:nvSpPr>
          <p:cNvPr id="18" name="text-160">
            <a:extLst xmlns:a="http://schemas.openxmlformats.org/drawingml/2006/main">
              <a:ext uri="{FF2B5EF4-FFF2-40B4-BE49-F238E27FC236}">
                <a16:creationId xmlns:a16="http://schemas.microsoft.com/office/drawing/2014/main" id="{5F2ABE46-79A2-477D-849D-48548218D685}"/>
              </a:ext>
            </a:extLst>
          </p:cNvPr>
          <p:cNvSpPr>
            <a:spLocks xmlns:a="http://schemas.openxmlformats.org/drawingml/2006/main" noGrp="1"/>
          </p:cNvSpPr>
          <p:nvPr/>
        </p:nvSpPr>
        <p:spPr>
          <a:xfrm xmlns:a="http://schemas.openxmlformats.org/drawingml/2006/main">
            <a:off x="10197294" y="1609725"/>
            <a:ext cx="57173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الآية</a:t>
            </a:r>
          </a:p>
        </p:txBody>
      </p:sp>
      <p:sp>
        <p:nvSpPr>
          <p:cNvPr id="19" name="text-161">
            <a:extLst xmlns:a="http://schemas.openxmlformats.org/drawingml/2006/main">
              <a:ext uri="{FF2B5EF4-FFF2-40B4-BE49-F238E27FC236}">
                <a16:creationId xmlns:a16="http://schemas.microsoft.com/office/drawing/2014/main" id="{C94C7503-7050-40D0-A6C7-EC7560D8F18B}"/>
              </a:ext>
            </a:extLst>
          </p:cNvPr>
          <p:cNvSpPr>
            <a:spLocks xmlns:a="http://schemas.openxmlformats.org/drawingml/2006/main" noGrp="1"/>
          </p:cNvSpPr>
          <p:nvPr/>
        </p:nvSpPr>
        <p:spPr>
          <a:xfrm xmlns:a="http://schemas.openxmlformats.org/drawingml/2006/main">
            <a:off x="9879620" y="1609725"/>
            <a:ext cx="26138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أو</a:t>
            </a:r>
          </a:p>
        </p:txBody>
      </p:sp>
      <p:sp>
        <p:nvSpPr>
          <p:cNvPr id="20" name="text-162">
            <a:extLst xmlns:a="http://schemas.openxmlformats.org/drawingml/2006/main">
              <a:ext uri="{FF2B5EF4-FFF2-40B4-BE49-F238E27FC236}">
                <a16:creationId xmlns:a16="http://schemas.microsoft.com/office/drawing/2014/main" id="{E1EA7BD2-C45E-4C5F-B5DF-4B82E45E029E}"/>
              </a:ext>
            </a:extLst>
          </p:cNvPr>
          <p:cNvSpPr>
            <a:spLocks xmlns:a="http://schemas.openxmlformats.org/drawingml/2006/main" noGrp="1"/>
          </p:cNvSpPr>
          <p:nvPr/>
        </p:nvSpPr>
        <p:spPr>
          <a:xfrm xmlns:a="http://schemas.openxmlformats.org/drawingml/2006/main">
            <a:off x="8894281" y="1609725"/>
            <a:ext cx="92904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1">
                <a:solidFill>
                  <a:srgbClr val="EDCA7E"/>
                </a:solidFill>
                <a:latin typeface="Tahoma"/>
                <a:ea typeface="Tahoma"/>
                <a:cs typeface="Tahoma"/>
              </a:defRPr>
            </a:pPr>
            <a:r>
              <a:rPr sz="2025" b="1">
                <a:solidFill>
                  <a:srgbClr val="EDCA7E"/>
                </a:solidFill>
                <a:latin typeface="Tahoma"/>
                <a:ea typeface="Tahoma"/>
                <a:cs typeface="Tahoma"/>
              </a:rPr>
              <a:t>المصدر</a:t>
            </a:r>
          </a:p>
        </p:txBody>
      </p:sp>
      <p:sp>
        <p:nvSpPr>
          <p:cNvPr id="21" name="text-163">
            <a:extLst xmlns:a="http://schemas.openxmlformats.org/drawingml/2006/main">
              <a:ext uri="{FF2B5EF4-FFF2-40B4-BE49-F238E27FC236}">
                <a16:creationId xmlns:a16="http://schemas.microsoft.com/office/drawing/2014/main" id="{11EF3FDC-A753-4AF0-BBD5-414703301304}"/>
              </a:ext>
            </a:extLst>
          </p:cNvPr>
          <p:cNvSpPr>
            <a:spLocks xmlns:a="http://schemas.openxmlformats.org/drawingml/2006/main" noGrp="1"/>
          </p:cNvSpPr>
          <p:nvPr/>
        </p:nvSpPr>
        <p:spPr>
          <a:xfrm xmlns:a="http://schemas.openxmlformats.org/drawingml/2006/main">
            <a:off x="11219974" y="2371725"/>
            <a:ext cx="36242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اقرأ</a:t>
            </a:r>
          </a:p>
        </p:txBody>
      </p:sp>
      <p:sp>
        <p:nvSpPr>
          <p:cNvPr id="22" name="text-164">
            <a:extLst xmlns:a="http://schemas.openxmlformats.org/drawingml/2006/main">
              <a:ext uri="{FF2B5EF4-FFF2-40B4-BE49-F238E27FC236}">
                <a16:creationId xmlns:a16="http://schemas.microsoft.com/office/drawing/2014/main" id="{199071D6-5EAF-4617-8AAE-1793A63D051B}"/>
              </a:ext>
            </a:extLst>
          </p:cNvPr>
          <p:cNvSpPr>
            <a:spLocks xmlns:a="http://schemas.openxmlformats.org/drawingml/2006/main" noGrp="1"/>
          </p:cNvSpPr>
          <p:nvPr/>
        </p:nvSpPr>
        <p:spPr>
          <a:xfrm xmlns:a="http://schemas.openxmlformats.org/drawingml/2006/main">
            <a:off x="10619042" y="2371725"/>
            <a:ext cx="54254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النص</a:t>
            </a:r>
          </a:p>
        </p:txBody>
      </p:sp>
      <p:sp>
        <p:nvSpPr>
          <p:cNvPr id="23" name="text-165">
            <a:extLst xmlns:a="http://schemas.openxmlformats.org/drawingml/2006/main">
              <a:ext uri="{FF2B5EF4-FFF2-40B4-BE49-F238E27FC236}">
                <a16:creationId xmlns:a16="http://schemas.microsoft.com/office/drawing/2014/main" id="{B5033227-CCB6-4F17-B558-3D8E643ABEF8}"/>
              </a:ext>
            </a:extLst>
          </p:cNvPr>
          <p:cNvSpPr>
            <a:spLocks xmlns:a="http://schemas.openxmlformats.org/drawingml/2006/main" noGrp="1"/>
          </p:cNvSpPr>
          <p:nvPr/>
        </p:nvSpPr>
        <p:spPr>
          <a:xfrm xmlns:a="http://schemas.openxmlformats.org/drawingml/2006/main">
            <a:off x="9733693" y="2371725"/>
            <a:ext cx="82696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وموضعه</a:t>
            </a:r>
          </a:p>
        </p:txBody>
      </p:sp>
      <p:sp>
        <p:nvSpPr>
          <p:cNvPr id="24" name="text-166">
            <a:extLst xmlns:a="http://schemas.openxmlformats.org/drawingml/2006/main">
              <a:ext uri="{FF2B5EF4-FFF2-40B4-BE49-F238E27FC236}">
                <a16:creationId xmlns:a16="http://schemas.microsoft.com/office/drawing/2014/main" id="{9F3CB2F8-AF62-4EE1-A1CC-776E0387B05D}"/>
              </a:ext>
            </a:extLst>
          </p:cNvPr>
          <p:cNvSpPr>
            <a:spLocks xmlns:a="http://schemas.openxmlformats.org/drawingml/2006/main" noGrp="1"/>
          </p:cNvSpPr>
          <p:nvPr/>
        </p:nvSpPr>
        <p:spPr>
          <a:xfrm xmlns:a="http://schemas.openxmlformats.org/drawingml/2006/main">
            <a:off x="11030617" y="3133725"/>
            <a:ext cx="55178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أغلق</a:t>
            </a:r>
          </a:p>
        </p:txBody>
      </p:sp>
      <p:sp>
        <p:nvSpPr>
          <p:cNvPr id="25" name="text-167">
            <a:extLst xmlns:a="http://schemas.openxmlformats.org/drawingml/2006/main">
              <a:ext uri="{FF2B5EF4-FFF2-40B4-BE49-F238E27FC236}">
                <a16:creationId xmlns:a16="http://schemas.microsoft.com/office/drawing/2014/main" id="{792EBFC2-FFB0-41C3-8AFF-8F52DF489E19}"/>
              </a:ext>
            </a:extLst>
          </p:cNvPr>
          <p:cNvSpPr>
            <a:spLocks xmlns:a="http://schemas.openxmlformats.org/drawingml/2006/main" noGrp="1"/>
          </p:cNvSpPr>
          <p:nvPr/>
        </p:nvSpPr>
        <p:spPr>
          <a:xfrm xmlns:a="http://schemas.openxmlformats.org/drawingml/2006/main">
            <a:off x="10438066" y="3133725"/>
            <a:ext cx="53416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نافذة</a:t>
            </a:r>
          </a:p>
        </p:txBody>
      </p:sp>
      <p:sp>
        <p:nvSpPr>
          <p:cNvPr id="26" name="text-168">
            <a:extLst xmlns:a="http://schemas.openxmlformats.org/drawingml/2006/main">
              <a:ext uri="{FF2B5EF4-FFF2-40B4-BE49-F238E27FC236}">
                <a16:creationId xmlns:a16="http://schemas.microsoft.com/office/drawing/2014/main" id="{A034BC57-EEAB-4755-91BC-93D56B7380DA}"/>
              </a:ext>
            </a:extLst>
          </p:cNvPr>
          <p:cNvSpPr>
            <a:spLocks xmlns:a="http://schemas.openxmlformats.org/drawingml/2006/main" noGrp="1"/>
          </p:cNvSpPr>
          <p:nvPr/>
        </p:nvSpPr>
        <p:spPr>
          <a:xfrm xmlns:a="http://schemas.openxmlformats.org/drawingml/2006/main">
            <a:off x="9574720" y="3133725"/>
            <a:ext cx="80495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الشاهد</a:t>
            </a:r>
          </a:p>
        </p:txBody>
      </p:sp>
      <p:sp>
        <p:nvSpPr>
          <p:cNvPr id="27" name="text-169">
            <a:extLst xmlns:a="http://schemas.openxmlformats.org/drawingml/2006/main">
              <a:ext uri="{FF2B5EF4-FFF2-40B4-BE49-F238E27FC236}">
                <a16:creationId xmlns:a16="http://schemas.microsoft.com/office/drawing/2014/main" id="{2863C610-8173-4EC7-A478-F6D889C8EAC2}"/>
              </a:ext>
            </a:extLst>
          </p:cNvPr>
          <p:cNvSpPr>
            <a:spLocks xmlns:a="http://schemas.openxmlformats.org/drawingml/2006/main" noGrp="1"/>
          </p:cNvSpPr>
          <p:nvPr/>
        </p:nvSpPr>
        <p:spPr>
          <a:xfrm xmlns:a="http://schemas.openxmlformats.org/drawingml/2006/main">
            <a:off x="11304842" y="3895725"/>
            <a:ext cx="27755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ثم</a:t>
            </a:r>
          </a:p>
        </p:txBody>
      </p:sp>
      <p:sp>
        <p:nvSpPr>
          <p:cNvPr id="28" name="text-170">
            <a:extLst xmlns:a="http://schemas.openxmlformats.org/drawingml/2006/main">
              <a:ext uri="{FF2B5EF4-FFF2-40B4-BE49-F238E27FC236}">
                <a16:creationId xmlns:a16="http://schemas.microsoft.com/office/drawing/2014/main" id="{62637A45-AFC0-4768-8CC2-BB14C34F3932}"/>
              </a:ext>
            </a:extLst>
          </p:cNvPr>
          <p:cNvSpPr>
            <a:spLocks xmlns:a="http://schemas.openxmlformats.org/drawingml/2006/main" noGrp="1"/>
          </p:cNvSpPr>
          <p:nvPr/>
        </p:nvSpPr>
        <p:spPr>
          <a:xfrm xmlns:a="http://schemas.openxmlformats.org/drawingml/2006/main">
            <a:off x="10710767" y="3895725"/>
            <a:ext cx="53568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اكتب</a:t>
            </a:r>
          </a:p>
        </p:txBody>
      </p:sp>
      <p:sp>
        <p:nvSpPr>
          <p:cNvPr id="29" name="text-171">
            <a:extLst xmlns:a="http://schemas.openxmlformats.org/drawingml/2006/main">
              <a:ext uri="{FF2B5EF4-FFF2-40B4-BE49-F238E27FC236}">
                <a16:creationId xmlns:a16="http://schemas.microsoft.com/office/drawing/2014/main" id="{2D709711-4393-452F-9A01-76FCFBDE3328}"/>
              </a:ext>
            </a:extLst>
          </p:cNvPr>
          <p:cNvSpPr>
            <a:spLocks xmlns:a="http://schemas.openxmlformats.org/drawingml/2006/main" noGrp="1"/>
          </p:cNvSpPr>
          <p:nvPr/>
        </p:nvSpPr>
        <p:spPr>
          <a:xfrm xmlns:a="http://schemas.openxmlformats.org/drawingml/2006/main">
            <a:off x="10041731" y="3895725"/>
            <a:ext cx="61064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سؤال</a:t>
            </a:r>
          </a:p>
        </p:txBody>
      </p:sp>
      <p:sp>
        <p:nvSpPr>
          <p:cNvPr id="30" name="text-172">
            <a:extLst xmlns:a="http://schemas.openxmlformats.org/drawingml/2006/main">
              <a:ext uri="{FF2B5EF4-FFF2-40B4-BE49-F238E27FC236}">
                <a16:creationId xmlns:a16="http://schemas.microsoft.com/office/drawing/2014/main" id="{39F4B2B5-0EF6-46C6-A1E5-195E8681DCC8}"/>
              </a:ext>
            </a:extLst>
          </p:cNvPr>
          <p:cNvSpPr>
            <a:spLocks xmlns:a="http://schemas.openxmlformats.org/drawingml/2006/main" noGrp="1"/>
          </p:cNvSpPr>
          <p:nvPr/>
        </p:nvSpPr>
        <p:spPr>
          <a:xfrm xmlns:a="http://schemas.openxmlformats.org/drawingml/2006/main">
            <a:off x="9327737" y="3895725"/>
            <a:ext cx="65560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متابعة</a:t>
            </a:r>
          </a:p>
        </p:txBody>
      </p:sp>
      <p:sp>
        <p:nvSpPr>
          <p:cNvPr id="31" name="text-173">
            <a:extLst xmlns:a="http://schemas.openxmlformats.org/drawingml/2006/main">
              <a:ext uri="{FF2B5EF4-FFF2-40B4-BE49-F238E27FC236}">
                <a16:creationId xmlns:a16="http://schemas.microsoft.com/office/drawing/2014/main" id="{DC154A00-5333-49BF-ABC4-0209C20CD4A8}"/>
              </a:ext>
            </a:extLst>
          </p:cNvPr>
          <p:cNvSpPr>
            <a:spLocks xmlns:a="http://schemas.openxmlformats.org/drawingml/2006/main" noGrp="1"/>
          </p:cNvSpPr>
          <p:nvPr/>
        </p:nvSpPr>
        <p:spPr>
          <a:xfrm xmlns:a="http://schemas.openxmlformats.org/drawingml/2006/main">
            <a:off x="10713148" y="4714875"/>
            <a:ext cx="8692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للموضوع</a:t>
            </a:r>
          </a:p>
        </p:txBody>
      </p:sp>
      <p:sp>
        <p:nvSpPr>
          <p:cNvPr id="32" name="text-174">
            <a:extLst xmlns:a="http://schemas.openxmlformats.org/drawingml/2006/main">
              <a:ext uri="{FF2B5EF4-FFF2-40B4-BE49-F238E27FC236}">
                <a16:creationId xmlns:a16="http://schemas.microsoft.com/office/drawing/2014/main" id="{F9789EBC-3893-439C-B8B3-41B920219946}"/>
              </a:ext>
            </a:extLst>
          </p:cNvPr>
          <p:cNvSpPr>
            <a:spLocks xmlns:a="http://schemas.openxmlformats.org/drawingml/2006/main" noGrp="1"/>
          </p:cNvSpPr>
          <p:nvPr/>
        </p:nvSpPr>
        <p:spPr>
          <a:xfrm xmlns:a="http://schemas.openxmlformats.org/drawingml/2006/main">
            <a:off x="10006870" y="4714875"/>
            <a:ext cx="65093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الجديد</a:t>
            </a:r>
          </a:p>
        </p:txBody>
      </p:sp>
      <p:sp>
        <p:nvSpPr>
          <p:cNvPr id="33" name="text-175">
            <a:extLst xmlns:a="http://schemas.openxmlformats.org/drawingml/2006/main">
              <a:ext uri="{FF2B5EF4-FFF2-40B4-BE49-F238E27FC236}">
                <a16:creationId xmlns:a16="http://schemas.microsoft.com/office/drawing/2014/main" id="{50D6912D-C837-4D6D-BBC2-F24DCA93B906}"/>
              </a:ext>
            </a:extLst>
          </p:cNvPr>
          <p:cNvSpPr>
            <a:spLocks xmlns:a="http://schemas.openxmlformats.org/drawingml/2006/main" noGrp="1"/>
          </p:cNvSpPr>
          <p:nvPr/>
        </p:nvSpPr>
        <p:spPr>
          <a:xfrm xmlns:a="http://schemas.openxmlformats.org/drawingml/2006/main">
            <a:off x="11002899" y="5114925"/>
            <a:ext cx="5795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اضغط</a:t>
            </a:r>
          </a:p>
        </p:txBody>
      </p:sp>
      <p:sp>
        <p:nvSpPr>
          <p:cNvPr id="34" name="text-176">
            <a:extLst xmlns:a="http://schemas.openxmlformats.org/drawingml/2006/main">
              <a:ext uri="{FF2B5EF4-FFF2-40B4-BE49-F238E27FC236}">
                <a16:creationId xmlns:a16="http://schemas.microsoft.com/office/drawing/2014/main" id="{0C27C715-02B8-4C76-A398-B464ADA40778}"/>
              </a:ext>
            </a:extLst>
          </p:cNvPr>
          <p:cNvSpPr>
            <a:spLocks xmlns:a="http://schemas.openxmlformats.org/drawingml/2006/main" noGrp="1"/>
          </p:cNvSpPr>
          <p:nvPr/>
        </p:nvSpPr>
        <p:spPr>
          <a:xfrm xmlns:a="http://schemas.openxmlformats.org/drawingml/2006/main">
            <a:off x="10211086" y="5114925"/>
            <a:ext cx="73342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محادثة</a:t>
            </a:r>
          </a:p>
        </p:txBody>
      </p:sp>
      <p:sp>
        <p:nvSpPr>
          <p:cNvPr id="35" name="text-177">
            <a:extLst xmlns:a="http://schemas.openxmlformats.org/drawingml/2006/main">
              <a:ext uri="{FF2B5EF4-FFF2-40B4-BE49-F238E27FC236}">
                <a16:creationId xmlns:a16="http://schemas.microsoft.com/office/drawing/2014/main" id="{E4E4B125-B99F-4761-8402-AE8B44AC2901}"/>
              </a:ext>
            </a:extLst>
          </p:cNvPr>
          <p:cNvSpPr>
            <a:spLocks xmlns:a="http://schemas.openxmlformats.org/drawingml/2006/main" noGrp="1"/>
          </p:cNvSpPr>
          <p:nvPr/>
        </p:nvSpPr>
        <p:spPr>
          <a:xfrm xmlns:a="http://schemas.openxmlformats.org/drawingml/2006/main">
            <a:off x="9494996" y="5114925"/>
            <a:ext cx="65770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F1F5ED"/>
                </a:solidFill>
                <a:latin typeface="Tahoma"/>
                <a:ea typeface="Tahoma"/>
                <a:cs typeface="Tahoma"/>
              </a:defRPr>
            </a:pPr>
            <a:r>
              <a:rPr sz="1950" b="0">
                <a:solidFill>
                  <a:srgbClr val="F1F5ED"/>
                </a:solidFill>
                <a:latin typeface="Tahoma"/>
                <a:ea typeface="Tahoma"/>
                <a:cs typeface="Tahoma"/>
              </a:rPr>
              <a:t>جديدة</a:t>
            </a:r>
          </a:p>
        </p:txBody>
      </p:sp>
    </p:spTree>
    <p:extLst>
      <p:ext uri="{BB962C8B-B14F-4D97-AF65-F5344CB8AC3E}">
        <p14:creationId xmlns:p14="http://schemas.microsoft.com/office/powerpoint/2010/main" val="54798938"/>
      </p:ext>
    </p:extLst>
  </p:cSld>
</p:sld>
</file>

<file path=ppt/slides/slide6.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8" name="text-178">
            <a:extLst xmlns:a="http://schemas.openxmlformats.org/drawingml/2006/main">
              <a:ext uri="{FF2B5EF4-FFF2-40B4-BE49-F238E27FC236}">
                <a16:creationId xmlns:a16="http://schemas.microsoft.com/office/drawing/2014/main" id="{364C3619-15CD-4791-9709-10E4BD8FA71A}"/>
              </a:ext>
            </a:extLst>
          </p:cNvPr>
          <p:cNvSpPr>
            <a:spLocks xmlns:a="http://schemas.openxmlformats.org/drawingml/2006/main" noGrp="1"/>
          </p:cNvSpPr>
          <p:nvPr/>
        </p:nvSpPr>
        <p:spPr>
          <a:xfrm xmlns:a="http://schemas.openxmlformats.org/drawingml/2006/main">
            <a:off x="9685538" y="457200"/>
            <a:ext cx="189686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المعمارية</a:t>
            </a:r>
          </a:p>
        </p:txBody>
      </p:sp>
      <p:sp>
        <p:nvSpPr>
          <p:cNvPr id="2" name="text-179">
            <a:extLst xmlns:a="http://schemas.openxmlformats.org/drawingml/2006/main">
              <a:ext uri="{FF2B5EF4-FFF2-40B4-BE49-F238E27FC236}">
                <a16:creationId xmlns:a16="http://schemas.microsoft.com/office/drawing/2014/main" id="{8426CBBD-4888-4D39-A7AE-2415619FB99E}"/>
              </a:ext>
            </a:extLst>
          </p:cNvPr>
          <p:cNvSpPr>
            <a:spLocks xmlns:a="http://schemas.openxmlformats.org/drawingml/2006/main" noGrp="1"/>
          </p:cNvSpPr>
          <p:nvPr/>
        </p:nvSpPr>
        <p:spPr>
          <a:xfrm xmlns:a="http://schemas.openxmlformats.org/drawingml/2006/main">
            <a:off x="8254037" y="457200"/>
            <a:ext cx="13305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تطبيق</a:t>
            </a:r>
          </a:p>
        </p:txBody>
      </p:sp>
      <p:sp>
        <p:nvSpPr>
          <p:cNvPr id="3" name="text-180">
            <a:extLst xmlns:a="http://schemas.openxmlformats.org/drawingml/2006/main">
              <a:ext uri="{FF2B5EF4-FFF2-40B4-BE49-F238E27FC236}">
                <a16:creationId xmlns:a16="http://schemas.microsoft.com/office/drawing/2014/main" id="{462761FF-E2BC-4D37-9A02-177EB3C76A09}"/>
              </a:ext>
            </a:extLst>
          </p:cNvPr>
          <p:cNvSpPr>
            <a:spLocks xmlns:a="http://schemas.openxmlformats.org/drawingml/2006/main" noGrp="1"/>
          </p:cNvSpPr>
          <p:nvPr/>
        </p:nvSpPr>
        <p:spPr>
          <a:xfrm xmlns:a="http://schemas.openxmlformats.org/drawingml/2006/main">
            <a:off x="7245424" y="457200"/>
            <a:ext cx="90764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قابل</a:t>
            </a:r>
          </a:p>
        </p:txBody>
      </p:sp>
      <p:sp>
        <p:nvSpPr>
          <p:cNvPr id="4" name="text-181">
            <a:extLst xmlns:a="http://schemas.openxmlformats.org/drawingml/2006/main">
              <a:ext uri="{FF2B5EF4-FFF2-40B4-BE49-F238E27FC236}">
                <a16:creationId xmlns:a16="http://schemas.microsoft.com/office/drawing/2014/main" id="{80434F67-4BA6-4D75-A0AB-78EB8B076177}"/>
              </a:ext>
            </a:extLst>
          </p:cNvPr>
          <p:cNvSpPr>
            <a:spLocks xmlns:a="http://schemas.openxmlformats.org/drawingml/2006/main" noGrp="1"/>
          </p:cNvSpPr>
          <p:nvPr/>
        </p:nvSpPr>
        <p:spPr>
          <a:xfrm xmlns:a="http://schemas.openxmlformats.org/drawingml/2006/main">
            <a:off x="5599062"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للفحص</a:t>
            </a:r>
          </a:p>
        </p:txBody>
      </p:sp>
      <p:sp>
        <p:nvSpPr>
          <p:cNvPr id="5" name="text-182">
            <a:extLst xmlns:a="http://schemas.openxmlformats.org/drawingml/2006/main">
              <a:ext uri="{FF2B5EF4-FFF2-40B4-BE49-F238E27FC236}">
                <a16:creationId xmlns:a16="http://schemas.microsoft.com/office/drawing/2014/main" id="{C0FA5C06-22B0-4D59-96BA-C3A225BF2BF7}"/>
              </a:ext>
            </a:extLst>
          </p:cNvPr>
          <p:cNvSpPr>
            <a:spLocks xmlns:a="http://schemas.openxmlformats.org/drawingml/2006/main" noGrp="1"/>
          </p:cNvSpPr>
          <p:nvPr/>
        </p:nvSpPr>
        <p:spPr>
          <a:xfrm xmlns:a="http://schemas.openxmlformats.org/drawingml/2006/main">
            <a:off x="4307136" y="457200"/>
            <a:ext cx="119096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ومزوّد</a:t>
            </a:r>
          </a:p>
        </p:txBody>
      </p:sp>
      <p:sp>
        <p:nvSpPr>
          <p:cNvPr id="6" name="text-183">
            <a:extLst xmlns:a="http://schemas.openxmlformats.org/drawingml/2006/main">
              <a:ext uri="{FF2B5EF4-FFF2-40B4-BE49-F238E27FC236}">
                <a16:creationId xmlns:a16="http://schemas.microsoft.com/office/drawing/2014/main" id="{BDDDF3EA-E6F0-48EA-90DD-A75DE96198C7}"/>
              </a:ext>
            </a:extLst>
          </p:cNvPr>
          <p:cNvSpPr>
            <a:spLocks xmlns:a="http://schemas.openxmlformats.org/drawingml/2006/main" noGrp="1"/>
          </p:cNvSpPr>
          <p:nvPr/>
        </p:nvSpPr>
        <p:spPr>
          <a:xfrm xmlns:a="http://schemas.openxmlformats.org/drawingml/2006/main">
            <a:off x="2671572" y="457200"/>
            <a:ext cx="153459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مستقل</a:t>
            </a:r>
          </a:p>
        </p:txBody>
      </p:sp>
      <p:sp>
        <p:nvSpPr>
          <p:cNvPr id="7" name="shape-184">
            <a:extLst xmlns:a="http://schemas.openxmlformats.org/drawingml/2006/main">
              <a:ext uri="{FF2B5EF4-FFF2-40B4-BE49-F238E27FC236}">
                <a16:creationId xmlns:a16="http://schemas.microsoft.com/office/drawing/2014/main" id="{54F6A291-BEE1-4A85-BE94-3987967D5852}"/>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8" name="text-185">
            <a:extLst xmlns:a="http://schemas.openxmlformats.org/drawingml/2006/main">
              <a:ext uri="{FF2B5EF4-FFF2-40B4-BE49-F238E27FC236}">
                <a16:creationId xmlns:a16="http://schemas.microsoft.com/office/drawing/2014/main" id="{DB456150-F264-418E-A989-5B76A4F01F1B}"/>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9" name="text-186">
            <a:extLst xmlns:a="http://schemas.openxmlformats.org/drawingml/2006/main">
              <a:ext uri="{FF2B5EF4-FFF2-40B4-BE49-F238E27FC236}">
                <a16:creationId xmlns:a16="http://schemas.microsoft.com/office/drawing/2014/main" id="{0452E96B-0DB3-4003-9AFF-596394AE0679}"/>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0" name="text-187">
            <a:extLst xmlns:a="http://schemas.openxmlformats.org/drawingml/2006/main">
              <a:ext uri="{FF2B5EF4-FFF2-40B4-BE49-F238E27FC236}">
                <a16:creationId xmlns:a16="http://schemas.microsoft.com/office/drawing/2014/main" id="{18CB974D-4F05-4BC3-B31F-B196AD08808A}"/>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1" name="text-188">
            <a:extLst xmlns:a="http://schemas.openxmlformats.org/drawingml/2006/main">
              <a:ext uri="{FF2B5EF4-FFF2-40B4-BE49-F238E27FC236}">
                <a16:creationId xmlns:a16="http://schemas.microsoft.com/office/drawing/2014/main" id="{EC709B9B-5C04-436C-A7A2-40DCE464EF27}"/>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2" name="text-189">
            <a:extLst xmlns:a="http://schemas.openxmlformats.org/drawingml/2006/main">
              <a:ext uri="{FF2B5EF4-FFF2-40B4-BE49-F238E27FC236}">
                <a16:creationId xmlns:a16="http://schemas.microsoft.com/office/drawing/2014/main" id="{CF324167-16FE-4CF0-ADB5-B32DB3E38030}"/>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3" name="text-190">
            <a:extLst xmlns:a="http://schemas.openxmlformats.org/drawingml/2006/main">
              <a:ext uri="{FF2B5EF4-FFF2-40B4-BE49-F238E27FC236}">
                <a16:creationId xmlns:a16="http://schemas.microsoft.com/office/drawing/2014/main" id="{70B63A33-CBB6-4B21-BEF4-39ABCEF2D67B}"/>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4" name="text-191">
            <a:extLst xmlns:a="http://schemas.openxmlformats.org/drawingml/2006/main">
              <a:ext uri="{FF2B5EF4-FFF2-40B4-BE49-F238E27FC236}">
                <a16:creationId xmlns:a16="http://schemas.microsoft.com/office/drawing/2014/main" id="{D56EBE59-738D-4BAA-8C1E-F63832F79A9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06</a:t>
            </a:r>
          </a:p>
        </p:txBody>
      </p:sp>
      <p:sp>
        <p:nvSpPr>
          <p:cNvPr id="15" name="shape-192">
            <a:extLst xmlns:a="http://schemas.openxmlformats.org/drawingml/2006/main">
              <a:ext uri="{FF2B5EF4-FFF2-40B4-BE49-F238E27FC236}">
                <a16:creationId xmlns:a16="http://schemas.microsoft.com/office/drawing/2014/main" id="{406D35FE-7DBC-4C23-A6C3-D8A14D3BA3C1}"/>
              </a:ext>
            </a:extLst>
          </p:cNvPr>
          <p:cNvSpPr>
            <a:spLocks xmlns:a="http://schemas.openxmlformats.org/drawingml/2006/main" noGrp="1"/>
          </p:cNvSpPr>
          <p:nvPr/>
        </p:nvSpPr>
        <p:spPr>
          <a:xfrm xmlns:a="http://schemas.openxmlformats.org/drawingml/2006/main">
            <a:off x="91059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16" name="text-193">
            <a:extLst xmlns:a="http://schemas.openxmlformats.org/drawingml/2006/main">
              <a:ext uri="{FF2B5EF4-FFF2-40B4-BE49-F238E27FC236}">
                <a16:creationId xmlns:a16="http://schemas.microsoft.com/office/drawing/2014/main" id="{B9FE4E14-4BCF-4360-B81F-D703300724E3}"/>
              </a:ext>
            </a:extLst>
          </p:cNvPr>
          <p:cNvSpPr>
            <a:spLocks xmlns:a="http://schemas.openxmlformats.org/drawingml/2006/main" noGrp="1"/>
          </p:cNvSpPr>
          <p:nvPr/>
        </p:nvSpPr>
        <p:spPr>
          <a:xfrm xmlns:a="http://schemas.openxmlformats.org/drawingml/2006/main">
            <a:off x="9563447" y="2019300"/>
            <a:ext cx="152330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المستخدم</a:t>
            </a:r>
          </a:p>
        </p:txBody>
      </p:sp>
      <p:sp>
        <p:nvSpPr>
          <p:cNvPr id="17" name="text-194">
            <a:extLst xmlns:a="http://schemas.openxmlformats.org/drawingml/2006/main">
              <a:ext uri="{FF2B5EF4-FFF2-40B4-BE49-F238E27FC236}">
                <a16:creationId xmlns:a16="http://schemas.microsoft.com/office/drawing/2014/main" id="{C493DFCC-28ED-4EA5-9F5A-34207BC68F24}"/>
              </a:ext>
            </a:extLst>
          </p:cNvPr>
          <p:cNvSpPr>
            <a:spLocks xmlns:a="http://schemas.openxmlformats.org/drawingml/2006/main" noGrp="1"/>
          </p:cNvSpPr>
          <p:nvPr/>
        </p:nvSpPr>
        <p:spPr>
          <a:xfrm xmlns:a="http://schemas.openxmlformats.org/drawingml/2006/main">
            <a:off x="10406682" y="2628900"/>
            <a:ext cx="50053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سؤال</a:t>
            </a:r>
          </a:p>
        </p:txBody>
      </p:sp>
      <p:sp>
        <p:nvSpPr>
          <p:cNvPr id="18" name="text-195">
            <a:extLst xmlns:a="http://schemas.openxmlformats.org/drawingml/2006/main">
              <a:ext uri="{FF2B5EF4-FFF2-40B4-BE49-F238E27FC236}">
                <a16:creationId xmlns:a16="http://schemas.microsoft.com/office/drawing/2014/main" id="{E01C5AB3-C791-47C0-864F-F346367CB054}"/>
              </a:ext>
            </a:extLst>
          </p:cNvPr>
          <p:cNvSpPr>
            <a:spLocks xmlns:a="http://schemas.openxmlformats.org/drawingml/2006/main" noGrp="1"/>
          </p:cNvSpPr>
          <p:nvPr/>
        </p:nvSpPr>
        <p:spPr>
          <a:xfrm xmlns:a="http://schemas.openxmlformats.org/drawingml/2006/main">
            <a:off x="9742980" y="2628900"/>
            <a:ext cx="62026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ومتابعة</a:t>
            </a:r>
          </a:p>
        </p:txBody>
      </p:sp>
      <p:sp>
        <p:nvSpPr>
          <p:cNvPr id="19" name="text-196">
            <a:extLst xmlns:a="http://schemas.openxmlformats.org/drawingml/2006/main">
              <a:ext uri="{FF2B5EF4-FFF2-40B4-BE49-F238E27FC236}">
                <a16:creationId xmlns:a16="http://schemas.microsoft.com/office/drawing/2014/main" id="{FEEE1E53-9707-405D-9AEA-54FF2E08F5EA}"/>
              </a:ext>
            </a:extLst>
          </p:cNvPr>
          <p:cNvSpPr>
            <a:spLocks xmlns:a="http://schemas.openxmlformats.org/drawingml/2006/main" noGrp="1"/>
          </p:cNvSpPr>
          <p:nvPr/>
        </p:nvSpPr>
        <p:spPr>
          <a:xfrm xmlns:a="http://schemas.openxmlformats.org/drawingml/2006/main">
            <a:off x="87820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20" name="shape-197">
            <a:extLst xmlns:a="http://schemas.openxmlformats.org/drawingml/2006/main">
              <a:ext uri="{FF2B5EF4-FFF2-40B4-BE49-F238E27FC236}">
                <a16:creationId xmlns:a16="http://schemas.microsoft.com/office/drawing/2014/main" id="{3C449087-7F1E-46D9-B305-6AC8053853DC}"/>
              </a:ext>
            </a:extLst>
          </p:cNvPr>
          <p:cNvSpPr>
            <a:spLocks xmlns:a="http://schemas.openxmlformats.org/drawingml/2006/main" noGrp="1"/>
          </p:cNvSpPr>
          <p:nvPr/>
        </p:nvSpPr>
        <p:spPr>
          <a:xfrm xmlns:a="http://schemas.openxmlformats.org/drawingml/2006/main">
            <a:off x="63055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21" name="text-198">
            <a:extLst xmlns:a="http://schemas.openxmlformats.org/drawingml/2006/main">
              <a:ext uri="{FF2B5EF4-FFF2-40B4-BE49-F238E27FC236}">
                <a16:creationId xmlns:a16="http://schemas.microsoft.com/office/drawing/2014/main" id="{E34B878D-ED40-4BC3-B819-B9502944BBCB}"/>
              </a:ext>
            </a:extLst>
          </p:cNvPr>
          <p:cNvSpPr>
            <a:spLocks xmlns:a="http://schemas.openxmlformats.org/drawingml/2006/main" noGrp="1"/>
          </p:cNvSpPr>
          <p:nvPr/>
        </p:nvSpPr>
        <p:spPr>
          <a:xfrm xmlns:a="http://schemas.openxmlformats.org/drawingml/2006/main">
            <a:off x="6933381" y="2019300"/>
            <a:ext cx="118273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التطبيق</a:t>
            </a:r>
          </a:p>
        </p:txBody>
      </p:sp>
      <p:sp>
        <p:nvSpPr>
          <p:cNvPr id="22" name="text-199">
            <a:extLst xmlns:a="http://schemas.openxmlformats.org/drawingml/2006/main">
              <a:ext uri="{FF2B5EF4-FFF2-40B4-BE49-F238E27FC236}">
                <a16:creationId xmlns:a16="http://schemas.microsoft.com/office/drawing/2014/main" id="{C22814C9-F434-4182-861A-CECC9EC9530E}"/>
              </a:ext>
            </a:extLst>
          </p:cNvPr>
          <p:cNvSpPr>
            <a:spLocks xmlns:a="http://schemas.openxmlformats.org/drawingml/2006/main" noGrp="1"/>
          </p:cNvSpPr>
          <p:nvPr/>
        </p:nvSpPr>
        <p:spPr>
          <a:xfrm xmlns:a="http://schemas.openxmlformats.org/drawingml/2006/main">
            <a:off x="7870746" y="2628900"/>
            <a:ext cx="56730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جلسة</a:t>
            </a:r>
          </a:p>
        </p:txBody>
      </p:sp>
      <p:sp>
        <p:nvSpPr>
          <p:cNvPr id="23" name="text-200">
            <a:extLst xmlns:a="http://schemas.openxmlformats.org/drawingml/2006/main">
              <a:ext uri="{FF2B5EF4-FFF2-40B4-BE49-F238E27FC236}">
                <a16:creationId xmlns:a16="http://schemas.microsoft.com/office/drawing/2014/main" id="{3321EF27-386B-4938-8575-228547B031B6}"/>
              </a:ext>
            </a:extLst>
          </p:cNvPr>
          <p:cNvSpPr>
            <a:spLocks xmlns:a="http://schemas.openxmlformats.org/drawingml/2006/main" noGrp="1"/>
          </p:cNvSpPr>
          <p:nvPr/>
        </p:nvSpPr>
        <p:spPr>
          <a:xfrm xmlns:a="http://schemas.openxmlformats.org/drawingml/2006/main">
            <a:off x="7251811" y="2628900"/>
            <a:ext cx="575500"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ومفتاح</a:t>
            </a:r>
          </a:p>
        </p:txBody>
      </p:sp>
      <p:sp>
        <p:nvSpPr>
          <p:cNvPr id="24" name="text-201">
            <a:extLst xmlns:a="http://schemas.openxmlformats.org/drawingml/2006/main">
              <a:ext uri="{FF2B5EF4-FFF2-40B4-BE49-F238E27FC236}">
                <a16:creationId xmlns:a16="http://schemas.microsoft.com/office/drawing/2014/main" id="{E3F3AA17-36AC-4F03-89E1-ABC5A806DC96}"/>
              </a:ext>
            </a:extLst>
          </p:cNvPr>
          <p:cNvSpPr>
            <a:spLocks xmlns:a="http://schemas.openxmlformats.org/drawingml/2006/main" noGrp="1"/>
          </p:cNvSpPr>
          <p:nvPr/>
        </p:nvSpPr>
        <p:spPr>
          <a:xfrm xmlns:a="http://schemas.openxmlformats.org/drawingml/2006/main">
            <a:off x="6611445" y="2628900"/>
            <a:ext cx="59693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محمي</a:t>
            </a:r>
          </a:p>
        </p:txBody>
      </p:sp>
      <p:sp>
        <p:nvSpPr>
          <p:cNvPr id="25" name="text-202">
            <a:extLst xmlns:a="http://schemas.openxmlformats.org/drawingml/2006/main">
              <a:ext uri="{FF2B5EF4-FFF2-40B4-BE49-F238E27FC236}">
                <a16:creationId xmlns:a16="http://schemas.microsoft.com/office/drawing/2014/main" id="{51989753-3E2A-4A61-9C60-506F6759C330}"/>
              </a:ext>
            </a:extLst>
          </p:cNvPr>
          <p:cNvSpPr>
            <a:spLocks xmlns:a="http://schemas.openxmlformats.org/drawingml/2006/main" noGrp="1"/>
          </p:cNvSpPr>
          <p:nvPr/>
        </p:nvSpPr>
        <p:spPr>
          <a:xfrm xmlns:a="http://schemas.openxmlformats.org/drawingml/2006/main">
            <a:off x="598170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26" name="shape-203">
            <a:extLst xmlns:a="http://schemas.openxmlformats.org/drawingml/2006/main">
              <a:ext uri="{FF2B5EF4-FFF2-40B4-BE49-F238E27FC236}">
                <a16:creationId xmlns:a16="http://schemas.microsoft.com/office/drawing/2014/main" id="{DF70525C-EBA4-4D9B-BA2F-A628673B921C}"/>
              </a:ext>
            </a:extLst>
          </p:cNvPr>
          <p:cNvSpPr>
            <a:spLocks xmlns:a="http://schemas.openxmlformats.org/drawingml/2006/main" noGrp="1"/>
          </p:cNvSpPr>
          <p:nvPr/>
        </p:nvSpPr>
        <p:spPr>
          <a:xfrm xmlns:a="http://schemas.openxmlformats.org/drawingml/2006/main">
            <a:off x="350520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27" name="text-204">
            <a:extLst xmlns:a="http://schemas.openxmlformats.org/drawingml/2006/main">
              <a:ext uri="{FF2B5EF4-FFF2-40B4-BE49-F238E27FC236}">
                <a16:creationId xmlns:a16="http://schemas.microsoft.com/office/drawing/2014/main" id="{FDCE0459-0F57-4083-9327-E68829256FA5}"/>
              </a:ext>
            </a:extLst>
          </p:cNvPr>
          <p:cNvSpPr>
            <a:spLocks xmlns:a="http://schemas.openxmlformats.org/drawingml/2006/main" noGrp="1"/>
          </p:cNvSpPr>
          <p:nvPr/>
        </p:nvSpPr>
        <p:spPr>
          <a:xfrm xmlns:a="http://schemas.openxmlformats.org/drawingml/2006/main">
            <a:off x="4390606" y="2019300"/>
            <a:ext cx="133360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سلسبيل</a:t>
            </a:r>
          </a:p>
        </p:txBody>
      </p:sp>
      <p:sp>
        <p:nvSpPr>
          <p:cNvPr id="28" name="text-205">
            <a:extLst xmlns:a="http://schemas.openxmlformats.org/drawingml/2006/main">
              <a:ext uri="{FF2B5EF4-FFF2-40B4-BE49-F238E27FC236}">
                <a16:creationId xmlns:a16="http://schemas.microsoft.com/office/drawing/2014/main" id="{EB50BF65-DA8D-4810-94DA-FB63B2BAAD8F}"/>
              </a:ext>
            </a:extLst>
          </p:cNvPr>
          <p:cNvSpPr>
            <a:spLocks xmlns:a="http://schemas.openxmlformats.org/drawingml/2006/main" noGrp="1"/>
          </p:cNvSpPr>
          <p:nvPr/>
        </p:nvSpPr>
        <p:spPr>
          <a:xfrm xmlns:a="http://schemas.openxmlformats.org/drawingml/2006/main">
            <a:off x="3724587" y="2019300"/>
            <a:ext cx="59858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API</a:t>
            </a:r>
          </a:p>
        </p:txBody>
      </p:sp>
      <p:sp>
        <p:nvSpPr>
          <p:cNvPr id="29" name="text-206">
            <a:extLst xmlns:a="http://schemas.openxmlformats.org/drawingml/2006/main">
              <a:ext uri="{FF2B5EF4-FFF2-40B4-BE49-F238E27FC236}">
                <a16:creationId xmlns:a16="http://schemas.microsoft.com/office/drawing/2014/main" id="{229C1630-8277-4416-88E5-8B8802153198}"/>
              </a:ext>
            </a:extLst>
          </p:cNvPr>
          <p:cNvSpPr>
            <a:spLocks xmlns:a="http://schemas.openxmlformats.org/drawingml/2006/main" noGrp="1"/>
          </p:cNvSpPr>
          <p:nvPr/>
        </p:nvSpPr>
        <p:spPr>
          <a:xfrm xmlns:a="http://schemas.openxmlformats.org/drawingml/2006/main">
            <a:off x="5044726" y="2628900"/>
            <a:ext cx="519589"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نموذج</a:t>
            </a:r>
          </a:p>
        </p:txBody>
      </p:sp>
      <p:sp>
        <p:nvSpPr>
          <p:cNvPr id="30" name="text-207">
            <a:extLst xmlns:a="http://schemas.openxmlformats.org/drawingml/2006/main">
              <a:ext uri="{FF2B5EF4-FFF2-40B4-BE49-F238E27FC236}">
                <a16:creationId xmlns:a16="http://schemas.microsoft.com/office/drawing/2014/main" id="{5CD332F8-B97F-4652-A340-A13A486AFECD}"/>
              </a:ext>
            </a:extLst>
          </p:cNvPr>
          <p:cNvSpPr>
            <a:spLocks xmlns:a="http://schemas.openxmlformats.org/drawingml/2006/main" noGrp="1"/>
          </p:cNvSpPr>
          <p:nvPr/>
        </p:nvSpPr>
        <p:spPr>
          <a:xfrm xmlns:a="http://schemas.openxmlformats.org/drawingml/2006/main">
            <a:off x="4444841" y="2628900"/>
            <a:ext cx="556450"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وأدوات</a:t>
            </a:r>
          </a:p>
        </p:txBody>
      </p:sp>
      <p:sp>
        <p:nvSpPr>
          <p:cNvPr id="31" name="text-208">
            <a:extLst xmlns:a="http://schemas.openxmlformats.org/drawingml/2006/main">
              <a:ext uri="{FF2B5EF4-FFF2-40B4-BE49-F238E27FC236}">
                <a16:creationId xmlns:a16="http://schemas.microsoft.com/office/drawing/2014/main" id="{4B9E9D50-4554-4A06-8B74-057D4FE153C5}"/>
              </a:ext>
            </a:extLst>
          </p:cNvPr>
          <p:cNvSpPr>
            <a:spLocks xmlns:a="http://schemas.openxmlformats.org/drawingml/2006/main" noGrp="1"/>
          </p:cNvSpPr>
          <p:nvPr/>
        </p:nvSpPr>
        <p:spPr>
          <a:xfrm xmlns:a="http://schemas.openxmlformats.org/drawingml/2006/main">
            <a:off x="3884486" y="2628900"/>
            <a:ext cx="516922"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معرفة</a:t>
            </a:r>
          </a:p>
        </p:txBody>
      </p:sp>
      <p:sp>
        <p:nvSpPr>
          <p:cNvPr id="32" name="text-209">
            <a:extLst xmlns:a="http://schemas.openxmlformats.org/drawingml/2006/main">
              <a:ext uri="{FF2B5EF4-FFF2-40B4-BE49-F238E27FC236}">
                <a16:creationId xmlns:a16="http://schemas.microsoft.com/office/drawing/2014/main" id="{EEAF2A4A-7AEC-4BBA-9F51-715FAC3CEA6A}"/>
              </a:ext>
            </a:extLst>
          </p:cNvPr>
          <p:cNvSpPr>
            <a:spLocks xmlns:a="http://schemas.openxmlformats.org/drawingml/2006/main" noGrp="1"/>
          </p:cNvSpPr>
          <p:nvPr/>
        </p:nvSpPr>
        <p:spPr>
          <a:xfrm xmlns:a="http://schemas.openxmlformats.org/drawingml/2006/main">
            <a:off x="3181350" y="2209800"/>
            <a:ext cx="30480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a:t>
            </a:r>
          </a:p>
        </p:txBody>
      </p:sp>
      <p:sp>
        <p:nvSpPr>
          <p:cNvPr id="33" name="shape-210">
            <a:extLst xmlns:a="http://schemas.openxmlformats.org/drawingml/2006/main">
              <a:ext uri="{FF2B5EF4-FFF2-40B4-BE49-F238E27FC236}">
                <a16:creationId xmlns:a16="http://schemas.microsoft.com/office/drawing/2014/main" id="{EBA96276-887C-4BA1-8D0C-6EEDE6B40EE0}"/>
              </a:ext>
            </a:extLst>
          </p:cNvPr>
          <p:cNvSpPr>
            <a:spLocks xmlns:a="http://schemas.openxmlformats.org/drawingml/2006/main" noGrp="1"/>
          </p:cNvSpPr>
          <p:nvPr/>
        </p:nvSpPr>
        <p:spPr>
          <a:xfrm xmlns:a="http://schemas.openxmlformats.org/drawingml/2006/main">
            <a:off x="704850" y="1809750"/>
            <a:ext cx="2476500" cy="1371600"/>
          </a:xfrm>
          <a:prstGeom xmlns:a="http://schemas.openxmlformats.org/drawingml/2006/main" prst="rect">
            <a:avLst/>
          </a:prstGeom>
          <a:solidFill xmlns:a="http://schemas.openxmlformats.org/drawingml/2006/main">
            <a:srgbClr val="12322E"/>
          </a:solidFill>
          <a:ln xmlns:a="http://schemas.openxmlformats.org/drawingml/2006/main" w="9525">
            <a:solidFill>
              <a:srgbClr val="31504A"/>
            </a:solidFill>
          </a:ln>
        </p:spPr>
      </p:sp>
      <p:sp>
        <p:nvSpPr>
          <p:cNvPr id="34" name="text-211">
            <a:extLst xmlns:a="http://schemas.openxmlformats.org/drawingml/2006/main">
              <a:ext uri="{FF2B5EF4-FFF2-40B4-BE49-F238E27FC236}">
                <a16:creationId xmlns:a16="http://schemas.microsoft.com/office/drawing/2014/main" id="{8168D9EC-19F7-49C7-876C-3525F45DF188}"/>
              </a:ext>
            </a:extLst>
          </p:cNvPr>
          <p:cNvSpPr>
            <a:spLocks xmlns:a="http://schemas.openxmlformats.org/drawingml/2006/main" noGrp="1"/>
          </p:cNvSpPr>
          <p:nvPr/>
        </p:nvSpPr>
        <p:spPr>
          <a:xfrm xmlns:a="http://schemas.openxmlformats.org/drawingml/2006/main">
            <a:off x="1414059" y="2019300"/>
            <a:ext cx="1019983"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1">
                <a:solidFill>
                  <a:srgbClr val="EDCA7E"/>
                </a:solidFill>
                <a:latin typeface="Tahoma"/>
                <a:ea typeface="Tahoma"/>
                <a:cs typeface="Tahoma"/>
              </a:defRPr>
            </a:pPr>
            <a:r>
              <a:rPr sz="2325" b="1">
                <a:solidFill>
                  <a:srgbClr val="EDCA7E"/>
                </a:solidFill>
                <a:latin typeface="Tahoma"/>
                <a:ea typeface="Tahoma"/>
                <a:cs typeface="Tahoma"/>
              </a:rPr>
              <a:t>الجواب</a:t>
            </a:r>
          </a:p>
        </p:txBody>
      </p:sp>
      <p:sp>
        <p:nvSpPr>
          <p:cNvPr id="35" name="text-212">
            <a:extLst xmlns:a="http://schemas.openxmlformats.org/drawingml/2006/main">
              <a:ext uri="{FF2B5EF4-FFF2-40B4-BE49-F238E27FC236}">
                <a16:creationId xmlns:a16="http://schemas.microsoft.com/office/drawing/2014/main" id="{8CF3D27D-7C37-489E-825A-CB7ABFFEA498}"/>
              </a:ext>
            </a:extLst>
          </p:cNvPr>
          <p:cNvSpPr>
            <a:spLocks xmlns:a="http://schemas.openxmlformats.org/drawingml/2006/main" noGrp="1"/>
          </p:cNvSpPr>
          <p:nvPr/>
        </p:nvSpPr>
        <p:spPr>
          <a:xfrm xmlns:a="http://schemas.openxmlformats.org/drawingml/2006/main">
            <a:off x="2353008" y="2628900"/>
            <a:ext cx="326898"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نص</a:t>
            </a:r>
          </a:p>
        </p:txBody>
      </p:sp>
      <p:sp>
        <p:nvSpPr>
          <p:cNvPr id="36" name="text-213">
            <a:extLst xmlns:a="http://schemas.openxmlformats.org/drawingml/2006/main">
              <a:ext uri="{FF2B5EF4-FFF2-40B4-BE49-F238E27FC236}">
                <a16:creationId xmlns:a16="http://schemas.microsoft.com/office/drawing/2014/main" id="{0047E36E-6C49-4C78-9AB0-885ABF392CD1}"/>
              </a:ext>
            </a:extLst>
          </p:cNvPr>
          <p:cNvSpPr>
            <a:spLocks xmlns:a="http://schemas.openxmlformats.org/drawingml/2006/main" noGrp="1"/>
          </p:cNvSpPr>
          <p:nvPr/>
        </p:nvSpPr>
        <p:spPr>
          <a:xfrm xmlns:a="http://schemas.openxmlformats.org/drawingml/2006/main">
            <a:off x="1751124" y="2628900"/>
            <a:ext cx="558451"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ومصدر</a:t>
            </a:r>
          </a:p>
        </p:txBody>
      </p:sp>
      <p:sp>
        <p:nvSpPr>
          <p:cNvPr id="37" name="text-214">
            <a:extLst xmlns:a="http://schemas.openxmlformats.org/drawingml/2006/main">
              <a:ext uri="{FF2B5EF4-FFF2-40B4-BE49-F238E27FC236}">
                <a16:creationId xmlns:a16="http://schemas.microsoft.com/office/drawing/2014/main" id="{22DD95CB-8CE7-4053-8F0E-EC8DA46DB5F9}"/>
              </a:ext>
            </a:extLst>
          </p:cNvPr>
          <p:cNvSpPr>
            <a:spLocks xmlns:a="http://schemas.openxmlformats.org/drawingml/2006/main" noGrp="1"/>
          </p:cNvSpPr>
          <p:nvPr/>
        </p:nvSpPr>
        <p:spPr>
          <a:xfrm xmlns:a="http://schemas.openxmlformats.org/drawingml/2006/main">
            <a:off x="1168194" y="2628900"/>
            <a:ext cx="539496" cy="42529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575" b="0">
                <a:solidFill>
                  <a:srgbClr val="F1F5ED"/>
                </a:solidFill>
                <a:latin typeface="Tahoma"/>
                <a:ea typeface="Tahoma"/>
                <a:cs typeface="Tahoma"/>
              </a:defRPr>
            </a:pPr>
            <a:r>
              <a:rPr sz="1575" b="0">
                <a:solidFill>
                  <a:srgbClr val="F1F5ED"/>
                </a:solidFill>
                <a:latin typeface="Tahoma"/>
                <a:ea typeface="Tahoma"/>
                <a:cs typeface="Tahoma"/>
              </a:rPr>
              <a:t>وحدود</a:t>
            </a:r>
          </a:p>
        </p:txBody>
      </p:sp>
      <p:sp>
        <p:nvSpPr>
          <p:cNvPr id="38" name="text-215">
            <a:extLst xmlns:a="http://schemas.openxmlformats.org/drawingml/2006/main">
              <a:ext uri="{FF2B5EF4-FFF2-40B4-BE49-F238E27FC236}">
                <a16:creationId xmlns:a16="http://schemas.microsoft.com/office/drawing/2014/main" id="{82480628-D2D3-40C2-8F7C-A5459B76B4A7}"/>
              </a:ext>
            </a:extLst>
          </p:cNvPr>
          <p:cNvSpPr>
            <a:spLocks xmlns:a="http://schemas.openxmlformats.org/drawingml/2006/main" noGrp="1"/>
          </p:cNvSpPr>
          <p:nvPr/>
        </p:nvSpPr>
        <p:spPr>
          <a:xfrm xmlns:a="http://schemas.openxmlformats.org/drawingml/2006/main">
            <a:off x="11042332" y="3943350"/>
            <a:ext cx="540068"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فهم</a:t>
            </a:r>
          </a:p>
        </p:txBody>
      </p:sp>
      <p:sp>
        <p:nvSpPr>
          <p:cNvPr id="39" name="text-216">
            <a:extLst xmlns:a="http://schemas.openxmlformats.org/drawingml/2006/main">
              <a:ext uri="{FF2B5EF4-FFF2-40B4-BE49-F238E27FC236}">
                <a16:creationId xmlns:a16="http://schemas.microsoft.com/office/drawing/2014/main" id="{9982461D-9C9C-4ADA-8BC5-5D1CC80778AE}"/>
              </a:ext>
            </a:extLst>
          </p:cNvPr>
          <p:cNvSpPr>
            <a:spLocks xmlns:a="http://schemas.openxmlformats.org/drawingml/2006/main" noGrp="1"/>
          </p:cNvSpPr>
          <p:nvPr/>
        </p:nvSpPr>
        <p:spPr>
          <a:xfrm xmlns:a="http://schemas.openxmlformats.org/drawingml/2006/main">
            <a:off x="10030111" y="3943350"/>
            <a:ext cx="936022"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المقصد</a:t>
            </a:r>
          </a:p>
        </p:txBody>
      </p:sp>
      <p:sp>
        <p:nvSpPr>
          <p:cNvPr id="40" name="text-217">
            <a:extLst xmlns:a="http://schemas.openxmlformats.org/drawingml/2006/main">
              <a:ext uri="{FF2B5EF4-FFF2-40B4-BE49-F238E27FC236}">
                <a16:creationId xmlns:a16="http://schemas.microsoft.com/office/drawing/2014/main" id="{7B7144A3-142F-4AF9-AFF2-81C17794592B}"/>
              </a:ext>
            </a:extLst>
          </p:cNvPr>
          <p:cNvSpPr>
            <a:spLocks xmlns:a="http://schemas.openxmlformats.org/drawingml/2006/main" noGrp="1"/>
          </p:cNvSpPr>
          <p:nvPr/>
        </p:nvSpPr>
        <p:spPr>
          <a:xfrm xmlns:a="http://schemas.openxmlformats.org/drawingml/2006/main">
            <a:off x="9611011" y="3943350"/>
            <a:ext cx="342900"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a:t>
            </a:r>
          </a:p>
        </p:txBody>
      </p:sp>
      <p:sp>
        <p:nvSpPr>
          <p:cNvPr id="41" name="text-218">
            <a:extLst xmlns:a="http://schemas.openxmlformats.org/drawingml/2006/main">
              <a:ext uri="{FF2B5EF4-FFF2-40B4-BE49-F238E27FC236}">
                <a16:creationId xmlns:a16="http://schemas.microsoft.com/office/drawing/2014/main" id="{B5218D64-B6B6-4C99-8D8E-4F04D9D12996}"/>
              </a:ext>
            </a:extLst>
          </p:cNvPr>
          <p:cNvSpPr>
            <a:spLocks xmlns:a="http://schemas.openxmlformats.org/drawingml/2006/main" noGrp="1"/>
          </p:cNvSpPr>
          <p:nvPr/>
        </p:nvSpPr>
        <p:spPr>
          <a:xfrm xmlns:a="http://schemas.openxmlformats.org/drawingml/2006/main">
            <a:off x="8414576" y="3943350"/>
            <a:ext cx="1120235"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استرجاع</a:t>
            </a:r>
          </a:p>
        </p:txBody>
      </p:sp>
      <p:sp>
        <p:nvSpPr>
          <p:cNvPr id="42" name="text-219">
            <a:extLst xmlns:a="http://schemas.openxmlformats.org/drawingml/2006/main">
              <a:ext uri="{FF2B5EF4-FFF2-40B4-BE49-F238E27FC236}">
                <a16:creationId xmlns:a16="http://schemas.microsoft.com/office/drawing/2014/main" id="{D9E1E8F4-AF63-4894-A04F-EEF40E4AE5FF}"/>
              </a:ext>
            </a:extLst>
          </p:cNvPr>
          <p:cNvSpPr>
            <a:spLocks xmlns:a="http://schemas.openxmlformats.org/drawingml/2006/main" noGrp="1"/>
          </p:cNvSpPr>
          <p:nvPr/>
        </p:nvSpPr>
        <p:spPr>
          <a:xfrm xmlns:a="http://schemas.openxmlformats.org/drawingml/2006/main">
            <a:off x="7381875" y="3943350"/>
            <a:ext cx="956500"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المعرفة</a:t>
            </a:r>
          </a:p>
        </p:txBody>
      </p:sp>
      <p:sp>
        <p:nvSpPr>
          <p:cNvPr id="43" name="text-220">
            <a:extLst xmlns:a="http://schemas.openxmlformats.org/drawingml/2006/main">
              <a:ext uri="{FF2B5EF4-FFF2-40B4-BE49-F238E27FC236}">
                <a16:creationId xmlns:a16="http://schemas.microsoft.com/office/drawing/2014/main" id="{46564C96-0120-48C2-8E6A-13929EE1C531}"/>
              </a:ext>
            </a:extLst>
          </p:cNvPr>
          <p:cNvSpPr>
            <a:spLocks xmlns:a="http://schemas.openxmlformats.org/drawingml/2006/main" noGrp="1"/>
          </p:cNvSpPr>
          <p:nvPr/>
        </p:nvSpPr>
        <p:spPr>
          <a:xfrm xmlns:a="http://schemas.openxmlformats.org/drawingml/2006/main">
            <a:off x="6962775" y="3943350"/>
            <a:ext cx="342900"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a:t>
            </a:r>
          </a:p>
        </p:txBody>
      </p:sp>
      <p:sp>
        <p:nvSpPr>
          <p:cNvPr id="44" name="text-221">
            <a:extLst xmlns:a="http://schemas.openxmlformats.org/drawingml/2006/main">
              <a:ext uri="{FF2B5EF4-FFF2-40B4-BE49-F238E27FC236}">
                <a16:creationId xmlns:a16="http://schemas.microsoft.com/office/drawing/2014/main" id="{FC8D2D20-13B7-4DB7-8AE7-501595E46278}"/>
              </a:ext>
            </a:extLst>
          </p:cNvPr>
          <p:cNvSpPr>
            <a:spLocks xmlns:a="http://schemas.openxmlformats.org/drawingml/2006/main" noGrp="1"/>
          </p:cNvSpPr>
          <p:nvPr/>
        </p:nvSpPr>
        <p:spPr>
          <a:xfrm xmlns:a="http://schemas.openxmlformats.org/drawingml/2006/main">
            <a:off x="6156579" y="3943350"/>
            <a:ext cx="729996"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تثبيت</a:t>
            </a:r>
          </a:p>
        </p:txBody>
      </p:sp>
      <p:sp>
        <p:nvSpPr>
          <p:cNvPr id="45" name="text-222">
            <a:extLst xmlns:a="http://schemas.openxmlformats.org/drawingml/2006/main">
              <a:ext uri="{FF2B5EF4-FFF2-40B4-BE49-F238E27FC236}">
                <a16:creationId xmlns:a16="http://schemas.microsoft.com/office/drawing/2014/main" id="{A861ABFA-8FCA-4346-87C8-01CFFDA5E11D}"/>
              </a:ext>
            </a:extLst>
          </p:cNvPr>
          <p:cNvSpPr>
            <a:spLocks xmlns:a="http://schemas.openxmlformats.org/drawingml/2006/main" noGrp="1"/>
          </p:cNvSpPr>
          <p:nvPr/>
        </p:nvSpPr>
        <p:spPr>
          <a:xfrm xmlns:a="http://schemas.openxmlformats.org/drawingml/2006/main">
            <a:off x="5421344" y="3943350"/>
            <a:ext cx="659035"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النص</a:t>
            </a:r>
          </a:p>
        </p:txBody>
      </p:sp>
      <p:sp>
        <p:nvSpPr>
          <p:cNvPr id="46" name="text-223">
            <a:extLst xmlns:a="http://schemas.openxmlformats.org/drawingml/2006/main">
              <a:ext uri="{FF2B5EF4-FFF2-40B4-BE49-F238E27FC236}">
                <a16:creationId xmlns:a16="http://schemas.microsoft.com/office/drawing/2014/main" id="{2C9054FB-CCDB-45CD-B03C-C22380F4803A}"/>
              </a:ext>
            </a:extLst>
          </p:cNvPr>
          <p:cNvSpPr>
            <a:spLocks xmlns:a="http://schemas.openxmlformats.org/drawingml/2006/main" noGrp="1"/>
          </p:cNvSpPr>
          <p:nvPr/>
        </p:nvSpPr>
        <p:spPr>
          <a:xfrm xmlns:a="http://schemas.openxmlformats.org/drawingml/2006/main">
            <a:off x="5002244" y="3943350"/>
            <a:ext cx="342900"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a:t>
            </a:r>
          </a:p>
        </p:txBody>
      </p:sp>
      <p:sp>
        <p:nvSpPr>
          <p:cNvPr id="47" name="text-224">
            <a:extLst xmlns:a="http://schemas.openxmlformats.org/drawingml/2006/main">
              <a:ext uri="{FF2B5EF4-FFF2-40B4-BE49-F238E27FC236}">
                <a16:creationId xmlns:a16="http://schemas.microsoft.com/office/drawing/2014/main" id="{6DF424EF-BC79-491B-91F5-E0AD3A809565}"/>
              </a:ext>
            </a:extLst>
          </p:cNvPr>
          <p:cNvSpPr>
            <a:spLocks xmlns:a="http://schemas.openxmlformats.org/drawingml/2006/main" noGrp="1"/>
          </p:cNvSpPr>
          <p:nvPr/>
        </p:nvSpPr>
        <p:spPr>
          <a:xfrm xmlns:a="http://schemas.openxmlformats.org/drawingml/2006/main">
            <a:off x="4200811" y="3943350"/>
            <a:ext cx="725233"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فحص</a:t>
            </a:r>
          </a:p>
        </p:txBody>
      </p:sp>
      <p:sp>
        <p:nvSpPr>
          <p:cNvPr id="48" name="text-225">
            <a:extLst xmlns:a="http://schemas.openxmlformats.org/drawingml/2006/main">
              <a:ext uri="{FF2B5EF4-FFF2-40B4-BE49-F238E27FC236}">
                <a16:creationId xmlns:a16="http://schemas.microsoft.com/office/drawing/2014/main" id="{F6CE56A1-6A83-4FD1-BB53-43B3046D8C67}"/>
              </a:ext>
            </a:extLst>
          </p:cNvPr>
          <p:cNvSpPr>
            <a:spLocks xmlns:a="http://schemas.openxmlformats.org/drawingml/2006/main" noGrp="1"/>
          </p:cNvSpPr>
          <p:nvPr/>
        </p:nvSpPr>
        <p:spPr>
          <a:xfrm xmlns:a="http://schemas.openxmlformats.org/drawingml/2006/main">
            <a:off x="3265265" y="3943350"/>
            <a:ext cx="859346" cy="59817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00" b="0">
                <a:solidFill>
                  <a:srgbClr val="F1F5ED"/>
                </a:solidFill>
                <a:latin typeface="Tahoma"/>
                <a:ea typeface="Tahoma"/>
                <a:cs typeface="Tahoma"/>
              </a:defRPr>
            </a:pPr>
            <a:r>
              <a:rPr sz="2400" b="0">
                <a:solidFill>
                  <a:srgbClr val="F1F5ED"/>
                </a:solidFill>
                <a:latin typeface="Tahoma"/>
                <a:ea typeface="Tahoma"/>
                <a:cs typeface="Tahoma"/>
              </a:rPr>
              <a:t>الجواب</a:t>
            </a:r>
          </a:p>
        </p:txBody>
      </p:sp>
      <p:sp>
        <p:nvSpPr>
          <p:cNvPr id="49" name="text-226">
            <a:extLst xmlns:a="http://schemas.openxmlformats.org/drawingml/2006/main">
              <a:ext uri="{FF2B5EF4-FFF2-40B4-BE49-F238E27FC236}">
                <a16:creationId xmlns:a16="http://schemas.microsoft.com/office/drawing/2014/main" id="{33899FDE-183A-4EAB-9EF3-413BFADDBC04}"/>
              </a:ext>
            </a:extLst>
          </p:cNvPr>
          <p:cNvSpPr>
            <a:spLocks xmlns:a="http://schemas.openxmlformats.org/drawingml/2006/main" noGrp="1"/>
          </p:cNvSpPr>
          <p:nvPr/>
        </p:nvSpPr>
        <p:spPr>
          <a:xfrm xmlns:a="http://schemas.openxmlformats.org/drawingml/2006/main">
            <a:off x="10461879" y="4819650"/>
            <a:ext cx="112052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المستودع</a:t>
            </a:r>
          </a:p>
        </p:txBody>
      </p:sp>
      <p:sp>
        <p:nvSpPr>
          <p:cNvPr id="50" name="text-227">
            <a:extLst xmlns:a="http://schemas.openxmlformats.org/drawingml/2006/main">
              <a:ext uri="{FF2B5EF4-FFF2-40B4-BE49-F238E27FC236}">
                <a16:creationId xmlns:a16="http://schemas.microsoft.com/office/drawing/2014/main" id="{5E8A39EE-B839-4C1F-8088-EDE2FEABFBDE}"/>
              </a:ext>
            </a:extLst>
          </p:cNvPr>
          <p:cNvSpPr>
            <a:spLocks xmlns:a="http://schemas.openxmlformats.org/drawingml/2006/main" noGrp="1"/>
          </p:cNvSpPr>
          <p:nvPr/>
        </p:nvSpPr>
        <p:spPr>
          <a:xfrm xmlns:a="http://schemas.openxmlformats.org/drawingml/2006/main">
            <a:off x="9725025" y="4819650"/>
            <a:ext cx="67256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يسلّم</a:t>
            </a:r>
          </a:p>
        </p:txBody>
      </p:sp>
      <p:sp>
        <p:nvSpPr>
          <p:cNvPr id="51" name="text-228">
            <a:extLst xmlns:a="http://schemas.openxmlformats.org/drawingml/2006/main">
              <a:ext uri="{FF2B5EF4-FFF2-40B4-BE49-F238E27FC236}">
                <a16:creationId xmlns:a16="http://schemas.microsoft.com/office/drawing/2014/main" id="{443C1F26-5D42-4AED-8909-DCA7502AA2F9}"/>
              </a:ext>
            </a:extLst>
          </p:cNvPr>
          <p:cNvSpPr>
            <a:spLocks xmlns:a="http://schemas.openxmlformats.org/drawingml/2006/main" noGrp="1"/>
          </p:cNvSpPr>
          <p:nvPr/>
        </p:nvSpPr>
        <p:spPr>
          <a:xfrm xmlns:a="http://schemas.openxmlformats.org/drawingml/2006/main">
            <a:off x="8777573" y="4819650"/>
            <a:ext cx="88315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التطبيق</a:t>
            </a:r>
          </a:p>
        </p:txBody>
      </p:sp>
      <p:sp>
        <p:nvSpPr>
          <p:cNvPr id="52" name="text-229">
            <a:extLst xmlns:a="http://schemas.openxmlformats.org/drawingml/2006/main">
              <a:ext uri="{FF2B5EF4-FFF2-40B4-BE49-F238E27FC236}">
                <a16:creationId xmlns:a16="http://schemas.microsoft.com/office/drawing/2014/main" id="{B241B0FE-10DD-4F17-A5A0-D7CB16E16B9A}"/>
              </a:ext>
            </a:extLst>
          </p:cNvPr>
          <p:cNvSpPr>
            <a:spLocks xmlns:a="http://schemas.openxmlformats.org/drawingml/2006/main" noGrp="1"/>
          </p:cNvSpPr>
          <p:nvPr/>
        </p:nvSpPr>
        <p:spPr>
          <a:xfrm xmlns:a="http://schemas.openxmlformats.org/drawingml/2006/main">
            <a:off x="7984427" y="4819650"/>
            <a:ext cx="72885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والأدلة</a:t>
            </a:r>
          </a:p>
        </p:txBody>
      </p:sp>
      <p:sp>
        <p:nvSpPr>
          <p:cNvPr id="53" name="text-230">
            <a:extLst xmlns:a="http://schemas.openxmlformats.org/drawingml/2006/main">
              <a:ext uri="{FF2B5EF4-FFF2-40B4-BE49-F238E27FC236}">
                <a16:creationId xmlns:a16="http://schemas.microsoft.com/office/drawing/2014/main" id="{83AD910B-4A9E-400D-8A36-BC9D0DAD8D68}"/>
              </a:ext>
            </a:extLst>
          </p:cNvPr>
          <p:cNvSpPr>
            <a:spLocks xmlns:a="http://schemas.openxmlformats.org/drawingml/2006/main" noGrp="1"/>
          </p:cNvSpPr>
          <p:nvPr/>
        </p:nvSpPr>
        <p:spPr>
          <a:xfrm xmlns:a="http://schemas.openxmlformats.org/drawingml/2006/main">
            <a:off x="6863906" y="4819650"/>
            <a:ext cx="105622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سلسبيل</a:t>
            </a:r>
          </a:p>
        </p:txBody>
      </p:sp>
      <p:sp>
        <p:nvSpPr>
          <p:cNvPr id="54" name="text-231">
            <a:extLst xmlns:a="http://schemas.openxmlformats.org/drawingml/2006/main">
              <a:ext uri="{FF2B5EF4-FFF2-40B4-BE49-F238E27FC236}">
                <a16:creationId xmlns:a16="http://schemas.microsoft.com/office/drawing/2014/main" id="{B595C0DB-5FA1-4714-9709-EA3E6C052C58}"/>
              </a:ext>
            </a:extLst>
          </p:cNvPr>
          <p:cNvSpPr>
            <a:spLocks xmlns:a="http://schemas.openxmlformats.org/drawingml/2006/main" noGrp="1"/>
          </p:cNvSpPr>
          <p:nvPr/>
        </p:nvSpPr>
        <p:spPr>
          <a:xfrm xmlns:a="http://schemas.openxmlformats.org/drawingml/2006/main">
            <a:off x="6249353" y="4819650"/>
            <a:ext cx="55025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تقدّم</a:t>
            </a:r>
          </a:p>
        </p:txBody>
      </p:sp>
      <p:sp>
        <p:nvSpPr>
          <p:cNvPr id="55" name="text-232">
            <a:extLst xmlns:a="http://schemas.openxmlformats.org/drawingml/2006/main">
              <a:ext uri="{FF2B5EF4-FFF2-40B4-BE49-F238E27FC236}">
                <a16:creationId xmlns:a16="http://schemas.microsoft.com/office/drawing/2014/main" id="{F260EF84-7F9C-4588-B32C-EEC3A72CCD87}"/>
              </a:ext>
            </a:extLst>
          </p:cNvPr>
          <p:cNvSpPr>
            <a:spLocks xmlns:a="http://schemas.openxmlformats.org/drawingml/2006/main" noGrp="1"/>
          </p:cNvSpPr>
          <p:nvPr/>
        </p:nvSpPr>
        <p:spPr>
          <a:xfrm xmlns:a="http://schemas.openxmlformats.org/drawingml/2006/main">
            <a:off x="5391626" y="4819650"/>
            <a:ext cx="79343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الخدمة</a:t>
            </a:r>
          </a:p>
        </p:txBody>
      </p:sp>
      <p:sp>
        <p:nvSpPr>
          <p:cNvPr id="56" name="text-233">
            <a:extLst xmlns:a="http://schemas.openxmlformats.org/drawingml/2006/main">
              <a:ext uri="{FF2B5EF4-FFF2-40B4-BE49-F238E27FC236}">
                <a16:creationId xmlns:a16="http://schemas.microsoft.com/office/drawing/2014/main" id="{46F9D829-0F89-4E0B-ADC0-F968936EDCA9}"/>
              </a:ext>
            </a:extLst>
          </p:cNvPr>
          <p:cNvSpPr>
            <a:spLocks xmlns:a="http://schemas.openxmlformats.org/drawingml/2006/main" noGrp="1"/>
          </p:cNvSpPr>
          <p:nvPr/>
        </p:nvSpPr>
        <p:spPr>
          <a:xfrm xmlns:a="http://schemas.openxmlformats.org/drawingml/2006/main">
            <a:off x="4926330" y="4819650"/>
            <a:ext cx="40100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عبر</a:t>
            </a:r>
          </a:p>
        </p:txBody>
      </p:sp>
      <p:sp>
        <p:nvSpPr>
          <p:cNvPr id="57" name="text-234">
            <a:extLst xmlns:a="http://schemas.openxmlformats.org/drawingml/2006/main">
              <a:ext uri="{FF2B5EF4-FFF2-40B4-BE49-F238E27FC236}">
                <a16:creationId xmlns:a16="http://schemas.microsoft.com/office/drawing/2014/main" id="{0EB3343F-FD9A-483F-A923-2B8E553A6810}"/>
              </a:ext>
            </a:extLst>
          </p:cNvPr>
          <p:cNvSpPr>
            <a:spLocks xmlns:a="http://schemas.openxmlformats.org/drawingml/2006/main" noGrp="1"/>
          </p:cNvSpPr>
          <p:nvPr/>
        </p:nvSpPr>
        <p:spPr>
          <a:xfrm xmlns:a="http://schemas.openxmlformats.org/drawingml/2006/main">
            <a:off x="4417505" y="4819650"/>
            <a:ext cx="44453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B9CEC4"/>
                </a:solidFill>
                <a:latin typeface="Tahoma"/>
                <a:ea typeface="Tahoma"/>
                <a:cs typeface="Tahoma"/>
              </a:defRPr>
            </a:pPr>
            <a:r>
              <a:rPr sz="2100" b="0">
                <a:solidFill>
                  <a:srgbClr val="B9CEC4"/>
                </a:solidFill>
                <a:latin typeface="Tahoma"/>
                <a:ea typeface="Tahoma"/>
                <a:cs typeface="Tahoma"/>
              </a:rPr>
              <a:t>API</a:t>
            </a:r>
          </a:p>
        </p:txBody>
      </p:sp>
    </p:spTree>
    <p:extLst>
      <p:ext uri="{BB962C8B-B14F-4D97-AF65-F5344CB8AC3E}">
        <p14:creationId xmlns:p14="http://schemas.microsoft.com/office/powerpoint/2010/main" val="2069561319"/>
      </p:ext>
    </p:extLst>
  </p:cSld>
</p:sld>
</file>

<file path=ppt/slides/slide7.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1" name="text-235">
            <a:extLst xmlns:a="http://schemas.openxmlformats.org/drawingml/2006/main">
              <a:ext uri="{FF2B5EF4-FFF2-40B4-BE49-F238E27FC236}">
                <a16:creationId xmlns:a16="http://schemas.microsoft.com/office/drawing/2014/main" id="{D0603E26-4EC9-4460-A110-798B3FD236C6}"/>
              </a:ext>
            </a:extLst>
          </p:cNvPr>
          <p:cNvSpPr>
            <a:spLocks xmlns:a="http://schemas.openxmlformats.org/drawingml/2006/main" noGrp="1"/>
          </p:cNvSpPr>
          <p:nvPr/>
        </p:nvSpPr>
        <p:spPr>
          <a:xfrm xmlns:a="http://schemas.openxmlformats.org/drawingml/2006/main">
            <a:off x="10207981" y="457200"/>
            <a:ext cx="137441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الذاكرة</a:t>
            </a:r>
          </a:p>
        </p:txBody>
      </p:sp>
      <p:sp>
        <p:nvSpPr>
          <p:cNvPr id="2" name="text-236">
            <a:extLst xmlns:a="http://schemas.openxmlformats.org/drawingml/2006/main">
              <a:ext uri="{FF2B5EF4-FFF2-40B4-BE49-F238E27FC236}">
                <a16:creationId xmlns:a16="http://schemas.microsoft.com/office/drawing/2014/main" id="{B8C51F91-2AE9-4E01-9E13-7AE9FEC37368}"/>
              </a:ext>
            </a:extLst>
          </p:cNvPr>
          <p:cNvSpPr>
            <a:spLocks xmlns:a="http://schemas.openxmlformats.org/drawingml/2006/main" noGrp="1"/>
          </p:cNvSpPr>
          <p:nvPr/>
        </p:nvSpPr>
        <p:spPr>
          <a:xfrm xmlns:a="http://schemas.openxmlformats.org/drawingml/2006/main">
            <a:off x="8397080" y="457200"/>
            <a:ext cx="170993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المهيكلة</a:t>
            </a:r>
          </a:p>
        </p:txBody>
      </p:sp>
      <p:sp>
        <p:nvSpPr>
          <p:cNvPr id="3" name="text-237">
            <a:extLst xmlns:a="http://schemas.openxmlformats.org/drawingml/2006/main">
              <a:ext uri="{FF2B5EF4-FFF2-40B4-BE49-F238E27FC236}">
                <a16:creationId xmlns:a16="http://schemas.microsoft.com/office/drawing/2014/main" id="{3BB137B1-DDED-42C2-BD5F-851DB72CEE1A}"/>
              </a:ext>
            </a:extLst>
          </p:cNvPr>
          <p:cNvSpPr>
            <a:spLocks xmlns:a="http://schemas.openxmlformats.org/drawingml/2006/main" noGrp="1"/>
          </p:cNvSpPr>
          <p:nvPr/>
        </p:nvSpPr>
        <p:spPr>
          <a:xfrm xmlns:a="http://schemas.openxmlformats.org/drawingml/2006/main">
            <a:off x="7184601" y="457200"/>
            <a:ext cx="111151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النص</a:t>
            </a:r>
          </a:p>
        </p:txBody>
      </p:sp>
      <p:sp>
        <p:nvSpPr>
          <p:cNvPr id="4" name="text-238">
            <a:extLst xmlns:a="http://schemas.openxmlformats.org/drawingml/2006/main">
              <a:ext uri="{FF2B5EF4-FFF2-40B4-BE49-F238E27FC236}">
                <a16:creationId xmlns:a16="http://schemas.microsoft.com/office/drawing/2014/main" id="{813EC695-7F9D-47C6-8BAC-1B33414FCC99}"/>
              </a:ext>
            </a:extLst>
          </p:cNvPr>
          <p:cNvSpPr>
            <a:spLocks xmlns:a="http://schemas.openxmlformats.org/drawingml/2006/main" noGrp="1"/>
          </p:cNvSpPr>
          <p:nvPr/>
        </p:nvSpPr>
        <p:spPr>
          <a:xfrm xmlns:a="http://schemas.openxmlformats.org/drawingml/2006/main">
            <a:off x="6431958" y="457200"/>
            <a:ext cx="65167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من</a:t>
            </a:r>
          </a:p>
        </p:txBody>
      </p:sp>
      <p:sp>
        <p:nvSpPr>
          <p:cNvPr id="5" name="text-239">
            <a:extLst xmlns:a="http://schemas.openxmlformats.org/drawingml/2006/main">
              <a:ext uri="{FF2B5EF4-FFF2-40B4-BE49-F238E27FC236}">
                <a16:creationId xmlns:a16="http://schemas.microsoft.com/office/drawing/2014/main" id="{3426620B-BF7D-443C-B768-C595BDC1C55E}"/>
              </a:ext>
            </a:extLst>
          </p:cNvPr>
          <p:cNvSpPr>
            <a:spLocks xmlns:a="http://schemas.openxmlformats.org/drawingml/2006/main" noGrp="1"/>
          </p:cNvSpPr>
          <p:nvPr/>
        </p:nvSpPr>
        <p:spPr>
          <a:xfrm xmlns:a="http://schemas.openxmlformats.org/drawingml/2006/main">
            <a:off x="5317251" y="457200"/>
            <a:ext cx="10137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أصله</a:t>
            </a:r>
          </a:p>
        </p:txBody>
      </p:sp>
      <p:sp>
        <p:nvSpPr>
          <p:cNvPr id="6" name="shape-240">
            <a:extLst xmlns:a="http://schemas.openxmlformats.org/drawingml/2006/main">
              <a:ext uri="{FF2B5EF4-FFF2-40B4-BE49-F238E27FC236}">
                <a16:creationId xmlns:a16="http://schemas.microsoft.com/office/drawing/2014/main" id="{2B996618-5DCB-4D05-842A-927B191A1015}"/>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241">
            <a:extLst xmlns:a="http://schemas.openxmlformats.org/drawingml/2006/main">
              <a:ext uri="{FF2B5EF4-FFF2-40B4-BE49-F238E27FC236}">
                <a16:creationId xmlns:a16="http://schemas.microsoft.com/office/drawing/2014/main" id="{308F6633-790F-4AAD-9B87-3FDD56D21E4E}"/>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242">
            <a:extLst xmlns:a="http://schemas.openxmlformats.org/drawingml/2006/main">
              <a:ext uri="{FF2B5EF4-FFF2-40B4-BE49-F238E27FC236}">
                <a16:creationId xmlns:a16="http://schemas.microsoft.com/office/drawing/2014/main" id="{C2426DC0-4F43-43AE-8582-6FA684952A94}"/>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243">
            <a:extLst xmlns:a="http://schemas.openxmlformats.org/drawingml/2006/main">
              <a:ext uri="{FF2B5EF4-FFF2-40B4-BE49-F238E27FC236}">
                <a16:creationId xmlns:a16="http://schemas.microsoft.com/office/drawing/2014/main" id="{40E265CF-87DB-476A-8BCA-2DCF7F409AD9}"/>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244">
            <a:extLst xmlns:a="http://schemas.openxmlformats.org/drawingml/2006/main">
              <a:ext uri="{FF2B5EF4-FFF2-40B4-BE49-F238E27FC236}">
                <a16:creationId xmlns:a16="http://schemas.microsoft.com/office/drawing/2014/main" id="{105111F1-C2BC-418F-942B-2B96104015A6}"/>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245">
            <a:extLst xmlns:a="http://schemas.openxmlformats.org/drawingml/2006/main">
              <a:ext uri="{FF2B5EF4-FFF2-40B4-BE49-F238E27FC236}">
                <a16:creationId xmlns:a16="http://schemas.microsoft.com/office/drawing/2014/main" id="{F329181F-0962-471E-BA65-CD8E763CF087}"/>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246">
            <a:extLst xmlns:a="http://schemas.openxmlformats.org/drawingml/2006/main">
              <a:ext uri="{FF2B5EF4-FFF2-40B4-BE49-F238E27FC236}">
                <a16:creationId xmlns:a16="http://schemas.microsoft.com/office/drawing/2014/main" id="{3460677A-A21A-42EA-B21B-085409CB7149}"/>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247">
            <a:extLst xmlns:a="http://schemas.openxmlformats.org/drawingml/2006/main">
              <a:ext uri="{FF2B5EF4-FFF2-40B4-BE49-F238E27FC236}">
                <a16:creationId xmlns:a16="http://schemas.microsoft.com/office/drawing/2014/main" id="{727BC3E8-A2B5-448C-BD2F-5E4C208C09A4}"/>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07</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a42346f25ad64c95"/>
          <a:stretch xmlns:a="http://schemas.openxmlformats.org/drawingml/2006/main"/>
        </p:blipFill>
        <p:spPr>
          <a:xfrm xmlns:a="http://schemas.openxmlformats.org/drawingml/2006/main">
            <a:off x="1421108" y="1409700"/>
            <a:ext cx="4949235" cy="4257675"/>
          </a:xfrm>
          <a:prstGeom xmlns:a="http://schemas.openxmlformats.org/drawingml/2006/main" prst="rect">
            <a:avLst/>
          </a:prstGeom>
        </p:spPr>
      </p:pic>
      <p:sp>
        <p:nvSpPr>
          <p:cNvPr id="15" name="text-248">
            <a:extLst xmlns:a="http://schemas.openxmlformats.org/drawingml/2006/main">
              <a:ext uri="{FF2B5EF4-FFF2-40B4-BE49-F238E27FC236}">
                <a16:creationId xmlns:a16="http://schemas.microsoft.com/office/drawing/2014/main" id="{05E4851F-FBB5-4CA4-BAB8-E4BF464E069B}"/>
              </a:ext>
            </a:extLst>
          </p:cNvPr>
          <p:cNvSpPr>
            <a:spLocks xmlns:a="http://schemas.openxmlformats.org/drawingml/2006/main" noGrp="1"/>
          </p:cNvSpPr>
          <p:nvPr/>
        </p:nvSpPr>
        <p:spPr>
          <a:xfrm xmlns:a="http://schemas.openxmlformats.org/drawingml/2006/main">
            <a:off x="10312192" y="1762125"/>
            <a:ext cx="127020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استلهمنا</a:t>
            </a:r>
          </a:p>
        </p:txBody>
      </p:sp>
      <p:sp>
        <p:nvSpPr>
          <p:cNvPr id="16" name="text-249">
            <a:extLst xmlns:a="http://schemas.openxmlformats.org/drawingml/2006/main">
              <a:ext uri="{FF2B5EF4-FFF2-40B4-BE49-F238E27FC236}">
                <a16:creationId xmlns:a16="http://schemas.microsoft.com/office/drawing/2014/main" id="{88981B70-CEAC-40C8-AF6E-1CFBC4541A9D}"/>
              </a:ext>
            </a:extLst>
          </p:cNvPr>
          <p:cNvSpPr>
            <a:spLocks xmlns:a="http://schemas.openxmlformats.org/drawingml/2006/main" noGrp="1"/>
          </p:cNvSpPr>
          <p:nvPr/>
        </p:nvSpPr>
        <p:spPr>
          <a:xfrm xmlns:a="http://schemas.openxmlformats.org/drawingml/2006/main">
            <a:off x="9689055" y="1762125"/>
            <a:ext cx="55846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دقة</a:t>
            </a:r>
          </a:p>
        </p:txBody>
      </p:sp>
      <p:sp>
        <p:nvSpPr>
          <p:cNvPr id="17" name="text-250">
            <a:extLst xmlns:a="http://schemas.openxmlformats.org/drawingml/2006/main">
              <a:ext uri="{FF2B5EF4-FFF2-40B4-BE49-F238E27FC236}">
                <a16:creationId xmlns:a16="http://schemas.microsoft.com/office/drawing/2014/main" id="{F26E1418-A5F6-4EEB-9CE6-4AD360610AEB}"/>
              </a:ext>
            </a:extLst>
          </p:cNvPr>
          <p:cNvSpPr>
            <a:spLocks xmlns:a="http://schemas.openxmlformats.org/drawingml/2006/main" noGrp="1"/>
          </p:cNvSpPr>
          <p:nvPr/>
        </p:nvSpPr>
        <p:spPr>
          <a:xfrm xmlns:a="http://schemas.openxmlformats.org/drawingml/2006/main">
            <a:off x="8744765" y="1762125"/>
            <a:ext cx="879615"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الحفظ</a:t>
            </a:r>
          </a:p>
        </p:txBody>
      </p:sp>
      <p:sp>
        <p:nvSpPr>
          <p:cNvPr id="18" name="text-251">
            <a:extLst xmlns:a="http://schemas.openxmlformats.org/drawingml/2006/main">
              <a:ext uri="{FF2B5EF4-FFF2-40B4-BE49-F238E27FC236}">
                <a16:creationId xmlns:a16="http://schemas.microsoft.com/office/drawing/2014/main" id="{1F246AC6-3856-4442-AC0D-94A2B6572CF4}"/>
              </a:ext>
            </a:extLst>
          </p:cNvPr>
          <p:cNvSpPr>
            <a:spLocks xmlns:a="http://schemas.openxmlformats.org/drawingml/2006/main" noGrp="1"/>
          </p:cNvSpPr>
          <p:nvPr/>
        </p:nvSpPr>
        <p:spPr>
          <a:xfrm xmlns:a="http://schemas.openxmlformats.org/drawingml/2006/main">
            <a:off x="7627814" y="1762125"/>
            <a:ext cx="1052276"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1">
                <a:solidFill>
                  <a:srgbClr val="EDCA7E"/>
                </a:solidFill>
                <a:latin typeface="Tahoma"/>
                <a:ea typeface="Tahoma"/>
                <a:cs typeface="Tahoma"/>
              </a:defRPr>
            </a:pPr>
            <a:r>
              <a:rPr sz="2250" b="1">
                <a:solidFill>
                  <a:srgbClr val="EDCA7E"/>
                </a:solidFill>
                <a:latin typeface="Tahoma"/>
                <a:ea typeface="Tahoma"/>
                <a:cs typeface="Tahoma"/>
              </a:rPr>
              <a:t>والضبط</a:t>
            </a:r>
          </a:p>
        </p:txBody>
      </p:sp>
      <p:sp>
        <p:nvSpPr>
          <p:cNvPr id="19" name="text-252">
            <a:extLst xmlns:a="http://schemas.openxmlformats.org/drawingml/2006/main">
              <a:ext uri="{FF2B5EF4-FFF2-40B4-BE49-F238E27FC236}">
                <a16:creationId xmlns:a16="http://schemas.microsoft.com/office/drawing/2014/main" id="{BB76E871-1247-4A21-B7D9-8912B29EC895}"/>
              </a:ext>
            </a:extLst>
          </p:cNvPr>
          <p:cNvSpPr>
            <a:spLocks xmlns:a="http://schemas.openxmlformats.org/drawingml/2006/main" noGrp="1"/>
          </p:cNvSpPr>
          <p:nvPr/>
        </p:nvSpPr>
        <p:spPr>
          <a:xfrm xmlns:a="http://schemas.openxmlformats.org/drawingml/2006/main">
            <a:off x="10984230" y="2667000"/>
            <a:ext cx="59817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نكتب</a:t>
            </a:r>
          </a:p>
        </p:txBody>
      </p:sp>
      <p:sp>
        <p:nvSpPr>
          <p:cNvPr id="20" name="text-253">
            <a:extLst xmlns:a="http://schemas.openxmlformats.org/drawingml/2006/main">
              <a:ext uri="{FF2B5EF4-FFF2-40B4-BE49-F238E27FC236}">
                <a16:creationId xmlns:a16="http://schemas.microsoft.com/office/drawing/2014/main" id="{F9C4F689-5D42-4CC0-B436-09B19D001F1C}"/>
              </a:ext>
            </a:extLst>
          </p:cNvPr>
          <p:cNvSpPr>
            <a:spLocks xmlns:a="http://schemas.openxmlformats.org/drawingml/2006/main" noGrp="1"/>
          </p:cNvSpPr>
          <p:nvPr/>
        </p:nvSpPr>
        <p:spPr>
          <a:xfrm xmlns:a="http://schemas.openxmlformats.org/drawingml/2006/main">
            <a:off x="10369486" y="2667000"/>
            <a:ext cx="55045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بداية</a:t>
            </a:r>
          </a:p>
        </p:txBody>
      </p:sp>
      <p:sp>
        <p:nvSpPr>
          <p:cNvPr id="21" name="text-254">
            <a:extLst xmlns:a="http://schemas.openxmlformats.org/drawingml/2006/main">
              <a:ext uri="{FF2B5EF4-FFF2-40B4-BE49-F238E27FC236}">
                <a16:creationId xmlns:a16="http://schemas.microsoft.com/office/drawing/2014/main" id="{44C9A978-1685-45A5-A0C9-2AD32574C1C0}"/>
              </a:ext>
            </a:extLst>
          </p:cNvPr>
          <p:cNvSpPr>
            <a:spLocks xmlns:a="http://schemas.openxmlformats.org/drawingml/2006/main" noGrp="1"/>
          </p:cNvSpPr>
          <p:nvPr/>
        </p:nvSpPr>
        <p:spPr>
          <a:xfrm xmlns:a="http://schemas.openxmlformats.org/drawingml/2006/main">
            <a:off x="9812655" y="2667000"/>
            <a:ext cx="49253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الآية</a:t>
            </a:r>
          </a:p>
        </p:txBody>
      </p:sp>
      <p:sp>
        <p:nvSpPr>
          <p:cNvPr id="22" name="text-255">
            <a:extLst xmlns:a="http://schemas.openxmlformats.org/drawingml/2006/main">
              <a:ext uri="{FF2B5EF4-FFF2-40B4-BE49-F238E27FC236}">
                <a16:creationId xmlns:a16="http://schemas.microsoft.com/office/drawing/2014/main" id="{21206250-2203-41A7-B8C3-9A422A741AEF}"/>
              </a:ext>
            </a:extLst>
          </p:cNvPr>
          <p:cNvSpPr>
            <a:spLocks xmlns:a="http://schemas.openxmlformats.org/drawingml/2006/main" noGrp="1"/>
          </p:cNvSpPr>
          <p:nvPr/>
        </p:nvSpPr>
        <p:spPr>
          <a:xfrm xmlns:a="http://schemas.openxmlformats.org/drawingml/2006/main">
            <a:off x="10989850" y="3181350"/>
            <a:ext cx="59255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فيعود</a:t>
            </a:r>
          </a:p>
        </p:txBody>
      </p:sp>
      <p:sp>
        <p:nvSpPr>
          <p:cNvPr id="23" name="text-256">
            <a:extLst xmlns:a="http://schemas.openxmlformats.org/drawingml/2006/main">
              <a:ext uri="{FF2B5EF4-FFF2-40B4-BE49-F238E27FC236}">
                <a16:creationId xmlns:a16="http://schemas.microsoft.com/office/drawing/2014/main" id="{37FB989D-7F81-4002-8524-2B0B93FCDD7E}"/>
              </a:ext>
            </a:extLst>
          </p:cNvPr>
          <p:cNvSpPr>
            <a:spLocks xmlns:a="http://schemas.openxmlformats.org/drawingml/2006/main" noGrp="1"/>
          </p:cNvSpPr>
          <p:nvPr/>
        </p:nvSpPr>
        <p:spPr>
          <a:xfrm xmlns:a="http://schemas.openxmlformats.org/drawingml/2006/main">
            <a:off x="10366534" y="3181350"/>
            <a:ext cx="56197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النص</a:t>
            </a:r>
          </a:p>
        </p:txBody>
      </p:sp>
      <p:sp>
        <p:nvSpPr>
          <p:cNvPr id="24" name="text-257">
            <a:extLst xmlns:a="http://schemas.openxmlformats.org/drawingml/2006/main">
              <a:ext uri="{FF2B5EF4-FFF2-40B4-BE49-F238E27FC236}">
                <a16:creationId xmlns:a16="http://schemas.microsoft.com/office/drawing/2014/main" id="{1C1074DB-2531-4A0D-A52F-30729A3F333A}"/>
              </a:ext>
            </a:extLst>
          </p:cNvPr>
          <p:cNvSpPr>
            <a:spLocks xmlns:a="http://schemas.openxmlformats.org/drawingml/2006/main" noGrp="1"/>
          </p:cNvSpPr>
          <p:nvPr/>
        </p:nvSpPr>
        <p:spPr>
          <a:xfrm xmlns:a="http://schemas.openxmlformats.org/drawingml/2006/main">
            <a:off x="9985343" y="3181350"/>
            <a:ext cx="31984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مع</a:t>
            </a:r>
          </a:p>
        </p:txBody>
      </p:sp>
      <p:sp>
        <p:nvSpPr>
          <p:cNvPr id="25" name="text-258">
            <a:extLst xmlns:a="http://schemas.openxmlformats.org/drawingml/2006/main">
              <a:ext uri="{FF2B5EF4-FFF2-40B4-BE49-F238E27FC236}">
                <a16:creationId xmlns:a16="http://schemas.microsoft.com/office/drawing/2014/main" id="{440E6FB0-B51A-4E8D-945D-1C4FD14AC5BB}"/>
              </a:ext>
            </a:extLst>
          </p:cNvPr>
          <p:cNvSpPr>
            <a:spLocks xmlns:a="http://schemas.openxmlformats.org/drawingml/2006/main" noGrp="1"/>
          </p:cNvSpPr>
          <p:nvPr/>
        </p:nvSpPr>
        <p:spPr>
          <a:xfrm xmlns:a="http://schemas.openxmlformats.org/drawingml/2006/main">
            <a:off x="9150382" y="3181350"/>
            <a:ext cx="77362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السورة</a:t>
            </a:r>
          </a:p>
        </p:txBody>
      </p:sp>
      <p:sp>
        <p:nvSpPr>
          <p:cNvPr id="26" name="text-259">
            <a:extLst xmlns:a="http://schemas.openxmlformats.org/drawingml/2006/main">
              <a:ext uri="{FF2B5EF4-FFF2-40B4-BE49-F238E27FC236}">
                <a16:creationId xmlns:a16="http://schemas.microsoft.com/office/drawing/2014/main" id="{DA57C980-1E46-4C22-920B-360F7343C39C}"/>
              </a:ext>
            </a:extLst>
          </p:cNvPr>
          <p:cNvSpPr>
            <a:spLocks xmlns:a="http://schemas.openxmlformats.org/drawingml/2006/main" noGrp="1"/>
          </p:cNvSpPr>
          <p:nvPr/>
        </p:nvSpPr>
        <p:spPr>
          <a:xfrm xmlns:a="http://schemas.openxmlformats.org/drawingml/2006/main">
            <a:off x="8420100" y="3181350"/>
            <a:ext cx="66894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والرقم</a:t>
            </a:r>
          </a:p>
        </p:txBody>
      </p:sp>
      <p:sp>
        <p:nvSpPr>
          <p:cNvPr id="27" name="text-260">
            <a:extLst xmlns:a="http://schemas.openxmlformats.org/drawingml/2006/main">
              <a:ext uri="{FF2B5EF4-FFF2-40B4-BE49-F238E27FC236}">
                <a16:creationId xmlns:a16="http://schemas.microsoft.com/office/drawing/2014/main" id="{638927DC-6910-484A-B9C2-BEFF9798D0BB}"/>
              </a:ext>
            </a:extLst>
          </p:cNvPr>
          <p:cNvSpPr>
            <a:spLocks xmlns:a="http://schemas.openxmlformats.org/drawingml/2006/main" noGrp="1"/>
          </p:cNvSpPr>
          <p:nvPr/>
        </p:nvSpPr>
        <p:spPr>
          <a:xfrm xmlns:a="http://schemas.openxmlformats.org/drawingml/2006/main">
            <a:off x="11037760" y="4086225"/>
            <a:ext cx="54464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هوية</a:t>
            </a:r>
          </a:p>
        </p:txBody>
      </p:sp>
      <p:sp>
        <p:nvSpPr>
          <p:cNvPr id="28" name="text-261">
            <a:extLst xmlns:a="http://schemas.openxmlformats.org/drawingml/2006/main">
              <a:ext uri="{FF2B5EF4-FFF2-40B4-BE49-F238E27FC236}">
                <a16:creationId xmlns:a16="http://schemas.microsoft.com/office/drawing/2014/main" id="{FCC191CC-9F1C-4BD8-A1A9-2DBB30A627B2}"/>
              </a:ext>
            </a:extLst>
          </p:cNvPr>
          <p:cNvSpPr>
            <a:spLocks xmlns:a="http://schemas.openxmlformats.org/drawingml/2006/main" noGrp="1"/>
          </p:cNvSpPr>
          <p:nvPr/>
        </p:nvSpPr>
        <p:spPr>
          <a:xfrm xmlns:a="http://schemas.openxmlformats.org/drawingml/2006/main">
            <a:off x="10414445" y="4086225"/>
            <a:ext cx="56197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النص</a:t>
            </a:r>
          </a:p>
        </p:txBody>
      </p:sp>
      <p:sp>
        <p:nvSpPr>
          <p:cNvPr id="29" name="text-262">
            <a:extLst xmlns:a="http://schemas.openxmlformats.org/drawingml/2006/main">
              <a:ext uri="{FF2B5EF4-FFF2-40B4-BE49-F238E27FC236}">
                <a16:creationId xmlns:a16="http://schemas.microsoft.com/office/drawing/2014/main" id="{E1A4D378-8B52-4E96-9118-6F2DEEFD6E24}"/>
              </a:ext>
            </a:extLst>
          </p:cNvPr>
          <p:cNvSpPr>
            <a:spLocks xmlns:a="http://schemas.openxmlformats.org/drawingml/2006/main" noGrp="1"/>
          </p:cNvSpPr>
          <p:nvPr/>
        </p:nvSpPr>
        <p:spPr>
          <a:xfrm xmlns:a="http://schemas.openxmlformats.org/drawingml/2006/main">
            <a:off x="9453181" y="4086225"/>
            <a:ext cx="89992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مستقلة</a:t>
            </a:r>
          </a:p>
        </p:txBody>
      </p:sp>
      <p:sp>
        <p:nvSpPr>
          <p:cNvPr id="30" name="text-263">
            <a:extLst xmlns:a="http://schemas.openxmlformats.org/drawingml/2006/main">
              <a:ext uri="{FF2B5EF4-FFF2-40B4-BE49-F238E27FC236}">
                <a16:creationId xmlns:a16="http://schemas.microsoft.com/office/drawing/2014/main" id="{9CBF95A9-37A5-4E64-B569-02F220004635}"/>
              </a:ext>
            </a:extLst>
          </p:cNvPr>
          <p:cNvSpPr>
            <a:spLocks xmlns:a="http://schemas.openxmlformats.org/drawingml/2006/main" noGrp="1"/>
          </p:cNvSpPr>
          <p:nvPr/>
        </p:nvSpPr>
        <p:spPr>
          <a:xfrm xmlns:a="http://schemas.openxmlformats.org/drawingml/2006/main">
            <a:off x="9007697" y="4086225"/>
            <a:ext cx="38414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عن</a:t>
            </a:r>
          </a:p>
        </p:txBody>
      </p:sp>
      <p:sp>
        <p:nvSpPr>
          <p:cNvPr id="31" name="text-264">
            <a:extLst xmlns:a="http://schemas.openxmlformats.org/drawingml/2006/main">
              <a:ext uri="{FF2B5EF4-FFF2-40B4-BE49-F238E27FC236}">
                <a16:creationId xmlns:a16="http://schemas.microsoft.com/office/drawing/2014/main" id="{633BA5FF-17FC-4B75-A8F1-03CFA7DFF33F}"/>
              </a:ext>
            </a:extLst>
          </p:cNvPr>
          <p:cNvSpPr>
            <a:spLocks xmlns:a="http://schemas.openxmlformats.org/drawingml/2006/main" noGrp="1"/>
          </p:cNvSpPr>
          <p:nvPr/>
        </p:nvSpPr>
        <p:spPr>
          <a:xfrm xmlns:a="http://schemas.openxmlformats.org/drawingml/2006/main">
            <a:off x="8237315" y="4086225"/>
            <a:ext cx="70904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الشرح</a:t>
            </a:r>
          </a:p>
        </p:txBody>
      </p:sp>
      <p:sp>
        <p:nvSpPr>
          <p:cNvPr id="32" name="text-265">
            <a:extLst xmlns:a="http://schemas.openxmlformats.org/drawingml/2006/main">
              <a:ext uri="{FF2B5EF4-FFF2-40B4-BE49-F238E27FC236}">
                <a16:creationId xmlns:a16="http://schemas.microsoft.com/office/drawing/2014/main" id="{BBFCACEA-EA7C-45E8-8FA0-6C878975FFA9}"/>
              </a:ext>
            </a:extLst>
          </p:cNvPr>
          <p:cNvSpPr>
            <a:spLocks xmlns:a="http://schemas.openxmlformats.org/drawingml/2006/main" noGrp="1"/>
          </p:cNvSpPr>
          <p:nvPr/>
        </p:nvSpPr>
        <p:spPr>
          <a:xfrm xmlns:a="http://schemas.openxmlformats.org/drawingml/2006/main">
            <a:off x="7239000" y="4638675"/>
            <a:ext cx="43434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1">
                <a:solidFill>
                  <a:srgbClr val="EDCA7E"/>
                </a:solidFill>
                <a:latin typeface="Tahoma"/>
                <a:ea typeface="Tahoma"/>
                <a:cs typeface="Tahoma"/>
              </a:defRPr>
            </a:pPr>
            <a:r>
              <a:rPr sz="1950" b="1">
                <a:solidFill>
                  <a:srgbClr val="EDCA7E"/>
                </a:solidFill>
                <a:latin typeface="Tahoma"/>
                <a:ea typeface="Tahoma"/>
                <a:cs typeface="Tahoma"/>
              </a:rPr>
              <a:t>NMN · SA 1020268774</a:t>
            </a:r>
          </a:p>
        </p:txBody>
      </p:sp>
      <p:sp>
        <p:nvSpPr>
          <p:cNvPr id="33" name="text-266">
            <a:extLst xmlns:a="http://schemas.openxmlformats.org/drawingml/2006/main">
              <a:ext uri="{FF2B5EF4-FFF2-40B4-BE49-F238E27FC236}">
                <a16:creationId xmlns:a16="http://schemas.microsoft.com/office/drawing/2014/main" id="{79C97EE9-3400-4A37-825C-2CCD721EF5B1}"/>
              </a:ext>
            </a:extLst>
          </p:cNvPr>
          <p:cNvSpPr>
            <a:spLocks xmlns:a="http://schemas.openxmlformats.org/drawingml/2006/main" noGrp="1"/>
          </p:cNvSpPr>
          <p:nvPr/>
        </p:nvSpPr>
        <p:spPr>
          <a:xfrm xmlns:a="http://schemas.openxmlformats.org/drawingml/2006/main">
            <a:off x="10639330" y="5610225"/>
            <a:ext cx="94307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استكمال</a:t>
            </a:r>
          </a:p>
        </p:txBody>
      </p:sp>
      <p:sp>
        <p:nvSpPr>
          <p:cNvPr id="34" name="text-267">
            <a:extLst xmlns:a="http://schemas.openxmlformats.org/drawingml/2006/main">
              <a:ext uri="{FF2B5EF4-FFF2-40B4-BE49-F238E27FC236}">
                <a16:creationId xmlns:a16="http://schemas.microsoft.com/office/drawing/2014/main" id="{F9E8CFD3-F2FA-417E-AE4A-3487362BD793}"/>
              </a:ext>
            </a:extLst>
          </p:cNvPr>
          <p:cNvSpPr>
            <a:spLocks xmlns:a="http://schemas.openxmlformats.org/drawingml/2006/main" noGrp="1"/>
          </p:cNvSpPr>
          <p:nvPr/>
        </p:nvSpPr>
        <p:spPr>
          <a:xfrm xmlns:a="http://schemas.openxmlformats.org/drawingml/2006/main">
            <a:off x="10063639" y="5610225"/>
            <a:ext cx="51730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ناجح</a:t>
            </a:r>
          </a:p>
        </p:txBody>
      </p:sp>
      <p:sp>
        <p:nvSpPr>
          <p:cNvPr id="35" name="text-268">
            <a:extLst xmlns:a="http://schemas.openxmlformats.org/drawingml/2006/main">
              <a:ext uri="{FF2B5EF4-FFF2-40B4-BE49-F238E27FC236}">
                <a16:creationId xmlns:a16="http://schemas.microsoft.com/office/drawing/2014/main" id="{E18E6D2D-BBBE-4EEB-B0E1-D48737FD8FEF}"/>
              </a:ext>
            </a:extLst>
          </p:cNvPr>
          <p:cNvSpPr>
            <a:spLocks xmlns:a="http://schemas.openxmlformats.org/drawingml/2006/main" noGrp="1"/>
          </p:cNvSpPr>
          <p:nvPr/>
        </p:nvSpPr>
        <p:spPr>
          <a:xfrm xmlns:a="http://schemas.openxmlformats.org/drawingml/2006/main">
            <a:off x="9441466" y="5610225"/>
            <a:ext cx="56378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موثّق</a:t>
            </a:r>
          </a:p>
        </p:txBody>
      </p:sp>
      <p:sp>
        <p:nvSpPr>
          <p:cNvPr id="36" name="text-269">
            <a:extLst xmlns:a="http://schemas.openxmlformats.org/drawingml/2006/main">
              <a:ext uri="{FF2B5EF4-FFF2-40B4-BE49-F238E27FC236}">
                <a16:creationId xmlns:a16="http://schemas.microsoft.com/office/drawing/2014/main" id="{58985A7A-E7C3-42F1-B49B-BD4765A785A7}"/>
              </a:ext>
            </a:extLst>
          </p:cNvPr>
          <p:cNvSpPr>
            <a:spLocks xmlns:a="http://schemas.openxmlformats.org/drawingml/2006/main" noGrp="1"/>
          </p:cNvSpPr>
          <p:nvPr/>
        </p:nvSpPr>
        <p:spPr>
          <a:xfrm xmlns:a="http://schemas.openxmlformats.org/drawingml/2006/main">
            <a:off x="8664416" y="5610225"/>
            <a:ext cx="71866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اتساق</a:t>
            </a:r>
          </a:p>
        </p:txBody>
      </p:sp>
      <p:sp>
        <p:nvSpPr>
          <p:cNvPr id="37" name="text-270">
            <a:extLst xmlns:a="http://schemas.openxmlformats.org/drawingml/2006/main">
              <a:ext uri="{FF2B5EF4-FFF2-40B4-BE49-F238E27FC236}">
                <a16:creationId xmlns:a16="http://schemas.microsoft.com/office/drawing/2014/main" id="{7A8F5B76-0DC4-4178-9305-7AC03EAFBEB0}"/>
              </a:ext>
            </a:extLst>
          </p:cNvPr>
          <p:cNvSpPr>
            <a:spLocks xmlns:a="http://schemas.openxmlformats.org/drawingml/2006/main" noGrp="1"/>
          </p:cNvSpPr>
          <p:nvPr/>
        </p:nvSpPr>
        <p:spPr>
          <a:xfrm xmlns:a="http://schemas.openxmlformats.org/drawingml/2006/main">
            <a:off x="7732966" y="5610225"/>
            <a:ext cx="87306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التصحيح</a:t>
            </a:r>
          </a:p>
        </p:txBody>
      </p:sp>
      <p:sp>
        <p:nvSpPr>
          <p:cNvPr id="38" name="text-271">
            <a:extLst xmlns:a="http://schemas.openxmlformats.org/drawingml/2006/main">
              <a:ext uri="{FF2B5EF4-FFF2-40B4-BE49-F238E27FC236}">
                <a16:creationId xmlns:a16="http://schemas.microsoft.com/office/drawing/2014/main" id="{7C73A6DE-0275-4E95-B92B-2BB10D90EEBC}"/>
              </a:ext>
            </a:extLst>
          </p:cNvPr>
          <p:cNvSpPr>
            <a:spLocks xmlns:a="http://schemas.openxmlformats.org/drawingml/2006/main" noGrp="1"/>
          </p:cNvSpPr>
          <p:nvPr/>
        </p:nvSpPr>
        <p:spPr>
          <a:xfrm xmlns:a="http://schemas.openxmlformats.org/drawingml/2006/main">
            <a:off x="7186041" y="5610225"/>
            <a:ext cx="48853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بوابة</a:t>
            </a:r>
          </a:p>
        </p:txBody>
      </p:sp>
      <p:sp>
        <p:nvSpPr>
          <p:cNvPr id="39" name="text-272">
            <a:extLst xmlns:a="http://schemas.openxmlformats.org/drawingml/2006/main">
              <a:ext uri="{FF2B5EF4-FFF2-40B4-BE49-F238E27FC236}">
                <a16:creationId xmlns:a16="http://schemas.microsoft.com/office/drawing/2014/main" id="{F428FB93-385F-4795-B04B-E3C79B8D29CE}"/>
              </a:ext>
            </a:extLst>
          </p:cNvPr>
          <p:cNvSpPr>
            <a:spLocks xmlns:a="http://schemas.openxmlformats.org/drawingml/2006/main" noGrp="1"/>
          </p:cNvSpPr>
          <p:nvPr/>
        </p:nvSpPr>
        <p:spPr>
          <a:xfrm xmlns:a="http://schemas.openxmlformats.org/drawingml/2006/main">
            <a:off x="6529768" y="5610225"/>
            <a:ext cx="59788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اختبار</a:t>
            </a:r>
          </a:p>
        </p:txBody>
      </p:sp>
      <p:sp>
        <p:nvSpPr>
          <p:cNvPr id="40" name="text-273">
            <a:extLst xmlns:a="http://schemas.openxmlformats.org/drawingml/2006/main">
              <a:ext uri="{FF2B5EF4-FFF2-40B4-BE49-F238E27FC236}">
                <a16:creationId xmlns:a16="http://schemas.microsoft.com/office/drawing/2014/main" id="{9B9EA9AB-67E9-4DDC-A07B-72775AB72AB1}"/>
              </a:ext>
            </a:extLst>
          </p:cNvPr>
          <p:cNvSpPr>
            <a:spLocks xmlns:a="http://schemas.openxmlformats.org/drawingml/2006/main" noGrp="1"/>
          </p:cNvSpPr>
          <p:nvPr/>
        </p:nvSpPr>
        <p:spPr>
          <a:xfrm xmlns:a="http://schemas.openxmlformats.org/drawingml/2006/main">
            <a:off x="5603367" y="5610225"/>
            <a:ext cx="868013"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مستقلة</a:t>
            </a:r>
          </a:p>
        </p:txBody>
      </p:sp>
    </p:spTree>
    <p:extLst>
      <p:ext uri="{BB962C8B-B14F-4D97-AF65-F5344CB8AC3E}">
        <p14:creationId xmlns:p14="http://schemas.microsoft.com/office/powerpoint/2010/main" val="211722984"/>
      </p:ext>
    </p:extLst>
  </p:cSld>
</p:sld>
</file>

<file path=ppt/slides/slide8.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39" name="text-274">
            <a:extLst xmlns:a="http://schemas.openxmlformats.org/drawingml/2006/main">
              <a:ext uri="{FF2B5EF4-FFF2-40B4-BE49-F238E27FC236}">
                <a16:creationId xmlns:a16="http://schemas.microsoft.com/office/drawing/2014/main" id="{7B063EC5-8A46-4195-BD93-D76592D133C6}"/>
              </a:ext>
            </a:extLst>
          </p:cNvPr>
          <p:cNvSpPr>
            <a:spLocks xmlns:a="http://schemas.openxmlformats.org/drawingml/2006/main" noGrp="1"/>
          </p:cNvSpPr>
          <p:nvPr/>
        </p:nvSpPr>
        <p:spPr>
          <a:xfrm xmlns:a="http://schemas.openxmlformats.org/drawingml/2006/main">
            <a:off x="9935962" y="457200"/>
            <a:ext cx="164643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المتجاور</a:t>
            </a:r>
          </a:p>
        </p:txBody>
      </p:sp>
      <p:sp>
        <p:nvSpPr>
          <p:cNvPr id="2" name="text-275">
            <a:extLst xmlns:a="http://schemas.openxmlformats.org/drawingml/2006/main">
              <a:ext uri="{FF2B5EF4-FFF2-40B4-BE49-F238E27FC236}">
                <a16:creationId xmlns:a16="http://schemas.microsoft.com/office/drawing/2014/main" id="{0C26C4ED-DC7E-4B55-80B8-3B35A7A6245A}"/>
              </a:ext>
            </a:extLst>
          </p:cNvPr>
          <p:cNvSpPr>
            <a:spLocks xmlns:a="http://schemas.openxmlformats.org/drawingml/2006/main" noGrp="1"/>
          </p:cNvSpPr>
          <p:nvPr/>
        </p:nvSpPr>
        <p:spPr>
          <a:xfrm xmlns:a="http://schemas.openxmlformats.org/drawingml/2006/main">
            <a:off x="9078316" y="457200"/>
            <a:ext cx="7566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في</a:t>
            </a:r>
          </a:p>
        </p:txBody>
      </p:sp>
      <p:sp>
        <p:nvSpPr>
          <p:cNvPr id="3" name="text-276">
            <a:extLst xmlns:a="http://schemas.openxmlformats.org/drawingml/2006/main">
              <a:ext uri="{FF2B5EF4-FFF2-40B4-BE49-F238E27FC236}">
                <a16:creationId xmlns:a16="http://schemas.microsoft.com/office/drawing/2014/main" id="{CC942520-267F-4822-AF12-841B6D09F620}"/>
              </a:ext>
            </a:extLst>
          </p:cNvPr>
          <p:cNvSpPr>
            <a:spLocks xmlns:a="http://schemas.openxmlformats.org/drawingml/2006/main" noGrp="1"/>
          </p:cNvSpPr>
          <p:nvPr/>
        </p:nvSpPr>
        <p:spPr>
          <a:xfrm xmlns:a="http://schemas.openxmlformats.org/drawingml/2006/main">
            <a:off x="7742110" y="457200"/>
            <a:ext cx="123524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القرآن</a:t>
            </a:r>
          </a:p>
        </p:txBody>
      </p:sp>
      <p:sp>
        <p:nvSpPr>
          <p:cNvPr id="4" name="text-277">
            <a:extLst xmlns:a="http://schemas.openxmlformats.org/drawingml/2006/main">
              <a:ext uri="{FF2B5EF4-FFF2-40B4-BE49-F238E27FC236}">
                <a16:creationId xmlns:a16="http://schemas.microsoft.com/office/drawing/2014/main" id="{E18EC134-61F3-4E1E-80B4-23EBEC6F8512}"/>
              </a:ext>
            </a:extLst>
          </p:cNvPr>
          <p:cNvSpPr>
            <a:spLocks xmlns:a="http://schemas.openxmlformats.org/drawingml/2006/main" noGrp="1"/>
          </p:cNvSpPr>
          <p:nvPr/>
        </p:nvSpPr>
        <p:spPr>
          <a:xfrm xmlns:a="http://schemas.openxmlformats.org/drawingml/2006/main">
            <a:off x="6699717" y="457200"/>
            <a:ext cx="9414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بحث</a:t>
            </a:r>
          </a:p>
        </p:txBody>
      </p:sp>
      <p:sp>
        <p:nvSpPr>
          <p:cNvPr id="5" name="text-278">
            <a:extLst xmlns:a="http://schemas.openxmlformats.org/drawingml/2006/main">
              <a:ext uri="{FF2B5EF4-FFF2-40B4-BE49-F238E27FC236}">
                <a16:creationId xmlns:a16="http://schemas.microsoft.com/office/drawing/2014/main" id="{206F680F-2287-421D-AB55-E7A9254E9525}"/>
              </a:ext>
            </a:extLst>
          </p:cNvPr>
          <p:cNvSpPr>
            <a:spLocks xmlns:a="http://schemas.openxmlformats.org/drawingml/2006/main" noGrp="1"/>
          </p:cNvSpPr>
          <p:nvPr/>
        </p:nvSpPr>
        <p:spPr>
          <a:xfrm xmlns:a="http://schemas.openxmlformats.org/drawingml/2006/main">
            <a:off x="5361630" y="457200"/>
            <a:ext cx="12371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يتحوّل</a:t>
            </a:r>
          </a:p>
        </p:txBody>
      </p:sp>
      <p:sp>
        <p:nvSpPr>
          <p:cNvPr id="6" name="text-279">
            <a:extLst xmlns:a="http://schemas.openxmlformats.org/drawingml/2006/main">
              <a:ext uri="{FF2B5EF4-FFF2-40B4-BE49-F238E27FC236}">
                <a16:creationId xmlns:a16="http://schemas.microsoft.com/office/drawing/2014/main" id="{87B253A2-D7E6-4C48-9E35-912E7ACC712E}"/>
              </a:ext>
            </a:extLst>
          </p:cNvPr>
          <p:cNvSpPr>
            <a:spLocks xmlns:a="http://schemas.openxmlformats.org/drawingml/2006/main" noGrp="1"/>
          </p:cNvSpPr>
          <p:nvPr/>
        </p:nvSpPr>
        <p:spPr>
          <a:xfrm xmlns:a="http://schemas.openxmlformats.org/drawingml/2006/main">
            <a:off x="4479615" y="457200"/>
            <a:ext cx="78105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إلى</a:t>
            </a:r>
          </a:p>
        </p:txBody>
      </p:sp>
      <p:sp>
        <p:nvSpPr>
          <p:cNvPr id="7" name="text-280">
            <a:extLst xmlns:a="http://schemas.openxmlformats.org/drawingml/2006/main">
              <a:ext uri="{FF2B5EF4-FFF2-40B4-BE49-F238E27FC236}">
                <a16:creationId xmlns:a16="http://schemas.microsoft.com/office/drawing/2014/main" id="{258C5F70-72DA-4773-92A0-61521BF6C7B4}"/>
              </a:ext>
            </a:extLst>
          </p:cNvPr>
          <p:cNvSpPr>
            <a:spLocks xmlns:a="http://schemas.openxmlformats.org/drawingml/2006/main" noGrp="1"/>
          </p:cNvSpPr>
          <p:nvPr/>
        </p:nvSpPr>
        <p:spPr>
          <a:xfrm xmlns:a="http://schemas.openxmlformats.org/drawingml/2006/main">
            <a:off x="3616322" y="457200"/>
            <a:ext cx="762328"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أداة</a:t>
            </a:r>
          </a:p>
        </p:txBody>
      </p:sp>
      <p:sp>
        <p:nvSpPr>
          <p:cNvPr id="8" name="shape-281">
            <a:extLst xmlns:a="http://schemas.openxmlformats.org/drawingml/2006/main">
              <a:ext uri="{FF2B5EF4-FFF2-40B4-BE49-F238E27FC236}">
                <a16:creationId xmlns:a16="http://schemas.microsoft.com/office/drawing/2014/main" id="{D1547227-D116-412C-8412-4E36AB93F191}"/>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9" name="text-282">
            <a:extLst xmlns:a="http://schemas.openxmlformats.org/drawingml/2006/main">
              <a:ext uri="{FF2B5EF4-FFF2-40B4-BE49-F238E27FC236}">
                <a16:creationId xmlns:a16="http://schemas.microsoft.com/office/drawing/2014/main" id="{0A0B92BB-2188-4885-A786-E00B40F74E98}"/>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10" name="text-283">
            <a:extLst xmlns:a="http://schemas.openxmlformats.org/drawingml/2006/main">
              <a:ext uri="{FF2B5EF4-FFF2-40B4-BE49-F238E27FC236}">
                <a16:creationId xmlns:a16="http://schemas.microsoft.com/office/drawing/2014/main" id="{717EB609-0F33-4628-A3E5-593CC2469921}"/>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11" name="text-284">
            <a:extLst xmlns:a="http://schemas.openxmlformats.org/drawingml/2006/main">
              <a:ext uri="{FF2B5EF4-FFF2-40B4-BE49-F238E27FC236}">
                <a16:creationId xmlns:a16="http://schemas.microsoft.com/office/drawing/2014/main" id="{8DDF56FF-9E8E-400B-9272-D8636C35244E}"/>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2" name="text-285">
            <a:extLst xmlns:a="http://schemas.openxmlformats.org/drawingml/2006/main">
              <a:ext uri="{FF2B5EF4-FFF2-40B4-BE49-F238E27FC236}">
                <a16:creationId xmlns:a16="http://schemas.microsoft.com/office/drawing/2014/main" id="{4BB861B0-DB91-4B0D-BFBA-EEC71397BC4A}"/>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3" name="text-286">
            <a:extLst xmlns:a="http://schemas.openxmlformats.org/drawingml/2006/main">
              <a:ext uri="{FF2B5EF4-FFF2-40B4-BE49-F238E27FC236}">
                <a16:creationId xmlns:a16="http://schemas.microsoft.com/office/drawing/2014/main" id="{74FE4AD8-4F69-440F-9852-6A283457BA02}"/>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4" name="text-287">
            <a:extLst xmlns:a="http://schemas.openxmlformats.org/drawingml/2006/main">
              <a:ext uri="{FF2B5EF4-FFF2-40B4-BE49-F238E27FC236}">
                <a16:creationId xmlns:a16="http://schemas.microsoft.com/office/drawing/2014/main" id="{077D51B6-7B46-4F4C-8BC1-348AE88DD6BC}"/>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5" name="text-288">
            <a:extLst xmlns:a="http://schemas.openxmlformats.org/drawingml/2006/main">
              <a:ext uri="{FF2B5EF4-FFF2-40B4-BE49-F238E27FC236}">
                <a16:creationId xmlns:a16="http://schemas.microsoft.com/office/drawing/2014/main" id="{3E02DDB2-722A-4CC6-8826-D6371C4A2A8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08</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c64f4d94d9144973"/>
          <a:stretch xmlns:a="http://schemas.openxmlformats.org/drawingml/2006/main"/>
        </p:blipFill>
        <p:spPr>
          <a:xfrm xmlns:a="http://schemas.openxmlformats.org/drawingml/2006/main">
            <a:off x="1352670" y="1362075"/>
            <a:ext cx="7276859" cy="4095750"/>
          </a:xfrm>
          <a:prstGeom xmlns:a="http://schemas.openxmlformats.org/drawingml/2006/main" prst="rect">
            <a:avLst/>
          </a:prstGeom>
        </p:spPr>
      </p:pic>
      <p:sp>
        <p:nvSpPr>
          <p:cNvPr id="17" name="text-289">
            <a:extLst xmlns:a="http://schemas.openxmlformats.org/drawingml/2006/main">
              <a:ext uri="{FF2B5EF4-FFF2-40B4-BE49-F238E27FC236}">
                <a16:creationId xmlns:a16="http://schemas.microsoft.com/office/drawing/2014/main" id="{166E88EB-BD83-4272-8DE3-1CE2E3842605}"/>
              </a:ext>
            </a:extLst>
          </p:cNvPr>
          <p:cNvSpPr>
            <a:spLocks xmlns:a="http://schemas.openxmlformats.org/drawingml/2006/main" noGrp="1"/>
          </p:cNvSpPr>
          <p:nvPr/>
        </p:nvSpPr>
        <p:spPr>
          <a:xfrm xmlns:a="http://schemas.openxmlformats.org/drawingml/2006/main">
            <a:off x="10509420" y="1762125"/>
            <a:ext cx="107298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النفس</a:t>
            </a:r>
          </a:p>
        </p:txBody>
      </p:sp>
      <p:sp>
        <p:nvSpPr>
          <p:cNvPr id="18" name="text-290">
            <a:extLst xmlns:a="http://schemas.openxmlformats.org/drawingml/2006/main">
              <a:ext uri="{FF2B5EF4-FFF2-40B4-BE49-F238E27FC236}">
                <a16:creationId xmlns:a16="http://schemas.microsoft.com/office/drawing/2014/main" id="{2182C0DC-AF8F-4FA7-8B20-5B1CED7AAE3B}"/>
              </a:ext>
            </a:extLst>
          </p:cNvPr>
          <p:cNvSpPr>
            <a:spLocks xmlns:a="http://schemas.openxmlformats.org/drawingml/2006/main" noGrp="1"/>
          </p:cNvSpPr>
          <p:nvPr/>
        </p:nvSpPr>
        <p:spPr>
          <a:xfrm xmlns:a="http://schemas.openxmlformats.org/drawingml/2006/main">
            <a:off x="10564498" y="2352675"/>
            <a:ext cx="101790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والروح</a:t>
            </a:r>
          </a:p>
        </p:txBody>
      </p:sp>
      <p:sp>
        <p:nvSpPr>
          <p:cNvPr id="19" name="text-291">
            <a:extLst xmlns:a="http://schemas.openxmlformats.org/drawingml/2006/main">
              <a:ext uri="{FF2B5EF4-FFF2-40B4-BE49-F238E27FC236}">
                <a16:creationId xmlns:a16="http://schemas.microsoft.com/office/drawing/2014/main" id="{8E57D7AE-08F7-486D-813E-34FA64598F62}"/>
              </a:ext>
            </a:extLst>
          </p:cNvPr>
          <p:cNvSpPr>
            <a:spLocks xmlns:a="http://schemas.openxmlformats.org/drawingml/2006/main" noGrp="1"/>
          </p:cNvSpPr>
          <p:nvPr/>
        </p:nvSpPr>
        <p:spPr>
          <a:xfrm xmlns:a="http://schemas.openxmlformats.org/drawingml/2006/main">
            <a:off x="11043952" y="3419475"/>
            <a:ext cx="53844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قرائن</a:t>
            </a:r>
          </a:p>
        </p:txBody>
      </p:sp>
      <p:sp>
        <p:nvSpPr>
          <p:cNvPr id="20" name="text-292">
            <a:extLst xmlns:a="http://schemas.openxmlformats.org/drawingml/2006/main">
              <a:ext uri="{FF2B5EF4-FFF2-40B4-BE49-F238E27FC236}">
                <a16:creationId xmlns:a16="http://schemas.microsoft.com/office/drawing/2014/main" id="{C5367BE7-5D55-43B5-ADE1-55A863168B8C}"/>
              </a:ext>
            </a:extLst>
          </p:cNvPr>
          <p:cNvSpPr>
            <a:spLocks xmlns:a="http://schemas.openxmlformats.org/drawingml/2006/main" noGrp="1"/>
          </p:cNvSpPr>
          <p:nvPr/>
        </p:nvSpPr>
        <p:spPr>
          <a:xfrm xmlns:a="http://schemas.openxmlformats.org/drawingml/2006/main">
            <a:off x="9947053" y="3419475"/>
            <a:ext cx="104155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الاستعمال</a:t>
            </a:r>
          </a:p>
        </p:txBody>
      </p:sp>
      <p:sp>
        <p:nvSpPr>
          <p:cNvPr id="21" name="text-293">
            <a:extLst xmlns:a="http://schemas.openxmlformats.org/drawingml/2006/main">
              <a:ext uri="{FF2B5EF4-FFF2-40B4-BE49-F238E27FC236}">
                <a16:creationId xmlns:a16="http://schemas.microsoft.com/office/drawing/2014/main" id="{E20F8BAD-98D3-4008-B1C4-591F4FE7159A}"/>
              </a:ext>
            </a:extLst>
          </p:cNvPr>
          <p:cNvSpPr>
            <a:spLocks xmlns:a="http://schemas.openxmlformats.org/drawingml/2006/main" noGrp="1"/>
          </p:cNvSpPr>
          <p:nvPr/>
        </p:nvSpPr>
        <p:spPr>
          <a:xfrm xmlns:a="http://schemas.openxmlformats.org/drawingml/2006/main">
            <a:off x="10932795" y="3895725"/>
            <a:ext cx="64960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F1F5ED"/>
                </a:solidFill>
                <a:latin typeface="Tahoma"/>
                <a:ea typeface="Tahoma"/>
                <a:cs typeface="Tahoma"/>
              </a:defRPr>
            </a:pPr>
            <a:r>
              <a:rPr sz="1875" b="0">
                <a:solidFill>
                  <a:srgbClr val="F1F5ED"/>
                </a:solidFill>
                <a:latin typeface="Tahoma"/>
                <a:ea typeface="Tahoma"/>
                <a:cs typeface="Tahoma"/>
              </a:rPr>
              <a:t>تختلف</a:t>
            </a:r>
          </a:p>
        </p:txBody>
      </p:sp>
      <p:sp>
        <p:nvSpPr>
          <p:cNvPr id="22" name="text-294">
            <a:extLst xmlns:a="http://schemas.openxmlformats.org/drawingml/2006/main">
              <a:ext uri="{FF2B5EF4-FFF2-40B4-BE49-F238E27FC236}">
                <a16:creationId xmlns:a16="http://schemas.microsoft.com/office/drawing/2014/main" id="{C98D1BC5-132D-43D2-A7B0-9CC73231F730}"/>
              </a:ext>
            </a:extLst>
          </p:cNvPr>
          <p:cNvSpPr>
            <a:spLocks xmlns:a="http://schemas.openxmlformats.org/drawingml/2006/main" noGrp="1"/>
          </p:cNvSpPr>
          <p:nvPr/>
        </p:nvSpPr>
        <p:spPr>
          <a:xfrm xmlns:a="http://schemas.openxmlformats.org/drawingml/2006/main">
            <a:off x="11082147" y="5410200"/>
            <a:ext cx="50025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القوة</a:t>
            </a:r>
          </a:p>
        </p:txBody>
      </p:sp>
      <p:sp>
        <p:nvSpPr>
          <p:cNvPr id="23" name="text-295">
            <a:extLst xmlns:a="http://schemas.openxmlformats.org/drawingml/2006/main">
              <a:ext uri="{FF2B5EF4-FFF2-40B4-BE49-F238E27FC236}">
                <a16:creationId xmlns:a16="http://schemas.microsoft.com/office/drawing/2014/main" id="{25987BA2-8F28-4233-ADEB-396112C2D583}"/>
              </a:ext>
            </a:extLst>
          </p:cNvPr>
          <p:cNvSpPr>
            <a:spLocks xmlns:a="http://schemas.openxmlformats.org/drawingml/2006/main" noGrp="1"/>
          </p:cNvSpPr>
          <p:nvPr/>
        </p:nvSpPr>
        <p:spPr>
          <a:xfrm xmlns:a="http://schemas.openxmlformats.org/drawingml/2006/main">
            <a:off x="10594658" y="5410200"/>
            <a:ext cx="4321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تميّز</a:t>
            </a:r>
          </a:p>
        </p:txBody>
      </p:sp>
      <p:sp>
        <p:nvSpPr>
          <p:cNvPr id="24" name="text-296">
            <a:extLst xmlns:a="http://schemas.openxmlformats.org/drawingml/2006/main">
              <a:ext uri="{FF2B5EF4-FFF2-40B4-BE49-F238E27FC236}">
                <a16:creationId xmlns:a16="http://schemas.microsoft.com/office/drawing/2014/main" id="{29956E61-41CA-475F-A3E9-F51228F50022}"/>
              </a:ext>
            </a:extLst>
          </p:cNvPr>
          <p:cNvSpPr>
            <a:spLocks xmlns:a="http://schemas.openxmlformats.org/drawingml/2006/main" noGrp="1"/>
          </p:cNvSpPr>
          <p:nvPr/>
        </p:nvSpPr>
        <p:spPr>
          <a:xfrm xmlns:a="http://schemas.openxmlformats.org/drawingml/2006/main">
            <a:off x="9803130" y="5410200"/>
            <a:ext cx="73618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الاقتران</a:t>
            </a:r>
          </a:p>
        </p:txBody>
      </p:sp>
      <p:sp>
        <p:nvSpPr>
          <p:cNvPr id="25" name="text-297">
            <a:extLst xmlns:a="http://schemas.openxmlformats.org/drawingml/2006/main">
              <a:ext uri="{FF2B5EF4-FFF2-40B4-BE49-F238E27FC236}">
                <a16:creationId xmlns:a16="http://schemas.microsoft.com/office/drawing/2014/main" id="{B226B20D-982E-473B-9BA4-02C4567A7CE9}"/>
              </a:ext>
            </a:extLst>
          </p:cNvPr>
          <p:cNvSpPr>
            <a:spLocks xmlns:a="http://schemas.openxmlformats.org/drawingml/2006/main" noGrp="1"/>
          </p:cNvSpPr>
          <p:nvPr/>
        </p:nvSpPr>
        <p:spPr>
          <a:xfrm xmlns:a="http://schemas.openxmlformats.org/drawingml/2006/main">
            <a:off x="8984171" y="5410200"/>
            <a:ext cx="76361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وليست</a:t>
            </a:r>
          </a:p>
        </p:txBody>
      </p:sp>
      <p:sp>
        <p:nvSpPr>
          <p:cNvPr id="26" name="text-298">
            <a:extLst xmlns:a="http://schemas.openxmlformats.org/drawingml/2006/main">
              <a:ext uri="{FF2B5EF4-FFF2-40B4-BE49-F238E27FC236}">
                <a16:creationId xmlns:a16="http://schemas.microsoft.com/office/drawing/2014/main" id="{96B2FC04-C666-4B91-B553-3883AFBF39C4}"/>
              </a:ext>
            </a:extLst>
          </p:cNvPr>
          <p:cNvSpPr>
            <a:spLocks xmlns:a="http://schemas.openxmlformats.org/drawingml/2006/main" noGrp="1"/>
          </p:cNvSpPr>
          <p:nvPr/>
        </p:nvSpPr>
        <p:spPr>
          <a:xfrm xmlns:a="http://schemas.openxmlformats.org/drawingml/2006/main">
            <a:off x="8450771" y="5410200"/>
            <a:ext cx="47806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عددًا</a:t>
            </a:r>
          </a:p>
        </p:txBody>
      </p:sp>
      <p:sp>
        <p:nvSpPr>
          <p:cNvPr id="27" name="text-299">
            <a:extLst xmlns:a="http://schemas.openxmlformats.org/drawingml/2006/main">
              <a:ext uri="{FF2B5EF4-FFF2-40B4-BE49-F238E27FC236}">
                <a16:creationId xmlns:a16="http://schemas.microsoft.com/office/drawing/2014/main" id="{A5FD4240-201D-4DCF-B414-9A038B2699BD}"/>
              </a:ext>
            </a:extLst>
          </p:cNvPr>
          <p:cNvSpPr>
            <a:spLocks xmlns:a="http://schemas.openxmlformats.org/drawingml/2006/main" noGrp="1"/>
          </p:cNvSpPr>
          <p:nvPr/>
        </p:nvSpPr>
        <p:spPr>
          <a:xfrm xmlns:a="http://schemas.openxmlformats.org/drawingml/2006/main">
            <a:off x="8200549" y="5410200"/>
            <a:ext cx="19488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a:t>
            </a:r>
          </a:p>
        </p:txBody>
      </p:sp>
      <p:sp>
        <p:nvSpPr>
          <p:cNvPr id="28" name="text-300">
            <a:extLst xmlns:a="http://schemas.openxmlformats.org/drawingml/2006/main">
              <a:ext uri="{FF2B5EF4-FFF2-40B4-BE49-F238E27FC236}">
                <a16:creationId xmlns:a16="http://schemas.microsoft.com/office/drawing/2014/main" id="{1680EE10-F2F6-408F-A758-D80194638DC7}"/>
              </a:ext>
            </a:extLst>
          </p:cNvPr>
          <p:cNvSpPr>
            <a:spLocks xmlns:a="http://schemas.openxmlformats.org/drawingml/2006/main" noGrp="1"/>
          </p:cNvSpPr>
          <p:nvPr/>
        </p:nvSpPr>
        <p:spPr>
          <a:xfrm xmlns:a="http://schemas.openxmlformats.org/drawingml/2006/main">
            <a:off x="7608380" y="5410200"/>
            <a:ext cx="5368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حكمًا</a:t>
            </a:r>
          </a:p>
        </p:txBody>
      </p:sp>
      <p:sp>
        <p:nvSpPr>
          <p:cNvPr id="29" name="text-301">
            <a:extLst xmlns:a="http://schemas.openxmlformats.org/drawingml/2006/main">
              <a:ext uri="{FF2B5EF4-FFF2-40B4-BE49-F238E27FC236}">
                <a16:creationId xmlns:a16="http://schemas.microsoft.com/office/drawing/2014/main" id="{0DB8F2D4-A01A-4789-B441-AEFD01E2FAED}"/>
              </a:ext>
            </a:extLst>
          </p:cNvPr>
          <p:cNvSpPr>
            <a:spLocks xmlns:a="http://schemas.openxmlformats.org/drawingml/2006/main" noGrp="1"/>
          </p:cNvSpPr>
          <p:nvPr/>
        </p:nvSpPr>
        <p:spPr>
          <a:xfrm xmlns:a="http://schemas.openxmlformats.org/drawingml/2006/main">
            <a:off x="6980587" y="5410200"/>
            <a:ext cx="57245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قطعيًا</a:t>
            </a:r>
          </a:p>
        </p:txBody>
      </p:sp>
      <p:sp>
        <p:nvSpPr>
          <p:cNvPr id="30" name="text-302">
            <a:extLst xmlns:a="http://schemas.openxmlformats.org/drawingml/2006/main">
              <a:ext uri="{FF2B5EF4-FFF2-40B4-BE49-F238E27FC236}">
                <a16:creationId xmlns:a16="http://schemas.microsoft.com/office/drawing/2014/main" id="{C5A1E654-0049-40FE-B553-25550784A202}"/>
              </a:ext>
            </a:extLst>
          </p:cNvPr>
          <p:cNvSpPr>
            <a:spLocks xmlns:a="http://schemas.openxmlformats.org/drawingml/2006/main" noGrp="1"/>
          </p:cNvSpPr>
          <p:nvPr/>
        </p:nvSpPr>
        <p:spPr>
          <a:xfrm xmlns:a="http://schemas.openxmlformats.org/drawingml/2006/main">
            <a:off x="11022425" y="5781675"/>
            <a:ext cx="55997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البحث</a:t>
            </a:r>
          </a:p>
        </p:txBody>
      </p:sp>
      <p:sp>
        <p:nvSpPr>
          <p:cNvPr id="31" name="text-303">
            <a:extLst xmlns:a="http://schemas.openxmlformats.org/drawingml/2006/main">
              <a:ext uri="{FF2B5EF4-FFF2-40B4-BE49-F238E27FC236}">
                <a16:creationId xmlns:a16="http://schemas.microsoft.com/office/drawing/2014/main" id="{78C1532F-D274-4140-B37E-F7C28F077512}"/>
              </a:ext>
            </a:extLst>
          </p:cNvPr>
          <p:cNvSpPr>
            <a:spLocks xmlns:a="http://schemas.openxmlformats.org/drawingml/2006/main" noGrp="1"/>
          </p:cNvSpPr>
          <p:nvPr/>
        </p:nvSpPr>
        <p:spPr>
          <a:xfrm xmlns:a="http://schemas.openxmlformats.org/drawingml/2006/main">
            <a:off x="10452830" y="5781675"/>
            <a:ext cx="523113"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وتقرير</a:t>
            </a:r>
          </a:p>
        </p:txBody>
      </p:sp>
      <p:sp>
        <p:nvSpPr>
          <p:cNvPr id="32" name="text-304">
            <a:extLst xmlns:a="http://schemas.openxmlformats.org/drawingml/2006/main">
              <a:ext uri="{FF2B5EF4-FFF2-40B4-BE49-F238E27FC236}">
                <a16:creationId xmlns:a16="http://schemas.microsoft.com/office/drawing/2014/main" id="{50F9052D-1160-439C-B77A-63F50BB587B6}"/>
              </a:ext>
            </a:extLst>
          </p:cNvPr>
          <p:cNvSpPr>
            <a:spLocks xmlns:a="http://schemas.openxmlformats.org/drawingml/2006/main" noGrp="1"/>
          </p:cNvSpPr>
          <p:nvPr/>
        </p:nvSpPr>
        <p:spPr>
          <a:xfrm xmlns:a="http://schemas.openxmlformats.org/drawingml/2006/main">
            <a:off x="9785033" y="5781675"/>
            <a:ext cx="621316"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الأدوات</a:t>
            </a:r>
          </a:p>
        </p:txBody>
      </p:sp>
      <p:sp>
        <p:nvSpPr>
          <p:cNvPr id="33" name="text-305">
            <a:extLst xmlns:a="http://schemas.openxmlformats.org/drawingml/2006/main">
              <a:ext uri="{FF2B5EF4-FFF2-40B4-BE49-F238E27FC236}">
                <a16:creationId xmlns:a16="http://schemas.microsoft.com/office/drawing/2014/main" id="{0D5118E9-504E-4640-A85A-D99359C17898}"/>
              </a:ext>
            </a:extLst>
          </p:cNvPr>
          <p:cNvSpPr>
            <a:spLocks xmlns:a="http://schemas.openxmlformats.org/drawingml/2006/main" noGrp="1"/>
          </p:cNvSpPr>
          <p:nvPr/>
        </p:nvSpPr>
        <p:spPr>
          <a:xfrm xmlns:a="http://schemas.openxmlformats.org/drawingml/2006/main">
            <a:off x="8982456" y="5781675"/>
            <a:ext cx="75609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موصولان</a:t>
            </a:r>
          </a:p>
        </p:txBody>
      </p:sp>
      <p:sp>
        <p:nvSpPr>
          <p:cNvPr id="34" name="text-306">
            <a:extLst xmlns:a="http://schemas.openxmlformats.org/drawingml/2006/main">
              <a:ext uri="{FF2B5EF4-FFF2-40B4-BE49-F238E27FC236}">
                <a16:creationId xmlns:a16="http://schemas.microsoft.com/office/drawing/2014/main" id="{7426EFC4-324C-40EB-B249-A3FD6C4668F7}"/>
              </a:ext>
            </a:extLst>
          </p:cNvPr>
          <p:cNvSpPr>
            <a:spLocks xmlns:a="http://schemas.openxmlformats.org/drawingml/2006/main" noGrp="1"/>
          </p:cNvSpPr>
          <p:nvPr/>
        </p:nvSpPr>
        <p:spPr>
          <a:xfrm xmlns:a="http://schemas.openxmlformats.org/drawingml/2006/main">
            <a:off x="8633270" y="5781675"/>
            <a:ext cx="302705"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من</a:t>
            </a:r>
          </a:p>
        </p:txBody>
      </p:sp>
      <p:sp>
        <p:nvSpPr>
          <p:cNvPr id="35" name="text-307">
            <a:extLst xmlns:a="http://schemas.openxmlformats.org/drawingml/2006/main">
              <a:ext uri="{FF2B5EF4-FFF2-40B4-BE49-F238E27FC236}">
                <a16:creationId xmlns:a16="http://schemas.microsoft.com/office/drawing/2014/main" id="{2379CB91-3E0F-426B-985E-EBB9E1A877EF}"/>
              </a:ext>
            </a:extLst>
          </p:cNvPr>
          <p:cNvSpPr>
            <a:spLocks xmlns:a="http://schemas.openxmlformats.org/drawingml/2006/main" noGrp="1"/>
          </p:cNvSpPr>
          <p:nvPr/>
        </p:nvSpPr>
        <p:spPr>
          <a:xfrm xmlns:a="http://schemas.openxmlformats.org/drawingml/2006/main">
            <a:off x="8021479" y="5781675"/>
            <a:ext cx="56530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صفحة</a:t>
            </a:r>
          </a:p>
        </p:txBody>
      </p:sp>
      <p:sp>
        <p:nvSpPr>
          <p:cNvPr id="36" name="text-308">
            <a:extLst xmlns:a="http://schemas.openxmlformats.org/drawingml/2006/main">
              <a:ext uri="{FF2B5EF4-FFF2-40B4-BE49-F238E27FC236}">
                <a16:creationId xmlns:a16="http://schemas.microsoft.com/office/drawing/2014/main" id="{F921FAA8-DCE4-4671-9F12-2802BAE9BD3E}"/>
              </a:ext>
            </a:extLst>
          </p:cNvPr>
          <p:cNvSpPr>
            <a:spLocks xmlns:a="http://schemas.openxmlformats.org/drawingml/2006/main" noGrp="1"/>
          </p:cNvSpPr>
          <p:nvPr/>
        </p:nvSpPr>
        <p:spPr>
          <a:xfrm xmlns:a="http://schemas.openxmlformats.org/drawingml/2006/main">
            <a:off x="7377208" y="5781675"/>
            <a:ext cx="597789"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الابتكار</a:t>
            </a:r>
          </a:p>
        </p:txBody>
      </p:sp>
      <p:sp>
        <p:nvSpPr>
          <p:cNvPr id="37" name="text-309">
            <a:extLst xmlns:a="http://schemas.openxmlformats.org/drawingml/2006/main">
              <a:ext uri="{FF2B5EF4-FFF2-40B4-BE49-F238E27FC236}">
                <a16:creationId xmlns:a16="http://schemas.microsoft.com/office/drawing/2014/main" id="{2BCAB7E0-0C1A-44EE-98BF-8AFB1E3E06A5}"/>
              </a:ext>
            </a:extLst>
          </p:cNvPr>
          <p:cNvSpPr>
            <a:spLocks xmlns:a="http://schemas.openxmlformats.org/drawingml/2006/main" noGrp="1"/>
          </p:cNvSpPr>
          <p:nvPr/>
        </p:nvSpPr>
        <p:spPr>
          <a:xfrm xmlns:a="http://schemas.openxmlformats.org/drawingml/2006/main">
            <a:off x="6997732" y="5781675"/>
            <a:ext cx="332994"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في</a:t>
            </a:r>
          </a:p>
        </p:txBody>
      </p:sp>
      <p:sp>
        <p:nvSpPr>
          <p:cNvPr id="38" name="text-310">
            <a:extLst xmlns:a="http://schemas.openxmlformats.org/drawingml/2006/main">
              <a:ext uri="{FF2B5EF4-FFF2-40B4-BE49-F238E27FC236}">
                <a16:creationId xmlns:a16="http://schemas.microsoft.com/office/drawing/2014/main" id="{E910B0D9-AA9E-4720-A442-7CDA70C46ED6}"/>
              </a:ext>
            </a:extLst>
          </p:cNvPr>
          <p:cNvSpPr>
            <a:spLocks xmlns:a="http://schemas.openxmlformats.org/drawingml/2006/main" noGrp="1"/>
          </p:cNvSpPr>
          <p:nvPr/>
        </p:nvSpPr>
        <p:spPr>
          <a:xfrm xmlns:a="http://schemas.openxmlformats.org/drawingml/2006/main">
            <a:off x="6280690" y="5781675"/>
            <a:ext cx="670560" cy="44100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650" b="0">
                <a:solidFill>
                  <a:srgbClr val="78DAC1"/>
                </a:solidFill>
                <a:latin typeface="Tahoma"/>
                <a:ea typeface="Tahoma"/>
                <a:cs typeface="Tahoma"/>
              </a:defRPr>
            </a:pPr>
            <a:r>
              <a:rPr sz="1650" b="0">
                <a:solidFill>
                  <a:srgbClr val="78DAC1"/>
                </a:solidFill>
                <a:latin typeface="Tahoma"/>
                <a:ea typeface="Tahoma"/>
                <a:cs typeface="Tahoma"/>
              </a:rPr>
              <a:t>GitHub</a:t>
            </a:r>
          </a:p>
        </p:txBody>
      </p:sp>
    </p:spTree>
    <p:extLst>
      <p:ext uri="{BB962C8B-B14F-4D97-AF65-F5344CB8AC3E}">
        <p14:creationId xmlns:p14="http://schemas.microsoft.com/office/powerpoint/2010/main" val="1894829325"/>
      </p:ext>
    </p:extLst>
  </p:cSld>
</p:sld>
</file>

<file path=ppt/slides/slide9.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1" name="text-311">
            <a:extLst xmlns:a="http://schemas.openxmlformats.org/drawingml/2006/main">
              <a:ext uri="{FF2B5EF4-FFF2-40B4-BE49-F238E27FC236}">
                <a16:creationId xmlns:a16="http://schemas.microsoft.com/office/drawing/2014/main" id="{BA8E9E23-F291-4BBB-902D-60865B8A47C6}"/>
              </a:ext>
            </a:extLst>
          </p:cNvPr>
          <p:cNvSpPr>
            <a:spLocks xmlns:a="http://schemas.openxmlformats.org/drawingml/2006/main" noGrp="1"/>
          </p:cNvSpPr>
          <p:nvPr/>
        </p:nvSpPr>
        <p:spPr>
          <a:xfrm xmlns:a="http://schemas.openxmlformats.org/drawingml/2006/main">
            <a:off x="9921400" y="457200"/>
            <a:ext cx="1661000"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ابتكاراتنا</a:t>
            </a:r>
          </a:p>
        </p:txBody>
      </p:sp>
      <p:sp>
        <p:nvSpPr>
          <p:cNvPr id="2" name="text-312">
            <a:extLst xmlns:a="http://schemas.openxmlformats.org/drawingml/2006/main">
              <a:ext uri="{FF2B5EF4-FFF2-40B4-BE49-F238E27FC236}">
                <a16:creationId xmlns:a16="http://schemas.microsoft.com/office/drawing/2014/main" id="{23FE04D1-6A59-4DA0-A9A3-737B30F0D707}"/>
              </a:ext>
            </a:extLst>
          </p:cNvPr>
          <p:cNvSpPr>
            <a:spLocks xmlns:a="http://schemas.openxmlformats.org/drawingml/2006/main" noGrp="1"/>
          </p:cNvSpPr>
          <p:nvPr/>
        </p:nvSpPr>
        <p:spPr>
          <a:xfrm xmlns:a="http://schemas.openxmlformats.org/drawingml/2006/main">
            <a:off x="8493069" y="457200"/>
            <a:ext cx="132736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وأدلتها</a:t>
            </a:r>
          </a:p>
        </p:txBody>
      </p:sp>
      <p:sp>
        <p:nvSpPr>
          <p:cNvPr id="3" name="shape-313">
            <a:extLst xmlns:a="http://schemas.openxmlformats.org/drawingml/2006/main">
              <a:ext uri="{FF2B5EF4-FFF2-40B4-BE49-F238E27FC236}">
                <a16:creationId xmlns:a16="http://schemas.microsoft.com/office/drawing/2014/main" id="{BA604D78-3A2A-4B2D-9389-EE0D6FF0AFE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4" name="text-314">
            <a:extLst xmlns:a="http://schemas.openxmlformats.org/drawingml/2006/main">
              <a:ext uri="{FF2B5EF4-FFF2-40B4-BE49-F238E27FC236}">
                <a16:creationId xmlns:a16="http://schemas.microsoft.com/office/drawing/2014/main" id="{F7475D1D-4A67-4BCE-9B98-F115C101D051}"/>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5" name="text-315">
            <a:extLst xmlns:a="http://schemas.openxmlformats.org/drawingml/2006/main">
              <a:ext uri="{FF2B5EF4-FFF2-40B4-BE49-F238E27FC236}">
                <a16:creationId xmlns:a16="http://schemas.microsoft.com/office/drawing/2014/main" id="{6FC0C822-E4FE-4930-941F-B94832D45234}"/>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6" name="text-316">
            <a:extLst xmlns:a="http://schemas.openxmlformats.org/drawingml/2006/main">
              <a:ext uri="{FF2B5EF4-FFF2-40B4-BE49-F238E27FC236}">
                <a16:creationId xmlns:a16="http://schemas.microsoft.com/office/drawing/2014/main" id="{46EBB5A5-1014-4C35-99E7-B663A7795D2D}"/>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7" name="text-317">
            <a:extLst xmlns:a="http://schemas.openxmlformats.org/drawingml/2006/main">
              <a:ext uri="{FF2B5EF4-FFF2-40B4-BE49-F238E27FC236}">
                <a16:creationId xmlns:a16="http://schemas.microsoft.com/office/drawing/2014/main" id="{95AA8CEB-E0F9-472F-999C-D87880DE73BD}"/>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8" name="text-318">
            <a:extLst xmlns:a="http://schemas.openxmlformats.org/drawingml/2006/main">
              <a:ext uri="{FF2B5EF4-FFF2-40B4-BE49-F238E27FC236}">
                <a16:creationId xmlns:a16="http://schemas.microsoft.com/office/drawing/2014/main" id="{6F617274-DDAB-415D-AD01-6CAE827AD219}"/>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9" name="text-319">
            <a:extLst xmlns:a="http://schemas.openxmlformats.org/drawingml/2006/main">
              <a:ext uri="{FF2B5EF4-FFF2-40B4-BE49-F238E27FC236}">
                <a16:creationId xmlns:a16="http://schemas.microsoft.com/office/drawing/2014/main" id="{E5BC4FE8-CD83-44EF-AE8E-E1BB17DAC9C1}"/>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0" name="text-320">
            <a:extLst xmlns:a="http://schemas.openxmlformats.org/drawingml/2006/main">
              <a:ext uri="{FF2B5EF4-FFF2-40B4-BE49-F238E27FC236}">
                <a16:creationId xmlns:a16="http://schemas.microsoft.com/office/drawing/2014/main" id="{57A505C0-FEE1-4453-BBB6-24EBBB39861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09</a:t>
            </a:r>
          </a:p>
        </p:txBody>
      </p:sp>
      <p:sp>
        <p:nvSpPr>
          <p:cNvPr id="11" name="text-321">
            <a:extLst xmlns:a="http://schemas.openxmlformats.org/drawingml/2006/main">
              <a:ext uri="{FF2B5EF4-FFF2-40B4-BE49-F238E27FC236}">
                <a16:creationId xmlns:a16="http://schemas.microsoft.com/office/drawing/2014/main" id="{CD3F35B6-55F8-4ABC-8474-E0FE8B6189A1}"/>
              </a:ext>
            </a:extLst>
          </p:cNvPr>
          <p:cNvSpPr>
            <a:spLocks xmlns:a="http://schemas.openxmlformats.org/drawingml/2006/main" noGrp="1"/>
          </p:cNvSpPr>
          <p:nvPr/>
        </p:nvSpPr>
        <p:spPr>
          <a:xfrm xmlns:a="http://schemas.openxmlformats.org/drawingml/2006/main">
            <a:off x="609600" y="1400175"/>
            <a:ext cx="10972800" cy="692467"/>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850" b="1">
                <a:solidFill>
                  <a:srgbClr val="EDCA7E"/>
                </a:solidFill>
                <a:latin typeface="Tahoma"/>
                <a:ea typeface="Tahoma"/>
                <a:cs typeface="Tahoma"/>
              </a:defRPr>
            </a:pPr>
            <a:r>
              <a:rPr sz="2850" b="1">
                <a:solidFill>
                  <a:srgbClr val="EDCA7E"/>
                </a:solidFill>
                <a:latin typeface="Tahoma"/>
                <a:ea typeface="Tahoma"/>
                <a:cs typeface="Tahoma"/>
              </a:rPr>
              <a:t>NMN</a:t>
            </a:r>
          </a:p>
        </p:txBody>
      </p:sp>
      <p:sp>
        <p:nvSpPr>
          <p:cNvPr id="12" name="text-322">
            <a:extLst xmlns:a="http://schemas.openxmlformats.org/drawingml/2006/main">
              <a:ext uri="{FF2B5EF4-FFF2-40B4-BE49-F238E27FC236}">
                <a16:creationId xmlns:a16="http://schemas.microsoft.com/office/drawing/2014/main" id="{65994CD1-942A-4758-89FC-BC63F1E1F669}"/>
              </a:ext>
            </a:extLst>
          </p:cNvPr>
          <p:cNvSpPr>
            <a:spLocks xmlns:a="http://schemas.openxmlformats.org/drawingml/2006/main" noGrp="1"/>
          </p:cNvSpPr>
          <p:nvPr/>
        </p:nvSpPr>
        <p:spPr>
          <a:xfrm xmlns:a="http://schemas.openxmlformats.org/drawingml/2006/main">
            <a:off x="11026235" y="1981200"/>
            <a:ext cx="556165"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ضبط</a:t>
            </a:r>
          </a:p>
        </p:txBody>
      </p:sp>
      <p:sp>
        <p:nvSpPr>
          <p:cNvPr id="13" name="text-323">
            <a:extLst xmlns:a="http://schemas.openxmlformats.org/drawingml/2006/main">
              <a:ext uri="{FF2B5EF4-FFF2-40B4-BE49-F238E27FC236}">
                <a16:creationId xmlns:a16="http://schemas.microsoft.com/office/drawing/2014/main" id="{CD92C203-B528-45AC-83C1-6E95C0591D1E}"/>
              </a:ext>
            </a:extLst>
          </p:cNvPr>
          <p:cNvSpPr>
            <a:spLocks xmlns:a="http://schemas.openxmlformats.org/drawingml/2006/main" noGrp="1"/>
          </p:cNvSpPr>
          <p:nvPr/>
        </p:nvSpPr>
        <p:spPr>
          <a:xfrm xmlns:a="http://schemas.openxmlformats.org/drawingml/2006/main">
            <a:off x="9316498" y="1981200"/>
            <a:ext cx="163944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الاستشهادات</a:t>
            </a:r>
          </a:p>
        </p:txBody>
      </p:sp>
      <p:sp>
        <p:nvSpPr>
          <p:cNvPr id="14" name="text-324">
            <a:extLst xmlns:a="http://schemas.openxmlformats.org/drawingml/2006/main">
              <a:ext uri="{FF2B5EF4-FFF2-40B4-BE49-F238E27FC236}">
                <a16:creationId xmlns:a16="http://schemas.microsoft.com/office/drawing/2014/main" id="{96EB7558-EA2E-4FC9-AAF6-A97896D55B72}"/>
              </a:ext>
            </a:extLst>
          </p:cNvPr>
          <p:cNvSpPr>
            <a:spLocks xmlns:a="http://schemas.openxmlformats.org/drawingml/2006/main" noGrp="1"/>
          </p:cNvSpPr>
          <p:nvPr/>
        </p:nvSpPr>
        <p:spPr>
          <a:xfrm xmlns:a="http://schemas.openxmlformats.org/drawingml/2006/main">
            <a:off x="8512302" y="1981200"/>
            <a:ext cx="73390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بذاكرة</a:t>
            </a:r>
          </a:p>
        </p:txBody>
      </p:sp>
      <p:sp>
        <p:nvSpPr>
          <p:cNvPr id="15" name="text-325">
            <a:extLst xmlns:a="http://schemas.openxmlformats.org/drawingml/2006/main">
              <a:ext uri="{FF2B5EF4-FFF2-40B4-BE49-F238E27FC236}">
                <a16:creationId xmlns:a16="http://schemas.microsoft.com/office/drawing/2014/main" id="{7C33EC87-FCF6-45B7-82E5-83A06DC02696}"/>
              </a:ext>
            </a:extLst>
          </p:cNvPr>
          <p:cNvSpPr>
            <a:spLocks xmlns:a="http://schemas.openxmlformats.org/drawingml/2006/main" noGrp="1"/>
          </p:cNvSpPr>
          <p:nvPr/>
        </p:nvSpPr>
        <p:spPr>
          <a:xfrm xmlns:a="http://schemas.openxmlformats.org/drawingml/2006/main">
            <a:off x="7840313" y="1981200"/>
            <a:ext cx="60169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نصية</a:t>
            </a:r>
          </a:p>
        </p:txBody>
      </p:sp>
      <p:sp>
        <p:nvSpPr>
          <p:cNvPr id="16" name="text-326">
            <a:extLst xmlns:a="http://schemas.openxmlformats.org/drawingml/2006/main">
              <a:ext uri="{FF2B5EF4-FFF2-40B4-BE49-F238E27FC236}">
                <a16:creationId xmlns:a16="http://schemas.microsoft.com/office/drawing/2014/main" id="{CCD41BC0-E951-45E8-BF2E-F1F451AD2243}"/>
              </a:ext>
            </a:extLst>
          </p:cNvPr>
          <p:cNvSpPr>
            <a:spLocks xmlns:a="http://schemas.openxmlformats.org/drawingml/2006/main" noGrp="1"/>
          </p:cNvSpPr>
          <p:nvPr/>
        </p:nvSpPr>
        <p:spPr>
          <a:xfrm xmlns:a="http://schemas.openxmlformats.org/drawingml/2006/main">
            <a:off x="6923627" y="1981200"/>
            <a:ext cx="846392"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متعددة</a:t>
            </a:r>
          </a:p>
        </p:txBody>
      </p:sp>
      <p:sp>
        <p:nvSpPr>
          <p:cNvPr id="17" name="text-327">
            <a:extLst xmlns:a="http://schemas.openxmlformats.org/drawingml/2006/main">
              <a:ext uri="{FF2B5EF4-FFF2-40B4-BE49-F238E27FC236}">
                <a16:creationId xmlns:a16="http://schemas.microsoft.com/office/drawing/2014/main" id="{E8BDD2B6-A0C8-4637-BD60-78003E453654}"/>
              </a:ext>
            </a:extLst>
          </p:cNvPr>
          <p:cNvSpPr>
            <a:spLocks xmlns:a="http://schemas.openxmlformats.org/drawingml/2006/main" noGrp="1"/>
          </p:cNvSpPr>
          <p:nvPr/>
        </p:nvSpPr>
        <p:spPr>
          <a:xfrm xmlns:a="http://schemas.openxmlformats.org/drawingml/2006/main">
            <a:off x="5582793" y="1981200"/>
            <a:ext cx="127054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السياسات</a:t>
            </a:r>
          </a:p>
        </p:txBody>
      </p:sp>
      <p:sp>
        <p:nvSpPr>
          <p:cNvPr id="18" name="text-328">
            <a:extLst xmlns:a="http://schemas.openxmlformats.org/drawingml/2006/main">
              <a:ext uri="{FF2B5EF4-FFF2-40B4-BE49-F238E27FC236}">
                <a16:creationId xmlns:a16="http://schemas.microsoft.com/office/drawing/2014/main" id="{23CDC0B7-74EC-4D2E-B92D-E2427825B66F}"/>
              </a:ext>
            </a:extLst>
          </p:cNvPr>
          <p:cNvSpPr>
            <a:spLocks xmlns:a="http://schemas.openxmlformats.org/drawingml/2006/main" noGrp="1"/>
          </p:cNvSpPr>
          <p:nvPr/>
        </p:nvSpPr>
        <p:spPr>
          <a:xfrm xmlns:a="http://schemas.openxmlformats.org/drawingml/2006/main">
            <a:off x="609600" y="2457450"/>
            <a:ext cx="109728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SA 1020268774</a:t>
            </a:r>
          </a:p>
        </p:txBody>
      </p:sp>
      <p:sp>
        <p:nvSpPr>
          <p:cNvPr id="19" name="text-329">
            <a:extLst xmlns:a="http://schemas.openxmlformats.org/drawingml/2006/main">
              <a:ext uri="{FF2B5EF4-FFF2-40B4-BE49-F238E27FC236}">
                <a16:creationId xmlns:a16="http://schemas.microsoft.com/office/drawing/2014/main" id="{4792E7D8-D996-442E-8A9C-219CE7A58724}"/>
              </a:ext>
            </a:extLst>
          </p:cNvPr>
          <p:cNvSpPr>
            <a:spLocks xmlns:a="http://schemas.openxmlformats.org/drawingml/2006/main" noGrp="1"/>
          </p:cNvSpPr>
          <p:nvPr/>
        </p:nvSpPr>
        <p:spPr>
          <a:xfrm xmlns:a="http://schemas.openxmlformats.org/drawingml/2006/main">
            <a:off x="11077099" y="2943225"/>
            <a:ext cx="5053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طلب</a:t>
            </a:r>
          </a:p>
        </p:txBody>
      </p:sp>
      <p:sp>
        <p:nvSpPr>
          <p:cNvPr id="20" name="text-330">
            <a:extLst xmlns:a="http://schemas.openxmlformats.org/drawingml/2006/main">
              <a:ext uri="{FF2B5EF4-FFF2-40B4-BE49-F238E27FC236}">
                <a16:creationId xmlns:a16="http://schemas.microsoft.com/office/drawing/2014/main" id="{1B6E2BFD-E718-4CFA-8ECD-22D6090AF93C}"/>
              </a:ext>
            </a:extLst>
          </p:cNvPr>
          <p:cNvSpPr>
            <a:spLocks xmlns:a="http://schemas.openxmlformats.org/drawingml/2006/main" noGrp="1"/>
          </p:cNvSpPr>
          <p:nvPr/>
        </p:nvSpPr>
        <p:spPr>
          <a:xfrm xmlns:a="http://schemas.openxmlformats.org/drawingml/2006/main">
            <a:off x="10557129" y="2943225"/>
            <a:ext cx="4646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براءة</a:t>
            </a:r>
          </a:p>
        </p:txBody>
      </p:sp>
      <p:sp>
        <p:nvSpPr>
          <p:cNvPr id="21" name="text-331">
            <a:extLst xmlns:a="http://schemas.openxmlformats.org/drawingml/2006/main">
              <a:ext uri="{FF2B5EF4-FFF2-40B4-BE49-F238E27FC236}">
                <a16:creationId xmlns:a16="http://schemas.microsoft.com/office/drawing/2014/main" id="{0D9F9CFD-E40F-40CD-A5B2-A0AB80832FED}"/>
              </a:ext>
            </a:extLst>
          </p:cNvPr>
          <p:cNvSpPr>
            <a:spLocks xmlns:a="http://schemas.openxmlformats.org/drawingml/2006/main" noGrp="1"/>
          </p:cNvSpPr>
          <p:nvPr/>
        </p:nvSpPr>
        <p:spPr>
          <a:xfrm xmlns:a="http://schemas.openxmlformats.org/drawingml/2006/main">
            <a:off x="9864662" y="2943225"/>
            <a:ext cx="63712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اختراع</a:t>
            </a:r>
          </a:p>
        </p:txBody>
      </p:sp>
      <p:sp>
        <p:nvSpPr>
          <p:cNvPr id="22" name="text-332">
            <a:extLst xmlns:a="http://schemas.openxmlformats.org/drawingml/2006/main">
              <a:ext uri="{FF2B5EF4-FFF2-40B4-BE49-F238E27FC236}">
                <a16:creationId xmlns:a16="http://schemas.microsoft.com/office/drawing/2014/main" id="{59ABF59A-49F9-4DBF-B30B-0CBABBDF3725}"/>
              </a:ext>
            </a:extLst>
          </p:cNvPr>
          <p:cNvSpPr>
            <a:spLocks xmlns:a="http://schemas.openxmlformats.org/drawingml/2006/main" noGrp="1"/>
          </p:cNvSpPr>
          <p:nvPr/>
        </p:nvSpPr>
        <p:spPr>
          <a:xfrm xmlns:a="http://schemas.openxmlformats.org/drawingml/2006/main">
            <a:off x="9063038" y="2943225"/>
            <a:ext cx="74628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مسجّل</a:t>
            </a:r>
          </a:p>
        </p:txBody>
      </p:sp>
      <p:sp>
        <p:nvSpPr>
          <p:cNvPr id="23" name="text-333">
            <a:extLst xmlns:a="http://schemas.openxmlformats.org/drawingml/2006/main">
              <a:ext uri="{FF2B5EF4-FFF2-40B4-BE49-F238E27FC236}">
                <a16:creationId xmlns:a16="http://schemas.microsoft.com/office/drawing/2014/main" id="{B6ED9AD0-8224-459F-B7C3-DC6B2BC143CC}"/>
              </a:ext>
            </a:extLst>
          </p:cNvPr>
          <p:cNvSpPr>
            <a:spLocks xmlns:a="http://schemas.openxmlformats.org/drawingml/2006/main" noGrp="1"/>
          </p:cNvSpPr>
          <p:nvPr/>
        </p:nvSpPr>
        <p:spPr>
          <a:xfrm xmlns:a="http://schemas.openxmlformats.org/drawingml/2006/main">
            <a:off x="8265224" y="2943225"/>
            <a:ext cx="74247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بحسب</a:t>
            </a:r>
          </a:p>
        </p:txBody>
      </p:sp>
      <p:sp>
        <p:nvSpPr>
          <p:cNvPr id="24" name="text-334">
            <a:extLst xmlns:a="http://schemas.openxmlformats.org/drawingml/2006/main">
              <a:ext uri="{FF2B5EF4-FFF2-40B4-BE49-F238E27FC236}">
                <a16:creationId xmlns:a16="http://schemas.microsoft.com/office/drawing/2014/main" id="{7EE108C9-07C3-493F-926D-1EB898F078F0}"/>
              </a:ext>
            </a:extLst>
          </p:cNvPr>
          <p:cNvSpPr>
            <a:spLocks xmlns:a="http://schemas.openxmlformats.org/drawingml/2006/main" noGrp="1"/>
          </p:cNvSpPr>
          <p:nvPr/>
        </p:nvSpPr>
        <p:spPr>
          <a:xfrm xmlns:a="http://schemas.openxmlformats.org/drawingml/2006/main">
            <a:off x="7604284" y="2943225"/>
            <a:ext cx="60560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سجل</a:t>
            </a:r>
          </a:p>
        </p:txBody>
      </p:sp>
      <p:sp>
        <p:nvSpPr>
          <p:cNvPr id="25" name="text-335">
            <a:extLst xmlns:a="http://schemas.openxmlformats.org/drawingml/2006/main">
              <a:ext uri="{FF2B5EF4-FFF2-40B4-BE49-F238E27FC236}">
                <a16:creationId xmlns:a16="http://schemas.microsoft.com/office/drawing/2014/main" id="{4C73EA54-16C0-4554-B31F-64F343DD72C9}"/>
              </a:ext>
            </a:extLst>
          </p:cNvPr>
          <p:cNvSpPr>
            <a:spLocks xmlns:a="http://schemas.openxmlformats.org/drawingml/2006/main" noGrp="1"/>
          </p:cNvSpPr>
          <p:nvPr/>
        </p:nvSpPr>
        <p:spPr>
          <a:xfrm xmlns:a="http://schemas.openxmlformats.org/drawingml/2006/main">
            <a:off x="6914293" y="2943225"/>
            <a:ext cx="63465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المالك</a:t>
            </a:r>
          </a:p>
        </p:txBody>
      </p:sp>
      <p:sp>
        <p:nvSpPr>
          <p:cNvPr id="26" name="text-336">
            <a:extLst xmlns:a="http://schemas.openxmlformats.org/drawingml/2006/main">
              <a:ext uri="{FF2B5EF4-FFF2-40B4-BE49-F238E27FC236}">
                <a16:creationId xmlns:a16="http://schemas.microsoft.com/office/drawing/2014/main" id="{C8B7FC50-C3A2-4750-8E30-CDEF9DE6F825}"/>
              </a:ext>
            </a:extLst>
          </p:cNvPr>
          <p:cNvSpPr>
            <a:spLocks xmlns:a="http://schemas.openxmlformats.org/drawingml/2006/main" noGrp="1"/>
          </p:cNvSpPr>
          <p:nvPr/>
        </p:nvSpPr>
        <p:spPr>
          <a:xfrm xmlns:a="http://schemas.openxmlformats.org/drawingml/2006/main">
            <a:off x="10272568" y="3695700"/>
            <a:ext cx="1309832"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المتجاور</a:t>
            </a:r>
          </a:p>
        </p:txBody>
      </p:sp>
      <p:sp>
        <p:nvSpPr>
          <p:cNvPr id="27" name="text-337">
            <a:extLst xmlns:a="http://schemas.openxmlformats.org/drawingml/2006/main">
              <a:ext uri="{FF2B5EF4-FFF2-40B4-BE49-F238E27FC236}">
                <a16:creationId xmlns:a16="http://schemas.microsoft.com/office/drawing/2014/main" id="{4EAACF7E-92CA-499D-BD1F-6E6FCA99EA9D}"/>
              </a:ext>
            </a:extLst>
          </p:cNvPr>
          <p:cNvSpPr>
            <a:spLocks xmlns:a="http://schemas.openxmlformats.org/drawingml/2006/main" noGrp="1"/>
          </p:cNvSpPr>
          <p:nvPr/>
        </p:nvSpPr>
        <p:spPr>
          <a:xfrm xmlns:a="http://schemas.openxmlformats.org/drawingml/2006/main">
            <a:off x="9590441" y="3695700"/>
            <a:ext cx="606308"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في</a:t>
            </a:r>
          </a:p>
        </p:txBody>
      </p:sp>
      <p:sp>
        <p:nvSpPr>
          <p:cNvPr id="28" name="text-338">
            <a:extLst xmlns:a="http://schemas.openxmlformats.org/drawingml/2006/main">
              <a:ext uri="{FF2B5EF4-FFF2-40B4-BE49-F238E27FC236}">
                <a16:creationId xmlns:a16="http://schemas.microsoft.com/office/drawing/2014/main" id="{F5F5B673-DA6A-4529-B9EF-CD765409E026}"/>
              </a:ext>
            </a:extLst>
          </p:cNvPr>
          <p:cNvSpPr>
            <a:spLocks xmlns:a="http://schemas.openxmlformats.org/drawingml/2006/main" noGrp="1"/>
          </p:cNvSpPr>
          <p:nvPr/>
        </p:nvSpPr>
        <p:spPr>
          <a:xfrm xmlns:a="http://schemas.openxmlformats.org/drawingml/2006/main">
            <a:off x="8529904" y="3695700"/>
            <a:ext cx="984717"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1">
                <a:solidFill>
                  <a:srgbClr val="EDCA7E"/>
                </a:solidFill>
                <a:latin typeface="Tahoma"/>
                <a:ea typeface="Tahoma"/>
                <a:cs typeface="Tahoma"/>
              </a:defRPr>
            </a:pPr>
            <a:r>
              <a:rPr sz="2550" b="1">
                <a:solidFill>
                  <a:srgbClr val="EDCA7E"/>
                </a:solidFill>
                <a:latin typeface="Tahoma"/>
                <a:ea typeface="Tahoma"/>
                <a:cs typeface="Tahoma"/>
              </a:rPr>
              <a:t>القرآن</a:t>
            </a:r>
          </a:p>
        </p:txBody>
      </p:sp>
      <p:sp>
        <p:nvSpPr>
          <p:cNvPr id="29" name="text-339">
            <a:extLst xmlns:a="http://schemas.openxmlformats.org/drawingml/2006/main">
              <a:ext uri="{FF2B5EF4-FFF2-40B4-BE49-F238E27FC236}">
                <a16:creationId xmlns:a16="http://schemas.microsoft.com/office/drawing/2014/main" id="{1DF1C3D1-4D1D-4860-A129-8EB62E5E4919}"/>
              </a:ext>
            </a:extLst>
          </p:cNvPr>
          <p:cNvSpPr>
            <a:spLocks xmlns:a="http://schemas.openxmlformats.org/drawingml/2006/main" noGrp="1"/>
          </p:cNvSpPr>
          <p:nvPr/>
        </p:nvSpPr>
        <p:spPr>
          <a:xfrm xmlns:a="http://schemas.openxmlformats.org/drawingml/2006/main">
            <a:off x="11020330" y="4248150"/>
            <a:ext cx="56207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بحث</a:t>
            </a:r>
          </a:p>
        </p:txBody>
      </p:sp>
      <p:sp>
        <p:nvSpPr>
          <p:cNvPr id="30" name="text-340">
            <a:extLst xmlns:a="http://schemas.openxmlformats.org/drawingml/2006/main">
              <a:ext uri="{FF2B5EF4-FFF2-40B4-BE49-F238E27FC236}">
                <a16:creationId xmlns:a16="http://schemas.microsoft.com/office/drawing/2014/main" id="{B3002B39-9AFB-49D2-B87F-A4B95B3E8828}"/>
              </a:ext>
            </a:extLst>
          </p:cNvPr>
          <p:cNvSpPr>
            <a:spLocks xmlns:a="http://schemas.openxmlformats.org/drawingml/2006/main" noGrp="1"/>
          </p:cNvSpPr>
          <p:nvPr/>
        </p:nvSpPr>
        <p:spPr>
          <a:xfrm xmlns:a="http://schemas.openxmlformats.org/drawingml/2006/main">
            <a:off x="10161556" y="4248150"/>
            <a:ext cx="79152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منشور</a:t>
            </a:r>
          </a:p>
        </p:txBody>
      </p:sp>
      <p:sp>
        <p:nvSpPr>
          <p:cNvPr id="31" name="text-341">
            <a:extLst xmlns:a="http://schemas.openxmlformats.org/drawingml/2006/main">
              <a:ext uri="{FF2B5EF4-FFF2-40B4-BE49-F238E27FC236}">
                <a16:creationId xmlns:a16="http://schemas.microsoft.com/office/drawing/2014/main" id="{70BA62C2-1051-4D87-8B0A-48F446C579E6}"/>
              </a:ext>
            </a:extLst>
          </p:cNvPr>
          <p:cNvSpPr>
            <a:spLocks xmlns:a="http://schemas.openxmlformats.org/drawingml/2006/main" noGrp="1"/>
          </p:cNvSpPr>
          <p:nvPr/>
        </p:nvSpPr>
        <p:spPr>
          <a:xfrm xmlns:a="http://schemas.openxmlformats.org/drawingml/2006/main">
            <a:off x="9548432" y="4248150"/>
            <a:ext cx="54587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وأداة</a:t>
            </a:r>
          </a:p>
        </p:txBody>
      </p:sp>
      <p:sp>
        <p:nvSpPr>
          <p:cNvPr id="32" name="text-342">
            <a:extLst xmlns:a="http://schemas.openxmlformats.org/drawingml/2006/main">
              <a:ext uri="{FF2B5EF4-FFF2-40B4-BE49-F238E27FC236}">
                <a16:creationId xmlns:a16="http://schemas.microsoft.com/office/drawing/2014/main" id="{261ADB80-D795-4E90-A0FA-67745C1E7713}"/>
              </a:ext>
            </a:extLst>
          </p:cNvPr>
          <p:cNvSpPr>
            <a:spLocks xmlns:a="http://schemas.openxmlformats.org/drawingml/2006/main" noGrp="1"/>
          </p:cNvSpPr>
          <p:nvPr/>
        </p:nvSpPr>
        <p:spPr>
          <a:xfrm xmlns:a="http://schemas.openxmlformats.org/drawingml/2006/main">
            <a:off x="8862060" y="4248150"/>
            <a:ext cx="61912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تقارن</a:t>
            </a:r>
          </a:p>
        </p:txBody>
      </p:sp>
      <p:sp>
        <p:nvSpPr>
          <p:cNvPr id="33" name="text-343">
            <a:extLst xmlns:a="http://schemas.openxmlformats.org/drawingml/2006/main">
              <a:ext uri="{FF2B5EF4-FFF2-40B4-BE49-F238E27FC236}">
                <a16:creationId xmlns:a16="http://schemas.microsoft.com/office/drawing/2014/main" id="{3CE807C2-846B-477F-B749-B7030928EF88}"/>
              </a:ext>
            </a:extLst>
          </p:cNvPr>
          <p:cNvSpPr>
            <a:spLocks xmlns:a="http://schemas.openxmlformats.org/drawingml/2006/main" noGrp="1"/>
          </p:cNvSpPr>
          <p:nvPr/>
        </p:nvSpPr>
        <p:spPr>
          <a:xfrm xmlns:a="http://schemas.openxmlformats.org/drawingml/2006/main">
            <a:off x="8176355" y="4248150"/>
            <a:ext cx="61845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قرائن</a:t>
            </a:r>
          </a:p>
        </p:txBody>
      </p:sp>
      <p:sp>
        <p:nvSpPr>
          <p:cNvPr id="34" name="text-344">
            <a:extLst xmlns:a="http://schemas.openxmlformats.org/drawingml/2006/main">
              <a:ext uri="{FF2B5EF4-FFF2-40B4-BE49-F238E27FC236}">
                <a16:creationId xmlns:a16="http://schemas.microsoft.com/office/drawing/2014/main" id="{63C684DA-9BD4-4A20-B547-E95ADFAACD73}"/>
              </a:ext>
            </a:extLst>
          </p:cNvPr>
          <p:cNvSpPr>
            <a:spLocks xmlns:a="http://schemas.openxmlformats.org/drawingml/2006/main" noGrp="1"/>
          </p:cNvSpPr>
          <p:nvPr/>
        </p:nvSpPr>
        <p:spPr>
          <a:xfrm xmlns:a="http://schemas.openxmlformats.org/drawingml/2006/main">
            <a:off x="6907054" y="4248150"/>
            <a:ext cx="12020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الاستعمال</a:t>
            </a:r>
          </a:p>
        </p:txBody>
      </p:sp>
      <p:sp>
        <p:nvSpPr>
          <p:cNvPr id="35" name="text-345">
            <a:extLst xmlns:a="http://schemas.openxmlformats.org/drawingml/2006/main">
              <a:ext uri="{FF2B5EF4-FFF2-40B4-BE49-F238E27FC236}">
                <a16:creationId xmlns:a16="http://schemas.microsoft.com/office/drawing/2014/main" id="{26F09135-BF8C-4FB1-9F60-516BBC2E9006}"/>
              </a:ext>
            </a:extLst>
          </p:cNvPr>
          <p:cNvSpPr>
            <a:spLocks xmlns:a="http://schemas.openxmlformats.org/drawingml/2006/main" noGrp="1"/>
          </p:cNvSpPr>
          <p:nvPr/>
        </p:nvSpPr>
        <p:spPr>
          <a:xfrm xmlns:a="http://schemas.openxmlformats.org/drawingml/2006/main">
            <a:off x="5746433" y="4248150"/>
            <a:ext cx="109337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بالشواهد</a:t>
            </a:r>
          </a:p>
        </p:txBody>
      </p:sp>
      <p:sp>
        <p:nvSpPr>
          <p:cNvPr id="36" name="text-346">
            <a:extLst xmlns:a="http://schemas.openxmlformats.org/drawingml/2006/main">
              <a:ext uri="{FF2B5EF4-FFF2-40B4-BE49-F238E27FC236}">
                <a16:creationId xmlns:a16="http://schemas.microsoft.com/office/drawing/2014/main" id="{511C4C23-A9F7-4909-9858-B151ED3371B5}"/>
              </a:ext>
            </a:extLst>
          </p:cNvPr>
          <p:cNvSpPr>
            <a:spLocks xmlns:a="http://schemas.openxmlformats.org/drawingml/2006/main" noGrp="1"/>
          </p:cNvSpPr>
          <p:nvPr/>
        </p:nvSpPr>
        <p:spPr>
          <a:xfrm xmlns:a="http://schemas.openxmlformats.org/drawingml/2006/main">
            <a:off x="11058430" y="4953000"/>
            <a:ext cx="52397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طلب</a:t>
            </a:r>
          </a:p>
        </p:txBody>
      </p:sp>
      <p:sp>
        <p:nvSpPr>
          <p:cNvPr id="37" name="text-347">
            <a:extLst xmlns:a="http://schemas.openxmlformats.org/drawingml/2006/main">
              <a:ext uri="{FF2B5EF4-FFF2-40B4-BE49-F238E27FC236}">
                <a16:creationId xmlns:a16="http://schemas.microsoft.com/office/drawing/2014/main" id="{6CB4A7E1-38C7-4DFB-933B-DADCF9BCEE81}"/>
              </a:ext>
            </a:extLst>
          </p:cNvPr>
          <p:cNvSpPr>
            <a:spLocks xmlns:a="http://schemas.openxmlformats.org/drawingml/2006/main" noGrp="1"/>
          </p:cNvSpPr>
          <p:nvPr/>
        </p:nvSpPr>
        <p:spPr>
          <a:xfrm xmlns:a="http://schemas.openxmlformats.org/drawingml/2006/main">
            <a:off x="10263283" y="4953000"/>
            <a:ext cx="736759"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المنصة</a:t>
            </a:r>
          </a:p>
        </p:txBody>
      </p:sp>
      <p:sp>
        <p:nvSpPr>
          <p:cNvPr id="38" name="text-348">
            <a:extLst xmlns:a="http://schemas.openxmlformats.org/drawingml/2006/main">
              <a:ext uri="{FF2B5EF4-FFF2-40B4-BE49-F238E27FC236}">
                <a16:creationId xmlns:a16="http://schemas.microsoft.com/office/drawing/2014/main" id="{98EB3463-B6C2-428A-AEA4-8A68A6AE19CF}"/>
              </a:ext>
            </a:extLst>
          </p:cNvPr>
          <p:cNvSpPr>
            <a:spLocks xmlns:a="http://schemas.openxmlformats.org/drawingml/2006/main" noGrp="1"/>
          </p:cNvSpPr>
          <p:nvPr/>
        </p:nvSpPr>
        <p:spPr>
          <a:xfrm xmlns:a="http://schemas.openxmlformats.org/drawingml/2006/main">
            <a:off x="9386983" y="4953000"/>
            <a:ext cx="81791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مستقل</a:t>
            </a:r>
          </a:p>
        </p:txBody>
      </p:sp>
      <p:sp>
        <p:nvSpPr>
          <p:cNvPr id="39" name="text-349">
            <a:extLst xmlns:a="http://schemas.openxmlformats.org/drawingml/2006/main">
              <a:ext uri="{FF2B5EF4-FFF2-40B4-BE49-F238E27FC236}">
                <a16:creationId xmlns:a16="http://schemas.microsoft.com/office/drawing/2014/main" id="{2881ECF3-9139-405A-9B4D-E39FA420B7F2}"/>
              </a:ext>
            </a:extLst>
          </p:cNvPr>
          <p:cNvSpPr>
            <a:spLocks xmlns:a="http://schemas.openxmlformats.org/drawingml/2006/main" noGrp="1"/>
          </p:cNvSpPr>
          <p:nvPr/>
        </p:nvSpPr>
        <p:spPr>
          <a:xfrm xmlns:a="http://schemas.openxmlformats.org/drawingml/2006/main">
            <a:off x="609600" y="4953000"/>
            <a:ext cx="59055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78DAC1"/>
                </a:solidFill>
                <a:latin typeface="Tahoma"/>
                <a:ea typeface="Tahoma"/>
                <a:cs typeface="Tahoma"/>
              </a:defRPr>
            </a:pPr>
            <a:r>
              <a:rPr sz="1950" b="0">
                <a:solidFill>
                  <a:srgbClr val="78DAC1"/>
                </a:solidFill>
                <a:latin typeface="Tahoma"/>
                <a:ea typeface="Tahoma"/>
                <a:cs typeface="Tahoma"/>
              </a:rPr>
              <a:t>SA 1020261862</a:t>
            </a:r>
          </a:p>
        </p:txBody>
      </p:sp>
      <p:sp>
        <p:nvSpPr>
          <p:cNvPr id="40" name="text-350">
            <a:extLst xmlns:a="http://schemas.openxmlformats.org/drawingml/2006/main">
              <a:ext uri="{FF2B5EF4-FFF2-40B4-BE49-F238E27FC236}">
                <a16:creationId xmlns:a16="http://schemas.microsoft.com/office/drawing/2014/main" id="{7ACF0115-DBE3-4A20-B358-065FA89D54F2}"/>
              </a:ext>
            </a:extLst>
          </p:cNvPr>
          <p:cNvSpPr>
            <a:spLocks xmlns:a="http://schemas.openxmlformats.org/drawingml/2006/main" noGrp="1"/>
          </p:cNvSpPr>
          <p:nvPr/>
        </p:nvSpPr>
        <p:spPr>
          <a:xfrm xmlns:a="http://schemas.openxmlformats.org/drawingml/2006/main">
            <a:off x="11128057" y="5534025"/>
            <a:ext cx="454343"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أرقام</a:t>
            </a:r>
          </a:p>
        </p:txBody>
      </p:sp>
      <p:sp>
        <p:nvSpPr>
          <p:cNvPr id="41" name="text-351">
            <a:extLst xmlns:a="http://schemas.openxmlformats.org/drawingml/2006/main">
              <a:ext uri="{FF2B5EF4-FFF2-40B4-BE49-F238E27FC236}">
                <a16:creationId xmlns:a16="http://schemas.microsoft.com/office/drawing/2014/main" id="{5A239079-983B-463D-AD29-A9C5B8AE8A73}"/>
              </a:ext>
            </a:extLst>
          </p:cNvPr>
          <p:cNvSpPr>
            <a:spLocks xmlns:a="http://schemas.openxmlformats.org/drawingml/2006/main" noGrp="1"/>
          </p:cNvSpPr>
          <p:nvPr/>
        </p:nvSpPr>
        <p:spPr>
          <a:xfrm xmlns:a="http://schemas.openxmlformats.org/drawingml/2006/main">
            <a:off x="10497407" y="5534025"/>
            <a:ext cx="581216"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طلبات</a:t>
            </a:r>
          </a:p>
        </p:txBody>
      </p:sp>
      <p:sp>
        <p:nvSpPr>
          <p:cNvPr id="42" name="text-352">
            <a:extLst xmlns:a="http://schemas.openxmlformats.org/drawingml/2006/main">
              <a:ext uri="{FF2B5EF4-FFF2-40B4-BE49-F238E27FC236}">
                <a16:creationId xmlns:a16="http://schemas.microsoft.com/office/drawing/2014/main" id="{FF6B4F67-ADE2-4835-A219-31F096FBD094}"/>
              </a:ext>
            </a:extLst>
          </p:cNvPr>
          <p:cNvSpPr>
            <a:spLocks xmlns:a="http://schemas.openxmlformats.org/drawingml/2006/main" noGrp="1"/>
          </p:cNvSpPr>
          <p:nvPr/>
        </p:nvSpPr>
        <p:spPr>
          <a:xfrm xmlns:a="http://schemas.openxmlformats.org/drawingml/2006/main">
            <a:off x="10276522" y="5534025"/>
            <a:ext cx="171450"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لا</a:t>
            </a:r>
          </a:p>
        </p:txBody>
      </p:sp>
      <p:sp>
        <p:nvSpPr>
          <p:cNvPr id="43" name="text-353">
            <a:extLst xmlns:a="http://schemas.openxmlformats.org/drawingml/2006/main">
              <a:ext uri="{FF2B5EF4-FFF2-40B4-BE49-F238E27FC236}">
                <a16:creationId xmlns:a16="http://schemas.microsoft.com/office/drawing/2014/main" id="{FF9E88F2-C1CE-4305-98DE-E9F7DDC6765D}"/>
              </a:ext>
            </a:extLst>
          </p:cNvPr>
          <p:cNvSpPr>
            <a:spLocks xmlns:a="http://schemas.openxmlformats.org/drawingml/2006/main" noGrp="1"/>
          </p:cNvSpPr>
          <p:nvPr/>
        </p:nvSpPr>
        <p:spPr>
          <a:xfrm xmlns:a="http://schemas.openxmlformats.org/drawingml/2006/main">
            <a:off x="9755314" y="5534025"/>
            <a:ext cx="471773"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ادعاء</a:t>
            </a:r>
          </a:p>
        </p:txBody>
      </p:sp>
      <p:sp>
        <p:nvSpPr>
          <p:cNvPr id="44" name="text-354">
            <a:extLst xmlns:a="http://schemas.openxmlformats.org/drawingml/2006/main">
              <a:ext uri="{FF2B5EF4-FFF2-40B4-BE49-F238E27FC236}">
                <a16:creationId xmlns:a16="http://schemas.microsoft.com/office/drawing/2014/main" id="{0906350C-6D24-4C21-B70C-7B207870AAF5}"/>
              </a:ext>
            </a:extLst>
          </p:cNvPr>
          <p:cNvSpPr>
            <a:spLocks xmlns:a="http://schemas.openxmlformats.org/drawingml/2006/main" noGrp="1"/>
          </p:cNvSpPr>
          <p:nvPr/>
        </p:nvSpPr>
        <p:spPr>
          <a:xfrm xmlns:a="http://schemas.openxmlformats.org/drawingml/2006/main">
            <a:off x="9325832" y="5534025"/>
            <a:ext cx="38004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منح</a:t>
            </a:r>
          </a:p>
        </p:txBody>
      </p:sp>
      <p:sp>
        <p:nvSpPr>
          <p:cNvPr id="45" name="text-355">
            <a:extLst xmlns:a="http://schemas.openxmlformats.org/drawingml/2006/main">
              <a:ext uri="{FF2B5EF4-FFF2-40B4-BE49-F238E27FC236}">
                <a16:creationId xmlns:a16="http://schemas.microsoft.com/office/drawing/2014/main" id="{5D0542D9-419C-4E47-8495-951B634CAB6E}"/>
              </a:ext>
            </a:extLst>
          </p:cNvPr>
          <p:cNvSpPr>
            <a:spLocks xmlns:a="http://schemas.openxmlformats.org/drawingml/2006/main" noGrp="1"/>
          </p:cNvSpPr>
          <p:nvPr/>
        </p:nvSpPr>
        <p:spPr>
          <a:xfrm xmlns:a="http://schemas.openxmlformats.org/drawingml/2006/main">
            <a:off x="9160859" y="5534025"/>
            <a:ext cx="11553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a:t>
            </a:r>
          </a:p>
        </p:txBody>
      </p:sp>
      <p:sp>
        <p:nvSpPr>
          <p:cNvPr id="46" name="text-356">
            <a:extLst xmlns:a="http://schemas.openxmlformats.org/drawingml/2006/main">
              <a:ext uri="{FF2B5EF4-FFF2-40B4-BE49-F238E27FC236}">
                <a16:creationId xmlns:a16="http://schemas.microsoft.com/office/drawing/2014/main" id="{D0E3B5C5-3713-4835-8972-0A46FD3FEAD0}"/>
              </a:ext>
            </a:extLst>
          </p:cNvPr>
          <p:cNvSpPr>
            <a:spLocks xmlns:a="http://schemas.openxmlformats.org/drawingml/2006/main" noGrp="1"/>
          </p:cNvSpPr>
          <p:nvPr/>
        </p:nvSpPr>
        <p:spPr>
          <a:xfrm xmlns:a="http://schemas.openxmlformats.org/drawingml/2006/main">
            <a:off x="8597265" y="5534025"/>
            <a:ext cx="514159"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الأدلة</a:t>
            </a:r>
          </a:p>
        </p:txBody>
      </p:sp>
      <p:sp>
        <p:nvSpPr>
          <p:cNvPr id="47" name="text-357">
            <a:extLst xmlns:a="http://schemas.openxmlformats.org/drawingml/2006/main">
              <a:ext uri="{FF2B5EF4-FFF2-40B4-BE49-F238E27FC236}">
                <a16:creationId xmlns:a16="http://schemas.microsoft.com/office/drawing/2014/main" id="{50AA9729-1BF7-4F38-8FD4-9577C8971A53}"/>
              </a:ext>
            </a:extLst>
          </p:cNvPr>
          <p:cNvSpPr>
            <a:spLocks xmlns:a="http://schemas.openxmlformats.org/drawingml/2006/main" noGrp="1"/>
          </p:cNvSpPr>
          <p:nvPr/>
        </p:nvSpPr>
        <p:spPr>
          <a:xfrm xmlns:a="http://schemas.openxmlformats.org/drawingml/2006/main">
            <a:off x="7754112" y="5534025"/>
            <a:ext cx="793718"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والمراجع</a:t>
            </a:r>
          </a:p>
        </p:txBody>
      </p:sp>
      <p:sp>
        <p:nvSpPr>
          <p:cNvPr id="48" name="text-358">
            <a:extLst xmlns:a="http://schemas.openxmlformats.org/drawingml/2006/main">
              <a:ext uri="{FF2B5EF4-FFF2-40B4-BE49-F238E27FC236}">
                <a16:creationId xmlns:a16="http://schemas.microsoft.com/office/drawing/2014/main" id="{49687903-5F2C-49B4-9D21-B1C7A33BDBEA}"/>
              </a:ext>
            </a:extLst>
          </p:cNvPr>
          <p:cNvSpPr>
            <a:spLocks xmlns:a="http://schemas.openxmlformats.org/drawingml/2006/main" noGrp="1"/>
          </p:cNvSpPr>
          <p:nvPr/>
        </p:nvSpPr>
        <p:spPr>
          <a:xfrm xmlns:a="http://schemas.openxmlformats.org/drawingml/2006/main">
            <a:off x="7358253" y="5534025"/>
            <a:ext cx="346424"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في</a:t>
            </a:r>
          </a:p>
        </p:txBody>
      </p:sp>
      <p:sp>
        <p:nvSpPr>
          <p:cNvPr id="49" name="text-359">
            <a:extLst xmlns:a="http://schemas.openxmlformats.org/drawingml/2006/main">
              <a:ext uri="{FF2B5EF4-FFF2-40B4-BE49-F238E27FC236}">
                <a16:creationId xmlns:a16="http://schemas.microsoft.com/office/drawing/2014/main" id="{2E149FF2-0661-4A59-A028-BD6A0AFB1FB9}"/>
              </a:ext>
            </a:extLst>
          </p:cNvPr>
          <p:cNvSpPr>
            <a:spLocks xmlns:a="http://schemas.openxmlformats.org/drawingml/2006/main" noGrp="1"/>
          </p:cNvSpPr>
          <p:nvPr/>
        </p:nvSpPr>
        <p:spPr>
          <a:xfrm xmlns:a="http://schemas.openxmlformats.org/drawingml/2006/main">
            <a:off x="6719506" y="5534025"/>
            <a:ext cx="589312"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صفحة</a:t>
            </a:r>
          </a:p>
        </p:txBody>
      </p:sp>
      <p:sp>
        <p:nvSpPr>
          <p:cNvPr id="50" name="text-360">
            <a:extLst xmlns:a="http://schemas.openxmlformats.org/drawingml/2006/main">
              <a:ext uri="{FF2B5EF4-FFF2-40B4-BE49-F238E27FC236}">
                <a16:creationId xmlns:a16="http://schemas.microsoft.com/office/drawing/2014/main" id="{320DAF7A-3ACD-4394-8475-EB5033451084}"/>
              </a:ext>
            </a:extLst>
          </p:cNvPr>
          <p:cNvSpPr>
            <a:spLocks xmlns:a="http://schemas.openxmlformats.org/drawingml/2006/main" noGrp="1"/>
          </p:cNvSpPr>
          <p:nvPr/>
        </p:nvSpPr>
        <p:spPr>
          <a:xfrm xmlns:a="http://schemas.openxmlformats.org/drawingml/2006/main">
            <a:off x="6046851" y="5534025"/>
            <a:ext cx="623221" cy="45672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725" b="0">
                <a:solidFill>
                  <a:srgbClr val="B9CEC4"/>
                </a:solidFill>
                <a:latin typeface="Tahoma"/>
                <a:ea typeface="Tahoma"/>
                <a:cs typeface="Tahoma"/>
              </a:defRPr>
            </a:pPr>
            <a:r>
              <a:rPr sz="1725" b="0">
                <a:solidFill>
                  <a:srgbClr val="B9CEC4"/>
                </a:solidFill>
                <a:latin typeface="Tahoma"/>
                <a:ea typeface="Tahoma"/>
                <a:cs typeface="Tahoma"/>
              </a:rPr>
              <a:t>الابتكار</a:t>
            </a:r>
          </a:p>
        </p:txBody>
      </p:sp>
    </p:spTree>
    <p:extLst>
      <p:ext uri="{BB962C8B-B14F-4D97-AF65-F5344CB8AC3E}">
        <p14:creationId xmlns:p14="http://schemas.microsoft.com/office/powerpoint/2010/main" val="390945750"/>
      </p:ext>
    </p:extLst>
  </p:cSld>
</p:sld>
</file>

<file path=ppt/slides/slide10.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9" name="text-361">
            <a:extLst xmlns:a="http://schemas.openxmlformats.org/drawingml/2006/main">
              <a:ext uri="{FF2B5EF4-FFF2-40B4-BE49-F238E27FC236}">
                <a16:creationId xmlns:a16="http://schemas.microsoft.com/office/drawing/2014/main" id="{44FC28BB-6C69-452E-AE0F-530C60560933}"/>
              </a:ext>
            </a:extLst>
          </p:cNvPr>
          <p:cNvSpPr>
            <a:spLocks xmlns:a="http://schemas.openxmlformats.org/drawingml/2006/main" noGrp="1"/>
          </p:cNvSpPr>
          <p:nvPr/>
        </p:nvSpPr>
        <p:spPr>
          <a:xfrm xmlns:a="http://schemas.openxmlformats.org/drawingml/2006/main">
            <a:off x="10431163" y="457200"/>
            <a:ext cx="115123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أدوات</a:t>
            </a:r>
          </a:p>
        </p:txBody>
      </p:sp>
      <p:sp>
        <p:nvSpPr>
          <p:cNvPr id="2" name="text-362">
            <a:extLst xmlns:a="http://schemas.openxmlformats.org/drawingml/2006/main">
              <a:ext uri="{FF2B5EF4-FFF2-40B4-BE49-F238E27FC236}">
                <a16:creationId xmlns:a16="http://schemas.microsoft.com/office/drawing/2014/main" id="{D87ABF70-B427-4033-8FE2-3CEF25BA15BB}"/>
              </a:ext>
            </a:extLst>
          </p:cNvPr>
          <p:cNvSpPr>
            <a:spLocks xmlns:a="http://schemas.openxmlformats.org/drawingml/2006/main" noGrp="1"/>
          </p:cNvSpPr>
          <p:nvPr/>
        </p:nvSpPr>
        <p:spPr>
          <a:xfrm xmlns:a="http://schemas.openxmlformats.org/drawingml/2006/main">
            <a:off x="9371137" y="457200"/>
            <a:ext cx="959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تعين</a:t>
            </a:r>
          </a:p>
        </p:txBody>
      </p:sp>
      <p:sp>
        <p:nvSpPr>
          <p:cNvPr id="3" name="text-363">
            <a:extLst xmlns:a="http://schemas.openxmlformats.org/drawingml/2006/main">
              <a:ext uri="{FF2B5EF4-FFF2-40B4-BE49-F238E27FC236}">
                <a16:creationId xmlns:a16="http://schemas.microsoft.com/office/drawing/2014/main" id="{979D349C-3902-4EFF-BD76-6FCF3E2F2986}"/>
              </a:ext>
            </a:extLst>
          </p:cNvPr>
          <p:cNvSpPr>
            <a:spLocks xmlns:a="http://schemas.openxmlformats.org/drawingml/2006/main" noGrp="1"/>
          </p:cNvSpPr>
          <p:nvPr/>
        </p:nvSpPr>
        <p:spPr>
          <a:xfrm xmlns:a="http://schemas.openxmlformats.org/drawingml/2006/main">
            <a:off x="8309625" y="457200"/>
            <a:ext cx="96054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على</a:t>
            </a:r>
          </a:p>
        </p:txBody>
      </p:sp>
      <p:sp>
        <p:nvSpPr>
          <p:cNvPr id="4" name="text-364">
            <a:extLst xmlns:a="http://schemas.openxmlformats.org/drawingml/2006/main">
              <a:ext uri="{FF2B5EF4-FFF2-40B4-BE49-F238E27FC236}">
                <a16:creationId xmlns:a16="http://schemas.microsoft.com/office/drawing/2014/main" id="{39C8A316-CEE8-4422-BEEF-99C46120F70E}"/>
              </a:ext>
            </a:extLst>
          </p:cNvPr>
          <p:cNvSpPr>
            <a:spLocks xmlns:a="http://schemas.openxmlformats.org/drawingml/2006/main" noGrp="1"/>
          </p:cNvSpPr>
          <p:nvPr/>
        </p:nvSpPr>
        <p:spPr>
          <a:xfrm xmlns:a="http://schemas.openxmlformats.org/drawingml/2006/main">
            <a:off x="7090509" y="457200"/>
            <a:ext cx="11181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الفهم</a:t>
            </a:r>
          </a:p>
        </p:txBody>
      </p:sp>
      <p:sp>
        <p:nvSpPr>
          <p:cNvPr id="5" name="text-365">
            <a:extLst xmlns:a="http://schemas.openxmlformats.org/drawingml/2006/main">
              <a:ext uri="{FF2B5EF4-FFF2-40B4-BE49-F238E27FC236}">
                <a16:creationId xmlns:a16="http://schemas.microsoft.com/office/drawing/2014/main" id="{28D360F3-FF49-4FE6-84B3-237143926275}"/>
              </a:ext>
            </a:extLst>
          </p:cNvPr>
          <p:cNvSpPr>
            <a:spLocks xmlns:a="http://schemas.openxmlformats.org/drawingml/2006/main" noGrp="1"/>
          </p:cNvSpPr>
          <p:nvPr/>
        </p:nvSpPr>
        <p:spPr>
          <a:xfrm xmlns:a="http://schemas.openxmlformats.org/drawingml/2006/main">
            <a:off x="5271981" y="457200"/>
            <a:ext cx="171756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والتحقق</a:t>
            </a:r>
          </a:p>
        </p:txBody>
      </p:sp>
      <p:sp>
        <p:nvSpPr>
          <p:cNvPr id="6" name="shape-366">
            <a:extLst xmlns:a="http://schemas.openxmlformats.org/drawingml/2006/main">
              <a:ext uri="{FF2B5EF4-FFF2-40B4-BE49-F238E27FC236}">
                <a16:creationId xmlns:a16="http://schemas.microsoft.com/office/drawing/2014/main" id="{DC45A0FD-F0AF-4FF6-905E-D50DAE49614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367">
            <a:extLst xmlns:a="http://schemas.openxmlformats.org/drawingml/2006/main">
              <a:ext uri="{FF2B5EF4-FFF2-40B4-BE49-F238E27FC236}">
                <a16:creationId xmlns:a16="http://schemas.microsoft.com/office/drawing/2014/main" id="{438B9B5A-D204-4F31-8612-11FBD6F99A01}"/>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368">
            <a:extLst xmlns:a="http://schemas.openxmlformats.org/drawingml/2006/main">
              <a:ext uri="{FF2B5EF4-FFF2-40B4-BE49-F238E27FC236}">
                <a16:creationId xmlns:a16="http://schemas.microsoft.com/office/drawing/2014/main" id="{6050842C-B524-4616-B7DB-A10196EA2B08}"/>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369">
            <a:extLst xmlns:a="http://schemas.openxmlformats.org/drawingml/2006/main">
              <a:ext uri="{FF2B5EF4-FFF2-40B4-BE49-F238E27FC236}">
                <a16:creationId xmlns:a16="http://schemas.microsoft.com/office/drawing/2014/main" id="{5B73BD36-5187-427D-8A07-B7E48DA43F2F}"/>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370">
            <a:extLst xmlns:a="http://schemas.openxmlformats.org/drawingml/2006/main">
              <a:ext uri="{FF2B5EF4-FFF2-40B4-BE49-F238E27FC236}">
                <a16:creationId xmlns:a16="http://schemas.microsoft.com/office/drawing/2014/main" id="{787AAA39-17CA-4526-8D39-D1A087E0E836}"/>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371">
            <a:extLst xmlns:a="http://schemas.openxmlformats.org/drawingml/2006/main">
              <a:ext uri="{FF2B5EF4-FFF2-40B4-BE49-F238E27FC236}">
                <a16:creationId xmlns:a16="http://schemas.microsoft.com/office/drawing/2014/main" id="{C6448FD5-3D06-4D74-87A9-FAAC2AE859EA}"/>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372">
            <a:extLst xmlns:a="http://schemas.openxmlformats.org/drawingml/2006/main">
              <a:ext uri="{FF2B5EF4-FFF2-40B4-BE49-F238E27FC236}">
                <a16:creationId xmlns:a16="http://schemas.microsoft.com/office/drawing/2014/main" id="{1933053F-E8D4-4139-87FA-C3C81295B23F}"/>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373">
            <a:extLst xmlns:a="http://schemas.openxmlformats.org/drawingml/2006/main">
              <a:ext uri="{FF2B5EF4-FFF2-40B4-BE49-F238E27FC236}">
                <a16:creationId xmlns:a16="http://schemas.microsoft.com/office/drawing/2014/main" id="{29E99635-F7C0-41D5-936E-71BF3DA40D38}"/>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10</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3bcd94ba77f544d4"/>
          <a:stretch xmlns:a="http://schemas.openxmlformats.org/drawingml/2006/main"/>
        </p:blipFill>
        <p:spPr>
          <a:xfrm xmlns:a="http://schemas.openxmlformats.org/drawingml/2006/main">
            <a:off x="610658" y="1619250"/>
            <a:ext cx="6570133" cy="3695700"/>
          </a:xfrm>
          <a:prstGeom xmlns:a="http://schemas.openxmlformats.org/drawingml/2006/main" prst="rect">
            <a:avLst/>
          </a:prstGeom>
        </p:spPr>
      </p:pic>
      <p:sp>
        <p:nvSpPr>
          <p:cNvPr id="15" name="text-374">
            <a:extLst xmlns:a="http://schemas.openxmlformats.org/drawingml/2006/main">
              <a:ext uri="{FF2B5EF4-FFF2-40B4-BE49-F238E27FC236}">
                <a16:creationId xmlns:a16="http://schemas.microsoft.com/office/drawing/2014/main" id="{54B993D7-C295-4FE0-A51B-608C01A66D70}"/>
              </a:ext>
            </a:extLst>
          </p:cNvPr>
          <p:cNvSpPr>
            <a:spLocks xmlns:a="http://schemas.openxmlformats.org/drawingml/2006/main" noGrp="1"/>
          </p:cNvSpPr>
          <p:nvPr/>
        </p:nvSpPr>
        <p:spPr>
          <a:xfrm xmlns:a="http://schemas.openxmlformats.org/drawingml/2006/main">
            <a:off x="10282375" y="1552575"/>
            <a:ext cx="1300025"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الفرائض</a:t>
            </a:r>
          </a:p>
        </p:txBody>
      </p:sp>
      <p:sp>
        <p:nvSpPr>
          <p:cNvPr id="16" name="text-375">
            <a:extLst xmlns:a="http://schemas.openxmlformats.org/drawingml/2006/main">
              <a:ext uri="{FF2B5EF4-FFF2-40B4-BE49-F238E27FC236}">
                <a16:creationId xmlns:a16="http://schemas.microsoft.com/office/drawing/2014/main" id="{3AE00CA1-CA85-4B8B-B720-99AA64A9EFCD}"/>
              </a:ext>
            </a:extLst>
          </p:cNvPr>
          <p:cNvSpPr>
            <a:spLocks xmlns:a="http://schemas.openxmlformats.org/drawingml/2006/main" noGrp="1"/>
          </p:cNvSpPr>
          <p:nvPr/>
        </p:nvSpPr>
        <p:spPr>
          <a:xfrm xmlns:a="http://schemas.openxmlformats.org/drawingml/2006/main">
            <a:off x="10975086" y="2143125"/>
            <a:ext cx="60731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أنصبة</a:t>
            </a:r>
          </a:p>
        </p:txBody>
      </p:sp>
      <p:sp>
        <p:nvSpPr>
          <p:cNvPr id="17" name="text-376">
            <a:extLst xmlns:a="http://schemas.openxmlformats.org/drawingml/2006/main">
              <a:ext uri="{FF2B5EF4-FFF2-40B4-BE49-F238E27FC236}">
                <a16:creationId xmlns:a16="http://schemas.microsoft.com/office/drawing/2014/main" id="{4AF0B5BC-318B-4E64-BAC4-2AFB4950399C}"/>
              </a:ext>
            </a:extLst>
          </p:cNvPr>
          <p:cNvSpPr>
            <a:spLocks xmlns:a="http://schemas.openxmlformats.org/drawingml/2006/main" noGrp="1"/>
          </p:cNvSpPr>
          <p:nvPr/>
        </p:nvSpPr>
        <p:spPr>
          <a:xfrm xmlns:a="http://schemas.openxmlformats.org/drawingml/2006/main">
            <a:off x="10248043" y="2143125"/>
            <a:ext cx="665702"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ومبالغ</a:t>
            </a:r>
          </a:p>
        </p:txBody>
      </p:sp>
      <p:sp>
        <p:nvSpPr>
          <p:cNvPr id="18" name="text-377">
            <a:extLst xmlns:a="http://schemas.openxmlformats.org/drawingml/2006/main">
              <a:ext uri="{FF2B5EF4-FFF2-40B4-BE49-F238E27FC236}">
                <a16:creationId xmlns:a16="http://schemas.microsoft.com/office/drawing/2014/main" id="{F8787ABA-C070-468B-9421-F8879DB94FB7}"/>
              </a:ext>
            </a:extLst>
          </p:cNvPr>
          <p:cNvSpPr>
            <a:spLocks xmlns:a="http://schemas.openxmlformats.org/drawingml/2006/main" noGrp="1"/>
          </p:cNvSpPr>
          <p:nvPr/>
        </p:nvSpPr>
        <p:spPr>
          <a:xfrm xmlns:a="http://schemas.openxmlformats.org/drawingml/2006/main">
            <a:off x="9866852" y="2143125"/>
            <a:ext cx="319849"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مع</a:t>
            </a:r>
          </a:p>
        </p:txBody>
      </p:sp>
      <p:sp>
        <p:nvSpPr>
          <p:cNvPr id="19" name="text-378">
            <a:extLst xmlns:a="http://schemas.openxmlformats.org/drawingml/2006/main">
              <a:ext uri="{FF2B5EF4-FFF2-40B4-BE49-F238E27FC236}">
                <a16:creationId xmlns:a16="http://schemas.microsoft.com/office/drawing/2014/main" id="{B7AA9DBD-AB98-420D-87B9-4CB0F22AAC3B}"/>
              </a:ext>
            </a:extLst>
          </p:cNvPr>
          <p:cNvSpPr>
            <a:spLocks xmlns:a="http://schemas.openxmlformats.org/drawingml/2006/main" noGrp="1"/>
          </p:cNvSpPr>
          <p:nvPr/>
        </p:nvSpPr>
        <p:spPr>
          <a:xfrm xmlns:a="http://schemas.openxmlformats.org/drawingml/2006/main">
            <a:off x="9298686" y="2143125"/>
            <a:ext cx="50682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دليل</a:t>
            </a:r>
          </a:p>
        </p:txBody>
      </p:sp>
      <p:sp>
        <p:nvSpPr>
          <p:cNvPr id="20" name="text-379">
            <a:extLst xmlns:a="http://schemas.openxmlformats.org/drawingml/2006/main">
              <a:ext uri="{FF2B5EF4-FFF2-40B4-BE49-F238E27FC236}">
                <a16:creationId xmlns:a16="http://schemas.microsoft.com/office/drawing/2014/main" id="{0B4C0DC7-DE60-4EE5-B6D3-18B936C7BA13}"/>
              </a:ext>
            </a:extLst>
          </p:cNvPr>
          <p:cNvSpPr>
            <a:spLocks xmlns:a="http://schemas.openxmlformats.org/drawingml/2006/main" noGrp="1"/>
          </p:cNvSpPr>
          <p:nvPr/>
        </p:nvSpPr>
        <p:spPr>
          <a:xfrm xmlns:a="http://schemas.openxmlformats.org/drawingml/2006/main">
            <a:off x="9845322" y="3114675"/>
            <a:ext cx="173707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الاشتقاقات</a:t>
            </a:r>
          </a:p>
        </p:txBody>
      </p:sp>
      <p:sp>
        <p:nvSpPr>
          <p:cNvPr id="21" name="text-380">
            <a:extLst xmlns:a="http://schemas.openxmlformats.org/drawingml/2006/main">
              <a:ext uri="{FF2B5EF4-FFF2-40B4-BE49-F238E27FC236}">
                <a16:creationId xmlns:a16="http://schemas.microsoft.com/office/drawing/2014/main" id="{06414CB9-8D14-4E85-B1D4-98F6D7C6373F}"/>
              </a:ext>
            </a:extLst>
          </p:cNvPr>
          <p:cNvSpPr>
            <a:spLocks xmlns:a="http://schemas.openxmlformats.org/drawingml/2006/main" noGrp="1"/>
          </p:cNvSpPr>
          <p:nvPr/>
        </p:nvSpPr>
        <p:spPr>
          <a:xfrm xmlns:a="http://schemas.openxmlformats.org/drawingml/2006/main">
            <a:off x="11219593" y="3705225"/>
            <a:ext cx="36280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من</a:t>
            </a:r>
          </a:p>
        </p:txBody>
      </p:sp>
      <p:sp>
        <p:nvSpPr>
          <p:cNvPr id="22" name="text-381">
            <a:extLst xmlns:a="http://schemas.openxmlformats.org/drawingml/2006/main">
              <a:ext uri="{FF2B5EF4-FFF2-40B4-BE49-F238E27FC236}">
                <a16:creationId xmlns:a16="http://schemas.microsoft.com/office/drawing/2014/main" id="{A0AC555E-BD76-429C-BE5E-638D827D7AFB}"/>
              </a:ext>
            </a:extLst>
          </p:cNvPr>
          <p:cNvSpPr>
            <a:spLocks xmlns:a="http://schemas.openxmlformats.org/drawingml/2006/main" noGrp="1"/>
          </p:cNvSpPr>
          <p:nvPr/>
        </p:nvSpPr>
        <p:spPr>
          <a:xfrm xmlns:a="http://schemas.openxmlformats.org/drawingml/2006/main">
            <a:off x="10601039" y="3705225"/>
            <a:ext cx="55721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العدد</a:t>
            </a:r>
          </a:p>
        </p:txBody>
      </p:sp>
      <p:sp>
        <p:nvSpPr>
          <p:cNvPr id="23" name="text-382">
            <a:extLst xmlns:a="http://schemas.openxmlformats.org/drawingml/2006/main">
              <a:ext uri="{FF2B5EF4-FFF2-40B4-BE49-F238E27FC236}">
                <a16:creationId xmlns:a16="http://schemas.microsoft.com/office/drawing/2014/main" id="{120EFCD3-5F47-4261-AB48-58C9E3F022ED}"/>
              </a:ext>
            </a:extLst>
          </p:cNvPr>
          <p:cNvSpPr>
            <a:spLocks xmlns:a="http://schemas.openxmlformats.org/drawingml/2006/main" noGrp="1"/>
          </p:cNvSpPr>
          <p:nvPr/>
        </p:nvSpPr>
        <p:spPr>
          <a:xfrm xmlns:a="http://schemas.openxmlformats.org/drawingml/2006/main">
            <a:off x="10110978" y="3705225"/>
            <a:ext cx="428720"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إلى</a:t>
            </a:r>
          </a:p>
        </p:txBody>
      </p:sp>
      <p:sp>
        <p:nvSpPr>
          <p:cNvPr id="24" name="text-383">
            <a:extLst xmlns:a="http://schemas.openxmlformats.org/drawingml/2006/main">
              <a:ext uri="{FF2B5EF4-FFF2-40B4-BE49-F238E27FC236}">
                <a16:creationId xmlns:a16="http://schemas.microsoft.com/office/drawing/2014/main" id="{13E689FB-917A-44D8-AFFC-F513E699F83F}"/>
              </a:ext>
            </a:extLst>
          </p:cNvPr>
          <p:cNvSpPr>
            <a:spLocks xmlns:a="http://schemas.openxmlformats.org/drawingml/2006/main" noGrp="1"/>
          </p:cNvSpPr>
          <p:nvPr/>
        </p:nvSpPr>
        <p:spPr>
          <a:xfrm xmlns:a="http://schemas.openxmlformats.org/drawingml/2006/main">
            <a:off x="9420701" y="3705225"/>
            <a:ext cx="628936"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موضع</a:t>
            </a:r>
          </a:p>
        </p:txBody>
      </p:sp>
      <p:sp>
        <p:nvSpPr>
          <p:cNvPr id="25" name="text-384">
            <a:extLst xmlns:a="http://schemas.openxmlformats.org/drawingml/2006/main">
              <a:ext uri="{FF2B5EF4-FFF2-40B4-BE49-F238E27FC236}">
                <a16:creationId xmlns:a16="http://schemas.microsoft.com/office/drawing/2014/main" id="{349FAF69-1236-4FBC-AD40-5145F696E9E4}"/>
              </a:ext>
            </a:extLst>
          </p:cNvPr>
          <p:cNvSpPr>
            <a:spLocks xmlns:a="http://schemas.openxmlformats.org/drawingml/2006/main" noGrp="1"/>
          </p:cNvSpPr>
          <p:nvPr/>
        </p:nvSpPr>
        <p:spPr>
          <a:xfrm xmlns:a="http://schemas.openxmlformats.org/drawingml/2006/main">
            <a:off x="8524875" y="3705225"/>
            <a:ext cx="8344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F1F5ED"/>
                </a:solidFill>
                <a:latin typeface="Tahoma"/>
                <a:ea typeface="Tahoma"/>
                <a:cs typeface="Tahoma"/>
              </a:defRPr>
            </a:pPr>
            <a:r>
              <a:rPr sz="2025" b="0">
                <a:solidFill>
                  <a:srgbClr val="F1F5ED"/>
                </a:solidFill>
                <a:latin typeface="Tahoma"/>
                <a:ea typeface="Tahoma"/>
                <a:cs typeface="Tahoma"/>
              </a:rPr>
              <a:t>الشاهد</a:t>
            </a:r>
          </a:p>
        </p:txBody>
      </p:sp>
      <p:sp>
        <p:nvSpPr>
          <p:cNvPr id="26" name="text-385">
            <a:extLst xmlns:a="http://schemas.openxmlformats.org/drawingml/2006/main">
              <a:ext uri="{FF2B5EF4-FFF2-40B4-BE49-F238E27FC236}">
                <a16:creationId xmlns:a16="http://schemas.microsoft.com/office/drawing/2014/main" id="{2545C104-1A01-4FC1-9EC9-36D34310CA54}"/>
              </a:ext>
            </a:extLst>
          </p:cNvPr>
          <p:cNvSpPr>
            <a:spLocks xmlns:a="http://schemas.openxmlformats.org/drawingml/2006/main" noGrp="1"/>
          </p:cNvSpPr>
          <p:nvPr/>
        </p:nvSpPr>
        <p:spPr>
          <a:xfrm xmlns:a="http://schemas.openxmlformats.org/drawingml/2006/main">
            <a:off x="10719816" y="4838700"/>
            <a:ext cx="862584"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التفسير</a:t>
            </a:r>
          </a:p>
        </p:txBody>
      </p:sp>
      <p:sp>
        <p:nvSpPr>
          <p:cNvPr id="27" name="text-386">
            <a:extLst xmlns:a="http://schemas.openxmlformats.org/drawingml/2006/main">
              <a:ext uri="{FF2B5EF4-FFF2-40B4-BE49-F238E27FC236}">
                <a16:creationId xmlns:a16="http://schemas.microsoft.com/office/drawing/2014/main" id="{D22535C7-7DD5-4F25-AEA4-749C01B6DF50}"/>
              </a:ext>
            </a:extLst>
          </p:cNvPr>
          <p:cNvSpPr>
            <a:spLocks xmlns:a="http://schemas.openxmlformats.org/drawingml/2006/main" noGrp="1"/>
          </p:cNvSpPr>
          <p:nvPr/>
        </p:nvSpPr>
        <p:spPr>
          <a:xfrm xmlns:a="http://schemas.openxmlformats.org/drawingml/2006/main">
            <a:off x="9750647" y="4838700"/>
            <a:ext cx="907828"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والحديث</a:t>
            </a:r>
          </a:p>
        </p:txBody>
      </p:sp>
      <p:sp>
        <p:nvSpPr>
          <p:cNvPr id="28" name="text-387">
            <a:extLst xmlns:a="http://schemas.openxmlformats.org/drawingml/2006/main">
              <a:ext uri="{FF2B5EF4-FFF2-40B4-BE49-F238E27FC236}">
                <a16:creationId xmlns:a16="http://schemas.microsoft.com/office/drawing/2014/main" id="{BAF4D39F-4D26-4491-B08D-90E5348FDACA}"/>
              </a:ext>
            </a:extLst>
          </p:cNvPr>
          <p:cNvSpPr>
            <a:spLocks xmlns:a="http://schemas.openxmlformats.org/drawingml/2006/main" noGrp="1"/>
          </p:cNvSpPr>
          <p:nvPr/>
        </p:nvSpPr>
        <p:spPr>
          <a:xfrm xmlns:a="http://schemas.openxmlformats.org/drawingml/2006/main">
            <a:off x="8934069" y="4838700"/>
            <a:ext cx="75523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78DAC1"/>
                </a:solidFill>
                <a:latin typeface="Tahoma"/>
                <a:ea typeface="Tahoma"/>
                <a:cs typeface="Tahoma"/>
              </a:defRPr>
            </a:pPr>
            <a:r>
              <a:rPr sz="2025" b="0">
                <a:solidFill>
                  <a:srgbClr val="78DAC1"/>
                </a:solidFill>
                <a:latin typeface="Tahoma"/>
                <a:ea typeface="Tahoma"/>
                <a:cs typeface="Tahoma"/>
              </a:rPr>
              <a:t>والمزيد</a:t>
            </a:r>
          </a:p>
        </p:txBody>
      </p:sp>
    </p:spTree>
    <p:extLst>
      <p:ext uri="{BB962C8B-B14F-4D97-AF65-F5344CB8AC3E}">
        <p14:creationId xmlns:p14="http://schemas.microsoft.com/office/powerpoint/2010/main" val="1156992838"/>
      </p:ext>
    </p:extLst>
  </p:cSld>
</p:sld>
</file>

<file path=ppt/slides/slide11.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5" name="text-388">
            <a:extLst xmlns:a="http://schemas.openxmlformats.org/drawingml/2006/main">
              <a:ext uri="{FF2B5EF4-FFF2-40B4-BE49-F238E27FC236}">
                <a16:creationId xmlns:a16="http://schemas.microsoft.com/office/drawing/2014/main" id="{5FBE6BAE-527F-4EF6-950B-CA70A2B80240}"/>
              </a:ext>
            </a:extLst>
          </p:cNvPr>
          <p:cNvSpPr>
            <a:spLocks xmlns:a="http://schemas.openxmlformats.org/drawingml/2006/main" noGrp="1"/>
          </p:cNvSpPr>
          <p:nvPr/>
        </p:nvSpPr>
        <p:spPr>
          <a:xfrm xmlns:a="http://schemas.openxmlformats.org/drawingml/2006/main">
            <a:off x="9565279" y="457200"/>
            <a:ext cx="201712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التخصيص</a:t>
            </a:r>
          </a:p>
        </p:txBody>
      </p:sp>
      <p:sp>
        <p:nvSpPr>
          <p:cNvPr id="2" name="text-389">
            <a:extLst xmlns:a="http://schemas.openxmlformats.org/drawingml/2006/main">
              <a:ext uri="{FF2B5EF4-FFF2-40B4-BE49-F238E27FC236}">
                <a16:creationId xmlns:a16="http://schemas.microsoft.com/office/drawing/2014/main" id="{62834B03-D650-4BA8-AB1C-3B6B711B076C}"/>
              </a:ext>
            </a:extLst>
          </p:cNvPr>
          <p:cNvSpPr>
            <a:spLocks xmlns:a="http://schemas.openxmlformats.org/drawingml/2006/main" noGrp="1"/>
          </p:cNvSpPr>
          <p:nvPr/>
        </p:nvSpPr>
        <p:spPr>
          <a:xfrm xmlns:a="http://schemas.openxmlformats.org/drawingml/2006/main">
            <a:off x="7683254" y="457200"/>
            <a:ext cx="178106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المعرفي</a:t>
            </a:r>
          </a:p>
        </p:txBody>
      </p:sp>
      <p:sp>
        <p:nvSpPr>
          <p:cNvPr id="3" name="text-390">
            <a:extLst xmlns:a="http://schemas.openxmlformats.org/drawingml/2006/main">
              <a:ext uri="{FF2B5EF4-FFF2-40B4-BE49-F238E27FC236}">
                <a16:creationId xmlns:a16="http://schemas.microsoft.com/office/drawing/2014/main" id="{AA11120A-A4B3-4FE7-9173-242D17EBD0A2}"/>
              </a:ext>
            </a:extLst>
          </p:cNvPr>
          <p:cNvSpPr>
            <a:spLocks xmlns:a="http://schemas.openxmlformats.org/drawingml/2006/main" noGrp="1"/>
          </p:cNvSpPr>
          <p:nvPr/>
        </p:nvSpPr>
        <p:spPr>
          <a:xfrm xmlns:a="http://schemas.openxmlformats.org/drawingml/2006/main">
            <a:off x="6593708" y="457200"/>
            <a:ext cx="98858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بأدلة</a:t>
            </a:r>
          </a:p>
        </p:txBody>
      </p:sp>
      <p:sp>
        <p:nvSpPr>
          <p:cNvPr id="4" name="text-391">
            <a:extLst xmlns:a="http://schemas.openxmlformats.org/drawingml/2006/main">
              <a:ext uri="{FF2B5EF4-FFF2-40B4-BE49-F238E27FC236}">
                <a16:creationId xmlns:a16="http://schemas.microsoft.com/office/drawing/2014/main" id="{65CAF5F6-2A27-4A8E-B87A-73E84E44EE52}"/>
              </a:ext>
            </a:extLst>
          </p:cNvPr>
          <p:cNvSpPr>
            <a:spLocks xmlns:a="http://schemas.openxmlformats.org/drawingml/2006/main" noGrp="1"/>
          </p:cNvSpPr>
          <p:nvPr/>
        </p:nvSpPr>
        <p:spPr>
          <a:xfrm xmlns:a="http://schemas.openxmlformats.org/drawingml/2006/main">
            <a:off x="5484350" y="457200"/>
            <a:ext cx="10083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قابلة</a:t>
            </a:r>
          </a:p>
        </p:txBody>
      </p:sp>
      <p:sp>
        <p:nvSpPr>
          <p:cNvPr id="5" name="text-392">
            <a:extLst xmlns:a="http://schemas.openxmlformats.org/drawingml/2006/main">
              <a:ext uri="{FF2B5EF4-FFF2-40B4-BE49-F238E27FC236}">
                <a16:creationId xmlns:a16="http://schemas.microsoft.com/office/drawing/2014/main" id="{0B5CFA90-77C9-4338-B4A9-983A87305724}"/>
              </a:ext>
            </a:extLst>
          </p:cNvPr>
          <p:cNvSpPr>
            <a:spLocks xmlns:a="http://schemas.openxmlformats.org/drawingml/2006/main" noGrp="1"/>
          </p:cNvSpPr>
          <p:nvPr/>
        </p:nvSpPr>
        <p:spPr>
          <a:xfrm xmlns:a="http://schemas.openxmlformats.org/drawingml/2006/main">
            <a:off x="3837988" y="457200"/>
            <a:ext cx="1545397"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للفحص</a:t>
            </a:r>
          </a:p>
        </p:txBody>
      </p:sp>
      <p:sp>
        <p:nvSpPr>
          <p:cNvPr id="6" name="shape-393">
            <a:extLst xmlns:a="http://schemas.openxmlformats.org/drawingml/2006/main">
              <a:ext uri="{FF2B5EF4-FFF2-40B4-BE49-F238E27FC236}">
                <a16:creationId xmlns:a16="http://schemas.microsoft.com/office/drawing/2014/main" id="{E30E4719-BE34-498D-9D70-301A85D090F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394">
            <a:extLst xmlns:a="http://schemas.openxmlformats.org/drawingml/2006/main">
              <a:ext uri="{FF2B5EF4-FFF2-40B4-BE49-F238E27FC236}">
                <a16:creationId xmlns:a16="http://schemas.microsoft.com/office/drawing/2014/main" id="{C41D2CFE-84C0-4291-8FBE-0A2033FA47CB}"/>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395">
            <a:extLst xmlns:a="http://schemas.openxmlformats.org/drawingml/2006/main">
              <a:ext uri="{FF2B5EF4-FFF2-40B4-BE49-F238E27FC236}">
                <a16:creationId xmlns:a16="http://schemas.microsoft.com/office/drawing/2014/main" id="{4C4DAFAD-68C7-49E7-B68B-680B6FFF950D}"/>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396">
            <a:extLst xmlns:a="http://schemas.openxmlformats.org/drawingml/2006/main">
              <a:ext uri="{FF2B5EF4-FFF2-40B4-BE49-F238E27FC236}">
                <a16:creationId xmlns:a16="http://schemas.microsoft.com/office/drawing/2014/main" id="{85088BAF-C09A-498D-9737-DD653B3878D1}"/>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397">
            <a:extLst xmlns:a="http://schemas.openxmlformats.org/drawingml/2006/main">
              <a:ext uri="{FF2B5EF4-FFF2-40B4-BE49-F238E27FC236}">
                <a16:creationId xmlns:a16="http://schemas.microsoft.com/office/drawing/2014/main" id="{AAB28B4D-C9C4-4E19-AE5C-A184BFCEB3D4}"/>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398">
            <a:extLst xmlns:a="http://schemas.openxmlformats.org/drawingml/2006/main">
              <a:ext uri="{FF2B5EF4-FFF2-40B4-BE49-F238E27FC236}">
                <a16:creationId xmlns:a16="http://schemas.microsoft.com/office/drawing/2014/main" id="{23D72A91-A3A3-4056-AC2C-9FEABB8E3E6C}"/>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399">
            <a:extLst xmlns:a="http://schemas.openxmlformats.org/drawingml/2006/main">
              <a:ext uri="{FF2B5EF4-FFF2-40B4-BE49-F238E27FC236}">
                <a16:creationId xmlns:a16="http://schemas.microsoft.com/office/drawing/2014/main" id="{9E51988F-3A6C-4A6F-940B-B9682A2A5336}"/>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00">
            <a:extLst xmlns:a="http://schemas.openxmlformats.org/drawingml/2006/main">
              <a:ext uri="{FF2B5EF4-FFF2-40B4-BE49-F238E27FC236}">
                <a16:creationId xmlns:a16="http://schemas.microsoft.com/office/drawing/2014/main" id="{9D0F4645-3500-4C54-8619-549CAF425D02}"/>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11</a:t>
            </a:r>
          </a:p>
        </p:txBody>
      </p:sp>
      <p:sp>
        <p:nvSpPr>
          <p:cNvPr id="14" name="text-401">
            <a:extLst xmlns:a="http://schemas.openxmlformats.org/drawingml/2006/main">
              <a:ext uri="{FF2B5EF4-FFF2-40B4-BE49-F238E27FC236}">
                <a16:creationId xmlns:a16="http://schemas.microsoft.com/office/drawing/2014/main" id="{DD2F6749-B060-465C-8728-CA48BA5A1713}"/>
              </a:ext>
            </a:extLst>
          </p:cNvPr>
          <p:cNvSpPr>
            <a:spLocks xmlns:a="http://schemas.openxmlformats.org/drawingml/2006/main" noGrp="1"/>
          </p:cNvSpPr>
          <p:nvPr/>
        </p:nvSpPr>
        <p:spPr>
          <a:xfrm xmlns:a="http://schemas.openxmlformats.org/drawingml/2006/main">
            <a:off x="8956358" y="1647825"/>
            <a:ext cx="2626043"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٢٠٬٦٢٢</a:t>
            </a:r>
          </a:p>
        </p:txBody>
      </p:sp>
      <p:sp>
        <p:nvSpPr>
          <p:cNvPr id="15" name="text-402">
            <a:extLst xmlns:a="http://schemas.openxmlformats.org/drawingml/2006/main">
              <a:ext uri="{FF2B5EF4-FFF2-40B4-BE49-F238E27FC236}">
                <a16:creationId xmlns:a16="http://schemas.microsoft.com/office/drawing/2014/main" id="{3C81267A-9556-482A-AAF8-FA514D5633F9}"/>
              </a:ext>
            </a:extLst>
          </p:cNvPr>
          <p:cNvSpPr>
            <a:spLocks xmlns:a="http://schemas.openxmlformats.org/drawingml/2006/main" noGrp="1"/>
          </p:cNvSpPr>
          <p:nvPr/>
        </p:nvSpPr>
        <p:spPr>
          <a:xfrm xmlns:a="http://schemas.openxmlformats.org/drawingml/2006/main">
            <a:off x="10966132" y="2714625"/>
            <a:ext cx="61626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وحدة</a:t>
            </a:r>
          </a:p>
        </p:txBody>
      </p:sp>
      <p:sp>
        <p:nvSpPr>
          <p:cNvPr id="16" name="text-403">
            <a:extLst xmlns:a="http://schemas.openxmlformats.org/drawingml/2006/main">
              <a:ext uri="{FF2B5EF4-FFF2-40B4-BE49-F238E27FC236}">
                <a16:creationId xmlns:a16="http://schemas.microsoft.com/office/drawing/2014/main" id="{F6EE80C9-C3EE-4F24-AC5F-627288D2016E}"/>
              </a:ext>
            </a:extLst>
          </p:cNvPr>
          <p:cNvSpPr>
            <a:spLocks xmlns:a="http://schemas.openxmlformats.org/drawingml/2006/main" noGrp="1"/>
          </p:cNvSpPr>
          <p:nvPr/>
        </p:nvSpPr>
        <p:spPr>
          <a:xfrm xmlns:a="http://schemas.openxmlformats.org/drawingml/2006/main">
            <a:off x="10472071" y="2714625"/>
            <a:ext cx="42681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في</a:t>
            </a:r>
          </a:p>
        </p:txBody>
      </p:sp>
      <p:sp>
        <p:nvSpPr>
          <p:cNvPr id="17" name="text-404">
            <a:extLst xmlns:a="http://schemas.openxmlformats.org/drawingml/2006/main">
              <a:ext uri="{FF2B5EF4-FFF2-40B4-BE49-F238E27FC236}">
                <a16:creationId xmlns:a16="http://schemas.microsoft.com/office/drawing/2014/main" id="{6113C2B4-3B80-4B89-9AA3-0388BE284336}"/>
              </a:ext>
            </a:extLst>
          </p:cNvPr>
          <p:cNvSpPr>
            <a:spLocks xmlns:a="http://schemas.openxmlformats.org/drawingml/2006/main" noGrp="1"/>
          </p:cNvSpPr>
          <p:nvPr/>
        </p:nvSpPr>
        <p:spPr>
          <a:xfrm xmlns:a="http://schemas.openxmlformats.org/drawingml/2006/main">
            <a:off x="9750457" y="2714625"/>
            <a:ext cx="65436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إيصال</a:t>
            </a:r>
          </a:p>
        </p:txBody>
      </p:sp>
      <p:sp>
        <p:nvSpPr>
          <p:cNvPr id="18" name="text-405">
            <a:extLst xmlns:a="http://schemas.openxmlformats.org/drawingml/2006/main">
              <a:ext uri="{FF2B5EF4-FFF2-40B4-BE49-F238E27FC236}">
                <a16:creationId xmlns:a16="http://schemas.microsoft.com/office/drawing/2014/main" id="{85072706-34E1-4110-9780-8C21C5AD9B73}"/>
              </a:ext>
            </a:extLst>
          </p:cNvPr>
          <p:cNvSpPr>
            <a:spLocks xmlns:a="http://schemas.openxmlformats.org/drawingml/2006/main" noGrp="1"/>
          </p:cNvSpPr>
          <p:nvPr/>
        </p:nvSpPr>
        <p:spPr>
          <a:xfrm xmlns:a="http://schemas.openxmlformats.org/drawingml/2006/main">
            <a:off x="8883301" y="2714625"/>
            <a:ext cx="7999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تضمين</a:t>
            </a:r>
          </a:p>
        </p:txBody>
      </p:sp>
      <p:sp>
        <p:nvSpPr>
          <p:cNvPr id="19" name="text-406">
            <a:extLst xmlns:a="http://schemas.openxmlformats.org/drawingml/2006/main">
              <a:ext uri="{FF2B5EF4-FFF2-40B4-BE49-F238E27FC236}">
                <a16:creationId xmlns:a16="http://schemas.microsoft.com/office/drawing/2014/main" id="{64F6BD81-4A42-4836-AB41-F02900304EEE}"/>
              </a:ext>
            </a:extLst>
          </p:cNvPr>
          <p:cNvSpPr>
            <a:spLocks xmlns:a="http://schemas.openxmlformats.org/drawingml/2006/main" noGrp="1"/>
          </p:cNvSpPr>
          <p:nvPr/>
        </p:nvSpPr>
        <p:spPr>
          <a:xfrm xmlns:a="http://schemas.openxmlformats.org/drawingml/2006/main">
            <a:off x="7978426" y="2714625"/>
            <a:ext cx="8376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تاريخي</a:t>
            </a:r>
          </a:p>
        </p:txBody>
      </p:sp>
      <p:sp>
        <p:nvSpPr>
          <p:cNvPr id="20" name="text-407">
            <a:extLst xmlns:a="http://schemas.openxmlformats.org/drawingml/2006/main">
              <a:ext uri="{FF2B5EF4-FFF2-40B4-BE49-F238E27FC236}">
                <a16:creationId xmlns:a16="http://schemas.microsoft.com/office/drawing/2014/main" id="{D7402246-2957-4002-A93A-7AD7DEBF93D0}"/>
              </a:ext>
            </a:extLst>
          </p:cNvPr>
          <p:cNvSpPr>
            <a:spLocks xmlns:a="http://schemas.openxmlformats.org/drawingml/2006/main" noGrp="1"/>
          </p:cNvSpPr>
          <p:nvPr/>
        </p:nvSpPr>
        <p:spPr>
          <a:xfrm xmlns:a="http://schemas.openxmlformats.org/drawingml/2006/main">
            <a:off x="10878979" y="3362325"/>
            <a:ext cx="70342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فهرس</a:t>
            </a:r>
          </a:p>
        </p:txBody>
      </p:sp>
      <p:sp>
        <p:nvSpPr>
          <p:cNvPr id="21" name="text-408">
            <a:extLst xmlns:a="http://schemas.openxmlformats.org/drawingml/2006/main">
              <a:ext uri="{FF2B5EF4-FFF2-40B4-BE49-F238E27FC236}">
                <a16:creationId xmlns:a16="http://schemas.microsoft.com/office/drawing/2014/main" id="{0D835A11-1996-44CB-BBBB-AA21FB458CEB}"/>
              </a:ext>
            </a:extLst>
          </p:cNvPr>
          <p:cNvSpPr>
            <a:spLocks xmlns:a="http://schemas.openxmlformats.org/drawingml/2006/main" noGrp="1"/>
          </p:cNvSpPr>
          <p:nvPr/>
        </p:nvSpPr>
        <p:spPr>
          <a:xfrm xmlns:a="http://schemas.openxmlformats.org/drawingml/2006/main">
            <a:off x="9958197" y="3362325"/>
            <a:ext cx="859441"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متجهات</a:t>
            </a:r>
          </a:p>
        </p:txBody>
      </p:sp>
      <p:sp>
        <p:nvSpPr>
          <p:cNvPr id="22" name="text-409">
            <a:extLst xmlns:a="http://schemas.openxmlformats.org/drawingml/2006/main">
              <a:ext uri="{FF2B5EF4-FFF2-40B4-BE49-F238E27FC236}">
                <a16:creationId xmlns:a16="http://schemas.microsoft.com/office/drawing/2014/main" id="{CF31D3AE-EE71-4E7E-B54E-46755FE342CD}"/>
              </a:ext>
            </a:extLst>
          </p:cNvPr>
          <p:cNvSpPr>
            <a:spLocks xmlns:a="http://schemas.openxmlformats.org/drawingml/2006/main" noGrp="1"/>
          </p:cNvSpPr>
          <p:nvPr/>
        </p:nvSpPr>
        <p:spPr>
          <a:xfrm xmlns:a="http://schemas.openxmlformats.org/drawingml/2006/main">
            <a:off x="9086183" y="3362325"/>
            <a:ext cx="810673"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وفهرس</a:t>
            </a:r>
          </a:p>
        </p:txBody>
      </p:sp>
      <p:sp>
        <p:nvSpPr>
          <p:cNvPr id="23" name="text-410">
            <a:extLst xmlns:a="http://schemas.openxmlformats.org/drawingml/2006/main">
              <a:ext uri="{FF2B5EF4-FFF2-40B4-BE49-F238E27FC236}">
                <a16:creationId xmlns:a16="http://schemas.microsoft.com/office/drawing/2014/main" id="{DF1F4545-D57B-4384-8A53-FF2881BD9517}"/>
              </a:ext>
            </a:extLst>
          </p:cNvPr>
          <p:cNvSpPr>
            <a:spLocks xmlns:a="http://schemas.openxmlformats.org/drawingml/2006/main" noGrp="1"/>
          </p:cNvSpPr>
          <p:nvPr/>
        </p:nvSpPr>
        <p:spPr>
          <a:xfrm xmlns:a="http://schemas.openxmlformats.org/drawingml/2006/main">
            <a:off x="8461058" y="3362325"/>
            <a:ext cx="563785"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نصي</a:t>
            </a:r>
          </a:p>
        </p:txBody>
      </p:sp>
      <p:sp>
        <p:nvSpPr>
          <p:cNvPr id="24" name="text-411">
            <a:extLst xmlns:a="http://schemas.openxmlformats.org/drawingml/2006/main">
              <a:ext uri="{FF2B5EF4-FFF2-40B4-BE49-F238E27FC236}">
                <a16:creationId xmlns:a16="http://schemas.microsoft.com/office/drawing/2014/main" id="{DEFD52AE-24E6-496D-99ED-C7E89F0C4ED0}"/>
              </a:ext>
            </a:extLst>
          </p:cNvPr>
          <p:cNvSpPr>
            <a:spLocks xmlns:a="http://schemas.openxmlformats.org/drawingml/2006/main" noGrp="1"/>
          </p:cNvSpPr>
          <p:nvPr/>
        </p:nvSpPr>
        <p:spPr>
          <a:xfrm xmlns:a="http://schemas.openxmlformats.org/drawingml/2006/main">
            <a:off x="7713250" y="3362325"/>
            <a:ext cx="686467" cy="51958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025" b="0">
                <a:solidFill>
                  <a:srgbClr val="B9CEC4"/>
                </a:solidFill>
                <a:latin typeface="Tahoma"/>
                <a:ea typeface="Tahoma"/>
                <a:cs typeface="Tahoma"/>
              </a:defRPr>
            </a:pPr>
            <a:r>
              <a:rPr sz="2025" b="0">
                <a:solidFill>
                  <a:srgbClr val="B9CEC4"/>
                </a:solidFill>
                <a:latin typeface="Tahoma"/>
                <a:ea typeface="Tahoma"/>
                <a:cs typeface="Tahoma"/>
              </a:rPr>
              <a:t>مثبتان</a:t>
            </a:r>
          </a:p>
        </p:txBody>
      </p:sp>
      <p:sp>
        <p:nvSpPr>
          <p:cNvPr id="25" name="text-412">
            <a:extLst xmlns:a="http://schemas.openxmlformats.org/drawingml/2006/main">
              <a:ext uri="{FF2B5EF4-FFF2-40B4-BE49-F238E27FC236}">
                <a16:creationId xmlns:a16="http://schemas.microsoft.com/office/drawing/2014/main" id="{6C78F3B8-AB56-4BFA-86DD-83FE21BFA894}"/>
              </a:ext>
            </a:extLst>
          </p:cNvPr>
          <p:cNvSpPr>
            <a:spLocks xmlns:a="http://schemas.openxmlformats.org/drawingml/2006/main" noGrp="1"/>
          </p:cNvSpPr>
          <p:nvPr/>
        </p:nvSpPr>
        <p:spPr>
          <a:xfrm xmlns:a="http://schemas.openxmlformats.org/drawingml/2006/main">
            <a:off x="4203916" y="1647825"/>
            <a:ext cx="977684" cy="128968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5700" b="1">
                <a:solidFill>
                  <a:srgbClr val="EDCA7E"/>
                </a:solidFill>
                <a:latin typeface="Tahoma"/>
                <a:ea typeface="Tahoma"/>
                <a:cs typeface="Tahoma"/>
              </a:defRPr>
            </a:pPr>
            <a:r>
              <a:rPr sz="5700" b="1">
                <a:solidFill>
                  <a:srgbClr val="EDCA7E"/>
                </a:solidFill>
                <a:latin typeface="Tahoma"/>
                <a:ea typeface="Tahoma"/>
                <a:cs typeface="Tahoma"/>
              </a:rPr>
              <a:t>٢٣</a:t>
            </a:r>
          </a:p>
        </p:txBody>
      </p:sp>
      <p:sp>
        <p:nvSpPr>
          <p:cNvPr id="26" name="text-413">
            <a:extLst xmlns:a="http://schemas.openxmlformats.org/drawingml/2006/main">
              <a:ext uri="{FF2B5EF4-FFF2-40B4-BE49-F238E27FC236}">
                <a16:creationId xmlns:a16="http://schemas.microsoft.com/office/drawing/2014/main" id="{DAD56BBD-0F6D-427E-9AB4-4E6DF65875A2}"/>
              </a:ext>
            </a:extLst>
          </p:cNvPr>
          <p:cNvSpPr>
            <a:spLocks xmlns:a="http://schemas.openxmlformats.org/drawingml/2006/main" noGrp="1"/>
          </p:cNvSpPr>
          <p:nvPr/>
        </p:nvSpPr>
        <p:spPr>
          <a:xfrm xmlns:a="http://schemas.openxmlformats.org/drawingml/2006/main">
            <a:off x="4655820" y="2714625"/>
            <a:ext cx="52578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مثالًا</a:t>
            </a:r>
          </a:p>
        </p:txBody>
      </p:sp>
      <p:sp>
        <p:nvSpPr>
          <p:cNvPr id="27" name="text-414">
            <a:extLst xmlns:a="http://schemas.openxmlformats.org/drawingml/2006/main">
              <a:ext uri="{FF2B5EF4-FFF2-40B4-BE49-F238E27FC236}">
                <a16:creationId xmlns:a16="http://schemas.microsoft.com/office/drawing/2014/main" id="{F2E861AF-63D6-457D-AB30-48E314F09EA1}"/>
              </a:ext>
            </a:extLst>
          </p:cNvPr>
          <p:cNvSpPr>
            <a:spLocks xmlns:a="http://schemas.openxmlformats.org/drawingml/2006/main" noGrp="1"/>
          </p:cNvSpPr>
          <p:nvPr/>
        </p:nvSpPr>
        <p:spPr>
          <a:xfrm xmlns:a="http://schemas.openxmlformats.org/drawingml/2006/main">
            <a:off x="3801142" y="2714625"/>
            <a:ext cx="78743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منتقى</a:t>
            </a:r>
          </a:p>
        </p:txBody>
      </p:sp>
      <p:sp>
        <p:nvSpPr>
          <p:cNvPr id="28" name="text-415">
            <a:extLst xmlns:a="http://schemas.openxmlformats.org/drawingml/2006/main">
              <a:ext uri="{FF2B5EF4-FFF2-40B4-BE49-F238E27FC236}">
                <a16:creationId xmlns:a16="http://schemas.microsoft.com/office/drawing/2014/main" id="{E5D32350-BE65-46E0-9E71-89D1E055CA00}"/>
              </a:ext>
            </a:extLst>
          </p:cNvPr>
          <p:cNvSpPr>
            <a:spLocks xmlns:a="http://schemas.openxmlformats.org/drawingml/2006/main" noGrp="1"/>
          </p:cNvSpPr>
          <p:nvPr/>
        </p:nvSpPr>
        <p:spPr>
          <a:xfrm xmlns:a="http://schemas.openxmlformats.org/drawingml/2006/main">
            <a:off x="3346990" y="2714625"/>
            <a:ext cx="38690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من</a:t>
            </a:r>
          </a:p>
        </p:txBody>
      </p:sp>
      <p:sp>
        <p:nvSpPr>
          <p:cNvPr id="29" name="text-416">
            <a:extLst xmlns:a="http://schemas.openxmlformats.org/drawingml/2006/main">
              <a:ext uri="{FF2B5EF4-FFF2-40B4-BE49-F238E27FC236}">
                <a16:creationId xmlns:a16="http://schemas.microsoft.com/office/drawing/2014/main" id="{E40BB594-78D1-4AC9-A703-73C216401F1D}"/>
              </a:ext>
            </a:extLst>
          </p:cNvPr>
          <p:cNvSpPr>
            <a:spLocks xmlns:a="http://schemas.openxmlformats.org/drawingml/2006/main" noGrp="1"/>
          </p:cNvSpPr>
          <p:nvPr/>
        </p:nvSpPr>
        <p:spPr>
          <a:xfrm xmlns:a="http://schemas.openxmlformats.org/drawingml/2006/main">
            <a:off x="2346103" y="2714625"/>
            <a:ext cx="93364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تخصيص</a:t>
            </a:r>
          </a:p>
        </p:txBody>
      </p:sp>
      <p:sp>
        <p:nvSpPr>
          <p:cNvPr id="30" name="text-417">
            <a:extLst xmlns:a="http://schemas.openxmlformats.org/drawingml/2006/main">
              <a:ext uri="{FF2B5EF4-FFF2-40B4-BE49-F238E27FC236}">
                <a16:creationId xmlns:a16="http://schemas.microsoft.com/office/drawing/2014/main" id="{669BA20B-AB90-4312-ADCD-2C9FA22439EA}"/>
              </a:ext>
            </a:extLst>
          </p:cNvPr>
          <p:cNvSpPr>
            <a:spLocks xmlns:a="http://schemas.openxmlformats.org/drawingml/2006/main" noGrp="1"/>
          </p:cNvSpPr>
          <p:nvPr/>
        </p:nvSpPr>
        <p:spPr>
          <a:xfrm xmlns:a="http://schemas.openxmlformats.org/drawingml/2006/main">
            <a:off x="1744028" y="2714625"/>
            <a:ext cx="534829"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النية</a:t>
            </a:r>
          </a:p>
        </p:txBody>
      </p:sp>
      <p:sp>
        <p:nvSpPr>
          <p:cNvPr id="31" name="text-418">
            <a:extLst xmlns:a="http://schemas.openxmlformats.org/drawingml/2006/main">
              <a:ext uri="{FF2B5EF4-FFF2-40B4-BE49-F238E27FC236}">
                <a16:creationId xmlns:a16="http://schemas.microsoft.com/office/drawing/2014/main" id="{DCA3596F-57BC-43D3-88B9-8DD76A476133}"/>
              </a:ext>
            </a:extLst>
          </p:cNvPr>
          <p:cNvSpPr>
            <a:spLocks xmlns:a="http://schemas.openxmlformats.org/drawingml/2006/main" noGrp="1"/>
          </p:cNvSpPr>
          <p:nvPr/>
        </p:nvSpPr>
        <p:spPr>
          <a:xfrm xmlns:a="http://schemas.openxmlformats.org/drawingml/2006/main">
            <a:off x="4872133" y="3362325"/>
            <a:ext cx="30946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a:t>
            </a:r>
          </a:p>
        </p:txBody>
      </p:sp>
      <p:sp>
        <p:nvSpPr>
          <p:cNvPr id="32" name="text-419">
            <a:extLst xmlns:a="http://schemas.openxmlformats.org/drawingml/2006/main">
              <a:ext uri="{FF2B5EF4-FFF2-40B4-BE49-F238E27FC236}">
                <a16:creationId xmlns:a16="http://schemas.microsoft.com/office/drawing/2014/main" id="{6914FDCC-3530-40E9-81E4-068C105625F5}"/>
              </a:ext>
            </a:extLst>
          </p:cNvPr>
          <p:cNvSpPr>
            <a:spLocks xmlns:a="http://schemas.openxmlformats.org/drawingml/2006/main" noGrp="1"/>
          </p:cNvSpPr>
          <p:nvPr/>
        </p:nvSpPr>
        <p:spPr>
          <a:xfrm xmlns:a="http://schemas.openxmlformats.org/drawingml/2006/main">
            <a:off x="4226433" y="3362325"/>
            <a:ext cx="587311"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منشأ</a:t>
            </a:r>
          </a:p>
        </p:txBody>
      </p:sp>
      <p:sp>
        <p:nvSpPr>
          <p:cNvPr id="33" name="text-420">
            <a:extLst xmlns:a="http://schemas.openxmlformats.org/drawingml/2006/main">
              <a:ext uri="{FF2B5EF4-FFF2-40B4-BE49-F238E27FC236}">
                <a16:creationId xmlns:a16="http://schemas.microsoft.com/office/drawing/2014/main" id="{9238777E-E6EC-494E-9C7E-38581FFE9571}"/>
              </a:ext>
            </a:extLst>
          </p:cNvPr>
          <p:cNvSpPr>
            <a:spLocks xmlns:a="http://schemas.openxmlformats.org/drawingml/2006/main" noGrp="1"/>
          </p:cNvSpPr>
          <p:nvPr/>
        </p:nvSpPr>
        <p:spPr>
          <a:xfrm xmlns:a="http://schemas.openxmlformats.org/drawingml/2006/main">
            <a:off x="3605879" y="3362325"/>
            <a:ext cx="56216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واضح</a:t>
            </a:r>
          </a:p>
        </p:txBody>
      </p:sp>
      <p:sp>
        <p:nvSpPr>
          <p:cNvPr id="34" name="text-421">
            <a:extLst xmlns:a="http://schemas.openxmlformats.org/drawingml/2006/main">
              <a:ext uri="{FF2B5EF4-FFF2-40B4-BE49-F238E27FC236}">
                <a16:creationId xmlns:a16="http://schemas.microsoft.com/office/drawing/2014/main" id="{2AB69499-C8C6-4DCE-8055-D40D3F875560}"/>
              </a:ext>
            </a:extLst>
          </p:cNvPr>
          <p:cNvSpPr>
            <a:spLocks xmlns:a="http://schemas.openxmlformats.org/drawingml/2006/main" noGrp="1"/>
          </p:cNvSpPr>
          <p:nvPr/>
        </p:nvSpPr>
        <p:spPr>
          <a:xfrm xmlns:a="http://schemas.openxmlformats.org/drawingml/2006/main">
            <a:off x="2933891" y="3362325"/>
            <a:ext cx="61360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ونتائج</a:t>
            </a:r>
          </a:p>
        </p:txBody>
      </p:sp>
      <p:sp>
        <p:nvSpPr>
          <p:cNvPr id="35" name="text-422">
            <a:extLst xmlns:a="http://schemas.openxmlformats.org/drawingml/2006/main">
              <a:ext uri="{FF2B5EF4-FFF2-40B4-BE49-F238E27FC236}">
                <a16:creationId xmlns:a16="http://schemas.microsoft.com/office/drawing/2014/main" id="{8D624544-1A3D-49E5-8CCC-F18EE4FCFFFE}"/>
              </a:ext>
            </a:extLst>
          </p:cNvPr>
          <p:cNvSpPr>
            <a:spLocks xmlns:a="http://schemas.openxmlformats.org/drawingml/2006/main" noGrp="1"/>
          </p:cNvSpPr>
          <p:nvPr/>
        </p:nvSpPr>
        <p:spPr>
          <a:xfrm xmlns:a="http://schemas.openxmlformats.org/drawingml/2006/main">
            <a:off x="2216563" y="3362325"/>
            <a:ext cx="658940"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وحدود</a:t>
            </a:r>
          </a:p>
        </p:txBody>
      </p:sp>
      <p:sp>
        <p:nvSpPr>
          <p:cNvPr id="36" name="text-423">
            <a:extLst xmlns:a="http://schemas.openxmlformats.org/drawingml/2006/main">
              <a:ext uri="{FF2B5EF4-FFF2-40B4-BE49-F238E27FC236}">
                <a16:creationId xmlns:a16="http://schemas.microsoft.com/office/drawing/2014/main" id="{8205EAA6-D093-4320-AE34-B69546100214}"/>
              </a:ext>
            </a:extLst>
          </p:cNvPr>
          <p:cNvSpPr>
            <a:spLocks xmlns:a="http://schemas.openxmlformats.org/drawingml/2006/main" noGrp="1"/>
          </p:cNvSpPr>
          <p:nvPr/>
        </p:nvSpPr>
        <p:spPr>
          <a:xfrm xmlns:a="http://schemas.openxmlformats.org/drawingml/2006/main">
            <a:off x="1558100" y="3362325"/>
            <a:ext cx="60007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معلنة</a:t>
            </a:r>
          </a:p>
        </p:txBody>
      </p:sp>
      <p:sp>
        <p:nvSpPr>
          <p:cNvPr id="37" name="text-424">
            <a:extLst xmlns:a="http://schemas.openxmlformats.org/drawingml/2006/main">
              <a:ext uri="{FF2B5EF4-FFF2-40B4-BE49-F238E27FC236}">
                <a16:creationId xmlns:a16="http://schemas.microsoft.com/office/drawing/2014/main" id="{963920D3-3754-4C2D-832C-014556C975DE}"/>
              </a:ext>
            </a:extLst>
          </p:cNvPr>
          <p:cNvSpPr>
            <a:spLocks xmlns:a="http://schemas.openxmlformats.org/drawingml/2006/main" noGrp="1"/>
          </p:cNvSpPr>
          <p:nvPr/>
        </p:nvSpPr>
        <p:spPr>
          <a:xfrm xmlns:a="http://schemas.openxmlformats.org/drawingml/2006/main">
            <a:off x="10882979" y="4657725"/>
            <a:ext cx="699421"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جودة</a:t>
            </a:r>
          </a:p>
        </p:txBody>
      </p:sp>
      <p:sp>
        <p:nvSpPr>
          <p:cNvPr id="38" name="text-425">
            <a:extLst xmlns:a="http://schemas.openxmlformats.org/drawingml/2006/main">
              <a:ext uri="{FF2B5EF4-FFF2-40B4-BE49-F238E27FC236}">
                <a16:creationId xmlns:a16="http://schemas.microsoft.com/office/drawing/2014/main" id="{BED1A390-26CE-4740-B78D-EE31E204467D}"/>
              </a:ext>
            </a:extLst>
          </p:cNvPr>
          <p:cNvSpPr>
            <a:spLocks xmlns:a="http://schemas.openxmlformats.org/drawingml/2006/main" noGrp="1"/>
          </p:cNvSpPr>
          <p:nvPr/>
        </p:nvSpPr>
        <p:spPr>
          <a:xfrm xmlns:a="http://schemas.openxmlformats.org/drawingml/2006/main">
            <a:off x="9415748" y="4657725"/>
            <a:ext cx="138503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الاسترجاع</a:t>
            </a:r>
          </a:p>
        </p:txBody>
      </p:sp>
      <p:sp>
        <p:nvSpPr>
          <p:cNvPr id="39" name="text-426">
            <a:extLst xmlns:a="http://schemas.openxmlformats.org/drawingml/2006/main">
              <a:ext uri="{FF2B5EF4-FFF2-40B4-BE49-F238E27FC236}">
                <a16:creationId xmlns:a16="http://schemas.microsoft.com/office/drawing/2014/main" id="{1526ABFD-1B55-4CC0-9245-412E2063F053}"/>
              </a:ext>
            </a:extLst>
          </p:cNvPr>
          <p:cNvSpPr>
            <a:spLocks xmlns:a="http://schemas.openxmlformats.org/drawingml/2006/main" noGrp="1"/>
          </p:cNvSpPr>
          <p:nvPr/>
        </p:nvSpPr>
        <p:spPr>
          <a:xfrm xmlns:a="http://schemas.openxmlformats.org/drawingml/2006/main">
            <a:off x="8554021" y="4657725"/>
            <a:ext cx="779526"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تُقاس</a:t>
            </a:r>
          </a:p>
        </p:txBody>
      </p:sp>
      <p:sp>
        <p:nvSpPr>
          <p:cNvPr id="40" name="text-427">
            <a:extLst xmlns:a="http://schemas.openxmlformats.org/drawingml/2006/main">
              <a:ext uri="{FF2B5EF4-FFF2-40B4-BE49-F238E27FC236}">
                <a16:creationId xmlns:a16="http://schemas.microsoft.com/office/drawing/2014/main" id="{C4E5904A-BF75-4556-ABC3-055E5B4B040E}"/>
              </a:ext>
            </a:extLst>
          </p:cNvPr>
          <p:cNvSpPr>
            <a:spLocks xmlns:a="http://schemas.openxmlformats.org/drawingml/2006/main" noGrp="1"/>
          </p:cNvSpPr>
          <p:nvPr/>
        </p:nvSpPr>
        <p:spPr>
          <a:xfrm xmlns:a="http://schemas.openxmlformats.org/drawingml/2006/main">
            <a:off x="7348442" y="4657725"/>
            <a:ext cx="112337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مستقلة</a:t>
            </a:r>
          </a:p>
        </p:txBody>
      </p:sp>
      <p:sp>
        <p:nvSpPr>
          <p:cNvPr id="41" name="text-428">
            <a:extLst xmlns:a="http://schemas.openxmlformats.org/drawingml/2006/main">
              <a:ext uri="{FF2B5EF4-FFF2-40B4-BE49-F238E27FC236}">
                <a16:creationId xmlns:a16="http://schemas.microsoft.com/office/drawing/2014/main" id="{E3D396A6-AE40-4869-8379-7CD995E2B327}"/>
              </a:ext>
            </a:extLst>
          </p:cNvPr>
          <p:cNvSpPr>
            <a:spLocks xmlns:a="http://schemas.openxmlformats.org/drawingml/2006/main" noGrp="1"/>
          </p:cNvSpPr>
          <p:nvPr/>
        </p:nvSpPr>
        <p:spPr>
          <a:xfrm xmlns:a="http://schemas.openxmlformats.org/drawingml/2006/main">
            <a:off x="6792373" y="4657725"/>
            <a:ext cx="473869"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عن</a:t>
            </a:r>
          </a:p>
        </p:txBody>
      </p:sp>
      <p:sp>
        <p:nvSpPr>
          <p:cNvPr id="42" name="text-429">
            <a:extLst xmlns:a="http://schemas.openxmlformats.org/drawingml/2006/main">
              <a:ext uri="{FF2B5EF4-FFF2-40B4-BE49-F238E27FC236}">
                <a16:creationId xmlns:a16="http://schemas.microsoft.com/office/drawing/2014/main" id="{666863C8-EB8A-4082-AFB6-A617A76112F3}"/>
              </a:ext>
            </a:extLst>
          </p:cNvPr>
          <p:cNvSpPr>
            <a:spLocks xmlns:a="http://schemas.openxmlformats.org/drawingml/2006/main" noGrp="1"/>
          </p:cNvSpPr>
          <p:nvPr/>
        </p:nvSpPr>
        <p:spPr>
          <a:xfrm xmlns:a="http://schemas.openxmlformats.org/drawingml/2006/main">
            <a:off x="6020371" y="4657725"/>
            <a:ext cx="689800"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صحة</a:t>
            </a:r>
          </a:p>
        </p:txBody>
      </p:sp>
      <p:sp>
        <p:nvSpPr>
          <p:cNvPr id="43" name="text-430">
            <a:extLst xmlns:a="http://schemas.openxmlformats.org/drawingml/2006/main">
              <a:ext uri="{FF2B5EF4-FFF2-40B4-BE49-F238E27FC236}">
                <a16:creationId xmlns:a16="http://schemas.microsoft.com/office/drawing/2014/main" id="{49A85FCF-D606-4475-AF73-FE10CCC77855}"/>
              </a:ext>
            </a:extLst>
          </p:cNvPr>
          <p:cNvSpPr>
            <a:spLocks xmlns:a="http://schemas.openxmlformats.org/drawingml/2006/main" noGrp="1"/>
          </p:cNvSpPr>
          <p:nvPr/>
        </p:nvSpPr>
        <p:spPr>
          <a:xfrm xmlns:a="http://schemas.openxmlformats.org/drawingml/2006/main">
            <a:off x="5027485" y="4657725"/>
            <a:ext cx="910685" cy="62960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550" b="0">
                <a:solidFill>
                  <a:srgbClr val="78DAC1"/>
                </a:solidFill>
                <a:latin typeface="Tahoma"/>
                <a:ea typeface="Tahoma"/>
                <a:cs typeface="Tahoma"/>
              </a:defRPr>
            </a:pPr>
            <a:r>
              <a:rPr sz="2550" b="0">
                <a:solidFill>
                  <a:srgbClr val="78DAC1"/>
                </a:solidFill>
                <a:latin typeface="Tahoma"/>
                <a:ea typeface="Tahoma"/>
                <a:cs typeface="Tahoma"/>
              </a:rPr>
              <a:t>الجواب</a:t>
            </a:r>
          </a:p>
        </p:txBody>
      </p:sp>
      <p:sp>
        <p:nvSpPr>
          <p:cNvPr id="44" name="text-431">
            <a:extLst xmlns:a="http://schemas.openxmlformats.org/drawingml/2006/main">
              <a:ext uri="{FF2B5EF4-FFF2-40B4-BE49-F238E27FC236}">
                <a16:creationId xmlns:a16="http://schemas.microsoft.com/office/drawing/2014/main" id="{635B4E47-F627-41FA-A160-34716CF7E44A}"/>
              </a:ext>
            </a:extLst>
          </p:cNvPr>
          <p:cNvSpPr>
            <a:spLocks xmlns:a="http://schemas.openxmlformats.org/drawingml/2006/main" noGrp="1"/>
          </p:cNvSpPr>
          <p:nvPr/>
        </p:nvSpPr>
        <p:spPr>
          <a:xfrm xmlns:a="http://schemas.openxmlformats.org/drawingml/2006/main">
            <a:off x="10887551" y="5391150"/>
            <a:ext cx="69484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تضمين</a:t>
            </a:r>
          </a:p>
        </p:txBody>
      </p:sp>
      <p:sp>
        <p:nvSpPr>
          <p:cNvPr id="45" name="text-432">
            <a:extLst xmlns:a="http://schemas.openxmlformats.org/drawingml/2006/main">
              <a:ext uri="{FF2B5EF4-FFF2-40B4-BE49-F238E27FC236}">
                <a16:creationId xmlns:a16="http://schemas.microsoft.com/office/drawing/2014/main" id="{CDEF178D-7418-4BFC-B578-7C487C5AC875}"/>
              </a:ext>
            </a:extLst>
          </p:cNvPr>
          <p:cNvSpPr>
            <a:spLocks xmlns:a="http://schemas.openxmlformats.org/drawingml/2006/main" noGrp="1"/>
          </p:cNvSpPr>
          <p:nvPr/>
        </p:nvSpPr>
        <p:spPr>
          <a:xfrm xmlns:a="http://schemas.openxmlformats.org/drawingml/2006/main">
            <a:off x="10086118" y="5391150"/>
            <a:ext cx="74609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خارجي</a:t>
            </a:r>
          </a:p>
        </p:txBody>
      </p:sp>
      <p:sp>
        <p:nvSpPr>
          <p:cNvPr id="46" name="text-433">
            <a:extLst xmlns:a="http://schemas.openxmlformats.org/drawingml/2006/main">
              <a:ext uri="{FF2B5EF4-FFF2-40B4-BE49-F238E27FC236}">
                <a16:creationId xmlns:a16="http://schemas.microsoft.com/office/drawing/2014/main" id="{F3D1A073-3399-4823-87B8-2336BD30B416}"/>
              </a:ext>
            </a:extLst>
          </p:cNvPr>
          <p:cNvSpPr>
            <a:spLocks xmlns:a="http://schemas.openxmlformats.org/drawingml/2006/main" noGrp="1"/>
          </p:cNvSpPr>
          <p:nvPr/>
        </p:nvSpPr>
        <p:spPr>
          <a:xfrm xmlns:a="http://schemas.openxmlformats.org/drawingml/2006/main">
            <a:off x="9493377" y="5391150"/>
            <a:ext cx="53740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معلن</a:t>
            </a:r>
          </a:p>
        </p:txBody>
      </p:sp>
      <p:sp>
        <p:nvSpPr>
          <p:cNvPr id="47" name="text-434">
            <a:extLst xmlns:a="http://schemas.openxmlformats.org/drawingml/2006/main">
              <a:ext uri="{FF2B5EF4-FFF2-40B4-BE49-F238E27FC236}">
                <a16:creationId xmlns:a16="http://schemas.microsoft.com/office/drawing/2014/main" id="{3BE67FA4-CA3C-46D6-8825-252BD9AD8B02}"/>
              </a:ext>
            </a:extLst>
          </p:cNvPr>
          <p:cNvSpPr>
            <a:spLocks xmlns:a="http://schemas.openxmlformats.org/drawingml/2006/main" noGrp="1"/>
          </p:cNvSpPr>
          <p:nvPr/>
        </p:nvSpPr>
        <p:spPr>
          <a:xfrm xmlns:a="http://schemas.openxmlformats.org/drawingml/2006/main">
            <a:off x="9315736" y="5391150"/>
            <a:ext cx="12230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a:t>
            </a:r>
          </a:p>
        </p:txBody>
      </p:sp>
      <p:sp>
        <p:nvSpPr>
          <p:cNvPr id="48" name="text-435">
            <a:extLst xmlns:a="http://schemas.openxmlformats.org/drawingml/2006/main">
              <a:ext uri="{FF2B5EF4-FFF2-40B4-BE49-F238E27FC236}">
                <a16:creationId xmlns:a16="http://schemas.microsoft.com/office/drawing/2014/main" id="{B3BCC9AC-5A0C-40AA-A7A2-4652748380DF}"/>
              </a:ext>
            </a:extLst>
          </p:cNvPr>
          <p:cNvSpPr>
            <a:spLocks xmlns:a="http://schemas.openxmlformats.org/drawingml/2006/main" noGrp="1"/>
          </p:cNvSpPr>
          <p:nvPr/>
        </p:nvSpPr>
        <p:spPr>
          <a:xfrm xmlns:a="http://schemas.openxmlformats.org/drawingml/2006/main">
            <a:off x="9077325" y="5391150"/>
            <a:ext cx="18307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لا</a:t>
            </a:r>
          </a:p>
        </p:txBody>
      </p:sp>
      <p:sp>
        <p:nvSpPr>
          <p:cNvPr id="49" name="text-436">
            <a:extLst xmlns:a="http://schemas.openxmlformats.org/drawingml/2006/main">
              <a:ext uri="{FF2B5EF4-FFF2-40B4-BE49-F238E27FC236}">
                <a16:creationId xmlns:a16="http://schemas.microsoft.com/office/drawing/2014/main" id="{8427E60F-45B7-455F-B823-54CD98E2C219}"/>
              </a:ext>
            </a:extLst>
          </p:cNvPr>
          <p:cNvSpPr>
            <a:spLocks xmlns:a="http://schemas.openxmlformats.org/drawingml/2006/main" noGrp="1"/>
          </p:cNvSpPr>
          <p:nvPr/>
        </p:nvSpPr>
        <p:spPr>
          <a:xfrm xmlns:a="http://schemas.openxmlformats.org/drawingml/2006/main">
            <a:off x="8525923" y="5391150"/>
            <a:ext cx="49606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أوزان</a:t>
            </a:r>
          </a:p>
        </p:txBody>
      </p:sp>
      <p:sp>
        <p:nvSpPr>
          <p:cNvPr id="50" name="text-437">
            <a:extLst xmlns:a="http://schemas.openxmlformats.org/drawingml/2006/main">
              <a:ext uri="{FF2B5EF4-FFF2-40B4-BE49-F238E27FC236}">
                <a16:creationId xmlns:a16="http://schemas.microsoft.com/office/drawing/2014/main" id="{1E8289BD-CA3D-4A82-A6A8-914F691F6866}"/>
              </a:ext>
            </a:extLst>
          </p:cNvPr>
          <p:cNvSpPr>
            <a:spLocks xmlns:a="http://schemas.openxmlformats.org/drawingml/2006/main" noGrp="1"/>
          </p:cNvSpPr>
          <p:nvPr/>
        </p:nvSpPr>
        <p:spPr>
          <a:xfrm xmlns:a="http://schemas.openxmlformats.org/drawingml/2006/main">
            <a:off x="8188166" y="5391150"/>
            <a:ext cx="28241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ولا</a:t>
            </a:r>
          </a:p>
        </p:txBody>
      </p:sp>
      <p:sp>
        <p:nvSpPr>
          <p:cNvPr id="51" name="text-438">
            <a:extLst xmlns:a="http://schemas.openxmlformats.org/drawingml/2006/main">
              <a:ext uri="{FF2B5EF4-FFF2-40B4-BE49-F238E27FC236}">
                <a16:creationId xmlns:a16="http://schemas.microsoft.com/office/drawing/2014/main" id="{8B8B4042-DB7D-4808-A2B5-0AE3B34763E4}"/>
              </a:ext>
            </a:extLst>
          </p:cNvPr>
          <p:cNvSpPr>
            <a:spLocks xmlns:a="http://schemas.openxmlformats.org/drawingml/2006/main" noGrp="1"/>
          </p:cNvSpPr>
          <p:nvPr/>
        </p:nvSpPr>
        <p:spPr>
          <a:xfrm xmlns:a="http://schemas.openxmlformats.org/drawingml/2006/main">
            <a:off x="7432358" y="5391150"/>
            <a:ext cx="70046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وصفات</a:t>
            </a:r>
          </a:p>
        </p:txBody>
      </p:sp>
      <p:sp>
        <p:nvSpPr>
          <p:cNvPr id="52" name="text-439">
            <a:extLst xmlns:a="http://schemas.openxmlformats.org/drawingml/2006/main">
              <a:ext uri="{FF2B5EF4-FFF2-40B4-BE49-F238E27FC236}">
                <a16:creationId xmlns:a16="http://schemas.microsoft.com/office/drawing/2014/main" id="{655DDD61-5247-4725-812A-567ACA87F184}"/>
              </a:ext>
            </a:extLst>
          </p:cNvPr>
          <p:cNvSpPr>
            <a:spLocks xmlns:a="http://schemas.openxmlformats.org/drawingml/2006/main" noGrp="1"/>
          </p:cNvSpPr>
          <p:nvPr/>
        </p:nvSpPr>
        <p:spPr>
          <a:xfrm xmlns:a="http://schemas.openxmlformats.org/drawingml/2006/main">
            <a:off x="6782943" y="5391150"/>
            <a:ext cx="594074"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تصنيع</a:t>
            </a:r>
          </a:p>
        </p:txBody>
      </p:sp>
      <p:sp>
        <p:nvSpPr>
          <p:cNvPr id="53" name="text-440">
            <a:extLst xmlns:a="http://schemas.openxmlformats.org/drawingml/2006/main">
              <a:ext uri="{FF2B5EF4-FFF2-40B4-BE49-F238E27FC236}">
                <a16:creationId xmlns:a16="http://schemas.microsoft.com/office/drawing/2014/main" id="{0DA6D4C2-E03F-4A12-A7F2-07B4989B2C92}"/>
              </a:ext>
            </a:extLst>
          </p:cNvPr>
          <p:cNvSpPr>
            <a:spLocks xmlns:a="http://schemas.openxmlformats.org/drawingml/2006/main" noGrp="1"/>
          </p:cNvSpPr>
          <p:nvPr/>
        </p:nvSpPr>
        <p:spPr>
          <a:xfrm xmlns:a="http://schemas.openxmlformats.org/drawingml/2006/main">
            <a:off x="6191536" y="5391150"/>
            <a:ext cx="53606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داخل</a:t>
            </a:r>
          </a:p>
        </p:txBody>
      </p:sp>
      <p:sp>
        <p:nvSpPr>
          <p:cNvPr id="54" name="text-441">
            <a:extLst xmlns:a="http://schemas.openxmlformats.org/drawingml/2006/main">
              <a:ext uri="{FF2B5EF4-FFF2-40B4-BE49-F238E27FC236}">
                <a16:creationId xmlns:a16="http://schemas.microsoft.com/office/drawing/2014/main" id="{9FF46331-6FE9-4B25-B8B0-12E70FC0AC83}"/>
              </a:ext>
            </a:extLst>
          </p:cNvPr>
          <p:cNvSpPr>
            <a:spLocks xmlns:a="http://schemas.openxmlformats.org/drawingml/2006/main" noGrp="1"/>
          </p:cNvSpPr>
          <p:nvPr/>
        </p:nvSpPr>
        <p:spPr>
          <a:xfrm xmlns:a="http://schemas.openxmlformats.org/drawingml/2006/main">
            <a:off x="5131689" y="5391150"/>
            <a:ext cx="1004506"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المستودع</a:t>
            </a:r>
          </a:p>
        </p:txBody>
      </p:sp>
    </p:spTree>
    <p:extLst>
      <p:ext uri="{BB962C8B-B14F-4D97-AF65-F5344CB8AC3E}">
        <p14:creationId xmlns:p14="http://schemas.microsoft.com/office/powerpoint/2010/main" val="678798327"/>
      </p:ext>
    </p:extLst>
  </p:cSld>
</p:sld>
</file>

<file path=ppt/slides/slide12.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55" name="text-442">
            <a:extLst xmlns:a="http://schemas.openxmlformats.org/drawingml/2006/main">
              <a:ext uri="{FF2B5EF4-FFF2-40B4-BE49-F238E27FC236}">
                <a16:creationId xmlns:a16="http://schemas.microsoft.com/office/drawing/2014/main" id="{42F96248-C5CC-4A54-B32B-A3A0E5F9E34A}"/>
              </a:ext>
            </a:extLst>
          </p:cNvPr>
          <p:cNvSpPr>
            <a:spLocks xmlns:a="http://schemas.openxmlformats.org/drawingml/2006/main" noGrp="1"/>
          </p:cNvSpPr>
          <p:nvPr/>
        </p:nvSpPr>
        <p:spPr>
          <a:xfrm xmlns:a="http://schemas.openxmlformats.org/drawingml/2006/main">
            <a:off x="11145187" y="457200"/>
            <a:ext cx="43721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ما</a:t>
            </a:r>
          </a:p>
        </p:txBody>
      </p:sp>
      <p:sp>
        <p:nvSpPr>
          <p:cNvPr id="2" name="text-443">
            <a:extLst xmlns:a="http://schemas.openxmlformats.org/drawingml/2006/main">
              <a:ext uri="{FF2B5EF4-FFF2-40B4-BE49-F238E27FC236}">
                <a16:creationId xmlns:a16="http://schemas.microsoft.com/office/drawing/2014/main" id="{C53D91DA-8D14-4C0A-BA1A-5C1C908CD5D4}"/>
              </a:ext>
            </a:extLst>
          </p:cNvPr>
          <p:cNvSpPr>
            <a:spLocks xmlns:a="http://schemas.openxmlformats.org/drawingml/2006/main" noGrp="1"/>
          </p:cNvSpPr>
          <p:nvPr/>
        </p:nvSpPr>
        <p:spPr>
          <a:xfrm xmlns:a="http://schemas.openxmlformats.org/drawingml/2006/main">
            <a:off x="9694172" y="457200"/>
            <a:ext cx="135005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أضفناه</a:t>
            </a:r>
          </a:p>
        </p:txBody>
      </p:sp>
      <p:sp>
        <p:nvSpPr>
          <p:cNvPr id="3" name="text-444">
            <a:extLst xmlns:a="http://schemas.openxmlformats.org/drawingml/2006/main">
              <a:ext uri="{FF2B5EF4-FFF2-40B4-BE49-F238E27FC236}">
                <a16:creationId xmlns:a16="http://schemas.microsoft.com/office/drawing/2014/main" id="{FF669940-7D3C-42FE-8322-52CF5509C7A8}"/>
              </a:ext>
            </a:extLst>
          </p:cNvPr>
          <p:cNvSpPr>
            <a:spLocks xmlns:a="http://schemas.openxmlformats.org/drawingml/2006/main" noGrp="1"/>
          </p:cNvSpPr>
          <p:nvPr/>
        </p:nvSpPr>
        <p:spPr>
          <a:xfrm xmlns:a="http://schemas.openxmlformats.org/drawingml/2006/main">
            <a:off x="7615611" y="457200"/>
            <a:ext cx="197759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للمشاركة</a:t>
            </a:r>
          </a:p>
        </p:txBody>
      </p:sp>
      <p:sp>
        <p:nvSpPr>
          <p:cNvPr id="4" name="text-445">
            <a:extLst xmlns:a="http://schemas.openxmlformats.org/drawingml/2006/main">
              <a:ext uri="{FF2B5EF4-FFF2-40B4-BE49-F238E27FC236}">
                <a16:creationId xmlns:a16="http://schemas.microsoft.com/office/drawing/2014/main" id="{0F9833C2-4F82-4FE8-A899-54E897FB5A65}"/>
              </a:ext>
            </a:extLst>
          </p:cNvPr>
          <p:cNvSpPr>
            <a:spLocks xmlns:a="http://schemas.openxmlformats.org/drawingml/2006/main" noGrp="1"/>
          </p:cNvSpPr>
          <p:nvPr/>
        </p:nvSpPr>
        <p:spPr>
          <a:xfrm xmlns:a="http://schemas.openxmlformats.org/drawingml/2006/main">
            <a:off x="6852171" y="457200"/>
            <a:ext cx="66247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وما</a:t>
            </a:r>
          </a:p>
        </p:txBody>
      </p:sp>
      <p:sp>
        <p:nvSpPr>
          <p:cNvPr id="5" name="text-446">
            <a:extLst xmlns:a="http://schemas.openxmlformats.org/drawingml/2006/main">
              <a:ext uri="{FF2B5EF4-FFF2-40B4-BE49-F238E27FC236}">
                <a16:creationId xmlns:a16="http://schemas.microsoft.com/office/drawing/2014/main" id="{A1EBAFA3-6F8D-496B-89B0-B3071A83D5F8}"/>
              </a:ext>
            </a:extLst>
          </p:cNvPr>
          <p:cNvSpPr>
            <a:spLocks xmlns:a="http://schemas.openxmlformats.org/drawingml/2006/main" noGrp="1"/>
          </p:cNvSpPr>
          <p:nvPr/>
        </p:nvSpPr>
        <p:spPr>
          <a:xfrm xmlns:a="http://schemas.openxmlformats.org/drawingml/2006/main">
            <a:off x="5445435" y="457200"/>
            <a:ext cx="130577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سبقها</a:t>
            </a:r>
          </a:p>
        </p:txBody>
      </p:sp>
      <p:sp>
        <p:nvSpPr>
          <p:cNvPr id="6" name="shape-447">
            <a:extLst xmlns:a="http://schemas.openxmlformats.org/drawingml/2006/main">
              <a:ext uri="{FF2B5EF4-FFF2-40B4-BE49-F238E27FC236}">
                <a16:creationId xmlns:a16="http://schemas.microsoft.com/office/drawing/2014/main" id="{93DC4501-5D11-423D-A696-7CB1DD53521D}"/>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448">
            <a:extLst xmlns:a="http://schemas.openxmlformats.org/drawingml/2006/main">
              <a:ext uri="{FF2B5EF4-FFF2-40B4-BE49-F238E27FC236}">
                <a16:creationId xmlns:a16="http://schemas.microsoft.com/office/drawing/2014/main" id="{66969156-3940-4C33-8910-CA8517E0887E}"/>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449">
            <a:extLst xmlns:a="http://schemas.openxmlformats.org/drawingml/2006/main">
              <a:ext uri="{FF2B5EF4-FFF2-40B4-BE49-F238E27FC236}">
                <a16:creationId xmlns:a16="http://schemas.microsoft.com/office/drawing/2014/main" id="{F70FD4A3-4A69-460D-968C-C8130BF3BF07}"/>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450">
            <a:extLst xmlns:a="http://schemas.openxmlformats.org/drawingml/2006/main">
              <a:ext uri="{FF2B5EF4-FFF2-40B4-BE49-F238E27FC236}">
                <a16:creationId xmlns:a16="http://schemas.microsoft.com/office/drawing/2014/main" id="{3D16CF9B-7010-4722-BF10-3409EC9167C3}"/>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451">
            <a:extLst xmlns:a="http://schemas.openxmlformats.org/drawingml/2006/main">
              <a:ext uri="{FF2B5EF4-FFF2-40B4-BE49-F238E27FC236}">
                <a16:creationId xmlns:a16="http://schemas.microsoft.com/office/drawing/2014/main" id="{92C4EC8D-137E-4CA8-B2D3-3E441321C791}"/>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452">
            <a:extLst xmlns:a="http://schemas.openxmlformats.org/drawingml/2006/main">
              <a:ext uri="{FF2B5EF4-FFF2-40B4-BE49-F238E27FC236}">
                <a16:creationId xmlns:a16="http://schemas.microsoft.com/office/drawing/2014/main" id="{F19BE367-DD44-4B05-8CE8-FE7AC2CB1D4A}"/>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453">
            <a:extLst xmlns:a="http://schemas.openxmlformats.org/drawingml/2006/main">
              <a:ext uri="{FF2B5EF4-FFF2-40B4-BE49-F238E27FC236}">
                <a16:creationId xmlns:a16="http://schemas.microsoft.com/office/drawing/2014/main" id="{C894FB26-422D-4EE8-9647-2A2AAFB22B25}"/>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454">
            <a:extLst xmlns:a="http://schemas.openxmlformats.org/drawingml/2006/main">
              <a:ext uri="{FF2B5EF4-FFF2-40B4-BE49-F238E27FC236}">
                <a16:creationId xmlns:a16="http://schemas.microsoft.com/office/drawing/2014/main" id="{DF1F842F-96E4-4E72-BB00-CE73F08D940D}"/>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12</a:t>
            </a:r>
          </a:p>
        </p:txBody>
      </p:sp>
      <p:sp>
        <p:nvSpPr>
          <p:cNvPr id="14" name="text-455">
            <a:extLst xmlns:a="http://schemas.openxmlformats.org/drawingml/2006/main">
              <a:ext uri="{FF2B5EF4-FFF2-40B4-BE49-F238E27FC236}">
                <a16:creationId xmlns:a16="http://schemas.microsoft.com/office/drawing/2014/main" id="{DA346315-3673-4186-8659-54A312507D31}"/>
              </a:ext>
            </a:extLst>
          </p:cNvPr>
          <p:cNvSpPr>
            <a:spLocks xmlns:a="http://schemas.openxmlformats.org/drawingml/2006/main" noGrp="1"/>
          </p:cNvSpPr>
          <p:nvPr/>
        </p:nvSpPr>
        <p:spPr>
          <a:xfrm xmlns:a="http://schemas.openxmlformats.org/drawingml/2006/main">
            <a:off x="10515859" y="1657350"/>
            <a:ext cx="1066541"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أساس</a:t>
            </a:r>
          </a:p>
        </p:txBody>
      </p:sp>
      <p:sp>
        <p:nvSpPr>
          <p:cNvPr id="15" name="text-456">
            <a:extLst xmlns:a="http://schemas.openxmlformats.org/drawingml/2006/main">
              <a:ext uri="{FF2B5EF4-FFF2-40B4-BE49-F238E27FC236}">
                <a16:creationId xmlns:a16="http://schemas.microsoft.com/office/drawing/2014/main" id="{88681A56-8794-41FD-8A55-8D1C1589D0D9}"/>
              </a:ext>
            </a:extLst>
          </p:cNvPr>
          <p:cNvSpPr>
            <a:spLocks xmlns:a="http://schemas.openxmlformats.org/drawingml/2006/main" noGrp="1"/>
          </p:cNvSpPr>
          <p:nvPr/>
        </p:nvSpPr>
        <p:spPr>
          <a:xfrm xmlns:a="http://schemas.openxmlformats.org/drawingml/2006/main">
            <a:off x="9477600" y="1657350"/>
            <a:ext cx="9652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سابق</a:t>
            </a:r>
          </a:p>
        </p:txBody>
      </p:sp>
      <p:sp>
        <p:nvSpPr>
          <p:cNvPr id="16" name="text-457">
            <a:extLst xmlns:a="http://schemas.openxmlformats.org/drawingml/2006/main">
              <a:ext uri="{FF2B5EF4-FFF2-40B4-BE49-F238E27FC236}">
                <a16:creationId xmlns:a16="http://schemas.microsoft.com/office/drawing/2014/main" id="{5CCA5623-1053-44F6-8AE8-74B37DA78EBC}"/>
              </a:ext>
            </a:extLst>
          </p:cNvPr>
          <p:cNvSpPr>
            <a:spLocks xmlns:a="http://schemas.openxmlformats.org/drawingml/2006/main" noGrp="1"/>
          </p:cNvSpPr>
          <p:nvPr/>
        </p:nvSpPr>
        <p:spPr>
          <a:xfrm xmlns:a="http://schemas.openxmlformats.org/drawingml/2006/main">
            <a:off x="8749200" y="1657350"/>
            <a:ext cx="65534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لدى</a:t>
            </a:r>
          </a:p>
        </p:txBody>
      </p:sp>
      <p:sp>
        <p:nvSpPr>
          <p:cNvPr id="17" name="text-458">
            <a:extLst xmlns:a="http://schemas.openxmlformats.org/drawingml/2006/main">
              <a:ext uri="{FF2B5EF4-FFF2-40B4-BE49-F238E27FC236}">
                <a16:creationId xmlns:a16="http://schemas.microsoft.com/office/drawing/2014/main" id="{69E2366B-C6E1-4E1C-958A-FD24910F0904}"/>
              </a:ext>
            </a:extLst>
          </p:cNvPr>
          <p:cNvSpPr>
            <a:spLocks xmlns:a="http://schemas.openxmlformats.org/drawingml/2006/main" noGrp="1"/>
          </p:cNvSpPr>
          <p:nvPr/>
        </p:nvSpPr>
        <p:spPr>
          <a:xfrm xmlns:a="http://schemas.openxmlformats.org/drawingml/2006/main">
            <a:off x="7258930" y="1657350"/>
            <a:ext cx="141721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سلسبيل</a:t>
            </a:r>
          </a:p>
        </p:txBody>
      </p:sp>
      <p:sp>
        <p:nvSpPr>
          <p:cNvPr id="18" name="text-459">
            <a:extLst xmlns:a="http://schemas.openxmlformats.org/drawingml/2006/main">
              <a:ext uri="{FF2B5EF4-FFF2-40B4-BE49-F238E27FC236}">
                <a16:creationId xmlns:a16="http://schemas.microsoft.com/office/drawing/2014/main" id="{827F17B8-7377-4F3F-B4E6-522257644C3A}"/>
              </a:ext>
            </a:extLst>
          </p:cNvPr>
          <p:cNvSpPr>
            <a:spLocks xmlns:a="http://schemas.openxmlformats.org/drawingml/2006/main" noGrp="1"/>
          </p:cNvSpPr>
          <p:nvPr/>
        </p:nvSpPr>
        <p:spPr>
          <a:xfrm xmlns:a="http://schemas.openxmlformats.org/drawingml/2006/main">
            <a:off x="10744105" y="2409825"/>
            <a:ext cx="83829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النموذج</a:t>
            </a:r>
          </a:p>
        </p:txBody>
      </p:sp>
      <p:sp>
        <p:nvSpPr>
          <p:cNvPr id="19" name="text-460">
            <a:extLst xmlns:a="http://schemas.openxmlformats.org/drawingml/2006/main">
              <a:ext uri="{FF2B5EF4-FFF2-40B4-BE49-F238E27FC236}">
                <a16:creationId xmlns:a16="http://schemas.microsoft.com/office/drawing/2014/main" id="{E03A9E78-83F6-46E8-AC23-9A05D2149BED}"/>
              </a:ext>
            </a:extLst>
          </p:cNvPr>
          <p:cNvSpPr>
            <a:spLocks xmlns:a="http://schemas.openxmlformats.org/drawingml/2006/main" noGrp="1"/>
          </p:cNvSpPr>
          <p:nvPr/>
        </p:nvSpPr>
        <p:spPr>
          <a:xfrm xmlns:a="http://schemas.openxmlformats.org/drawingml/2006/main">
            <a:off x="9778936" y="2409825"/>
            <a:ext cx="90087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وخدمات</a:t>
            </a:r>
          </a:p>
        </p:txBody>
      </p:sp>
      <p:sp>
        <p:nvSpPr>
          <p:cNvPr id="20" name="text-461">
            <a:extLst xmlns:a="http://schemas.openxmlformats.org/drawingml/2006/main">
              <a:ext uri="{FF2B5EF4-FFF2-40B4-BE49-F238E27FC236}">
                <a16:creationId xmlns:a16="http://schemas.microsoft.com/office/drawing/2014/main" id="{92A00FA7-D7F2-422E-A611-F60C6980BC72}"/>
              </a:ext>
            </a:extLst>
          </p:cNvPr>
          <p:cNvSpPr>
            <a:spLocks xmlns:a="http://schemas.openxmlformats.org/drawingml/2006/main" noGrp="1"/>
          </p:cNvSpPr>
          <p:nvPr/>
        </p:nvSpPr>
        <p:spPr>
          <a:xfrm xmlns:a="http://schemas.openxmlformats.org/drawingml/2006/main">
            <a:off x="8872918" y="2409825"/>
            <a:ext cx="84172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المعرفة</a:t>
            </a:r>
          </a:p>
        </p:txBody>
      </p:sp>
      <p:sp>
        <p:nvSpPr>
          <p:cNvPr id="21" name="text-462">
            <a:extLst xmlns:a="http://schemas.openxmlformats.org/drawingml/2006/main">
              <a:ext uri="{FF2B5EF4-FFF2-40B4-BE49-F238E27FC236}">
                <a16:creationId xmlns:a16="http://schemas.microsoft.com/office/drawing/2014/main" id="{AD01DEAC-FBF4-442F-AC3A-0DBEA0A30947}"/>
              </a:ext>
            </a:extLst>
          </p:cNvPr>
          <p:cNvSpPr>
            <a:spLocks xmlns:a="http://schemas.openxmlformats.org/drawingml/2006/main" noGrp="1"/>
          </p:cNvSpPr>
          <p:nvPr/>
        </p:nvSpPr>
        <p:spPr>
          <a:xfrm xmlns:a="http://schemas.openxmlformats.org/drawingml/2006/main">
            <a:off x="10880122" y="3019425"/>
            <a:ext cx="70227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البحث</a:t>
            </a:r>
          </a:p>
        </p:txBody>
      </p:sp>
      <p:sp>
        <p:nvSpPr>
          <p:cNvPr id="22" name="text-463">
            <a:extLst xmlns:a="http://schemas.openxmlformats.org/drawingml/2006/main">
              <a:ext uri="{FF2B5EF4-FFF2-40B4-BE49-F238E27FC236}">
                <a16:creationId xmlns:a16="http://schemas.microsoft.com/office/drawing/2014/main" id="{9E5596D9-7B39-4FD2-8BD6-9546365D6FEE}"/>
              </a:ext>
            </a:extLst>
          </p:cNvPr>
          <p:cNvSpPr>
            <a:spLocks xmlns:a="http://schemas.openxmlformats.org/drawingml/2006/main" noGrp="1"/>
          </p:cNvSpPr>
          <p:nvPr/>
        </p:nvSpPr>
        <p:spPr>
          <a:xfrm xmlns:a="http://schemas.openxmlformats.org/drawingml/2006/main">
            <a:off x="9844278" y="3019425"/>
            <a:ext cx="97155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التجاوري</a:t>
            </a:r>
          </a:p>
        </p:txBody>
      </p:sp>
      <p:sp>
        <p:nvSpPr>
          <p:cNvPr id="23" name="text-464">
            <a:extLst xmlns:a="http://schemas.openxmlformats.org/drawingml/2006/main">
              <a:ext uri="{FF2B5EF4-FFF2-40B4-BE49-F238E27FC236}">
                <a16:creationId xmlns:a16="http://schemas.microsoft.com/office/drawing/2014/main" id="{361F031B-4C4A-46F2-B390-0425E9DCE3D4}"/>
              </a:ext>
            </a:extLst>
          </p:cNvPr>
          <p:cNvSpPr>
            <a:spLocks xmlns:a="http://schemas.openxmlformats.org/drawingml/2006/main" noGrp="1"/>
          </p:cNvSpPr>
          <p:nvPr/>
        </p:nvSpPr>
        <p:spPr>
          <a:xfrm xmlns:a="http://schemas.openxmlformats.org/drawingml/2006/main">
            <a:off x="8865584" y="3019425"/>
            <a:ext cx="91440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ومكوّنات</a:t>
            </a:r>
          </a:p>
        </p:txBody>
      </p:sp>
      <p:sp>
        <p:nvSpPr>
          <p:cNvPr id="24" name="text-465">
            <a:extLst xmlns:a="http://schemas.openxmlformats.org/drawingml/2006/main">
              <a:ext uri="{FF2B5EF4-FFF2-40B4-BE49-F238E27FC236}">
                <a16:creationId xmlns:a16="http://schemas.microsoft.com/office/drawing/2014/main" id="{2E8DFE08-7273-4A33-B255-0BF2BDBF841F}"/>
              </a:ext>
            </a:extLst>
          </p:cNvPr>
          <p:cNvSpPr>
            <a:spLocks xmlns:a="http://schemas.openxmlformats.org/drawingml/2006/main" noGrp="1"/>
          </p:cNvSpPr>
          <p:nvPr/>
        </p:nvSpPr>
        <p:spPr>
          <a:xfrm xmlns:a="http://schemas.openxmlformats.org/drawingml/2006/main">
            <a:off x="8075962" y="3019425"/>
            <a:ext cx="72532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العرض</a:t>
            </a:r>
          </a:p>
        </p:txBody>
      </p:sp>
      <p:sp>
        <p:nvSpPr>
          <p:cNvPr id="25" name="text-466">
            <a:extLst xmlns:a="http://schemas.openxmlformats.org/drawingml/2006/main">
              <a:ext uri="{FF2B5EF4-FFF2-40B4-BE49-F238E27FC236}">
                <a16:creationId xmlns:a16="http://schemas.microsoft.com/office/drawing/2014/main" id="{C247DA15-0790-44F0-8391-946A280B9926}"/>
              </a:ext>
            </a:extLst>
          </p:cNvPr>
          <p:cNvSpPr>
            <a:spLocks xmlns:a="http://schemas.openxmlformats.org/drawingml/2006/main" noGrp="1"/>
          </p:cNvSpPr>
          <p:nvPr/>
        </p:nvSpPr>
        <p:spPr>
          <a:xfrm xmlns:a="http://schemas.openxmlformats.org/drawingml/2006/main">
            <a:off x="4588360" y="1657350"/>
            <a:ext cx="114569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إضافات</a:t>
            </a:r>
          </a:p>
        </p:txBody>
      </p:sp>
      <p:sp>
        <p:nvSpPr>
          <p:cNvPr id="26" name="text-467">
            <a:extLst xmlns:a="http://schemas.openxmlformats.org/drawingml/2006/main">
              <a:ext uri="{FF2B5EF4-FFF2-40B4-BE49-F238E27FC236}">
                <a16:creationId xmlns:a16="http://schemas.microsoft.com/office/drawing/2014/main" id="{A1301E9E-9173-4691-9BF9-A799226993CE}"/>
              </a:ext>
            </a:extLst>
          </p:cNvPr>
          <p:cNvSpPr>
            <a:spLocks xmlns:a="http://schemas.openxmlformats.org/drawingml/2006/main" noGrp="1"/>
          </p:cNvSpPr>
          <p:nvPr/>
        </p:nvSpPr>
        <p:spPr>
          <a:xfrm xmlns:a="http://schemas.openxmlformats.org/drawingml/2006/main">
            <a:off x="3258666" y="1657350"/>
            <a:ext cx="125663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التطبيق</a:t>
            </a:r>
          </a:p>
        </p:txBody>
      </p:sp>
      <p:sp>
        <p:nvSpPr>
          <p:cNvPr id="27" name="text-468">
            <a:extLst xmlns:a="http://schemas.openxmlformats.org/drawingml/2006/main">
              <a:ext uri="{FF2B5EF4-FFF2-40B4-BE49-F238E27FC236}">
                <a16:creationId xmlns:a16="http://schemas.microsoft.com/office/drawing/2014/main" id="{590CFFCC-D73A-4605-9680-6F423137E2FF}"/>
              </a:ext>
            </a:extLst>
          </p:cNvPr>
          <p:cNvSpPr>
            <a:spLocks xmlns:a="http://schemas.openxmlformats.org/drawingml/2006/main" noGrp="1"/>
          </p:cNvSpPr>
          <p:nvPr/>
        </p:nvSpPr>
        <p:spPr>
          <a:xfrm xmlns:a="http://schemas.openxmlformats.org/drawingml/2006/main">
            <a:off x="1768892" y="1657350"/>
            <a:ext cx="141671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والتسليم</a:t>
            </a:r>
          </a:p>
        </p:txBody>
      </p:sp>
      <p:sp>
        <p:nvSpPr>
          <p:cNvPr id="28" name="text-469">
            <a:extLst xmlns:a="http://schemas.openxmlformats.org/drawingml/2006/main">
              <a:ext uri="{FF2B5EF4-FFF2-40B4-BE49-F238E27FC236}">
                <a16:creationId xmlns:a16="http://schemas.microsoft.com/office/drawing/2014/main" id="{EE790435-AB73-4B76-8CAE-03F4664010E8}"/>
              </a:ext>
            </a:extLst>
          </p:cNvPr>
          <p:cNvSpPr>
            <a:spLocks xmlns:a="http://schemas.openxmlformats.org/drawingml/2006/main" noGrp="1"/>
          </p:cNvSpPr>
          <p:nvPr/>
        </p:nvSpPr>
        <p:spPr>
          <a:xfrm xmlns:a="http://schemas.openxmlformats.org/drawingml/2006/main">
            <a:off x="5118640" y="2409825"/>
            <a:ext cx="61541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عرض</a:t>
            </a:r>
          </a:p>
        </p:txBody>
      </p:sp>
      <p:sp>
        <p:nvSpPr>
          <p:cNvPr id="29" name="text-470">
            <a:extLst xmlns:a="http://schemas.openxmlformats.org/drawingml/2006/main">
              <a:ext uri="{FF2B5EF4-FFF2-40B4-BE49-F238E27FC236}">
                <a16:creationId xmlns:a16="http://schemas.microsoft.com/office/drawing/2014/main" id="{AA4DA93E-B0EB-40B0-BC58-898CFAE496D3}"/>
              </a:ext>
            </a:extLst>
          </p:cNvPr>
          <p:cNvSpPr>
            <a:spLocks xmlns:a="http://schemas.openxmlformats.org/drawingml/2006/main" noGrp="1"/>
          </p:cNvSpPr>
          <p:nvPr/>
        </p:nvSpPr>
        <p:spPr>
          <a:xfrm xmlns:a="http://schemas.openxmlformats.org/drawingml/2006/main">
            <a:off x="4370070" y="2409825"/>
            <a:ext cx="68427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الدليل</a:t>
            </a:r>
          </a:p>
        </p:txBody>
      </p:sp>
      <p:sp>
        <p:nvSpPr>
          <p:cNvPr id="30" name="text-471">
            <a:extLst xmlns:a="http://schemas.openxmlformats.org/drawingml/2006/main">
              <a:ext uri="{FF2B5EF4-FFF2-40B4-BE49-F238E27FC236}">
                <a16:creationId xmlns:a16="http://schemas.microsoft.com/office/drawing/2014/main" id="{FD08EB7D-FA1D-443E-8510-91D9720BB164}"/>
              </a:ext>
            </a:extLst>
          </p:cNvPr>
          <p:cNvSpPr>
            <a:spLocks xmlns:a="http://schemas.openxmlformats.org/drawingml/2006/main" noGrp="1"/>
          </p:cNvSpPr>
          <p:nvPr/>
        </p:nvSpPr>
        <p:spPr>
          <a:xfrm xmlns:a="http://schemas.openxmlformats.org/drawingml/2006/main">
            <a:off x="3673697" y="2409825"/>
            <a:ext cx="63207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والبث</a:t>
            </a:r>
          </a:p>
        </p:txBody>
      </p:sp>
      <p:sp>
        <p:nvSpPr>
          <p:cNvPr id="31" name="text-472">
            <a:extLst xmlns:a="http://schemas.openxmlformats.org/drawingml/2006/main">
              <a:ext uri="{FF2B5EF4-FFF2-40B4-BE49-F238E27FC236}">
                <a16:creationId xmlns:a16="http://schemas.microsoft.com/office/drawing/2014/main" id="{149F69D6-58D6-41D9-A716-FEB22930AEA0}"/>
              </a:ext>
            </a:extLst>
          </p:cNvPr>
          <p:cNvSpPr>
            <a:spLocks xmlns:a="http://schemas.openxmlformats.org/drawingml/2006/main" noGrp="1"/>
          </p:cNvSpPr>
          <p:nvPr/>
        </p:nvSpPr>
        <p:spPr>
          <a:xfrm xmlns:a="http://schemas.openxmlformats.org/drawingml/2006/main">
            <a:off x="2629948" y="2409825"/>
            <a:ext cx="97945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والمتابعة</a:t>
            </a:r>
          </a:p>
        </p:txBody>
      </p:sp>
      <p:sp>
        <p:nvSpPr>
          <p:cNvPr id="32" name="text-473">
            <a:extLst xmlns:a="http://schemas.openxmlformats.org/drawingml/2006/main">
              <a:ext uri="{FF2B5EF4-FFF2-40B4-BE49-F238E27FC236}">
                <a16:creationId xmlns:a16="http://schemas.microsoft.com/office/drawing/2014/main" id="{14A2581F-9A42-4B38-9AF0-7EBAFEF61720}"/>
              </a:ext>
            </a:extLst>
          </p:cNvPr>
          <p:cNvSpPr>
            <a:spLocks xmlns:a="http://schemas.openxmlformats.org/drawingml/2006/main" noGrp="1"/>
          </p:cNvSpPr>
          <p:nvPr/>
        </p:nvSpPr>
        <p:spPr>
          <a:xfrm xmlns:a="http://schemas.openxmlformats.org/drawingml/2006/main">
            <a:off x="5051869" y="3019425"/>
            <a:ext cx="68218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الفيلم</a:t>
            </a:r>
          </a:p>
        </p:txBody>
      </p:sp>
      <p:sp>
        <p:nvSpPr>
          <p:cNvPr id="33" name="text-474">
            <a:extLst xmlns:a="http://schemas.openxmlformats.org/drawingml/2006/main">
              <a:ext uri="{FF2B5EF4-FFF2-40B4-BE49-F238E27FC236}">
                <a16:creationId xmlns:a16="http://schemas.microsoft.com/office/drawing/2014/main" id="{E5BC3F06-4DDB-4AFF-BAFF-4015CD0199E1}"/>
              </a:ext>
            </a:extLst>
          </p:cNvPr>
          <p:cNvSpPr>
            <a:spLocks xmlns:a="http://schemas.openxmlformats.org/drawingml/2006/main" noGrp="1"/>
          </p:cNvSpPr>
          <p:nvPr/>
        </p:nvSpPr>
        <p:spPr>
          <a:xfrm xmlns:a="http://schemas.openxmlformats.org/drawingml/2006/main">
            <a:off x="4229767" y="3019425"/>
            <a:ext cx="75780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والمواد</a:t>
            </a:r>
          </a:p>
        </p:txBody>
      </p:sp>
      <p:sp>
        <p:nvSpPr>
          <p:cNvPr id="34" name="text-475">
            <a:extLst xmlns:a="http://schemas.openxmlformats.org/drawingml/2006/main">
              <a:ext uri="{FF2B5EF4-FFF2-40B4-BE49-F238E27FC236}">
                <a16:creationId xmlns:a16="http://schemas.microsoft.com/office/drawing/2014/main" id="{738E8E92-2141-4201-8EF3-8951B7ED9CE6}"/>
              </a:ext>
            </a:extLst>
          </p:cNvPr>
          <p:cNvSpPr>
            <a:spLocks xmlns:a="http://schemas.openxmlformats.org/drawingml/2006/main" noGrp="1"/>
          </p:cNvSpPr>
          <p:nvPr/>
        </p:nvSpPr>
        <p:spPr>
          <a:xfrm xmlns:a="http://schemas.openxmlformats.org/drawingml/2006/main">
            <a:off x="3278410" y="3019425"/>
            <a:ext cx="88706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والتقييم</a:t>
            </a:r>
          </a:p>
        </p:txBody>
      </p:sp>
      <p:sp>
        <p:nvSpPr>
          <p:cNvPr id="35" name="text-476">
            <a:extLst xmlns:a="http://schemas.openxmlformats.org/drawingml/2006/main">
              <a:ext uri="{FF2B5EF4-FFF2-40B4-BE49-F238E27FC236}">
                <a16:creationId xmlns:a16="http://schemas.microsoft.com/office/drawing/2014/main" id="{D4575670-89E0-49A7-AB78-DD5834DC03F3}"/>
              </a:ext>
            </a:extLst>
          </p:cNvPr>
          <p:cNvSpPr>
            <a:spLocks xmlns:a="http://schemas.openxmlformats.org/drawingml/2006/main" noGrp="1"/>
          </p:cNvSpPr>
          <p:nvPr/>
        </p:nvSpPr>
        <p:spPr>
          <a:xfrm xmlns:a="http://schemas.openxmlformats.org/drawingml/2006/main">
            <a:off x="2299335" y="3019425"/>
            <a:ext cx="91478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والفحص</a:t>
            </a:r>
          </a:p>
        </p:txBody>
      </p:sp>
      <p:sp>
        <p:nvSpPr>
          <p:cNvPr id="36" name="text-477">
            <a:extLst xmlns:a="http://schemas.openxmlformats.org/drawingml/2006/main">
              <a:ext uri="{FF2B5EF4-FFF2-40B4-BE49-F238E27FC236}">
                <a16:creationId xmlns:a16="http://schemas.microsoft.com/office/drawing/2014/main" id="{761DD5DB-B31E-4539-8099-836EE208054D}"/>
              </a:ext>
            </a:extLst>
          </p:cNvPr>
          <p:cNvSpPr>
            <a:spLocks xmlns:a="http://schemas.openxmlformats.org/drawingml/2006/main" noGrp="1"/>
          </p:cNvSpPr>
          <p:nvPr/>
        </p:nvSpPr>
        <p:spPr>
          <a:xfrm xmlns:a="http://schemas.openxmlformats.org/drawingml/2006/main">
            <a:off x="11206639" y="4391025"/>
            <a:ext cx="375761"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٥٣</a:t>
            </a:r>
          </a:p>
        </p:txBody>
      </p:sp>
      <p:sp>
        <p:nvSpPr>
          <p:cNvPr id="37" name="text-478">
            <a:extLst xmlns:a="http://schemas.openxmlformats.org/drawingml/2006/main">
              <a:ext uri="{FF2B5EF4-FFF2-40B4-BE49-F238E27FC236}">
                <a16:creationId xmlns:a16="http://schemas.microsoft.com/office/drawing/2014/main" id="{5490B859-2C4C-4A96-900E-979611B7305C}"/>
              </a:ext>
            </a:extLst>
          </p:cNvPr>
          <p:cNvSpPr>
            <a:spLocks xmlns:a="http://schemas.openxmlformats.org/drawingml/2006/main" noGrp="1"/>
          </p:cNvSpPr>
          <p:nvPr/>
        </p:nvSpPr>
        <p:spPr>
          <a:xfrm xmlns:a="http://schemas.openxmlformats.org/drawingml/2006/main">
            <a:off x="10604945" y="4391025"/>
            <a:ext cx="52844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ملفًا</a:t>
            </a:r>
          </a:p>
        </p:txBody>
      </p:sp>
      <p:sp>
        <p:nvSpPr>
          <p:cNvPr id="38" name="text-479">
            <a:extLst xmlns:a="http://schemas.openxmlformats.org/drawingml/2006/main">
              <a:ext uri="{FF2B5EF4-FFF2-40B4-BE49-F238E27FC236}">
                <a16:creationId xmlns:a16="http://schemas.microsoft.com/office/drawing/2014/main" id="{476ACD31-2776-4698-9ADC-E227B65298DF}"/>
              </a:ext>
            </a:extLst>
          </p:cNvPr>
          <p:cNvSpPr>
            <a:spLocks xmlns:a="http://schemas.openxmlformats.org/drawingml/2006/main" noGrp="1"/>
          </p:cNvSpPr>
          <p:nvPr/>
        </p:nvSpPr>
        <p:spPr>
          <a:xfrm xmlns:a="http://schemas.openxmlformats.org/drawingml/2006/main">
            <a:off x="10120789" y="4391025"/>
            <a:ext cx="410908"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من</a:t>
            </a:r>
          </a:p>
        </p:txBody>
      </p:sp>
      <p:sp>
        <p:nvSpPr>
          <p:cNvPr id="39" name="text-480">
            <a:extLst xmlns:a="http://schemas.openxmlformats.org/drawingml/2006/main">
              <a:ext uri="{FF2B5EF4-FFF2-40B4-BE49-F238E27FC236}">
                <a16:creationId xmlns:a16="http://schemas.microsoft.com/office/drawing/2014/main" id="{EF03DBF4-2324-45FD-9A00-66CCF1134687}"/>
              </a:ext>
            </a:extLst>
          </p:cNvPr>
          <p:cNvSpPr>
            <a:spLocks xmlns:a="http://schemas.openxmlformats.org/drawingml/2006/main" noGrp="1"/>
          </p:cNvSpPr>
          <p:nvPr/>
        </p:nvSpPr>
        <p:spPr>
          <a:xfrm xmlns:a="http://schemas.openxmlformats.org/drawingml/2006/main">
            <a:off x="9606915" y="4391025"/>
            <a:ext cx="44062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خط</a:t>
            </a:r>
          </a:p>
        </p:txBody>
      </p:sp>
      <p:sp>
        <p:nvSpPr>
          <p:cNvPr id="40" name="text-481">
            <a:extLst xmlns:a="http://schemas.openxmlformats.org/drawingml/2006/main">
              <a:ext uri="{FF2B5EF4-FFF2-40B4-BE49-F238E27FC236}">
                <a16:creationId xmlns:a16="http://schemas.microsoft.com/office/drawing/2014/main" id="{DC0EBA60-028F-493C-BE22-3F1231B08153}"/>
              </a:ext>
            </a:extLst>
          </p:cNvPr>
          <p:cNvSpPr>
            <a:spLocks xmlns:a="http://schemas.openxmlformats.org/drawingml/2006/main" noGrp="1"/>
          </p:cNvSpPr>
          <p:nvPr/>
        </p:nvSpPr>
        <p:spPr>
          <a:xfrm xmlns:a="http://schemas.openxmlformats.org/drawingml/2006/main">
            <a:off x="8510588" y="4391025"/>
            <a:ext cx="1023080"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الأساس</a:t>
            </a:r>
          </a:p>
        </p:txBody>
      </p:sp>
      <p:sp>
        <p:nvSpPr>
          <p:cNvPr id="41" name="text-482">
            <a:extLst xmlns:a="http://schemas.openxmlformats.org/drawingml/2006/main">
              <a:ext uri="{FF2B5EF4-FFF2-40B4-BE49-F238E27FC236}">
                <a16:creationId xmlns:a16="http://schemas.microsoft.com/office/drawing/2014/main" id="{BD91E598-A0C5-4114-BFB7-01BB3BD4644C}"/>
              </a:ext>
            </a:extLst>
          </p:cNvPr>
          <p:cNvSpPr>
            <a:spLocks xmlns:a="http://schemas.openxmlformats.org/drawingml/2006/main" noGrp="1"/>
          </p:cNvSpPr>
          <p:nvPr/>
        </p:nvSpPr>
        <p:spPr>
          <a:xfrm xmlns:a="http://schemas.openxmlformats.org/drawingml/2006/main">
            <a:off x="7693533" y="4391025"/>
            <a:ext cx="74380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متاحة</a:t>
            </a:r>
          </a:p>
        </p:txBody>
      </p:sp>
      <p:sp>
        <p:nvSpPr>
          <p:cNvPr id="42" name="text-483">
            <a:extLst xmlns:a="http://schemas.openxmlformats.org/drawingml/2006/main">
              <a:ext uri="{FF2B5EF4-FFF2-40B4-BE49-F238E27FC236}">
                <a16:creationId xmlns:a16="http://schemas.microsoft.com/office/drawing/2014/main" id="{444A9D91-F103-405A-AA08-00D2460F4466}"/>
              </a:ext>
            </a:extLst>
          </p:cNvPr>
          <p:cNvSpPr>
            <a:spLocks xmlns:a="http://schemas.openxmlformats.org/drawingml/2006/main" noGrp="1"/>
          </p:cNvSpPr>
          <p:nvPr/>
        </p:nvSpPr>
        <p:spPr>
          <a:xfrm xmlns:a="http://schemas.openxmlformats.org/drawingml/2006/main">
            <a:off x="6621209" y="4391025"/>
            <a:ext cx="999077"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للمقارنة</a:t>
            </a:r>
          </a:p>
        </p:txBody>
      </p:sp>
      <p:sp>
        <p:nvSpPr>
          <p:cNvPr id="43" name="text-484">
            <a:extLst xmlns:a="http://schemas.openxmlformats.org/drawingml/2006/main">
              <a:ext uri="{FF2B5EF4-FFF2-40B4-BE49-F238E27FC236}">
                <a16:creationId xmlns:a16="http://schemas.microsoft.com/office/drawing/2014/main" id="{400BA881-6630-4634-8A7C-C1BEDAF149AD}"/>
              </a:ext>
            </a:extLst>
          </p:cNvPr>
          <p:cNvSpPr>
            <a:spLocks xmlns:a="http://schemas.openxmlformats.org/drawingml/2006/main" noGrp="1"/>
          </p:cNvSpPr>
          <p:nvPr/>
        </p:nvSpPr>
        <p:spPr>
          <a:xfrm xmlns:a="http://schemas.openxmlformats.org/drawingml/2006/main">
            <a:off x="6186297" y="4391025"/>
            <a:ext cx="361664"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مع</a:t>
            </a:r>
          </a:p>
        </p:txBody>
      </p:sp>
      <p:sp>
        <p:nvSpPr>
          <p:cNvPr id="44" name="text-485">
            <a:extLst xmlns:a="http://schemas.openxmlformats.org/drawingml/2006/main">
              <a:ext uri="{FF2B5EF4-FFF2-40B4-BE49-F238E27FC236}">
                <a16:creationId xmlns:a16="http://schemas.microsoft.com/office/drawing/2014/main" id="{3EDA57C8-256F-4874-B9CA-85B21231B45D}"/>
              </a:ext>
            </a:extLst>
          </p:cNvPr>
          <p:cNvSpPr>
            <a:spLocks xmlns:a="http://schemas.openxmlformats.org/drawingml/2006/main" noGrp="1"/>
          </p:cNvSpPr>
          <p:nvPr/>
        </p:nvSpPr>
        <p:spPr>
          <a:xfrm xmlns:a="http://schemas.openxmlformats.org/drawingml/2006/main">
            <a:off x="5139404" y="4391025"/>
            <a:ext cx="97364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التطبيق</a:t>
            </a:r>
          </a:p>
        </p:txBody>
      </p:sp>
      <p:sp>
        <p:nvSpPr>
          <p:cNvPr id="45" name="text-486">
            <a:extLst xmlns:a="http://schemas.openxmlformats.org/drawingml/2006/main">
              <a:ext uri="{FF2B5EF4-FFF2-40B4-BE49-F238E27FC236}">
                <a16:creationId xmlns:a16="http://schemas.microsoft.com/office/drawing/2014/main" id="{65340888-3708-449A-858B-E7F18CD901B2}"/>
              </a:ext>
            </a:extLst>
          </p:cNvPr>
          <p:cNvSpPr>
            <a:spLocks xmlns:a="http://schemas.openxmlformats.org/drawingml/2006/main" noGrp="1"/>
          </p:cNvSpPr>
          <p:nvPr/>
        </p:nvSpPr>
        <p:spPr>
          <a:xfrm xmlns:a="http://schemas.openxmlformats.org/drawingml/2006/main">
            <a:off x="4208431" y="4391025"/>
            <a:ext cx="857726" cy="58245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325" b="0">
                <a:solidFill>
                  <a:srgbClr val="78DAC1"/>
                </a:solidFill>
                <a:latin typeface="Tahoma"/>
                <a:ea typeface="Tahoma"/>
                <a:cs typeface="Tahoma"/>
              </a:defRPr>
            </a:pPr>
            <a:r>
              <a:rPr sz="2325" b="0">
                <a:solidFill>
                  <a:srgbClr val="78DAC1"/>
                </a:solidFill>
                <a:latin typeface="Tahoma"/>
                <a:ea typeface="Tahoma"/>
                <a:cs typeface="Tahoma"/>
              </a:rPr>
              <a:t>الحالي</a:t>
            </a:r>
          </a:p>
        </p:txBody>
      </p:sp>
      <p:sp>
        <p:nvSpPr>
          <p:cNvPr id="46" name="text-487">
            <a:extLst xmlns:a="http://schemas.openxmlformats.org/drawingml/2006/main">
              <a:ext uri="{FF2B5EF4-FFF2-40B4-BE49-F238E27FC236}">
                <a16:creationId xmlns:a16="http://schemas.microsoft.com/office/drawing/2014/main" id="{3B77A8AD-DA0F-4546-9528-DC215EDB1E24}"/>
              </a:ext>
            </a:extLst>
          </p:cNvPr>
          <p:cNvSpPr>
            <a:spLocks xmlns:a="http://schemas.openxmlformats.org/drawingml/2006/main" noGrp="1"/>
          </p:cNvSpPr>
          <p:nvPr/>
        </p:nvSpPr>
        <p:spPr>
          <a:xfrm xmlns:a="http://schemas.openxmlformats.org/drawingml/2006/main">
            <a:off x="10765536" y="5248275"/>
            <a:ext cx="816864"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المقارنة</a:t>
            </a:r>
          </a:p>
        </p:txBody>
      </p:sp>
      <p:sp>
        <p:nvSpPr>
          <p:cNvPr id="47" name="text-488">
            <a:extLst xmlns:a="http://schemas.openxmlformats.org/drawingml/2006/main">
              <a:ext uri="{FF2B5EF4-FFF2-40B4-BE49-F238E27FC236}">
                <a16:creationId xmlns:a16="http://schemas.microsoft.com/office/drawing/2014/main" id="{8F9D87DC-6C08-412D-8F61-38F24498E37A}"/>
              </a:ext>
            </a:extLst>
          </p:cNvPr>
          <p:cNvSpPr>
            <a:spLocks xmlns:a="http://schemas.openxmlformats.org/drawingml/2006/main" noGrp="1"/>
          </p:cNvSpPr>
          <p:nvPr/>
        </p:nvSpPr>
        <p:spPr>
          <a:xfrm xmlns:a="http://schemas.openxmlformats.org/drawingml/2006/main">
            <a:off x="10193845" y="5248275"/>
            <a:ext cx="51330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تثبت</a:t>
            </a:r>
          </a:p>
        </p:txBody>
      </p:sp>
      <p:sp>
        <p:nvSpPr>
          <p:cNvPr id="48" name="text-489">
            <a:extLst xmlns:a="http://schemas.openxmlformats.org/drawingml/2006/main">
              <a:ext uri="{FF2B5EF4-FFF2-40B4-BE49-F238E27FC236}">
                <a16:creationId xmlns:a16="http://schemas.microsoft.com/office/drawing/2014/main" id="{6EC257BF-33EF-4331-8FEC-088DFD287895}"/>
              </a:ext>
            </a:extLst>
          </p:cNvPr>
          <p:cNvSpPr>
            <a:spLocks xmlns:a="http://schemas.openxmlformats.org/drawingml/2006/main" noGrp="1"/>
          </p:cNvSpPr>
          <p:nvPr/>
        </p:nvSpPr>
        <p:spPr>
          <a:xfrm xmlns:a="http://schemas.openxmlformats.org/drawingml/2006/main">
            <a:off x="9677019" y="5248275"/>
            <a:ext cx="458438"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فرق</a:t>
            </a:r>
          </a:p>
        </p:txBody>
      </p:sp>
      <p:sp>
        <p:nvSpPr>
          <p:cNvPr id="49" name="text-490">
            <a:extLst xmlns:a="http://schemas.openxmlformats.org/drawingml/2006/main">
              <a:ext uri="{FF2B5EF4-FFF2-40B4-BE49-F238E27FC236}">
                <a16:creationId xmlns:a16="http://schemas.microsoft.com/office/drawing/2014/main" id="{507154B6-DD09-47DE-ACEF-B998DB313403}"/>
              </a:ext>
            </a:extLst>
          </p:cNvPr>
          <p:cNvSpPr>
            <a:spLocks xmlns:a="http://schemas.openxmlformats.org/drawingml/2006/main" noGrp="1"/>
          </p:cNvSpPr>
          <p:nvPr/>
        </p:nvSpPr>
        <p:spPr>
          <a:xfrm xmlns:a="http://schemas.openxmlformats.org/drawingml/2006/main">
            <a:off x="8816054" y="5248275"/>
            <a:ext cx="80257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الملفات</a:t>
            </a:r>
          </a:p>
        </p:txBody>
      </p:sp>
      <p:sp>
        <p:nvSpPr>
          <p:cNvPr id="50" name="text-491">
            <a:extLst xmlns:a="http://schemas.openxmlformats.org/drawingml/2006/main">
              <a:ext uri="{FF2B5EF4-FFF2-40B4-BE49-F238E27FC236}">
                <a16:creationId xmlns:a16="http://schemas.microsoft.com/office/drawing/2014/main" id="{A49AE50F-C7E4-43DF-8EF0-899B66C8C2B8}"/>
              </a:ext>
            </a:extLst>
          </p:cNvPr>
          <p:cNvSpPr>
            <a:spLocks xmlns:a="http://schemas.openxmlformats.org/drawingml/2006/main" noGrp="1"/>
          </p:cNvSpPr>
          <p:nvPr/>
        </p:nvSpPr>
        <p:spPr>
          <a:xfrm xmlns:a="http://schemas.openxmlformats.org/drawingml/2006/main">
            <a:off x="8487251" y="5248275"/>
            <a:ext cx="27041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أثر</a:t>
            </a:r>
          </a:p>
        </p:txBody>
      </p:sp>
      <p:sp>
        <p:nvSpPr>
          <p:cNvPr id="51" name="text-492">
            <a:extLst xmlns:a="http://schemas.openxmlformats.org/drawingml/2006/main">
              <a:ext uri="{FF2B5EF4-FFF2-40B4-BE49-F238E27FC236}">
                <a16:creationId xmlns:a16="http://schemas.microsoft.com/office/drawing/2014/main" id="{4542ED2A-7123-4830-8387-3E2206571D96}"/>
              </a:ext>
            </a:extLst>
          </p:cNvPr>
          <p:cNvSpPr>
            <a:spLocks xmlns:a="http://schemas.openxmlformats.org/drawingml/2006/main" noGrp="1"/>
          </p:cNvSpPr>
          <p:nvPr/>
        </p:nvSpPr>
        <p:spPr>
          <a:xfrm xmlns:a="http://schemas.openxmlformats.org/drawingml/2006/main">
            <a:off x="7675531" y="5248275"/>
            <a:ext cx="753332"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الإضافة</a:t>
            </a:r>
          </a:p>
        </p:txBody>
      </p:sp>
      <p:sp>
        <p:nvSpPr>
          <p:cNvPr id="52" name="text-493">
            <a:extLst xmlns:a="http://schemas.openxmlformats.org/drawingml/2006/main">
              <a:ext uri="{FF2B5EF4-FFF2-40B4-BE49-F238E27FC236}">
                <a16:creationId xmlns:a16="http://schemas.microsoft.com/office/drawing/2014/main" id="{96B6429F-824A-4C5E-8DF9-7122782942C4}"/>
              </a:ext>
            </a:extLst>
          </p:cNvPr>
          <p:cNvSpPr>
            <a:spLocks xmlns:a="http://schemas.openxmlformats.org/drawingml/2006/main" noGrp="1"/>
          </p:cNvSpPr>
          <p:nvPr/>
        </p:nvSpPr>
        <p:spPr>
          <a:xfrm xmlns:a="http://schemas.openxmlformats.org/drawingml/2006/main">
            <a:off x="7030307" y="5248275"/>
            <a:ext cx="586835"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يحتاج</a:t>
            </a:r>
          </a:p>
        </p:txBody>
      </p:sp>
      <p:sp>
        <p:nvSpPr>
          <p:cNvPr id="53" name="text-494">
            <a:extLst xmlns:a="http://schemas.openxmlformats.org/drawingml/2006/main">
              <a:ext uri="{FF2B5EF4-FFF2-40B4-BE49-F238E27FC236}">
                <a16:creationId xmlns:a16="http://schemas.microsoft.com/office/drawing/2014/main" id="{6F66D97E-B42F-409A-A5B6-D5535E8458AF}"/>
              </a:ext>
            </a:extLst>
          </p:cNvPr>
          <p:cNvSpPr>
            <a:spLocks xmlns:a="http://schemas.openxmlformats.org/drawingml/2006/main" noGrp="1"/>
          </p:cNvSpPr>
          <p:nvPr/>
        </p:nvSpPr>
        <p:spPr>
          <a:xfrm xmlns:a="http://schemas.openxmlformats.org/drawingml/2006/main">
            <a:off x="6314313" y="5248275"/>
            <a:ext cx="657606"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اختبارًا</a:t>
            </a:r>
          </a:p>
        </p:txBody>
      </p:sp>
      <p:sp>
        <p:nvSpPr>
          <p:cNvPr id="54" name="text-495">
            <a:extLst xmlns:a="http://schemas.openxmlformats.org/drawingml/2006/main">
              <a:ext uri="{FF2B5EF4-FFF2-40B4-BE49-F238E27FC236}">
                <a16:creationId xmlns:a16="http://schemas.microsoft.com/office/drawing/2014/main" id="{19D06430-48CF-4664-8E3E-F87C6AA32812}"/>
              </a:ext>
            </a:extLst>
          </p:cNvPr>
          <p:cNvSpPr>
            <a:spLocks xmlns:a="http://schemas.openxmlformats.org/drawingml/2006/main" noGrp="1"/>
          </p:cNvSpPr>
          <p:nvPr/>
        </p:nvSpPr>
        <p:spPr>
          <a:xfrm xmlns:a="http://schemas.openxmlformats.org/drawingml/2006/main">
            <a:off x="5464588" y="5248275"/>
            <a:ext cx="791337" cy="50387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950" b="0">
                <a:solidFill>
                  <a:srgbClr val="B9CEC4"/>
                </a:solidFill>
                <a:latin typeface="Tahoma"/>
                <a:ea typeface="Tahoma"/>
                <a:cs typeface="Tahoma"/>
              </a:defRPr>
            </a:pPr>
            <a:r>
              <a:rPr sz="1950" b="0">
                <a:solidFill>
                  <a:srgbClr val="B9CEC4"/>
                </a:solidFill>
                <a:latin typeface="Tahoma"/>
                <a:ea typeface="Tahoma"/>
                <a:cs typeface="Tahoma"/>
              </a:rPr>
              <a:t>مضبوطًا</a:t>
            </a:r>
          </a:p>
        </p:txBody>
      </p:sp>
    </p:spTree>
    <p:extLst>
      <p:ext uri="{BB962C8B-B14F-4D97-AF65-F5344CB8AC3E}">
        <p14:creationId xmlns:p14="http://schemas.microsoft.com/office/powerpoint/2010/main" val="116630740"/>
      </p:ext>
    </p:extLst>
  </p:cSld>
</p:sld>
</file>

<file path=ppt/slides/slide13.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65" name="text-496">
            <a:extLst xmlns:a="http://schemas.openxmlformats.org/drawingml/2006/main">
              <a:ext uri="{FF2B5EF4-FFF2-40B4-BE49-F238E27FC236}">
                <a16:creationId xmlns:a16="http://schemas.microsoft.com/office/drawing/2014/main" id="{3059B767-D808-4323-B790-0E6FB3671780}"/>
              </a:ext>
            </a:extLst>
          </p:cNvPr>
          <p:cNvSpPr>
            <a:spLocks xmlns:a="http://schemas.openxmlformats.org/drawingml/2006/main" noGrp="1"/>
          </p:cNvSpPr>
          <p:nvPr/>
        </p:nvSpPr>
        <p:spPr>
          <a:xfrm xmlns:a="http://schemas.openxmlformats.org/drawingml/2006/main">
            <a:off x="9682368" y="457200"/>
            <a:ext cx="190003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الموثوقية</a:t>
            </a:r>
          </a:p>
        </p:txBody>
      </p:sp>
      <p:sp>
        <p:nvSpPr>
          <p:cNvPr id="2" name="text-497">
            <a:extLst xmlns:a="http://schemas.openxmlformats.org/drawingml/2006/main">
              <a:ext uri="{FF2B5EF4-FFF2-40B4-BE49-F238E27FC236}">
                <a16:creationId xmlns:a16="http://schemas.microsoft.com/office/drawing/2014/main" id="{FD0CEE2B-48DF-43B1-9EF8-B6BA24DB5ECC}"/>
              </a:ext>
            </a:extLst>
          </p:cNvPr>
          <p:cNvSpPr>
            <a:spLocks xmlns:a="http://schemas.openxmlformats.org/drawingml/2006/main" noGrp="1"/>
          </p:cNvSpPr>
          <p:nvPr/>
        </p:nvSpPr>
        <p:spPr>
          <a:xfrm xmlns:a="http://schemas.openxmlformats.org/drawingml/2006/main">
            <a:off x="8341309" y="457200"/>
            <a:ext cx="124009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النجاح</a:t>
            </a:r>
          </a:p>
        </p:txBody>
      </p:sp>
      <p:sp>
        <p:nvSpPr>
          <p:cNvPr id="3" name="text-498">
            <a:extLst xmlns:a="http://schemas.openxmlformats.org/drawingml/2006/main">
              <a:ext uri="{FF2B5EF4-FFF2-40B4-BE49-F238E27FC236}">
                <a16:creationId xmlns:a16="http://schemas.microsoft.com/office/drawing/2014/main" id="{7F75A221-0123-441A-A406-41785FB32029}"/>
              </a:ext>
            </a:extLst>
          </p:cNvPr>
          <p:cNvSpPr>
            <a:spLocks xmlns:a="http://schemas.openxmlformats.org/drawingml/2006/main" noGrp="1"/>
          </p:cNvSpPr>
          <p:nvPr/>
        </p:nvSpPr>
        <p:spPr>
          <a:xfrm xmlns:a="http://schemas.openxmlformats.org/drawingml/2006/main">
            <a:off x="7180440" y="457200"/>
            <a:ext cx="1059904"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وحده</a:t>
            </a:r>
          </a:p>
        </p:txBody>
      </p:sp>
      <p:sp>
        <p:nvSpPr>
          <p:cNvPr id="4" name="text-499">
            <a:extLst xmlns:a="http://schemas.openxmlformats.org/drawingml/2006/main">
              <a:ext uri="{FF2B5EF4-FFF2-40B4-BE49-F238E27FC236}">
                <a16:creationId xmlns:a16="http://schemas.microsoft.com/office/drawing/2014/main" id="{24FB486F-9378-408E-B7A2-C23D6B3C88D5}"/>
              </a:ext>
            </a:extLst>
          </p:cNvPr>
          <p:cNvSpPr>
            <a:spLocks xmlns:a="http://schemas.openxmlformats.org/drawingml/2006/main" noGrp="1"/>
          </p:cNvSpPr>
          <p:nvPr/>
        </p:nvSpPr>
        <p:spPr>
          <a:xfrm xmlns:a="http://schemas.openxmlformats.org/drawingml/2006/main">
            <a:off x="6750436" y="457200"/>
            <a:ext cx="32903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لا</a:t>
            </a:r>
          </a:p>
        </p:txBody>
      </p:sp>
      <p:sp>
        <p:nvSpPr>
          <p:cNvPr id="5" name="text-500">
            <a:extLst xmlns:a="http://schemas.openxmlformats.org/drawingml/2006/main">
              <a:ext uri="{FF2B5EF4-FFF2-40B4-BE49-F238E27FC236}">
                <a16:creationId xmlns:a16="http://schemas.microsoft.com/office/drawing/2014/main" id="{FDFA1DC8-7309-4D7E-8653-147698638F2C}"/>
              </a:ext>
            </a:extLst>
          </p:cNvPr>
          <p:cNvSpPr>
            <a:spLocks xmlns:a="http://schemas.openxmlformats.org/drawingml/2006/main" noGrp="1"/>
          </p:cNvSpPr>
          <p:nvPr/>
        </p:nvSpPr>
        <p:spPr>
          <a:xfrm xmlns:a="http://schemas.openxmlformats.org/drawingml/2006/main">
            <a:off x="5480106" y="457200"/>
            <a:ext cx="116936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يكفي</a:t>
            </a:r>
          </a:p>
        </p:txBody>
      </p:sp>
      <p:sp>
        <p:nvSpPr>
          <p:cNvPr id="6" name="shape-501">
            <a:extLst xmlns:a="http://schemas.openxmlformats.org/drawingml/2006/main">
              <a:ext uri="{FF2B5EF4-FFF2-40B4-BE49-F238E27FC236}">
                <a16:creationId xmlns:a16="http://schemas.microsoft.com/office/drawing/2014/main" id="{B4043BD8-D768-4541-8B50-1E30967C0D59}"/>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502">
            <a:extLst xmlns:a="http://schemas.openxmlformats.org/drawingml/2006/main">
              <a:ext uri="{FF2B5EF4-FFF2-40B4-BE49-F238E27FC236}">
                <a16:creationId xmlns:a16="http://schemas.microsoft.com/office/drawing/2014/main" id="{A6AB0153-950A-41A2-9888-34EB881D8FB8}"/>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503">
            <a:extLst xmlns:a="http://schemas.openxmlformats.org/drawingml/2006/main">
              <a:ext uri="{FF2B5EF4-FFF2-40B4-BE49-F238E27FC236}">
                <a16:creationId xmlns:a16="http://schemas.microsoft.com/office/drawing/2014/main" id="{A19DAF1F-FC86-4866-B240-F4FE390AA0A8}"/>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504">
            <a:extLst xmlns:a="http://schemas.openxmlformats.org/drawingml/2006/main">
              <a:ext uri="{FF2B5EF4-FFF2-40B4-BE49-F238E27FC236}">
                <a16:creationId xmlns:a16="http://schemas.microsoft.com/office/drawing/2014/main" id="{9C116FAF-4EB1-4C9C-9478-1F2EA740CEA2}"/>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505">
            <a:extLst xmlns:a="http://schemas.openxmlformats.org/drawingml/2006/main">
              <a:ext uri="{FF2B5EF4-FFF2-40B4-BE49-F238E27FC236}">
                <a16:creationId xmlns:a16="http://schemas.microsoft.com/office/drawing/2014/main" id="{8C97FCC9-098F-4E16-AA0C-C61F74CE70F2}"/>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506">
            <a:extLst xmlns:a="http://schemas.openxmlformats.org/drawingml/2006/main">
              <a:ext uri="{FF2B5EF4-FFF2-40B4-BE49-F238E27FC236}">
                <a16:creationId xmlns:a16="http://schemas.microsoft.com/office/drawing/2014/main" id="{54344013-7EEA-4E8B-95F8-43EDA8A39E32}"/>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507">
            <a:extLst xmlns:a="http://schemas.openxmlformats.org/drawingml/2006/main">
              <a:ext uri="{FF2B5EF4-FFF2-40B4-BE49-F238E27FC236}">
                <a16:creationId xmlns:a16="http://schemas.microsoft.com/office/drawing/2014/main" id="{EE309326-C5B8-4E8D-A472-254DFA84C6E4}"/>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508">
            <a:extLst xmlns:a="http://schemas.openxmlformats.org/drawingml/2006/main">
              <a:ext uri="{FF2B5EF4-FFF2-40B4-BE49-F238E27FC236}">
                <a16:creationId xmlns:a16="http://schemas.microsoft.com/office/drawing/2014/main" id="{0E99C90F-301C-450F-9A95-339A971922BC}"/>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13</a:t>
            </a:r>
          </a:p>
        </p:txBody>
      </p:sp>
      <p:sp>
        <p:nvSpPr>
          <p:cNvPr id="14" name="text-509">
            <a:extLst xmlns:a="http://schemas.openxmlformats.org/drawingml/2006/main">
              <a:ext uri="{FF2B5EF4-FFF2-40B4-BE49-F238E27FC236}">
                <a16:creationId xmlns:a16="http://schemas.microsoft.com/office/drawing/2014/main" id="{F2099CA2-6EC0-43D6-BAF9-E3A9206B8615}"/>
              </a:ext>
            </a:extLst>
          </p:cNvPr>
          <p:cNvSpPr>
            <a:spLocks xmlns:a="http://schemas.openxmlformats.org/drawingml/2006/main" noGrp="1"/>
          </p:cNvSpPr>
          <p:nvPr/>
        </p:nvSpPr>
        <p:spPr>
          <a:xfrm xmlns:a="http://schemas.openxmlformats.org/drawingml/2006/main">
            <a:off x="10759943" y="1581150"/>
            <a:ext cx="82245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مثبت</a:t>
            </a:r>
          </a:p>
        </p:txBody>
      </p:sp>
      <p:sp>
        <p:nvSpPr>
          <p:cNvPr id="15" name="text-510">
            <a:extLst xmlns:a="http://schemas.openxmlformats.org/drawingml/2006/main">
              <a:ext uri="{FF2B5EF4-FFF2-40B4-BE49-F238E27FC236}">
                <a16:creationId xmlns:a16="http://schemas.microsoft.com/office/drawing/2014/main" id="{9933C079-B8D0-4110-A226-EEE8A4994C1E}"/>
              </a:ext>
            </a:extLst>
          </p:cNvPr>
          <p:cNvSpPr>
            <a:spLocks xmlns:a="http://schemas.openxmlformats.org/drawingml/2006/main" noGrp="1"/>
          </p:cNvSpPr>
          <p:nvPr/>
        </p:nvSpPr>
        <p:spPr>
          <a:xfrm xmlns:a="http://schemas.openxmlformats.org/drawingml/2006/main">
            <a:off x="10097319" y="1581150"/>
            <a:ext cx="58956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في</a:t>
            </a:r>
          </a:p>
        </p:txBody>
      </p:sp>
      <p:sp>
        <p:nvSpPr>
          <p:cNvPr id="16" name="text-511">
            <a:extLst xmlns:a="http://schemas.openxmlformats.org/drawingml/2006/main">
              <a:ext uri="{FF2B5EF4-FFF2-40B4-BE49-F238E27FC236}">
                <a16:creationId xmlns:a16="http://schemas.microsoft.com/office/drawing/2014/main" id="{08F01B96-5141-48E9-AEFE-25953C0AC189}"/>
              </a:ext>
            </a:extLst>
          </p:cNvPr>
          <p:cNvSpPr>
            <a:spLocks xmlns:a="http://schemas.openxmlformats.org/drawingml/2006/main" noGrp="1"/>
          </p:cNvSpPr>
          <p:nvPr/>
        </p:nvSpPr>
        <p:spPr>
          <a:xfrm xmlns:a="http://schemas.openxmlformats.org/drawingml/2006/main">
            <a:off x="8996652" y="1581150"/>
            <a:ext cx="102761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الأمثلة</a:t>
            </a:r>
          </a:p>
        </p:txBody>
      </p:sp>
      <p:sp>
        <p:nvSpPr>
          <p:cNvPr id="17" name="text-512">
            <a:extLst xmlns:a="http://schemas.openxmlformats.org/drawingml/2006/main">
              <a:ext uri="{FF2B5EF4-FFF2-40B4-BE49-F238E27FC236}">
                <a16:creationId xmlns:a16="http://schemas.microsoft.com/office/drawing/2014/main" id="{6E1655F7-BC5A-4642-B563-F526A00B38D5}"/>
              </a:ext>
            </a:extLst>
          </p:cNvPr>
          <p:cNvSpPr>
            <a:spLocks xmlns:a="http://schemas.openxmlformats.org/drawingml/2006/main" noGrp="1"/>
          </p:cNvSpPr>
          <p:nvPr/>
        </p:nvSpPr>
        <p:spPr>
          <a:xfrm xmlns:a="http://schemas.openxmlformats.org/drawingml/2006/main">
            <a:off x="10803350" y="2352675"/>
            <a:ext cx="77905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تصحيح</a:t>
            </a:r>
          </a:p>
        </p:txBody>
      </p:sp>
      <p:sp>
        <p:nvSpPr>
          <p:cNvPr id="18" name="text-513">
            <a:extLst xmlns:a="http://schemas.openxmlformats.org/drawingml/2006/main">
              <a:ext uri="{FF2B5EF4-FFF2-40B4-BE49-F238E27FC236}">
                <a16:creationId xmlns:a16="http://schemas.microsoft.com/office/drawing/2014/main" id="{71C1F497-EC1B-4AD9-8E77-188A0FA315E1}"/>
              </a:ext>
            </a:extLst>
          </p:cNvPr>
          <p:cNvSpPr>
            <a:spLocks xmlns:a="http://schemas.openxmlformats.org/drawingml/2006/main" noGrp="1"/>
          </p:cNvSpPr>
          <p:nvPr/>
        </p:nvSpPr>
        <p:spPr>
          <a:xfrm xmlns:a="http://schemas.openxmlformats.org/drawingml/2006/main">
            <a:off x="10031444" y="2352675"/>
            <a:ext cx="70761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فرضية</a:t>
            </a:r>
          </a:p>
        </p:txBody>
      </p:sp>
      <p:sp>
        <p:nvSpPr>
          <p:cNvPr id="19" name="text-514">
            <a:extLst xmlns:a="http://schemas.openxmlformats.org/drawingml/2006/main">
              <a:ext uri="{FF2B5EF4-FFF2-40B4-BE49-F238E27FC236}">
                <a16:creationId xmlns:a16="http://schemas.microsoft.com/office/drawing/2014/main" id="{409BE4EA-B213-474B-BF69-FD9F0E44800E}"/>
              </a:ext>
            </a:extLst>
          </p:cNvPr>
          <p:cNvSpPr>
            <a:spLocks xmlns:a="http://schemas.openxmlformats.org/drawingml/2006/main" noGrp="1"/>
          </p:cNvSpPr>
          <p:nvPr/>
        </p:nvSpPr>
        <p:spPr>
          <a:xfrm xmlns:a="http://schemas.openxmlformats.org/drawingml/2006/main">
            <a:off x="9272302" y="2352675"/>
            <a:ext cx="69484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الكعبة</a:t>
            </a:r>
          </a:p>
        </p:txBody>
      </p:sp>
      <p:sp>
        <p:nvSpPr>
          <p:cNvPr id="20" name="text-515">
            <a:extLst xmlns:a="http://schemas.openxmlformats.org/drawingml/2006/main">
              <a:ext uri="{FF2B5EF4-FFF2-40B4-BE49-F238E27FC236}">
                <a16:creationId xmlns:a16="http://schemas.microsoft.com/office/drawing/2014/main" id="{FE07D816-E333-47DB-A3B0-52F85601D7BE}"/>
              </a:ext>
            </a:extLst>
          </p:cNvPr>
          <p:cNvSpPr>
            <a:spLocks xmlns:a="http://schemas.openxmlformats.org/drawingml/2006/main" noGrp="1"/>
          </p:cNvSpPr>
          <p:nvPr/>
        </p:nvSpPr>
        <p:spPr>
          <a:xfrm xmlns:a="http://schemas.openxmlformats.org/drawingml/2006/main">
            <a:off x="10569702" y="2952750"/>
            <a:ext cx="101269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استكمال</a:t>
            </a:r>
          </a:p>
        </p:txBody>
      </p:sp>
      <p:sp>
        <p:nvSpPr>
          <p:cNvPr id="21" name="text-516">
            <a:extLst xmlns:a="http://schemas.openxmlformats.org/drawingml/2006/main">
              <a:ext uri="{FF2B5EF4-FFF2-40B4-BE49-F238E27FC236}">
                <a16:creationId xmlns:a16="http://schemas.microsoft.com/office/drawing/2014/main" id="{2FE074E3-8BB3-410B-A48E-17EE8204E660}"/>
              </a:ext>
            </a:extLst>
          </p:cNvPr>
          <p:cNvSpPr>
            <a:spLocks xmlns:a="http://schemas.openxmlformats.org/drawingml/2006/main" noGrp="1"/>
          </p:cNvSpPr>
          <p:nvPr/>
        </p:nvSpPr>
        <p:spPr>
          <a:xfrm xmlns:a="http://schemas.openxmlformats.org/drawingml/2006/main">
            <a:off x="10012871" y="2952750"/>
            <a:ext cx="492538"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الآية</a:t>
            </a:r>
          </a:p>
        </p:txBody>
      </p:sp>
      <p:sp>
        <p:nvSpPr>
          <p:cNvPr id="22" name="text-517">
            <a:extLst xmlns:a="http://schemas.openxmlformats.org/drawingml/2006/main">
              <a:ext uri="{FF2B5EF4-FFF2-40B4-BE49-F238E27FC236}">
                <a16:creationId xmlns:a16="http://schemas.microsoft.com/office/drawing/2014/main" id="{49C563E5-2314-4818-8011-E729125A36BC}"/>
              </a:ext>
            </a:extLst>
          </p:cNvPr>
          <p:cNvSpPr>
            <a:spLocks xmlns:a="http://schemas.openxmlformats.org/drawingml/2006/main" noGrp="1"/>
          </p:cNvSpPr>
          <p:nvPr/>
        </p:nvSpPr>
        <p:spPr>
          <a:xfrm xmlns:a="http://schemas.openxmlformats.org/drawingml/2006/main">
            <a:off x="9338024" y="2952750"/>
            <a:ext cx="61055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وعدم</a:t>
            </a:r>
          </a:p>
        </p:txBody>
      </p:sp>
      <p:sp>
        <p:nvSpPr>
          <p:cNvPr id="23" name="text-518">
            <a:extLst xmlns:a="http://schemas.openxmlformats.org/drawingml/2006/main">
              <a:ext uri="{FF2B5EF4-FFF2-40B4-BE49-F238E27FC236}">
                <a16:creationId xmlns:a16="http://schemas.microsoft.com/office/drawing/2014/main" id="{9041231F-E372-4AC6-8CEF-AF1AF2EA2B69}"/>
              </a:ext>
            </a:extLst>
          </p:cNvPr>
          <p:cNvSpPr>
            <a:spLocks xmlns:a="http://schemas.openxmlformats.org/drawingml/2006/main" noGrp="1"/>
          </p:cNvSpPr>
          <p:nvPr/>
        </p:nvSpPr>
        <p:spPr>
          <a:xfrm xmlns:a="http://schemas.openxmlformats.org/drawingml/2006/main">
            <a:off x="8480489" y="2952750"/>
            <a:ext cx="79324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اختلاق</a:t>
            </a:r>
          </a:p>
        </p:txBody>
      </p:sp>
      <p:sp>
        <p:nvSpPr>
          <p:cNvPr id="24" name="text-519">
            <a:extLst xmlns:a="http://schemas.openxmlformats.org/drawingml/2006/main">
              <a:ext uri="{FF2B5EF4-FFF2-40B4-BE49-F238E27FC236}">
                <a16:creationId xmlns:a16="http://schemas.microsoft.com/office/drawing/2014/main" id="{C57ADFEF-6A1F-4797-A23F-7777FE857CBB}"/>
              </a:ext>
            </a:extLst>
          </p:cNvPr>
          <p:cNvSpPr>
            <a:spLocks xmlns:a="http://schemas.openxmlformats.org/drawingml/2006/main" noGrp="1"/>
          </p:cNvSpPr>
          <p:nvPr/>
        </p:nvSpPr>
        <p:spPr>
          <a:xfrm xmlns:a="http://schemas.openxmlformats.org/drawingml/2006/main">
            <a:off x="7732205" y="2952750"/>
            <a:ext cx="68399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حديث</a:t>
            </a:r>
          </a:p>
        </p:txBody>
      </p:sp>
      <p:sp>
        <p:nvSpPr>
          <p:cNvPr id="25" name="text-520">
            <a:extLst xmlns:a="http://schemas.openxmlformats.org/drawingml/2006/main">
              <a:ext uri="{FF2B5EF4-FFF2-40B4-BE49-F238E27FC236}">
                <a16:creationId xmlns:a16="http://schemas.microsoft.com/office/drawing/2014/main" id="{2A4D8E5D-77D9-4230-BEDF-7804BA72F2E8}"/>
              </a:ext>
            </a:extLst>
          </p:cNvPr>
          <p:cNvSpPr>
            <a:spLocks xmlns:a="http://schemas.openxmlformats.org/drawingml/2006/main" noGrp="1"/>
          </p:cNvSpPr>
          <p:nvPr/>
        </p:nvSpPr>
        <p:spPr>
          <a:xfrm xmlns:a="http://schemas.openxmlformats.org/drawingml/2006/main">
            <a:off x="11154537" y="3552825"/>
            <a:ext cx="42786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فتح</a:t>
            </a:r>
          </a:p>
        </p:txBody>
      </p:sp>
      <p:sp>
        <p:nvSpPr>
          <p:cNvPr id="26" name="text-521">
            <a:extLst xmlns:a="http://schemas.openxmlformats.org/drawingml/2006/main">
              <a:ext uri="{FF2B5EF4-FFF2-40B4-BE49-F238E27FC236}">
                <a16:creationId xmlns:a16="http://schemas.microsoft.com/office/drawing/2014/main" id="{58E6B90B-53D2-4C92-B22F-C776CBAA4EDF}"/>
              </a:ext>
            </a:extLst>
          </p:cNvPr>
          <p:cNvSpPr>
            <a:spLocks xmlns:a="http://schemas.openxmlformats.org/drawingml/2006/main" noGrp="1"/>
          </p:cNvSpPr>
          <p:nvPr/>
        </p:nvSpPr>
        <p:spPr>
          <a:xfrm xmlns:a="http://schemas.openxmlformats.org/drawingml/2006/main">
            <a:off x="10304431" y="3552825"/>
            <a:ext cx="78581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المصدر</a:t>
            </a:r>
          </a:p>
        </p:txBody>
      </p:sp>
      <p:sp>
        <p:nvSpPr>
          <p:cNvPr id="27" name="text-522">
            <a:extLst xmlns:a="http://schemas.openxmlformats.org/drawingml/2006/main">
              <a:ext uri="{FF2B5EF4-FFF2-40B4-BE49-F238E27FC236}">
                <a16:creationId xmlns:a16="http://schemas.microsoft.com/office/drawing/2014/main" id="{B252978B-B8A1-40C5-874B-EFE60E7C24B3}"/>
              </a:ext>
            </a:extLst>
          </p:cNvPr>
          <p:cNvSpPr>
            <a:spLocks xmlns:a="http://schemas.openxmlformats.org/drawingml/2006/main" noGrp="1"/>
          </p:cNvSpPr>
          <p:nvPr/>
        </p:nvSpPr>
        <p:spPr>
          <a:xfrm xmlns:a="http://schemas.openxmlformats.org/drawingml/2006/main">
            <a:off x="9865233" y="3552825"/>
            <a:ext cx="37490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من</a:t>
            </a:r>
          </a:p>
        </p:txBody>
      </p:sp>
      <p:sp>
        <p:nvSpPr>
          <p:cNvPr id="28" name="text-523">
            <a:extLst xmlns:a="http://schemas.openxmlformats.org/drawingml/2006/main">
              <a:ext uri="{FF2B5EF4-FFF2-40B4-BE49-F238E27FC236}">
                <a16:creationId xmlns:a16="http://schemas.microsoft.com/office/drawing/2014/main" id="{EC2EB868-420C-4EC2-9ADB-92B08879D749}"/>
              </a:ext>
            </a:extLst>
          </p:cNvPr>
          <p:cNvSpPr>
            <a:spLocks xmlns:a="http://schemas.openxmlformats.org/drawingml/2006/main" noGrp="1"/>
          </p:cNvSpPr>
          <p:nvPr/>
        </p:nvSpPr>
        <p:spPr>
          <a:xfrm xmlns:a="http://schemas.openxmlformats.org/drawingml/2006/main">
            <a:off x="9044273" y="3552825"/>
            <a:ext cx="75666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الجواب</a:t>
            </a:r>
          </a:p>
        </p:txBody>
      </p:sp>
      <p:sp>
        <p:nvSpPr>
          <p:cNvPr id="29" name="text-524">
            <a:extLst xmlns:a="http://schemas.openxmlformats.org/drawingml/2006/main">
              <a:ext uri="{FF2B5EF4-FFF2-40B4-BE49-F238E27FC236}">
                <a16:creationId xmlns:a16="http://schemas.microsoft.com/office/drawing/2014/main" id="{4512ECA6-2350-41A2-A5B4-C276ABA29C64}"/>
              </a:ext>
            </a:extLst>
          </p:cNvPr>
          <p:cNvSpPr>
            <a:spLocks xmlns:a="http://schemas.openxmlformats.org/drawingml/2006/main" noGrp="1"/>
          </p:cNvSpPr>
          <p:nvPr/>
        </p:nvSpPr>
        <p:spPr>
          <a:xfrm xmlns:a="http://schemas.openxmlformats.org/drawingml/2006/main">
            <a:off x="4854786" y="1581150"/>
            <a:ext cx="850689"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ينتظر</a:t>
            </a:r>
          </a:p>
        </p:txBody>
      </p:sp>
      <p:sp>
        <p:nvSpPr>
          <p:cNvPr id="30" name="text-525">
            <a:extLst xmlns:a="http://schemas.openxmlformats.org/drawingml/2006/main">
              <a:ext uri="{FF2B5EF4-FFF2-40B4-BE49-F238E27FC236}">
                <a16:creationId xmlns:a16="http://schemas.microsoft.com/office/drawing/2014/main" id="{046BA6ED-12BC-43E7-8D8E-D9EB87AD5D6A}"/>
              </a:ext>
            </a:extLst>
          </p:cNvPr>
          <p:cNvSpPr>
            <a:spLocks xmlns:a="http://schemas.openxmlformats.org/drawingml/2006/main" noGrp="1"/>
          </p:cNvSpPr>
          <p:nvPr/>
        </p:nvSpPr>
        <p:spPr>
          <a:xfrm xmlns:a="http://schemas.openxmlformats.org/drawingml/2006/main">
            <a:off x="3954517" y="1581150"/>
            <a:ext cx="82721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إعادة</a:t>
            </a:r>
          </a:p>
        </p:txBody>
      </p:sp>
      <p:sp>
        <p:nvSpPr>
          <p:cNvPr id="31" name="text-526">
            <a:extLst xmlns:a="http://schemas.openxmlformats.org/drawingml/2006/main">
              <a:ext uri="{FF2B5EF4-FFF2-40B4-BE49-F238E27FC236}">
                <a16:creationId xmlns:a16="http://schemas.microsoft.com/office/drawing/2014/main" id="{A8168C7B-1A04-485A-8F71-BABA4D26B1D8}"/>
              </a:ext>
            </a:extLst>
          </p:cNvPr>
          <p:cNvSpPr>
            <a:spLocks xmlns:a="http://schemas.openxmlformats.org/drawingml/2006/main" noGrp="1"/>
          </p:cNvSpPr>
          <p:nvPr/>
        </p:nvSpPr>
        <p:spPr>
          <a:xfrm xmlns:a="http://schemas.openxmlformats.org/drawingml/2006/main">
            <a:off x="2727350" y="1581150"/>
            <a:ext cx="1154110"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التحقق</a:t>
            </a:r>
          </a:p>
        </p:txBody>
      </p:sp>
      <p:sp>
        <p:nvSpPr>
          <p:cNvPr id="32" name="text-527">
            <a:extLst xmlns:a="http://schemas.openxmlformats.org/drawingml/2006/main">
              <a:ext uri="{FF2B5EF4-FFF2-40B4-BE49-F238E27FC236}">
                <a16:creationId xmlns:a16="http://schemas.microsoft.com/office/drawing/2014/main" id="{8553AEE2-2257-448B-867F-29D3686EE1FF}"/>
              </a:ext>
            </a:extLst>
          </p:cNvPr>
          <p:cNvSpPr>
            <a:spLocks xmlns:a="http://schemas.openxmlformats.org/drawingml/2006/main" noGrp="1"/>
          </p:cNvSpPr>
          <p:nvPr/>
        </p:nvSpPr>
        <p:spPr>
          <a:xfrm xmlns:a="http://schemas.openxmlformats.org/drawingml/2006/main">
            <a:off x="4934426" y="2352675"/>
            <a:ext cx="77104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اتساق</a:t>
            </a:r>
          </a:p>
        </p:txBody>
      </p:sp>
      <p:sp>
        <p:nvSpPr>
          <p:cNvPr id="33" name="text-528">
            <a:extLst xmlns:a="http://schemas.openxmlformats.org/drawingml/2006/main">
              <a:ext uri="{FF2B5EF4-FFF2-40B4-BE49-F238E27FC236}">
                <a16:creationId xmlns:a16="http://schemas.microsoft.com/office/drawing/2014/main" id="{FBCDD1B1-A917-4C30-AFA4-3AD9F78DA480}"/>
              </a:ext>
            </a:extLst>
          </p:cNvPr>
          <p:cNvSpPr>
            <a:spLocks xmlns:a="http://schemas.openxmlformats.org/drawingml/2006/main" noGrp="1"/>
          </p:cNvSpPr>
          <p:nvPr/>
        </p:nvSpPr>
        <p:spPr>
          <a:xfrm xmlns:a="http://schemas.openxmlformats.org/drawingml/2006/main">
            <a:off x="4091083" y="2352675"/>
            <a:ext cx="77905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تصحيح</a:t>
            </a:r>
          </a:p>
        </p:txBody>
      </p:sp>
      <p:sp>
        <p:nvSpPr>
          <p:cNvPr id="34" name="text-529">
            <a:extLst xmlns:a="http://schemas.openxmlformats.org/drawingml/2006/main">
              <a:ext uri="{FF2B5EF4-FFF2-40B4-BE49-F238E27FC236}">
                <a16:creationId xmlns:a16="http://schemas.microsoft.com/office/drawing/2014/main" id="{717AB72E-2016-4972-B931-703662E7ABDE}"/>
              </a:ext>
            </a:extLst>
          </p:cNvPr>
          <p:cNvSpPr>
            <a:spLocks xmlns:a="http://schemas.openxmlformats.org/drawingml/2006/main" noGrp="1"/>
          </p:cNvSpPr>
          <p:nvPr/>
        </p:nvSpPr>
        <p:spPr>
          <a:xfrm xmlns:a="http://schemas.openxmlformats.org/drawingml/2006/main">
            <a:off x="3063716" y="2352675"/>
            <a:ext cx="96307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الاقتباس</a:t>
            </a:r>
          </a:p>
        </p:txBody>
      </p:sp>
      <p:sp>
        <p:nvSpPr>
          <p:cNvPr id="35" name="text-530">
            <a:extLst xmlns:a="http://schemas.openxmlformats.org/drawingml/2006/main">
              <a:ext uri="{FF2B5EF4-FFF2-40B4-BE49-F238E27FC236}">
                <a16:creationId xmlns:a16="http://schemas.microsoft.com/office/drawing/2014/main" id="{352D4A9E-E608-4841-93BE-1E480001EED9}"/>
              </a:ext>
            </a:extLst>
          </p:cNvPr>
          <p:cNvSpPr>
            <a:spLocks xmlns:a="http://schemas.openxmlformats.org/drawingml/2006/main" noGrp="1"/>
          </p:cNvSpPr>
          <p:nvPr/>
        </p:nvSpPr>
        <p:spPr>
          <a:xfrm xmlns:a="http://schemas.openxmlformats.org/drawingml/2006/main">
            <a:off x="2135600" y="2352675"/>
            <a:ext cx="863822"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المحرّف</a:t>
            </a:r>
          </a:p>
        </p:txBody>
      </p:sp>
      <p:sp>
        <p:nvSpPr>
          <p:cNvPr id="36" name="text-531">
            <a:extLst xmlns:a="http://schemas.openxmlformats.org/drawingml/2006/main">
              <a:ext uri="{FF2B5EF4-FFF2-40B4-BE49-F238E27FC236}">
                <a16:creationId xmlns:a16="http://schemas.microsoft.com/office/drawing/2014/main" id="{9BBCE3E6-A869-4710-942C-90292F1B4ECB}"/>
              </a:ext>
            </a:extLst>
          </p:cNvPr>
          <p:cNvSpPr>
            <a:spLocks xmlns:a="http://schemas.openxmlformats.org/drawingml/2006/main" noGrp="1"/>
          </p:cNvSpPr>
          <p:nvPr/>
        </p:nvSpPr>
        <p:spPr>
          <a:xfrm xmlns:a="http://schemas.openxmlformats.org/drawingml/2006/main">
            <a:off x="5103495" y="2952750"/>
            <a:ext cx="60198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فروق</a:t>
            </a:r>
          </a:p>
        </p:txBody>
      </p:sp>
      <p:sp>
        <p:nvSpPr>
          <p:cNvPr id="37" name="text-532">
            <a:extLst xmlns:a="http://schemas.openxmlformats.org/drawingml/2006/main">
              <a:ext uri="{FF2B5EF4-FFF2-40B4-BE49-F238E27FC236}">
                <a16:creationId xmlns:a16="http://schemas.microsoft.com/office/drawing/2014/main" id="{7EF6E657-BA58-4FAD-8D62-C4F0011E3D22}"/>
              </a:ext>
            </a:extLst>
          </p:cNvPr>
          <p:cNvSpPr>
            <a:spLocks xmlns:a="http://schemas.openxmlformats.org/drawingml/2006/main" noGrp="1"/>
          </p:cNvSpPr>
          <p:nvPr/>
        </p:nvSpPr>
        <p:spPr>
          <a:xfrm xmlns:a="http://schemas.openxmlformats.org/drawingml/2006/main">
            <a:off x="4030694" y="2952750"/>
            <a:ext cx="100850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المفاهيم</a:t>
            </a:r>
          </a:p>
        </p:txBody>
      </p:sp>
      <p:sp>
        <p:nvSpPr>
          <p:cNvPr id="38" name="text-533">
            <a:extLst xmlns:a="http://schemas.openxmlformats.org/drawingml/2006/main">
              <a:ext uri="{FF2B5EF4-FFF2-40B4-BE49-F238E27FC236}">
                <a16:creationId xmlns:a16="http://schemas.microsoft.com/office/drawing/2014/main" id="{51955FAA-49B1-4BB0-8FFB-522170E05E0B}"/>
              </a:ext>
            </a:extLst>
          </p:cNvPr>
          <p:cNvSpPr>
            <a:spLocks xmlns:a="http://schemas.openxmlformats.org/drawingml/2006/main" noGrp="1"/>
          </p:cNvSpPr>
          <p:nvPr/>
        </p:nvSpPr>
        <p:spPr>
          <a:xfrm xmlns:a="http://schemas.openxmlformats.org/drawingml/2006/main">
            <a:off x="3107626" y="2952750"/>
            <a:ext cx="858774"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والإحالة</a:t>
            </a:r>
          </a:p>
        </p:txBody>
      </p:sp>
      <p:sp>
        <p:nvSpPr>
          <p:cNvPr id="39" name="text-534">
            <a:extLst xmlns:a="http://schemas.openxmlformats.org/drawingml/2006/main">
              <a:ext uri="{FF2B5EF4-FFF2-40B4-BE49-F238E27FC236}">
                <a16:creationId xmlns:a16="http://schemas.microsoft.com/office/drawing/2014/main" id="{B7FA7F69-2FB7-4719-8290-7C6836B5E4CF}"/>
              </a:ext>
            </a:extLst>
          </p:cNvPr>
          <p:cNvSpPr>
            <a:spLocks xmlns:a="http://schemas.openxmlformats.org/drawingml/2006/main" noGrp="1"/>
          </p:cNvSpPr>
          <p:nvPr/>
        </p:nvSpPr>
        <p:spPr>
          <a:xfrm xmlns:a="http://schemas.openxmlformats.org/drawingml/2006/main">
            <a:off x="1950244" y="2952750"/>
            <a:ext cx="109308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الشخصية</a:t>
            </a:r>
          </a:p>
        </p:txBody>
      </p:sp>
      <p:sp>
        <p:nvSpPr>
          <p:cNvPr id="40" name="text-535">
            <a:extLst xmlns:a="http://schemas.openxmlformats.org/drawingml/2006/main">
              <a:ext uri="{FF2B5EF4-FFF2-40B4-BE49-F238E27FC236}">
                <a16:creationId xmlns:a16="http://schemas.microsoft.com/office/drawing/2014/main" id="{149F725B-543F-4B73-9B27-CF84A1A815A7}"/>
              </a:ext>
            </a:extLst>
          </p:cNvPr>
          <p:cNvSpPr>
            <a:spLocks xmlns:a="http://schemas.openxmlformats.org/drawingml/2006/main" noGrp="1"/>
          </p:cNvSpPr>
          <p:nvPr/>
        </p:nvSpPr>
        <p:spPr>
          <a:xfrm xmlns:a="http://schemas.openxmlformats.org/drawingml/2006/main">
            <a:off x="4791265" y="3552825"/>
            <a:ext cx="91421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الاختصار</a:t>
            </a:r>
          </a:p>
        </p:txBody>
      </p:sp>
      <p:sp>
        <p:nvSpPr>
          <p:cNvPr id="41" name="text-536">
            <a:extLst xmlns:a="http://schemas.openxmlformats.org/drawingml/2006/main">
              <a:ext uri="{FF2B5EF4-FFF2-40B4-BE49-F238E27FC236}">
                <a16:creationId xmlns:a16="http://schemas.microsoft.com/office/drawing/2014/main" id="{BF4E8BA3-4577-489B-95FF-313F296A7509}"/>
              </a:ext>
            </a:extLst>
          </p:cNvPr>
          <p:cNvSpPr>
            <a:spLocks xmlns:a="http://schemas.openxmlformats.org/drawingml/2006/main" noGrp="1"/>
          </p:cNvSpPr>
          <p:nvPr/>
        </p:nvSpPr>
        <p:spPr>
          <a:xfrm xmlns:a="http://schemas.openxmlformats.org/drawingml/2006/main">
            <a:off x="3703987" y="3552825"/>
            <a:ext cx="102298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المناسب</a:t>
            </a:r>
          </a:p>
        </p:txBody>
      </p:sp>
      <p:sp>
        <p:nvSpPr>
          <p:cNvPr id="42" name="text-537">
            <a:extLst xmlns:a="http://schemas.openxmlformats.org/drawingml/2006/main">
              <a:ext uri="{FF2B5EF4-FFF2-40B4-BE49-F238E27FC236}">
                <a16:creationId xmlns:a16="http://schemas.microsoft.com/office/drawing/2014/main" id="{C2268410-D035-4043-ABD6-1D452A4F3335}"/>
              </a:ext>
            </a:extLst>
          </p:cNvPr>
          <p:cNvSpPr>
            <a:spLocks xmlns:a="http://schemas.openxmlformats.org/drawingml/2006/main" noGrp="1"/>
          </p:cNvSpPr>
          <p:nvPr/>
        </p:nvSpPr>
        <p:spPr>
          <a:xfrm xmlns:a="http://schemas.openxmlformats.org/drawingml/2006/main">
            <a:off x="2705767" y="3552825"/>
            <a:ext cx="933926"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F1F5ED"/>
                </a:solidFill>
                <a:latin typeface="Tahoma"/>
                <a:ea typeface="Tahoma"/>
                <a:cs typeface="Tahoma"/>
              </a:defRPr>
            </a:pPr>
            <a:r>
              <a:rPr sz="2100" b="0">
                <a:solidFill>
                  <a:srgbClr val="F1F5ED"/>
                </a:solidFill>
                <a:latin typeface="Tahoma"/>
                <a:ea typeface="Tahoma"/>
                <a:cs typeface="Tahoma"/>
              </a:rPr>
              <a:t>للمبتدئ</a:t>
            </a:r>
          </a:p>
        </p:txBody>
      </p:sp>
      <p:sp>
        <p:nvSpPr>
          <p:cNvPr id="43" name="text-538">
            <a:extLst xmlns:a="http://schemas.openxmlformats.org/drawingml/2006/main">
              <a:ext uri="{FF2B5EF4-FFF2-40B4-BE49-F238E27FC236}">
                <a16:creationId xmlns:a16="http://schemas.microsoft.com/office/drawing/2014/main" id="{7D53FCCD-44A9-4047-B082-89FBB9895054}"/>
              </a:ext>
            </a:extLst>
          </p:cNvPr>
          <p:cNvSpPr>
            <a:spLocks xmlns:a="http://schemas.openxmlformats.org/drawingml/2006/main" noGrp="1"/>
          </p:cNvSpPr>
          <p:nvPr/>
        </p:nvSpPr>
        <p:spPr>
          <a:xfrm xmlns:a="http://schemas.openxmlformats.org/drawingml/2006/main">
            <a:off x="11239309" y="4752975"/>
            <a:ext cx="343091"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٢٠</a:t>
            </a:r>
          </a:p>
        </p:txBody>
      </p:sp>
      <p:sp>
        <p:nvSpPr>
          <p:cNvPr id="44" name="text-539">
            <a:extLst xmlns:a="http://schemas.openxmlformats.org/drawingml/2006/main">
              <a:ext uri="{FF2B5EF4-FFF2-40B4-BE49-F238E27FC236}">
                <a16:creationId xmlns:a16="http://schemas.microsoft.com/office/drawing/2014/main" id="{F699ABE5-5C57-4554-855E-A8012CF53343}"/>
              </a:ext>
            </a:extLst>
          </p:cNvPr>
          <p:cNvSpPr>
            <a:spLocks xmlns:a="http://schemas.openxmlformats.org/drawingml/2006/main" noGrp="1"/>
          </p:cNvSpPr>
          <p:nvPr/>
        </p:nvSpPr>
        <p:spPr>
          <a:xfrm xmlns:a="http://schemas.openxmlformats.org/drawingml/2006/main">
            <a:off x="10451020" y="4752975"/>
            <a:ext cx="72399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صياغة</a:t>
            </a:r>
          </a:p>
        </p:txBody>
      </p:sp>
      <p:sp>
        <p:nvSpPr>
          <p:cNvPr id="45" name="text-540">
            <a:extLst xmlns:a="http://schemas.openxmlformats.org/drawingml/2006/main">
              <a:ext uri="{FF2B5EF4-FFF2-40B4-BE49-F238E27FC236}">
                <a16:creationId xmlns:a16="http://schemas.microsoft.com/office/drawing/2014/main" id="{458618BD-CB09-4205-BD38-F157CD56E7EF}"/>
              </a:ext>
            </a:extLst>
          </p:cNvPr>
          <p:cNvSpPr>
            <a:spLocks xmlns:a="http://schemas.openxmlformats.org/drawingml/2006/main" noGrp="1"/>
          </p:cNvSpPr>
          <p:nvPr/>
        </p:nvSpPr>
        <p:spPr>
          <a:xfrm xmlns:a="http://schemas.openxmlformats.org/drawingml/2006/main">
            <a:off x="9854660" y="4752975"/>
            <a:ext cx="53206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قبول</a:t>
            </a:r>
          </a:p>
        </p:txBody>
      </p:sp>
      <p:sp>
        <p:nvSpPr>
          <p:cNvPr id="46" name="text-541">
            <a:extLst xmlns:a="http://schemas.openxmlformats.org/drawingml/2006/main">
              <a:ext uri="{FF2B5EF4-FFF2-40B4-BE49-F238E27FC236}">
                <a16:creationId xmlns:a16="http://schemas.microsoft.com/office/drawing/2014/main" id="{1CCC112A-5150-4690-A709-42873AC32A1C}"/>
              </a:ext>
            </a:extLst>
          </p:cNvPr>
          <p:cNvSpPr>
            <a:spLocks xmlns:a="http://schemas.openxmlformats.org/drawingml/2006/main" noGrp="1"/>
          </p:cNvSpPr>
          <p:nvPr/>
        </p:nvSpPr>
        <p:spPr>
          <a:xfrm xmlns:a="http://schemas.openxmlformats.org/drawingml/2006/main">
            <a:off x="9657969" y="4752975"/>
            <a:ext cx="13239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a:t>
            </a:r>
          </a:p>
        </p:txBody>
      </p:sp>
      <p:sp>
        <p:nvSpPr>
          <p:cNvPr id="47" name="text-542">
            <a:extLst xmlns:a="http://schemas.openxmlformats.org/drawingml/2006/main">
              <a:ext uri="{FF2B5EF4-FFF2-40B4-BE49-F238E27FC236}">
                <a16:creationId xmlns:a16="http://schemas.microsoft.com/office/drawing/2014/main" id="{F9BC0232-09F5-47CD-9531-3D91E75B4F85}"/>
              </a:ext>
            </a:extLst>
          </p:cNvPr>
          <p:cNvSpPr>
            <a:spLocks xmlns:a="http://schemas.openxmlformats.org/drawingml/2006/main" noGrp="1"/>
          </p:cNvSpPr>
          <p:nvPr/>
        </p:nvSpPr>
        <p:spPr>
          <a:xfrm xmlns:a="http://schemas.openxmlformats.org/drawingml/2006/main">
            <a:off x="9076372" y="4752975"/>
            <a:ext cx="51730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ثلاث</a:t>
            </a:r>
          </a:p>
        </p:txBody>
      </p:sp>
      <p:sp>
        <p:nvSpPr>
          <p:cNvPr id="48" name="text-543">
            <a:extLst xmlns:a="http://schemas.openxmlformats.org/drawingml/2006/main">
              <a:ext uri="{FF2B5EF4-FFF2-40B4-BE49-F238E27FC236}">
                <a16:creationId xmlns:a16="http://schemas.microsoft.com/office/drawing/2014/main" id="{CE78094C-7D47-45D5-A613-0CD03B9DA397}"/>
              </a:ext>
            </a:extLst>
          </p:cNvPr>
          <p:cNvSpPr>
            <a:spLocks xmlns:a="http://schemas.openxmlformats.org/drawingml/2006/main" noGrp="1"/>
          </p:cNvSpPr>
          <p:nvPr/>
        </p:nvSpPr>
        <p:spPr>
          <a:xfrm xmlns:a="http://schemas.openxmlformats.org/drawingml/2006/main">
            <a:off x="8268271" y="4752975"/>
            <a:ext cx="74380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إعادات</a:t>
            </a:r>
          </a:p>
        </p:txBody>
      </p:sp>
      <p:sp>
        <p:nvSpPr>
          <p:cNvPr id="49" name="text-544">
            <a:extLst xmlns:a="http://schemas.openxmlformats.org/drawingml/2006/main">
              <a:ext uri="{FF2B5EF4-FFF2-40B4-BE49-F238E27FC236}">
                <a16:creationId xmlns:a16="http://schemas.microsoft.com/office/drawing/2014/main" id="{62E1A805-AB89-4B7A-9DD5-AF0DC6967D2A}"/>
              </a:ext>
            </a:extLst>
          </p:cNvPr>
          <p:cNvSpPr>
            <a:spLocks xmlns:a="http://schemas.openxmlformats.org/drawingml/2006/main" noGrp="1"/>
          </p:cNvSpPr>
          <p:nvPr/>
        </p:nvSpPr>
        <p:spPr>
          <a:xfrm xmlns:a="http://schemas.openxmlformats.org/drawingml/2006/main">
            <a:off x="7756208" y="4752975"/>
            <a:ext cx="447770"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لكل</a:t>
            </a:r>
          </a:p>
        </p:txBody>
      </p:sp>
      <p:sp>
        <p:nvSpPr>
          <p:cNvPr id="50" name="text-545">
            <a:extLst xmlns:a="http://schemas.openxmlformats.org/drawingml/2006/main">
              <a:ext uri="{FF2B5EF4-FFF2-40B4-BE49-F238E27FC236}">
                <a16:creationId xmlns:a16="http://schemas.microsoft.com/office/drawing/2014/main" id="{C92A851D-C2C8-4D4A-91DA-EB5ACA55A433}"/>
              </a:ext>
            </a:extLst>
          </p:cNvPr>
          <p:cNvSpPr>
            <a:spLocks xmlns:a="http://schemas.openxmlformats.org/drawingml/2006/main" noGrp="1"/>
          </p:cNvSpPr>
          <p:nvPr/>
        </p:nvSpPr>
        <p:spPr>
          <a:xfrm xmlns:a="http://schemas.openxmlformats.org/drawingml/2006/main">
            <a:off x="6967918" y="4752975"/>
            <a:ext cx="72399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صياغة</a:t>
            </a:r>
          </a:p>
        </p:txBody>
      </p:sp>
      <p:sp>
        <p:nvSpPr>
          <p:cNvPr id="51" name="text-546">
            <a:extLst xmlns:a="http://schemas.openxmlformats.org/drawingml/2006/main">
              <a:ext uri="{FF2B5EF4-FFF2-40B4-BE49-F238E27FC236}">
                <a16:creationId xmlns:a16="http://schemas.microsoft.com/office/drawing/2014/main" id="{CCA096E0-EDD8-4BF7-AA73-1F408F5FFCC4}"/>
              </a:ext>
            </a:extLst>
          </p:cNvPr>
          <p:cNvSpPr>
            <a:spLocks xmlns:a="http://schemas.openxmlformats.org/drawingml/2006/main" noGrp="1"/>
          </p:cNvSpPr>
          <p:nvPr/>
        </p:nvSpPr>
        <p:spPr>
          <a:xfrm xmlns:a="http://schemas.openxmlformats.org/drawingml/2006/main">
            <a:off x="6771227" y="4752975"/>
            <a:ext cx="132397"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a:t>
            </a:r>
          </a:p>
        </p:txBody>
      </p:sp>
      <p:sp>
        <p:nvSpPr>
          <p:cNvPr id="52" name="text-547">
            <a:extLst xmlns:a="http://schemas.openxmlformats.org/drawingml/2006/main">
              <a:ext uri="{FF2B5EF4-FFF2-40B4-BE49-F238E27FC236}">
                <a16:creationId xmlns:a16="http://schemas.microsoft.com/office/drawing/2014/main" id="{C4C15779-F96C-427D-AEFA-27A010A8134C}"/>
              </a:ext>
            </a:extLst>
          </p:cNvPr>
          <p:cNvSpPr>
            <a:spLocks xmlns:a="http://schemas.openxmlformats.org/drawingml/2006/main" noGrp="1"/>
          </p:cNvSpPr>
          <p:nvPr/>
        </p:nvSpPr>
        <p:spPr>
          <a:xfrm xmlns:a="http://schemas.openxmlformats.org/drawingml/2006/main">
            <a:off x="5899594" y="4752975"/>
            <a:ext cx="807339"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مراجعة</a:t>
            </a:r>
          </a:p>
        </p:txBody>
      </p:sp>
      <p:sp>
        <p:nvSpPr>
          <p:cNvPr id="53" name="text-548">
            <a:extLst xmlns:a="http://schemas.openxmlformats.org/drawingml/2006/main">
              <a:ext uri="{FF2B5EF4-FFF2-40B4-BE49-F238E27FC236}">
                <a16:creationId xmlns:a16="http://schemas.microsoft.com/office/drawing/2014/main" id="{5F52998F-7908-4A78-89C4-1D8C7866FBBA}"/>
              </a:ext>
            </a:extLst>
          </p:cNvPr>
          <p:cNvSpPr>
            <a:spLocks xmlns:a="http://schemas.openxmlformats.org/drawingml/2006/main" noGrp="1"/>
          </p:cNvSpPr>
          <p:nvPr/>
        </p:nvSpPr>
        <p:spPr>
          <a:xfrm xmlns:a="http://schemas.openxmlformats.org/drawingml/2006/main">
            <a:off x="5075777" y="4752975"/>
            <a:ext cx="759523"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مختص</a:t>
            </a:r>
          </a:p>
        </p:txBody>
      </p:sp>
      <p:sp>
        <p:nvSpPr>
          <p:cNvPr id="54" name="text-549">
            <a:extLst xmlns:a="http://schemas.openxmlformats.org/drawingml/2006/main">
              <a:ext uri="{FF2B5EF4-FFF2-40B4-BE49-F238E27FC236}">
                <a16:creationId xmlns:a16="http://schemas.microsoft.com/office/drawing/2014/main" id="{25E90E8A-1EBD-4DB7-BFD3-B3A6CC9AB940}"/>
              </a:ext>
            </a:extLst>
          </p:cNvPr>
          <p:cNvSpPr>
            <a:spLocks xmlns:a="http://schemas.openxmlformats.org/drawingml/2006/main" noGrp="1"/>
          </p:cNvSpPr>
          <p:nvPr/>
        </p:nvSpPr>
        <p:spPr>
          <a:xfrm xmlns:a="http://schemas.openxmlformats.org/drawingml/2006/main">
            <a:off x="4016978" y="4752975"/>
            <a:ext cx="994505" cy="53530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00" b="0">
                <a:solidFill>
                  <a:srgbClr val="78DAC1"/>
                </a:solidFill>
                <a:latin typeface="Tahoma"/>
                <a:ea typeface="Tahoma"/>
                <a:cs typeface="Tahoma"/>
              </a:defRPr>
            </a:pPr>
            <a:r>
              <a:rPr sz="2100" b="0">
                <a:solidFill>
                  <a:srgbClr val="78DAC1"/>
                </a:solidFill>
                <a:latin typeface="Tahoma"/>
                <a:ea typeface="Tahoma"/>
                <a:cs typeface="Tahoma"/>
              </a:rPr>
              <a:t>للمحتوى</a:t>
            </a:r>
          </a:p>
        </p:txBody>
      </p:sp>
      <p:sp>
        <p:nvSpPr>
          <p:cNvPr id="55" name="text-550">
            <a:extLst xmlns:a="http://schemas.openxmlformats.org/drawingml/2006/main">
              <a:ext uri="{FF2B5EF4-FFF2-40B4-BE49-F238E27FC236}">
                <a16:creationId xmlns:a16="http://schemas.microsoft.com/office/drawing/2014/main" id="{1B6AC76C-DD35-47C1-9FD7-FDD0D86FE396}"/>
              </a:ext>
            </a:extLst>
          </p:cNvPr>
          <p:cNvSpPr>
            <a:spLocks xmlns:a="http://schemas.openxmlformats.org/drawingml/2006/main" noGrp="1"/>
          </p:cNvSpPr>
          <p:nvPr/>
        </p:nvSpPr>
        <p:spPr>
          <a:xfrm xmlns:a="http://schemas.openxmlformats.org/drawingml/2006/main">
            <a:off x="11408188" y="5467350"/>
            <a:ext cx="174212"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٦</a:t>
            </a:r>
          </a:p>
        </p:txBody>
      </p:sp>
      <p:sp>
        <p:nvSpPr>
          <p:cNvPr id="56" name="text-551">
            <a:extLst xmlns:a="http://schemas.openxmlformats.org/drawingml/2006/main">
              <a:ext uri="{FF2B5EF4-FFF2-40B4-BE49-F238E27FC236}">
                <a16:creationId xmlns:a16="http://schemas.microsoft.com/office/drawing/2014/main" id="{0D10DBA8-2A09-4EEF-BFBD-C67F34132DEC}"/>
              </a:ext>
            </a:extLst>
          </p:cNvPr>
          <p:cNvSpPr>
            <a:spLocks xmlns:a="http://schemas.openxmlformats.org/drawingml/2006/main" noGrp="1"/>
          </p:cNvSpPr>
          <p:nvPr/>
        </p:nvSpPr>
        <p:spPr>
          <a:xfrm xmlns:a="http://schemas.openxmlformats.org/drawingml/2006/main">
            <a:off x="10787825" y="5467350"/>
            <a:ext cx="56502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أكتوبر</a:t>
            </a:r>
          </a:p>
        </p:txBody>
      </p:sp>
      <p:sp>
        <p:nvSpPr>
          <p:cNvPr id="57" name="text-552">
            <a:extLst xmlns:a="http://schemas.openxmlformats.org/drawingml/2006/main">
              <a:ext uri="{FF2B5EF4-FFF2-40B4-BE49-F238E27FC236}">
                <a16:creationId xmlns:a16="http://schemas.microsoft.com/office/drawing/2014/main" id="{2A821A00-77F5-48CF-B615-C4C2BEEB5460}"/>
              </a:ext>
            </a:extLst>
          </p:cNvPr>
          <p:cNvSpPr>
            <a:spLocks xmlns:a="http://schemas.openxmlformats.org/drawingml/2006/main" noGrp="1"/>
          </p:cNvSpPr>
          <p:nvPr/>
        </p:nvSpPr>
        <p:spPr>
          <a:xfrm xmlns:a="http://schemas.openxmlformats.org/drawingml/2006/main">
            <a:off x="10157555" y="5467350"/>
            <a:ext cx="574929"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فحص</a:t>
            </a:r>
          </a:p>
        </p:txBody>
      </p:sp>
      <p:sp>
        <p:nvSpPr>
          <p:cNvPr id="58" name="text-553">
            <a:extLst xmlns:a="http://schemas.openxmlformats.org/drawingml/2006/main">
              <a:ext uri="{FF2B5EF4-FFF2-40B4-BE49-F238E27FC236}">
                <a16:creationId xmlns:a16="http://schemas.microsoft.com/office/drawing/2014/main" id="{306C267A-3772-4849-82FD-9FA6703C5F9D}"/>
              </a:ext>
            </a:extLst>
          </p:cNvPr>
          <p:cNvSpPr>
            <a:spLocks xmlns:a="http://schemas.openxmlformats.org/drawingml/2006/main" noGrp="1"/>
          </p:cNvSpPr>
          <p:nvPr/>
        </p:nvSpPr>
        <p:spPr>
          <a:xfrm xmlns:a="http://schemas.openxmlformats.org/drawingml/2006/main">
            <a:off x="9669685" y="5467350"/>
            <a:ext cx="432530"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حي</a:t>
            </a:r>
          </a:p>
        </p:txBody>
      </p:sp>
      <p:sp>
        <p:nvSpPr>
          <p:cNvPr id="59" name="text-554">
            <a:extLst xmlns:a="http://schemas.openxmlformats.org/drawingml/2006/main">
              <a:ext uri="{FF2B5EF4-FFF2-40B4-BE49-F238E27FC236}">
                <a16:creationId xmlns:a16="http://schemas.microsoft.com/office/drawing/2014/main" id="{A25FD0C3-80E5-4CB3-AD28-9E35D97B2671}"/>
              </a:ext>
            </a:extLst>
          </p:cNvPr>
          <p:cNvSpPr>
            <a:spLocks xmlns:a="http://schemas.openxmlformats.org/drawingml/2006/main" noGrp="1"/>
          </p:cNvSpPr>
          <p:nvPr/>
        </p:nvSpPr>
        <p:spPr>
          <a:xfrm xmlns:a="http://schemas.openxmlformats.org/drawingml/2006/main">
            <a:off x="8952167" y="5467350"/>
            <a:ext cx="662178"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محدود</a:t>
            </a:r>
          </a:p>
        </p:txBody>
      </p:sp>
      <p:sp>
        <p:nvSpPr>
          <p:cNvPr id="60" name="text-555">
            <a:extLst xmlns:a="http://schemas.openxmlformats.org/drawingml/2006/main">
              <a:ext uri="{FF2B5EF4-FFF2-40B4-BE49-F238E27FC236}">
                <a16:creationId xmlns:a16="http://schemas.microsoft.com/office/drawing/2014/main" id="{F49C77D3-C73F-4796-8C05-837C77F1E821}"/>
              </a:ext>
            </a:extLst>
          </p:cNvPr>
          <p:cNvSpPr>
            <a:spLocks xmlns:a="http://schemas.openxmlformats.org/drawingml/2006/main" noGrp="1"/>
          </p:cNvSpPr>
          <p:nvPr/>
        </p:nvSpPr>
        <p:spPr>
          <a:xfrm xmlns:a="http://schemas.openxmlformats.org/drawingml/2006/main">
            <a:off x="8318849" y="5467350"/>
            <a:ext cx="577977"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لستة</a:t>
            </a:r>
          </a:p>
        </p:txBody>
      </p:sp>
      <p:sp>
        <p:nvSpPr>
          <p:cNvPr id="61" name="text-556">
            <a:extLst xmlns:a="http://schemas.openxmlformats.org/drawingml/2006/main">
              <a:ext uri="{FF2B5EF4-FFF2-40B4-BE49-F238E27FC236}">
                <a16:creationId xmlns:a16="http://schemas.microsoft.com/office/drawing/2014/main" id="{A622648E-92D7-4491-B725-29EC093951EB}"/>
              </a:ext>
            </a:extLst>
          </p:cNvPr>
          <p:cNvSpPr>
            <a:spLocks xmlns:a="http://schemas.openxmlformats.org/drawingml/2006/main" noGrp="1"/>
          </p:cNvSpPr>
          <p:nvPr/>
        </p:nvSpPr>
        <p:spPr>
          <a:xfrm xmlns:a="http://schemas.openxmlformats.org/drawingml/2006/main">
            <a:off x="7630668" y="5467350"/>
            <a:ext cx="63284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أسئلة</a:t>
            </a:r>
          </a:p>
        </p:txBody>
      </p:sp>
      <p:sp>
        <p:nvSpPr>
          <p:cNvPr id="62" name="text-557">
            <a:extLst xmlns:a="http://schemas.openxmlformats.org/drawingml/2006/main">
              <a:ext uri="{FF2B5EF4-FFF2-40B4-BE49-F238E27FC236}">
                <a16:creationId xmlns:a16="http://schemas.microsoft.com/office/drawing/2014/main" id="{7D6A1E34-236C-4BF5-BE70-0DCAE4054EDF}"/>
              </a:ext>
            </a:extLst>
          </p:cNvPr>
          <p:cNvSpPr>
            <a:spLocks xmlns:a="http://schemas.openxmlformats.org/drawingml/2006/main" noGrp="1"/>
          </p:cNvSpPr>
          <p:nvPr/>
        </p:nvSpPr>
        <p:spPr>
          <a:xfrm xmlns:a="http://schemas.openxmlformats.org/drawingml/2006/main">
            <a:off x="6850285" y="5467350"/>
            <a:ext cx="725043"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والقبول</a:t>
            </a:r>
          </a:p>
        </p:txBody>
      </p:sp>
      <p:sp>
        <p:nvSpPr>
          <p:cNvPr id="63" name="text-558">
            <a:extLst xmlns:a="http://schemas.openxmlformats.org/drawingml/2006/main">
              <a:ext uri="{FF2B5EF4-FFF2-40B4-BE49-F238E27FC236}">
                <a16:creationId xmlns:a16="http://schemas.microsoft.com/office/drawing/2014/main" id="{5C3C4C6F-36BA-40AC-87B3-6DB71580356B}"/>
              </a:ext>
            </a:extLst>
          </p:cNvPr>
          <p:cNvSpPr>
            <a:spLocks xmlns:a="http://schemas.openxmlformats.org/drawingml/2006/main" noGrp="1"/>
          </p:cNvSpPr>
          <p:nvPr/>
        </p:nvSpPr>
        <p:spPr>
          <a:xfrm xmlns:a="http://schemas.openxmlformats.org/drawingml/2006/main">
            <a:off x="6015799" y="5467350"/>
            <a:ext cx="779145"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الشامل</a:t>
            </a:r>
          </a:p>
        </p:txBody>
      </p:sp>
      <p:sp>
        <p:nvSpPr>
          <p:cNvPr id="64" name="text-559">
            <a:extLst xmlns:a="http://schemas.openxmlformats.org/drawingml/2006/main">
              <a:ext uri="{FF2B5EF4-FFF2-40B4-BE49-F238E27FC236}">
                <a16:creationId xmlns:a16="http://schemas.microsoft.com/office/drawing/2014/main" id="{E0B815F1-D930-43E5-AE64-4C83A528319F}"/>
              </a:ext>
            </a:extLst>
          </p:cNvPr>
          <p:cNvSpPr>
            <a:spLocks xmlns:a="http://schemas.openxmlformats.org/drawingml/2006/main" noGrp="1"/>
          </p:cNvSpPr>
          <p:nvPr/>
        </p:nvSpPr>
        <p:spPr>
          <a:xfrm xmlns:a="http://schemas.openxmlformats.org/drawingml/2006/main">
            <a:off x="5346668" y="5467350"/>
            <a:ext cx="613791" cy="48815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875" b="0">
                <a:solidFill>
                  <a:srgbClr val="B9CEC4"/>
                </a:solidFill>
                <a:latin typeface="Tahoma"/>
                <a:ea typeface="Tahoma"/>
                <a:cs typeface="Tahoma"/>
              </a:defRPr>
            </a:pPr>
            <a:r>
              <a:rPr sz="1875" b="0">
                <a:solidFill>
                  <a:srgbClr val="B9CEC4"/>
                </a:solidFill>
                <a:latin typeface="Tahoma"/>
                <a:ea typeface="Tahoma"/>
                <a:cs typeface="Tahoma"/>
              </a:rPr>
              <a:t>مفتوح</a:t>
            </a:r>
          </a:p>
        </p:txBody>
      </p:sp>
    </p:spTree>
    <p:extLst>
      <p:ext uri="{BB962C8B-B14F-4D97-AF65-F5344CB8AC3E}">
        <p14:creationId xmlns:p14="http://schemas.microsoft.com/office/powerpoint/2010/main" val="687176716"/>
      </p:ext>
    </p:extLst>
  </p:cSld>
</p:sld>
</file>

<file path=ppt/slides/slide14.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46" name="text-560">
            <a:extLst xmlns:a="http://schemas.openxmlformats.org/drawingml/2006/main">
              <a:ext uri="{FF2B5EF4-FFF2-40B4-BE49-F238E27FC236}">
                <a16:creationId xmlns:a16="http://schemas.microsoft.com/office/drawing/2014/main" id="{935E5477-A875-4CF0-B79F-4DBEFC1EFAFE}"/>
              </a:ext>
            </a:extLst>
          </p:cNvPr>
          <p:cNvSpPr>
            <a:spLocks xmlns:a="http://schemas.openxmlformats.org/drawingml/2006/main" noGrp="1"/>
          </p:cNvSpPr>
          <p:nvPr/>
        </p:nvSpPr>
        <p:spPr>
          <a:xfrm xmlns:a="http://schemas.openxmlformats.org/drawingml/2006/main">
            <a:off x="10148941" y="457200"/>
            <a:ext cx="1433459"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تشغيل</a:t>
            </a:r>
          </a:p>
        </p:txBody>
      </p:sp>
      <p:sp>
        <p:nvSpPr>
          <p:cNvPr id="2" name="text-561">
            <a:extLst xmlns:a="http://schemas.openxmlformats.org/drawingml/2006/main">
              <a:ext uri="{FF2B5EF4-FFF2-40B4-BE49-F238E27FC236}">
                <a16:creationId xmlns:a16="http://schemas.microsoft.com/office/drawing/2014/main" id="{B2BF732F-C136-4348-8205-EAD5052A8059}"/>
              </a:ext>
            </a:extLst>
          </p:cNvPr>
          <p:cNvSpPr>
            <a:spLocks xmlns:a="http://schemas.openxmlformats.org/drawingml/2006/main" noGrp="1"/>
          </p:cNvSpPr>
          <p:nvPr/>
        </p:nvSpPr>
        <p:spPr>
          <a:xfrm xmlns:a="http://schemas.openxmlformats.org/drawingml/2006/main">
            <a:off x="8684354" y="457200"/>
            <a:ext cx="136362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واقعي</a:t>
            </a:r>
          </a:p>
        </p:txBody>
      </p:sp>
      <p:sp>
        <p:nvSpPr>
          <p:cNvPr id="3" name="text-562">
            <a:extLst xmlns:a="http://schemas.openxmlformats.org/drawingml/2006/main">
              <a:ext uri="{FF2B5EF4-FFF2-40B4-BE49-F238E27FC236}">
                <a16:creationId xmlns:a16="http://schemas.microsoft.com/office/drawing/2014/main" id="{A5C093AC-6A5F-40EB-AF47-D7D1FF33504C}"/>
              </a:ext>
            </a:extLst>
          </p:cNvPr>
          <p:cNvSpPr>
            <a:spLocks xmlns:a="http://schemas.openxmlformats.org/drawingml/2006/main" noGrp="1"/>
          </p:cNvSpPr>
          <p:nvPr/>
        </p:nvSpPr>
        <p:spPr>
          <a:xfrm xmlns:a="http://schemas.openxmlformats.org/drawingml/2006/main">
            <a:off x="6521196" y="457200"/>
            <a:ext cx="2062193"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ومسؤولية</a:t>
            </a:r>
          </a:p>
        </p:txBody>
      </p:sp>
      <p:sp>
        <p:nvSpPr>
          <p:cNvPr id="4" name="text-563">
            <a:extLst xmlns:a="http://schemas.openxmlformats.org/drawingml/2006/main">
              <a:ext uri="{FF2B5EF4-FFF2-40B4-BE49-F238E27FC236}">
                <a16:creationId xmlns:a16="http://schemas.microsoft.com/office/drawing/2014/main" id="{9AC86F03-B86E-4CAF-A54F-C25945D98AD3}"/>
              </a:ext>
            </a:extLst>
          </p:cNvPr>
          <p:cNvSpPr>
            <a:spLocks xmlns:a="http://schemas.openxmlformats.org/drawingml/2006/main" noGrp="1"/>
          </p:cNvSpPr>
          <p:nvPr/>
        </p:nvSpPr>
        <p:spPr>
          <a:xfrm xmlns:a="http://schemas.openxmlformats.org/drawingml/2006/main">
            <a:off x="5027089" y="457200"/>
            <a:ext cx="1393142"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واضحة</a:t>
            </a:r>
          </a:p>
        </p:txBody>
      </p:sp>
      <p:sp>
        <p:nvSpPr>
          <p:cNvPr id="5" name="shape-564">
            <a:extLst xmlns:a="http://schemas.openxmlformats.org/drawingml/2006/main">
              <a:ext uri="{FF2B5EF4-FFF2-40B4-BE49-F238E27FC236}">
                <a16:creationId xmlns:a16="http://schemas.microsoft.com/office/drawing/2014/main" id="{9EAD7AAF-5F02-462F-8512-9B4B34976137}"/>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6" name="text-565">
            <a:extLst xmlns:a="http://schemas.openxmlformats.org/drawingml/2006/main">
              <a:ext uri="{FF2B5EF4-FFF2-40B4-BE49-F238E27FC236}">
                <a16:creationId xmlns:a16="http://schemas.microsoft.com/office/drawing/2014/main" id="{0A363A49-4EC8-432B-8DCA-43576D6FC5F2}"/>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7" name="text-566">
            <a:extLst xmlns:a="http://schemas.openxmlformats.org/drawingml/2006/main">
              <a:ext uri="{FF2B5EF4-FFF2-40B4-BE49-F238E27FC236}">
                <a16:creationId xmlns:a16="http://schemas.microsoft.com/office/drawing/2014/main" id="{A1384316-DBA2-4E68-90DA-38EE2A74DB25}"/>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8" name="text-567">
            <a:extLst xmlns:a="http://schemas.openxmlformats.org/drawingml/2006/main">
              <a:ext uri="{FF2B5EF4-FFF2-40B4-BE49-F238E27FC236}">
                <a16:creationId xmlns:a16="http://schemas.microsoft.com/office/drawing/2014/main" id="{4780413D-085A-4B5F-985B-E0F32396FDCC}"/>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9" name="text-568">
            <a:extLst xmlns:a="http://schemas.openxmlformats.org/drawingml/2006/main">
              <a:ext uri="{FF2B5EF4-FFF2-40B4-BE49-F238E27FC236}">
                <a16:creationId xmlns:a16="http://schemas.microsoft.com/office/drawing/2014/main" id="{3ED11B72-BDF4-4D34-91D6-FD73A3A7A261}"/>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0" name="text-569">
            <a:extLst xmlns:a="http://schemas.openxmlformats.org/drawingml/2006/main">
              <a:ext uri="{FF2B5EF4-FFF2-40B4-BE49-F238E27FC236}">
                <a16:creationId xmlns:a16="http://schemas.microsoft.com/office/drawing/2014/main" id="{BFC1C069-4D81-4029-BBB0-7FFFB4002F4F}"/>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1" name="text-570">
            <a:extLst xmlns:a="http://schemas.openxmlformats.org/drawingml/2006/main">
              <a:ext uri="{FF2B5EF4-FFF2-40B4-BE49-F238E27FC236}">
                <a16:creationId xmlns:a16="http://schemas.microsoft.com/office/drawing/2014/main" id="{767016DC-31E8-4C4F-9FFC-FFF747A8D521}"/>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2" name="text-571">
            <a:extLst xmlns:a="http://schemas.openxmlformats.org/drawingml/2006/main">
              <a:ext uri="{FF2B5EF4-FFF2-40B4-BE49-F238E27FC236}">
                <a16:creationId xmlns:a16="http://schemas.microsoft.com/office/drawing/2014/main" id="{4ED88884-EE4C-4B7D-A8A7-3EE26AD2A41A}"/>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14</a:t>
            </a:r>
          </a:p>
        </p:txBody>
      </p:sp>
      <p:sp>
        <p:nvSpPr>
          <p:cNvPr id="13" name="text-572">
            <a:extLst xmlns:a="http://schemas.openxmlformats.org/drawingml/2006/main">
              <a:ext uri="{FF2B5EF4-FFF2-40B4-BE49-F238E27FC236}">
                <a16:creationId xmlns:a16="http://schemas.microsoft.com/office/drawing/2014/main" id="{977E3CAB-4BD8-48D4-973B-C5F51E5225F2}"/>
              </a:ext>
            </a:extLst>
          </p:cNvPr>
          <p:cNvSpPr>
            <a:spLocks xmlns:a="http://schemas.openxmlformats.org/drawingml/2006/main" noGrp="1"/>
          </p:cNvSpPr>
          <p:nvPr/>
        </p:nvSpPr>
        <p:spPr>
          <a:xfrm xmlns:a="http://schemas.openxmlformats.org/drawingml/2006/main">
            <a:off x="10705856" y="1609725"/>
            <a:ext cx="876544"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تكلفة</a:t>
            </a:r>
          </a:p>
        </p:txBody>
      </p:sp>
      <p:sp>
        <p:nvSpPr>
          <p:cNvPr id="14" name="text-573">
            <a:extLst xmlns:a="http://schemas.openxmlformats.org/drawingml/2006/main">
              <a:ext uri="{FF2B5EF4-FFF2-40B4-BE49-F238E27FC236}">
                <a16:creationId xmlns:a16="http://schemas.microsoft.com/office/drawing/2014/main" id="{0C44B36B-B5B7-4228-AAD7-F533FD8F20CA}"/>
              </a:ext>
            </a:extLst>
          </p:cNvPr>
          <p:cNvSpPr>
            <a:spLocks xmlns:a="http://schemas.openxmlformats.org/drawingml/2006/main" noGrp="1"/>
          </p:cNvSpPr>
          <p:nvPr/>
        </p:nvSpPr>
        <p:spPr>
          <a:xfrm xmlns:a="http://schemas.openxmlformats.org/drawingml/2006/main">
            <a:off x="9554768" y="1609725"/>
            <a:ext cx="1078032"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واضحة</a:t>
            </a:r>
          </a:p>
        </p:txBody>
      </p:sp>
      <p:sp>
        <p:nvSpPr>
          <p:cNvPr id="15" name="text-574">
            <a:extLst xmlns:a="http://schemas.openxmlformats.org/drawingml/2006/main">
              <a:ext uri="{FF2B5EF4-FFF2-40B4-BE49-F238E27FC236}">
                <a16:creationId xmlns:a16="http://schemas.microsoft.com/office/drawing/2014/main" id="{4121537B-8D57-410B-A38E-DEE82E03990D}"/>
              </a:ext>
            </a:extLst>
          </p:cNvPr>
          <p:cNvSpPr>
            <a:spLocks xmlns:a="http://schemas.openxmlformats.org/drawingml/2006/main" noGrp="1"/>
          </p:cNvSpPr>
          <p:nvPr/>
        </p:nvSpPr>
        <p:spPr>
          <a:xfrm xmlns:a="http://schemas.openxmlformats.org/drawingml/2006/main">
            <a:off x="8041317" y="1609725"/>
            <a:ext cx="144039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المدخلات</a:t>
            </a:r>
          </a:p>
        </p:txBody>
      </p:sp>
      <p:sp>
        <p:nvSpPr>
          <p:cNvPr id="16" name="text-575">
            <a:extLst xmlns:a="http://schemas.openxmlformats.org/drawingml/2006/main">
              <a:ext uri="{FF2B5EF4-FFF2-40B4-BE49-F238E27FC236}">
                <a16:creationId xmlns:a16="http://schemas.microsoft.com/office/drawing/2014/main" id="{45B1E3DF-A1F5-4F07-AD4B-89B31D3A2CAC}"/>
              </a:ext>
            </a:extLst>
          </p:cNvPr>
          <p:cNvSpPr>
            <a:spLocks xmlns:a="http://schemas.openxmlformats.org/drawingml/2006/main" noGrp="1"/>
          </p:cNvSpPr>
          <p:nvPr/>
        </p:nvSpPr>
        <p:spPr>
          <a:xfrm xmlns:a="http://schemas.openxmlformats.org/drawingml/2006/main">
            <a:off x="10509980" y="2381250"/>
            <a:ext cx="1072420"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استضافة</a:t>
            </a:r>
          </a:p>
        </p:txBody>
      </p:sp>
      <p:sp>
        <p:nvSpPr>
          <p:cNvPr id="17" name="text-576">
            <a:extLst xmlns:a="http://schemas.openxmlformats.org/drawingml/2006/main">
              <a:ext uri="{FF2B5EF4-FFF2-40B4-BE49-F238E27FC236}">
                <a16:creationId xmlns:a16="http://schemas.microsoft.com/office/drawing/2014/main" id="{6E995A4B-6C7F-482C-BE57-3F90FAED0864}"/>
              </a:ext>
            </a:extLst>
          </p:cNvPr>
          <p:cNvSpPr>
            <a:spLocks xmlns:a="http://schemas.openxmlformats.org/drawingml/2006/main" noGrp="1"/>
          </p:cNvSpPr>
          <p:nvPr/>
        </p:nvSpPr>
        <p:spPr>
          <a:xfrm xmlns:a="http://schemas.openxmlformats.org/drawingml/2006/main">
            <a:off x="10193655" y="2381250"/>
            <a:ext cx="24603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a:t>
            </a:r>
          </a:p>
        </p:txBody>
      </p:sp>
      <p:sp>
        <p:nvSpPr>
          <p:cNvPr id="18" name="text-577">
            <a:extLst xmlns:a="http://schemas.openxmlformats.org/drawingml/2006/main">
              <a:ext uri="{FF2B5EF4-FFF2-40B4-BE49-F238E27FC236}">
                <a16:creationId xmlns:a16="http://schemas.microsoft.com/office/drawing/2014/main" id="{B54BBAAD-6DBC-41BC-B951-4C33B91BD153}"/>
              </a:ext>
            </a:extLst>
          </p:cNvPr>
          <p:cNvSpPr>
            <a:spLocks xmlns:a="http://schemas.openxmlformats.org/drawingml/2006/main" noGrp="1"/>
          </p:cNvSpPr>
          <p:nvPr/>
        </p:nvSpPr>
        <p:spPr>
          <a:xfrm xmlns:a="http://schemas.openxmlformats.org/drawingml/2006/main">
            <a:off x="9376886" y="2381250"/>
            <a:ext cx="74647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طلبات</a:t>
            </a:r>
          </a:p>
        </p:txBody>
      </p:sp>
      <p:sp>
        <p:nvSpPr>
          <p:cNvPr id="19" name="text-578">
            <a:extLst xmlns:a="http://schemas.openxmlformats.org/drawingml/2006/main">
              <a:ext uri="{FF2B5EF4-FFF2-40B4-BE49-F238E27FC236}">
                <a16:creationId xmlns:a16="http://schemas.microsoft.com/office/drawing/2014/main" id="{DBA11AAD-F31D-49BC-BD95-1012AB03EFE7}"/>
              </a:ext>
            </a:extLst>
          </p:cNvPr>
          <p:cNvSpPr>
            <a:spLocks xmlns:a="http://schemas.openxmlformats.org/drawingml/2006/main" noGrp="1"/>
          </p:cNvSpPr>
          <p:nvPr/>
        </p:nvSpPr>
        <p:spPr>
          <a:xfrm xmlns:a="http://schemas.openxmlformats.org/drawingml/2006/main">
            <a:off x="8833009" y="2381250"/>
            <a:ext cx="473583"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API</a:t>
            </a:r>
          </a:p>
        </p:txBody>
      </p:sp>
      <p:sp>
        <p:nvSpPr>
          <p:cNvPr id="20" name="text-579">
            <a:extLst xmlns:a="http://schemas.openxmlformats.org/drawingml/2006/main">
              <a:ext uri="{FF2B5EF4-FFF2-40B4-BE49-F238E27FC236}">
                <a16:creationId xmlns:a16="http://schemas.microsoft.com/office/drawing/2014/main" id="{CADBD855-AB85-41F4-9777-05336EDF994F}"/>
              </a:ext>
            </a:extLst>
          </p:cNvPr>
          <p:cNvSpPr>
            <a:spLocks xmlns:a="http://schemas.openxmlformats.org/drawingml/2006/main" noGrp="1"/>
          </p:cNvSpPr>
          <p:nvPr/>
        </p:nvSpPr>
        <p:spPr>
          <a:xfrm xmlns:a="http://schemas.openxmlformats.org/drawingml/2006/main">
            <a:off x="8516683" y="2381250"/>
            <a:ext cx="24603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a:t>
            </a:r>
          </a:p>
        </p:txBody>
      </p:sp>
      <p:sp>
        <p:nvSpPr>
          <p:cNvPr id="21" name="text-580">
            <a:extLst xmlns:a="http://schemas.openxmlformats.org/drawingml/2006/main">
              <a:ext uri="{FF2B5EF4-FFF2-40B4-BE49-F238E27FC236}">
                <a16:creationId xmlns:a16="http://schemas.microsoft.com/office/drawing/2014/main" id="{7EAC6D76-2E51-4BE8-8120-D9C85D1717BB}"/>
              </a:ext>
            </a:extLst>
          </p:cNvPr>
          <p:cNvSpPr>
            <a:spLocks xmlns:a="http://schemas.openxmlformats.org/drawingml/2006/main" noGrp="1"/>
          </p:cNvSpPr>
          <p:nvPr/>
        </p:nvSpPr>
        <p:spPr>
          <a:xfrm xmlns:a="http://schemas.openxmlformats.org/drawingml/2006/main">
            <a:off x="7584091" y="2381250"/>
            <a:ext cx="86229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مراجعة</a:t>
            </a:r>
          </a:p>
        </p:txBody>
      </p:sp>
      <p:sp>
        <p:nvSpPr>
          <p:cNvPr id="22" name="text-581">
            <a:extLst xmlns:a="http://schemas.openxmlformats.org/drawingml/2006/main">
              <a:ext uri="{FF2B5EF4-FFF2-40B4-BE49-F238E27FC236}">
                <a16:creationId xmlns:a16="http://schemas.microsoft.com/office/drawing/2014/main" id="{08DC2C4C-8F3F-4DD9-8A77-5A3A76F607AC}"/>
              </a:ext>
            </a:extLst>
          </p:cNvPr>
          <p:cNvSpPr>
            <a:spLocks xmlns:a="http://schemas.openxmlformats.org/drawingml/2006/main" noGrp="1"/>
          </p:cNvSpPr>
          <p:nvPr/>
        </p:nvSpPr>
        <p:spPr>
          <a:xfrm xmlns:a="http://schemas.openxmlformats.org/drawingml/2006/main">
            <a:off x="6659309" y="2381250"/>
            <a:ext cx="854488"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محتوى</a:t>
            </a:r>
          </a:p>
        </p:txBody>
      </p:sp>
      <p:sp>
        <p:nvSpPr>
          <p:cNvPr id="23" name="text-582">
            <a:extLst xmlns:a="http://schemas.openxmlformats.org/drawingml/2006/main">
              <a:ext uri="{FF2B5EF4-FFF2-40B4-BE49-F238E27FC236}">
                <a16:creationId xmlns:a16="http://schemas.microsoft.com/office/drawing/2014/main" id="{D6B5B381-33F5-43FD-9077-FE90EBFCDB55}"/>
              </a:ext>
            </a:extLst>
          </p:cNvPr>
          <p:cNvSpPr>
            <a:spLocks xmlns:a="http://schemas.openxmlformats.org/drawingml/2006/main" noGrp="1"/>
          </p:cNvSpPr>
          <p:nvPr/>
        </p:nvSpPr>
        <p:spPr>
          <a:xfrm xmlns:a="http://schemas.openxmlformats.org/drawingml/2006/main">
            <a:off x="6342983" y="2381250"/>
            <a:ext cx="246031"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a:t>
            </a:r>
          </a:p>
        </p:txBody>
      </p:sp>
      <p:sp>
        <p:nvSpPr>
          <p:cNvPr id="24" name="text-583">
            <a:extLst xmlns:a="http://schemas.openxmlformats.org/drawingml/2006/main">
              <a:ext uri="{FF2B5EF4-FFF2-40B4-BE49-F238E27FC236}">
                <a16:creationId xmlns:a16="http://schemas.microsoft.com/office/drawing/2014/main" id="{1EDF8D30-868C-493E-987F-CEDD89F2272F}"/>
              </a:ext>
            </a:extLst>
          </p:cNvPr>
          <p:cNvSpPr>
            <a:spLocks xmlns:a="http://schemas.openxmlformats.org/drawingml/2006/main" noGrp="1"/>
          </p:cNvSpPr>
          <p:nvPr/>
        </p:nvSpPr>
        <p:spPr>
          <a:xfrm xmlns:a="http://schemas.openxmlformats.org/drawingml/2006/main">
            <a:off x="5214652" y="2381250"/>
            <a:ext cx="1058037"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احتياطي</a:t>
            </a:r>
          </a:p>
        </p:txBody>
      </p:sp>
      <p:sp>
        <p:nvSpPr>
          <p:cNvPr id="25" name="text-584">
            <a:extLst xmlns:a="http://schemas.openxmlformats.org/drawingml/2006/main">
              <a:ext uri="{FF2B5EF4-FFF2-40B4-BE49-F238E27FC236}">
                <a16:creationId xmlns:a16="http://schemas.microsoft.com/office/drawing/2014/main" id="{1B279F31-A884-4DDE-9AC5-32D598EAA6DE}"/>
              </a:ext>
            </a:extLst>
          </p:cNvPr>
          <p:cNvSpPr>
            <a:spLocks xmlns:a="http://schemas.openxmlformats.org/drawingml/2006/main" noGrp="1"/>
          </p:cNvSpPr>
          <p:nvPr/>
        </p:nvSpPr>
        <p:spPr>
          <a:xfrm xmlns:a="http://schemas.openxmlformats.org/drawingml/2006/main">
            <a:off x="4278154" y="2381250"/>
            <a:ext cx="866204" cy="56673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250" b="0">
                <a:solidFill>
                  <a:srgbClr val="F1F5ED"/>
                </a:solidFill>
                <a:latin typeface="Tahoma"/>
                <a:ea typeface="Tahoma"/>
                <a:cs typeface="Tahoma"/>
              </a:defRPr>
            </a:pPr>
            <a:r>
              <a:rPr sz="2250" b="0">
                <a:solidFill>
                  <a:srgbClr val="F1F5ED"/>
                </a:solidFill>
                <a:latin typeface="Tahoma"/>
                <a:ea typeface="Tahoma"/>
                <a:cs typeface="Tahoma"/>
              </a:rPr>
              <a:t>تشغيل</a:t>
            </a:r>
          </a:p>
        </p:txBody>
      </p:sp>
      <p:sp>
        <p:nvSpPr>
          <p:cNvPr id="26" name="text-585">
            <a:extLst xmlns:a="http://schemas.openxmlformats.org/drawingml/2006/main">
              <a:ext uri="{FF2B5EF4-FFF2-40B4-BE49-F238E27FC236}">
                <a16:creationId xmlns:a16="http://schemas.microsoft.com/office/drawing/2014/main" id="{905941FE-A2FE-4185-854A-F6EB10931007}"/>
              </a:ext>
            </a:extLst>
          </p:cNvPr>
          <p:cNvSpPr>
            <a:spLocks xmlns:a="http://schemas.openxmlformats.org/drawingml/2006/main" noGrp="1"/>
          </p:cNvSpPr>
          <p:nvPr/>
        </p:nvSpPr>
        <p:spPr>
          <a:xfrm xmlns:a="http://schemas.openxmlformats.org/drawingml/2006/main">
            <a:off x="11007692" y="3371850"/>
            <a:ext cx="57470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عند</a:t>
            </a:r>
          </a:p>
        </p:txBody>
      </p:sp>
      <p:sp>
        <p:nvSpPr>
          <p:cNvPr id="27" name="text-586">
            <a:extLst xmlns:a="http://schemas.openxmlformats.org/drawingml/2006/main">
              <a:ext uri="{FF2B5EF4-FFF2-40B4-BE49-F238E27FC236}">
                <a16:creationId xmlns:a16="http://schemas.microsoft.com/office/drawing/2014/main" id="{002A3A25-0A21-4D29-B36A-C66F1E1C6B64}"/>
              </a:ext>
            </a:extLst>
          </p:cNvPr>
          <p:cNvSpPr>
            <a:spLocks xmlns:a="http://schemas.openxmlformats.org/drawingml/2006/main" noGrp="1"/>
          </p:cNvSpPr>
          <p:nvPr/>
        </p:nvSpPr>
        <p:spPr>
          <a:xfrm xmlns:a="http://schemas.openxmlformats.org/drawingml/2006/main">
            <a:off x="10043232" y="3371850"/>
            <a:ext cx="891403"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تعطل</a:t>
            </a:r>
          </a:p>
        </p:txBody>
      </p:sp>
      <p:sp>
        <p:nvSpPr>
          <p:cNvPr id="28" name="text-587">
            <a:extLst xmlns:a="http://schemas.openxmlformats.org/drawingml/2006/main">
              <a:ext uri="{FF2B5EF4-FFF2-40B4-BE49-F238E27FC236}">
                <a16:creationId xmlns:a16="http://schemas.microsoft.com/office/drawing/2014/main" id="{4709DE4B-DC13-44D8-A01E-C68D2BF78A87}"/>
              </a:ext>
            </a:extLst>
          </p:cNvPr>
          <p:cNvSpPr>
            <a:spLocks xmlns:a="http://schemas.openxmlformats.org/drawingml/2006/main" noGrp="1"/>
          </p:cNvSpPr>
          <p:nvPr/>
        </p:nvSpPr>
        <p:spPr>
          <a:xfrm xmlns:a="http://schemas.openxmlformats.org/drawingml/2006/main">
            <a:off x="8874808" y="3371850"/>
            <a:ext cx="109536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1">
                <a:solidFill>
                  <a:srgbClr val="EDCA7E"/>
                </a:solidFill>
                <a:latin typeface="Tahoma"/>
                <a:ea typeface="Tahoma"/>
                <a:cs typeface="Tahoma"/>
              </a:defRPr>
            </a:pPr>
            <a:r>
              <a:rPr sz="2475" b="1">
                <a:solidFill>
                  <a:srgbClr val="EDCA7E"/>
                </a:solidFill>
                <a:latin typeface="Tahoma"/>
                <a:ea typeface="Tahoma"/>
                <a:cs typeface="Tahoma"/>
              </a:rPr>
              <a:t>الخدمة</a:t>
            </a:r>
          </a:p>
        </p:txBody>
      </p:sp>
      <p:sp>
        <p:nvSpPr>
          <p:cNvPr id="29" name="text-588">
            <a:extLst xmlns:a="http://schemas.openxmlformats.org/drawingml/2006/main">
              <a:ext uri="{FF2B5EF4-FFF2-40B4-BE49-F238E27FC236}">
                <a16:creationId xmlns:a16="http://schemas.microsoft.com/office/drawing/2014/main" id="{7AE381B0-95C8-47B0-B239-C6A0718FA2EB}"/>
              </a:ext>
            </a:extLst>
          </p:cNvPr>
          <p:cNvSpPr>
            <a:spLocks xmlns:a="http://schemas.openxmlformats.org/drawingml/2006/main" noGrp="1"/>
          </p:cNvSpPr>
          <p:nvPr/>
        </p:nvSpPr>
        <p:spPr>
          <a:xfrm xmlns:a="http://schemas.openxmlformats.org/drawingml/2006/main">
            <a:off x="10855738" y="4133850"/>
            <a:ext cx="726662"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رسالة</a:t>
            </a:r>
          </a:p>
        </p:txBody>
      </p:sp>
      <p:sp>
        <p:nvSpPr>
          <p:cNvPr id="30" name="text-589">
            <a:extLst xmlns:a="http://schemas.openxmlformats.org/drawingml/2006/main">
              <a:ext uri="{FF2B5EF4-FFF2-40B4-BE49-F238E27FC236}">
                <a16:creationId xmlns:a16="http://schemas.microsoft.com/office/drawing/2014/main" id="{1890457B-2692-4A1E-82D0-DC61233652DE}"/>
              </a:ext>
            </a:extLst>
          </p:cNvPr>
          <p:cNvSpPr>
            <a:spLocks xmlns:a="http://schemas.openxmlformats.org/drawingml/2006/main" noGrp="1"/>
          </p:cNvSpPr>
          <p:nvPr/>
        </p:nvSpPr>
        <p:spPr>
          <a:xfrm xmlns:a="http://schemas.openxmlformats.org/drawingml/2006/main">
            <a:off x="10002107" y="4133850"/>
            <a:ext cx="78638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صريحة</a:t>
            </a:r>
          </a:p>
        </p:txBody>
      </p:sp>
      <p:sp>
        <p:nvSpPr>
          <p:cNvPr id="31" name="text-590">
            <a:extLst xmlns:a="http://schemas.openxmlformats.org/drawingml/2006/main">
              <a:ext uri="{FF2B5EF4-FFF2-40B4-BE49-F238E27FC236}">
                <a16:creationId xmlns:a16="http://schemas.microsoft.com/office/drawing/2014/main" id="{D24834D7-4DAD-4335-84AA-8D8DEC32A06C}"/>
              </a:ext>
            </a:extLst>
          </p:cNvPr>
          <p:cNvSpPr>
            <a:spLocks xmlns:a="http://schemas.openxmlformats.org/drawingml/2006/main" noGrp="1"/>
          </p:cNvSpPr>
          <p:nvPr/>
        </p:nvSpPr>
        <p:spPr>
          <a:xfrm xmlns:a="http://schemas.openxmlformats.org/drawingml/2006/main">
            <a:off x="9210104" y="4133850"/>
            <a:ext cx="72475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وإعادة</a:t>
            </a:r>
          </a:p>
        </p:txBody>
      </p:sp>
      <p:sp>
        <p:nvSpPr>
          <p:cNvPr id="32" name="text-591">
            <a:extLst xmlns:a="http://schemas.openxmlformats.org/drawingml/2006/main">
              <a:ext uri="{FF2B5EF4-FFF2-40B4-BE49-F238E27FC236}">
                <a16:creationId xmlns:a16="http://schemas.microsoft.com/office/drawing/2014/main" id="{626A83E8-879A-4AB7-A01E-A96A3E185B7F}"/>
              </a:ext>
            </a:extLst>
          </p:cNvPr>
          <p:cNvSpPr>
            <a:spLocks xmlns:a="http://schemas.openxmlformats.org/drawingml/2006/main" noGrp="1"/>
          </p:cNvSpPr>
          <p:nvPr/>
        </p:nvSpPr>
        <p:spPr>
          <a:xfrm xmlns:a="http://schemas.openxmlformats.org/drawingml/2006/main">
            <a:off x="8641747" y="4133850"/>
            <a:ext cx="50111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آمنة</a:t>
            </a:r>
          </a:p>
        </p:txBody>
      </p:sp>
      <p:sp>
        <p:nvSpPr>
          <p:cNvPr id="33" name="text-592">
            <a:extLst xmlns:a="http://schemas.openxmlformats.org/drawingml/2006/main">
              <a:ext uri="{FF2B5EF4-FFF2-40B4-BE49-F238E27FC236}">
                <a16:creationId xmlns:a16="http://schemas.microsoft.com/office/drawing/2014/main" id="{77B00209-2DD8-4EAC-934B-6596093FBF71}"/>
              </a:ext>
            </a:extLst>
          </p:cNvPr>
          <p:cNvSpPr>
            <a:spLocks xmlns:a="http://schemas.openxmlformats.org/drawingml/2006/main" noGrp="1"/>
          </p:cNvSpPr>
          <p:nvPr/>
        </p:nvSpPr>
        <p:spPr>
          <a:xfrm xmlns:a="http://schemas.openxmlformats.org/drawingml/2006/main">
            <a:off x="7646765" y="4133850"/>
            <a:ext cx="92773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والمصدر</a:t>
            </a:r>
          </a:p>
        </p:txBody>
      </p:sp>
      <p:sp>
        <p:nvSpPr>
          <p:cNvPr id="34" name="text-593">
            <a:extLst xmlns:a="http://schemas.openxmlformats.org/drawingml/2006/main">
              <a:ext uri="{FF2B5EF4-FFF2-40B4-BE49-F238E27FC236}">
                <a16:creationId xmlns:a16="http://schemas.microsoft.com/office/drawing/2014/main" id="{D053FE36-FA14-472D-B30A-F52FCC415AA0}"/>
              </a:ext>
            </a:extLst>
          </p:cNvPr>
          <p:cNvSpPr>
            <a:spLocks xmlns:a="http://schemas.openxmlformats.org/drawingml/2006/main" noGrp="1"/>
          </p:cNvSpPr>
          <p:nvPr/>
        </p:nvSpPr>
        <p:spPr>
          <a:xfrm xmlns:a="http://schemas.openxmlformats.org/drawingml/2006/main">
            <a:off x="6714458" y="4133850"/>
            <a:ext cx="8650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والعرض</a:t>
            </a:r>
          </a:p>
        </p:txBody>
      </p:sp>
      <p:sp>
        <p:nvSpPr>
          <p:cNvPr id="35" name="text-594">
            <a:extLst xmlns:a="http://schemas.openxmlformats.org/drawingml/2006/main">
              <a:ext uri="{FF2B5EF4-FFF2-40B4-BE49-F238E27FC236}">
                <a16:creationId xmlns:a16="http://schemas.microsoft.com/office/drawing/2014/main" id="{4CFDA228-33F9-4CDD-B212-F00FC5CB1C2B}"/>
              </a:ext>
            </a:extLst>
          </p:cNvPr>
          <p:cNvSpPr>
            <a:spLocks xmlns:a="http://schemas.openxmlformats.org/drawingml/2006/main" noGrp="1"/>
          </p:cNvSpPr>
          <p:nvPr/>
        </p:nvSpPr>
        <p:spPr>
          <a:xfrm xmlns:a="http://schemas.openxmlformats.org/drawingml/2006/main">
            <a:off x="5842921" y="4133850"/>
            <a:ext cx="80429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متاحان</a:t>
            </a:r>
          </a:p>
        </p:txBody>
      </p:sp>
      <p:sp>
        <p:nvSpPr>
          <p:cNvPr id="36" name="text-595">
            <a:extLst xmlns:a="http://schemas.openxmlformats.org/drawingml/2006/main">
              <a:ext uri="{FF2B5EF4-FFF2-40B4-BE49-F238E27FC236}">
                <a16:creationId xmlns:a16="http://schemas.microsoft.com/office/drawing/2014/main" id="{DB380A6D-8B81-43D0-A941-F25BDC0D89FA}"/>
              </a:ext>
            </a:extLst>
          </p:cNvPr>
          <p:cNvSpPr>
            <a:spLocks xmlns:a="http://schemas.openxmlformats.org/drawingml/2006/main" noGrp="1"/>
          </p:cNvSpPr>
          <p:nvPr/>
        </p:nvSpPr>
        <p:spPr>
          <a:xfrm xmlns:a="http://schemas.openxmlformats.org/drawingml/2006/main">
            <a:off x="4914328" y="4133850"/>
            <a:ext cx="86134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F1F5ED"/>
                </a:solidFill>
                <a:latin typeface="Tahoma"/>
                <a:ea typeface="Tahoma"/>
                <a:cs typeface="Tahoma"/>
              </a:defRPr>
            </a:pPr>
            <a:r>
              <a:rPr sz="2175" b="0">
                <a:solidFill>
                  <a:srgbClr val="F1F5ED"/>
                </a:solidFill>
                <a:latin typeface="Tahoma"/>
                <a:ea typeface="Tahoma"/>
                <a:cs typeface="Tahoma"/>
              </a:rPr>
              <a:t>للاطلاع</a:t>
            </a:r>
          </a:p>
        </p:txBody>
      </p:sp>
      <p:sp>
        <p:nvSpPr>
          <p:cNvPr id="37" name="text-596">
            <a:extLst xmlns:a="http://schemas.openxmlformats.org/drawingml/2006/main">
              <a:ext uri="{FF2B5EF4-FFF2-40B4-BE49-F238E27FC236}">
                <a16:creationId xmlns:a16="http://schemas.microsoft.com/office/drawing/2014/main" id="{3A9CDABB-F897-4CDF-A873-1EACF31E3D55}"/>
              </a:ext>
            </a:extLst>
          </p:cNvPr>
          <p:cNvSpPr>
            <a:spLocks xmlns:a="http://schemas.openxmlformats.org/drawingml/2006/main" noGrp="1"/>
          </p:cNvSpPr>
          <p:nvPr/>
        </p:nvSpPr>
        <p:spPr>
          <a:xfrm xmlns:a="http://schemas.openxmlformats.org/drawingml/2006/main">
            <a:off x="11162062" y="5162550"/>
            <a:ext cx="42033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تبنٍّ</a:t>
            </a:r>
          </a:p>
        </p:txBody>
      </p:sp>
      <p:sp>
        <p:nvSpPr>
          <p:cNvPr id="38" name="text-597">
            <a:extLst xmlns:a="http://schemas.openxmlformats.org/drawingml/2006/main">
              <a:ext uri="{FF2B5EF4-FFF2-40B4-BE49-F238E27FC236}">
                <a16:creationId xmlns:a16="http://schemas.microsoft.com/office/drawing/2014/main" id="{D7479E61-55E0-4729-9F0F-629184556110}"/>
              </a:ext>
            </a:extLst>
          </p:cNvPr>
          <p:cNvSpPr>
            <a:spLocks xmlns:a="http://schemas.openxmlformats.org/drawingml/2006/main" noGrp="1"/>
          </p:cNvSpPr>
          <p:nvPr/>
        </p:nvSpPr>
        <p:spPr>
          <a:xfrm xmlns:a="http://schemas.openxmlformats.org/drawingml/2006/main">
            <a:off x="10188130" y="5162550"/>
            <a:ext cx="90668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تدريجي</a:t>
            </a:r>
          </a:p>
        </p:txBody>
      </p:sp>
      <p:sp>
        <p:nvSpPr>
          <p:cNvPr id="39" name="text-598">
            <a:extLst xmlns:a="http://schemas.openxmlformats.org/drawingml/2006/main">
              <a:ext uri="{FF2B5EF4-FFF2-40B4-BE49-F238E27FC236}">
                <a16:creationId xmlns:a16="http://schemas.microsoft.com/office/drawing/2014/main" id="{66DC7928-0E82-4276-A385-4FDB52D56CCD}"/>
              </a:ext>
            </a:extLst>
          </p:cNvPr>
          <p:cNvSpPr>
            <a:spLocks xmlns:a="http://schemas.openxmlformats.org/drawingml/2006/main" noGrp="1"/>
          </p:cNvSpPr>
          <p:nvPr/>
        </p:nvSpPr>
        <p:spPr>
          <a:xfrm xmlns:a="http://schemas.openxmlformats.org/drawingml/2006/main">
            <a:off x="9230868" y="5162550"/>
            <a:ext cx="89001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بإشراف</a:t>
            </a:r>
          </a:p>
        </p:txBody>
      </p:sp>
      <p:sp>
        <p:nvSpPr>
          <p:cNvPr id="40" name="text-599">
            <a:extLst xmlns:a="http://schemas.openxmlformats.org/drawingml/2006/main">
              <a:ext uri="{FF2B5EF4-FFF2-40B4-BE49-F238E27FC236}">
                <a16:creationId xmlns:a16="http://schemas.microsoft.com/office/drawing/2014/main" id="{7B31673F-3633-4B8E-A705-6A97A5D81036}"/>
              </a:ext>
            </a:extLst>
          </p:cNvPr>
          <p:cNvSpPr>
            <a:spLocks xmlns:a="http://schemas.openxmlformats.org/drawingml/2006/main" noGrp="1"/>
          </p:cNvSpPr>
          <p:nvPr/>
        </p:nvSpPr>
        <p:spPr>
          <a:xfrm xmlns:a="http://schemas.openxmlformats.org/drawingml/2006/main">
            <a:off x="8378285" y="5162550"/>
            <a:ext cx="78533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مختص</a:t>
            </a:r>
          </a:p>
        </p:txBody>
      </p:sp>
      <p:sp>
        <p:nvSpPr>
          <p:cNvPr id="41" name="text-600">
            <a:extLst xmlns:a="http://schemas.openxmlformats.org/drawingml/2006/main">
              <a:ext uri="{FF2B5EF4-FFF2-40B4-BE49-F238E27FC236}">
                <a16:creationId xmlns:a16="http://schemas.microsoft.com/office/drawing/2014/main" id="{E4A2D320-30AB-4960-9304-4E3D6105D834}"/>
              </a:ext>
            </a:extLst>
          </p:cNvPr>
          <p:cNvSpPr>
            <a:spLocks xmlns:a="http://schemas.openxmlformats.org/drawingml/2006/main" noGrp="1"/>
          </p:cNvSpPr>
          <p:nvPr/>
        </p:nvSpPr>
        <p:spPr>
          <a:xfrm xmlns:a="http://schemas.openxmlformats.org/drawingml/2006/main">
            <a:off x="8005858" y="5162550"/>
            <a:ext cx="305181"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ثم</a:t>
            </a:r>
          </a:p>
        </p:txBody>
      </p:sp>
      <p:sp>
        <p:nvSpPr>
          <p:cNvPr id="42" name="text-601">
            <a:extLst xmlns:a="http://schemas.openxmlformats.org/drawingml/2006/main">
              <a:ext uri="{FF2B5EF4-FFF2-40B4-BE49-F238E27FC236}">
                <a16:creationId xmlns:a16="http://schemas.microsoft.com/office/drawing/2014/main" id="{179303DD-29A9-4D0C-98E5-C2FBE9EB20C1}"/>
              </a:ext>
            </a:extLst>
          </p:cNvPr>
          <p:cNvSpPr>
            <a:spLocks xmlns:a="http://schemas.openxmlformats.org/drawingml/2006/main" noGrp="1"/>
          </p:cNvSpPr>
          <p:nvPr/>
        </p:nvSpPr>
        <p:spPr>
          <a:xfrm xmlns:a="http://schemas.openxmlformats.org/drawingml/2006/main">
            <a:off x="7268051" y="5162550"/>
            <a:ext cx="67056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توسّع</a:t>
            </a:r>
          </a:p>
        </p:txBody>
      </p:sp>
      <p:sp>
        <p:nvSpPr>
          <p:cNvPr id="43" name="text-602">
            <a:extLst xmlns:a="http://schemas.openxmlformats.org/drawingml/2006/main">
              <a:ext uri="{FF2B5EF4-FFF2-40B4-BE49-F238E27FC236}">
                <a16:creationId xmlns:a16="http://schemas.microsoft.com/office/drawing/2014/main" id="{5D319B8A-9CCC-48CB-B138-A14F1EC60F08}"/>
              </a:ext>
            </a:extLst>
          </p:cNvPr>
          <p:cNvSpPr>
            <a:spLocks xmlns:a="http://schemas.openxmlformats.org/drawingml/2006/main" noGrp="1"/>
          </p:cNvSpPr>
          <p:nvPr/>
        </p:nvSpPr>
        <p:spPr>
          <a:xfrm xmlns:a="http://schemas.openxmlformats.org/drawingml/2006/main">
            <a:off x="6801231" y="5162550"/>
            <a:ext cx="39957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بعد</a:t>
            </a:r>
          </a:p>
        </p:txBody>
      </p:sp>
      <p:sp>
        <p:nvSpPr>
          <p:cNvPr id="44" name="text-603">
            <a:extLst xmlns:a="http://schemas.openxmlformats.org/drawingml/2006/main">
              <a:ext uri="{FF2B5EF4-FFF2-40B4-BE49-F238E27FC236}">
                <a16:creationId xmlns:a16="http://schemas.microsoft.com/office/drawing/2014/main" id="{27328022-B096-4373-812E-8D4E5260262A}"/>
              </a:ext>
            </a:extLst>
          </p:cNvPr>
          <p:cNvSpPr>
            <a:spLocks xmlns:a="http://schemas.openxmlformats.org/drawingml/2006/main" noGrp="1"/>
          </p:cNvSpPr>
          <p:nvPr/>
        </p:nvSpPr>
        <p:spPr>
          <a:xfrm xmlns:a="http://schemas.openxmlformats.org/drawingml/2006/main">
            <a:off x="6045898" y="5162550"/>
            <a:ext cx="68808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تحقق</a:t>
            </a:r>
          </a:p>
        </p:txBody>
      </p:sp>
      <p:sp>
        <p:nvSpPr>
          <p:cNvPr id="45" name="text-604">
            <a:extLst xmlns:a="http://schemas.openxmlformats.org/drawingml/2006/main">
              <a:ext uri="{FF2B5EF4-FFF2-40B4-BE49-F238E27FC236}">
                <a16:creationId xmlns:a16="http://schemas.microsoft.com/office/drawing/2014/main" id="{8C02FD0C-E761-4BE2-A2CA-00F6A063AD9F}"/>
              </a:ext>
            </a:extLst>
          </p:cNvPr>
          <p:cNvSpPr>
            <a:spLocks xmlns:a="http://schemas.openxmlformats.org/drawingml/2006/main" noGrp="1"/>
          </p:cNvSpPr>
          <p:nvPr/>
        </p:nvSpPr>
        <p:spPr>
          <a:xfrm xmlns:a="http://schemas.openxmlformats.org/drawingml/2006/main">
            <a:off x="5226558" y="5162550"/>
            <a:ext cx="752094"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78DAC1"/>
                </a:solidFill>
                <a:latin typeface="Tahoma"/>
                <a:ea typeface="Tahoma"/>
                <a:cs typeface="Tahoma"/>
              </a:defRPr>
            </a:pPr>
            <a:r>
              <a:rPr sz="2175" b="0">
                <a:solidFill>
                  <a:srgbClr val="78DAC1"/>
                </a:solidFill>
                <a:latin typeface="Tahoma"/>
                <a:ea typeface="Tahoma"/>
                <a:cs typeface="Tahoma"/>
              </a:rPr>
              <a:t>الجودة</a:t>
            </a:r>
          </a:p>
        </p:txBody>
      </p:sp>
    </p:spTree>
    <p:extLst>
      <p:ext uri="{BB962C8B-B14F-4D97-AF65-F5344CB8AC3E}">
        <p14:creationId xmlns:p14="http://schemas.microsoft.com/office/powerpoint/2010/main" val="208561732"/>
      </p:ext>
    </p:extLst>
  </p:cSld>
</p:sld>
</file>

<file path=ppt/slides/slide15.xml><?xml version="1.0" encoding="utf-8"?>
<p:sld xmlns:p="http://schemas.openxmlformats.org/presentationml/2006/main">
  <p:cSld>
    <p:bg>
      <p:bgPr>
        <a:solidFill xmlns:a="http://schemas.openxmlformats.org/drawingml/2006/main">
          <a:srgbClr val="091B1B"/>
        </a:solidFill>
      </p:bgPr>
    </p:bg>
    <p:spTree>
      <p:nvGrpSpPr>
        <p:cNvPr id="1" name=""/>
        <p:cNvGrpSpPr/>
        <p:nvPr/>
      </p:nvGrpSpPr>
      <p:grpSpPr>
        <a:xfrm xmlns:a="http://schemas.openxmlformats.org/drawingml/2006/main"/>
      </p:grpSpPr>
      <p:sp>
        <p:nvSpPr>
          <p:cNvPr id="28" name="text-605">
            <a:extLst xmlns:a="http://schemas.openxmlformats.org/drawingml/2006/main">
              <a:ext uri="{FF2B5EF4-FFF2-40B4-BE49-F238E27FC236}">
                <a16:creationId xmlns:a16="http://schemas.microsoft.com/office/drawing/2014/main" id="{92FA2B12-D89C-442A-AA57-5B68EA1DDACC}"/>
              </a:ext>
            </a:extLst>
          </p:cNvPr>
          <p:cNvSpPr>
            <a:spLocks xmlns:a="http://schemas.openxmlformats.org/drawingml/2006/main" noGrp="1"/>
          </p:cNvSpPr>
          <p:nvPr/>
        </p:nvSpPr>
        <p:spPr>
          <a:xfrm xmlns:a="http://schemas.openxmlformats.org/drawingml/2006/main">
            <a:off x="10612344" y="457200"/>
            <a:ext cx="97005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جرّب</a:t>
            </a:r>
          </a:p>
        </p:txBody>
      </p:sp>
      <p:sp>
        <p:nvSpPr>
          <p:cNvPr id="2" name="text-606">
            <a:extLst xmlns:a="http://schemas.openxmlformats.org/drawingml/2006/main">
              <a:ext uri="{FF2B5EF4-FFF2-40B4-BE49-F238E27FC236}">
                <a16:creationId xmlns:a16="http://schemas.microsoft.com/office/drawing/2014/main" id="{0479893A-14C7-4C0C-8287-722E4E8390D5}"/>
              </a:ext>
            </a:extLst>
          </p:cNvPr>
          <p:cNvSpPr>
            <a:spLocks xmlns:a="http://schemas.openxmlformats.org/drawingml/2006/main" noGrp="1"/>
          </p:cNvSpPr>
          <p:nvPr/>
        </p:nvSpPr>
        <p:spPr>
          <a:xfrm xmlns:a="http://schemas.openxmlformats.org/drawingml/2006/main">
            <a:off x="9385303" y="457200"/>
            <a:ext cx="1126076"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وافتح</a:t>
            </a:r>
          </a:p>
        </p:txBody>
      </p:sp>
      <p:sp>
        <p:nvSpPr>
          <p:cNvPr id="3" name="text-607">
            <a:extLst xmlns:a="http://schemas.openxmlformats.org/drawingml/2006/main">
              <a:ext uri="{FF2B5EF4-FFF2-40B4-BE49-F238E27FC236}">
                <a16:creationId xmlns:a16="http://schemas.microsoft.com/office/drawing/2014/main" id="{6D6AB08F-A631-436C-98E0-A067B5F1FA32}"/>
              </a:ext>
            </a:extLst>
          </p:cNvPr>
          <p:cNvSpPr>
            <a:spLocks xmlns:a="http://schemas.openxmlformats.org/drawingml/2006/main" noGrp="1"/>
          </p:cNvSpPr>
          <p:nvPr/>
        </p:nvSpPr>
        <p:spPr>
          <a:xfrm xmlns:a="http://schemas.openxmlformats.org/drawingml/2006/main">
            <a:off x="8067126" y="457200"/>
            <a:ext cx="121721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الدليل</a:t>
            </a:r>
          </a:p>
        </p:txBody>
      </p:sp>
      <p:sp>
        <p:nvSpPr>
          <p:cNvPr id="4" name="text-608">
            <a:extLst xmlns:a="http://schemas.openxmlformats.org/drawingml/2006/main">
              <a:ext uri="{FF2B5EF4-FFF2-40B4-BE49-F238E27FC236}">
                <a16:creationId xmlns:a16="http://schemas.microsoft.com/office/drawing/2014/main" id="{622D640B-4097-4067-A012-3E4E14A7D1D4}"/>
              </a:ext>
            </a:extLst>
          </p:cNvPr>
          <p:cNvSpPr>
            <a:spLocks xmlns:a="http://schemas.openxmlformats.org/drawingml/2006/main" noGrp="1"/>
          </p:cNvSpPr>
          <p:nvPr/>
        </p:nvSpPr>
        <p:spPr>
          <a:xfrm xmlns:a="http://schemas.openxmlformats.org/drawingml/2006/main">
            <a:off x="7038106" y="457200"/>
            <a:ext cx="928055"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وأعد</a:t>
            </a:r>
          </a:p>
        </p:txBody>
      </p:sp>
      <p:sp>
        <p:nvSpPr>
          <p:cNvPr id="5" name="text-609">
            <a:extLst xmlns:a="http://schemas.openxmlformats.org/drawingml/2006/main">
              <a:ext uri="{FF2B5EF4-FFF2-40B4-BE49-F238E27FC236}">
                <a16:creationId xmlns:a16="http://schemas.microsoft.com/office/drawing/2014/main" id="{FB3BE7EE-DCB0-4F5F-9943-F0E32608C0D2}"/>
              </a:ext>
            </a:extLst>
          </p:cNvPr>
          <p:cNvSpPr>
            <a:spLocks xmlns:a="http://schemas.openxmlformats.org/drawingml/2006/main" noGrp="1"/>
          </p:cNvSpPr>
          <p:nvPr/>
        </p:nvSpPr>
        <p:spPr>
          <a:xfrm xmlns:a="http://schemas.openxmlformats.org/drawingml/2006/main">
            <a:off x="5485950" y="457200"/>
            <a:ext cx="1451191" cy="7710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3225" b="1">
                <a:solidFill>
                  <a:srgbClr val="EDCA7E"/>
                </a:solidFill>
                <a:latin typeface="Tahoma"/>
                <a:ea typeface="Tahoma"/>
                <a:cs typeface="Tahoma"/>
              </a:defRPr>
            </a:pPr>
            <a:r>
              <a:rPr sz="3225" b="1">
                <a:solidFill>
                  <a:srgbClr val="EDCA7E"/>
                </a:solidFill>
                <a:latin typeface="Tahoma"/>
                <a:ea typeface="Tahoma"/>
                <a:cs typeface="Tahoma"/>
              </a:rPr>
              <a:t>الاختبار</a:t>
            </a:r>
          </a:p>
        </p:txBody>
      </p:sp>
      <p:sp>
        <p:nvSpPr>
          <p:cNvPr id="6" name="shape-610">
            <a:extLst xmlns:a="http://schemas.openxmlformats.org/drawingml/2006/main">
              <a:ext uri="{FF2B5EF4-FFF2-40B4-BE49-F238E27FC236}">
                <a16:creationId xmlns:a16="http://schemas.microsoft.com/office/drawing/2014/main" id="{FAE284D7-2466-48DE-87FD-0299E869DD7F}"/>
              </a:ext>
            </a:extLst>
          </p:cNvPr>
          <p:cNvSpPr>
            <a:spLocks xmlns:a="http://schemas.openxmlformats.org/drawingml/2006/main" noGrp="1"/>
          </p:cNvSpPr>
          <p:nvPr/>
        </p:nvSpPr>
        <p:spPr>
          <a:xfrm xmlns:a="http://schemas.openxmlformats.org/drawingml/2006/main">
            <a:off x="609600" y="6153150"/>
            <a:ext cx="10972800" cy="9525"/>
          </a:xfrm>
          <a:prstGeom xmlns:a="http://schemas.openxmlformats.org/drawingml/2006/main" prst="rect">
            <a:avLst/>
          </a:prstGeom>
          <a:solidFill xmlns:a="http://schemas.openxmlformats.org/drawingml/2006/main">
            <a:srgbClr val="31504A"/>
          </a:solidFill>
          <a:ln xmlns:a="http://schemas.openxmlformats.org/drawingml/2006/main" w="9525">
            <a:noFill/>
          </a:ln>
        </p:spPr>
      </p:sp>
      <p:sp>
        <p:nvSpPr>
          <p:cNvPr id="7" name="text-611">
            <a:extLst xmlns:a="http://schemas.openxmlformats.org/drawingml/2006/main">
              <a:ext uri="{FF2B5EF4-FFF2-40B4-BE49-F238E27FC236}">
                <a16:creationId xmlns:a16="http://schemas.microsoft.com/office/drawing/2014/main" id="{91A52146-CDF4-41B2-ABD1-858502EE404A}"/>
              </a:ext>
            </a:extLst>
          </p:cNvPr>
          <p:cNvSpPr>
            <a:spLocks xmlns:a="http://schemas.openxmlformats.org/drawingml/2006/main" noGrp="1"/>
          </p:cNvSpPr>
          <p:nvPr/>
        </p:nvSpPr>
        <p:spPr>
          <a:xfrm xmlns:a="http://schemas.openxmlformats.org/drawingml/2006/main">
            <a:off x="10926127" y="6324600"/>
            <a:ext cx="65627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سلسبيل</a:t>
            </a:r>
          </a:p>
        </p:txBody>
      </p:sp>
      <p:sp>
        <p:nvSpPr>
          <p:cNvPr id="8" name="text-612">
            <a:extLst xmlns:a="http://schemas.openxmlformats.org/drawingml/2006/main">
              <a:ext uri="{FF2B5EF4-FFF2-40B4-BE49-F238E27FC236}">
                <a16:creationId xmlns:a16="http://schemas.microsoft.com/office/drawing/2014/main" id="{83633121-1101-445C-855D-131C4C6D0386}"/>
              </a:ext>
            </a:extLst>
          </p:cNvPr>
          <p:cNvSpPr>
            <a:spLocks xmlns:a="http://schemas.openxmlformats.org/drawingml/2006/main" noGrp="1"/>
          </p:cNvSpPr>
          <p:nvPr/>
        </p:nvSpPr>
        <p:spPr>
          <a:xfrm xmlns:a="http://schemas.openxmlformats.org/drawingml/2006/main">
            <a:off x="10799254" y="6324600"/>
            <a:ext cx="9534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a:t>
            </a:r>
          </a:p>
        </p:txBody>
      </p:sp>
      <p:sp>
        <p:nvSpPr>
          <p:cNvPr id="9" name="text-613">
            <a:extLst xmlns:a="http://schemas.openxmlformats.org/drawingml/2006/main">
              <a:ext uri="{FF2B5EF4-FFF2-40B4-BE49-F238E27FC236}">
                <a16:creationId xmlns:a16="http://schemas.microsoft.com/office/drawing/2014/main" id="{7CE6755D-979C-418B-BC6E-24297D23561A}"/>
              </a:ext>
            </a:extLst>
          </p:cNvPr>
          <p:cNvSpPr>
            <a:spLocks xmlns:a="http://schemas.openxmlformats.org/drawingml/2006/main" noGrp="1"/>
          </p:cNvSpPr>
          <p:nvPr/>
        </p:nvSpPr>
        <p:spPr>
          <a:xfrm xmlns:a="http://schemas.openxmlformats.org/drawingml/2006/main">
            <a:off x="10287571" y="6324600"/>
            <a:ext cx="480155"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تسليم</a:t>
            </a:r>
          </a:p>
        </p:txBody>
      </p:sp>
      <p:sp>
        <p:nvSpPr>
          <p:cNvPr id="10" name="text-614">
            <a:extLst xmlns:a="http://schemas.openxmlformats.org/drawingml/2006/main">
              <a:ext uri="{FF2B5EF4-FFF2-40B4-BE49-F238E27FC236}">
                <a16:creationId xmlns:a16="http://schemas.microsoft.com/office/drawing/2014/main" id="{700B533E-D4AA-4E59-B620-6DA18FB9C266}"/>
              </a:ext>
            </a:extLst>
          </p:cNvPr>
          <p:cNvSpPr>
            <a:spLocks xmlns:a="http://schemas.openxmlformats.org/drawingml/2006/main" noGrp="1"/>
          </p:cNvSpPr>
          <p:nvPr/>
        </p:nvSpPr>
        <p:spPr>
          <a:xfrm xmlns:a="http://schemas.openxmlformats.org/drawingml/2006/main">
            <a:off x="10125361" y="6324600"/>
            <a:ext cx="130683"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٦</a:t>
            </a:r>
          </a:p>
        </p:txBody>
      </p:sp>
      <p:sp>
        <p:nvSpPr>
          <p:cNvPr id="11" name="text-615">
            <a:extLst xmlns:a="http://schemas.openxmlformats.org/drawingml/2006/main">
              <a:ext uri="{FF2B5EF4-FFF2-40B4-BE49-F238E27FC236}">
                <a16:creationId xmlns:a16="http://schemas.microsoft.com/office/drawing/2014/main" id="{53847CF3-8025-4453-B686-55FEA3DC8DDB}"/>
              </a:ext>
            </a:extLst>
          </p:cNvPr>
          <p:cNvSpPr>
            <a:spLocks xmlns:a="http://schemas.openxmlformats.org/drawingml/2006/main" noGrp="1"/>
          </p:cNvSpPr>
          <p:nvPr/>
        </p:nvSpPr>
        <p:spPr>
          <a:xfrm xmlns:a="http://schemas.openxmlformats.org/drawingml/2006/main">
            <a:off x="9697402" y="6324600"/>
            <a:ext cx="396430"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أكتوبر</a:t>
            </a:r>
          </a:p>
        </p:txBody>
      </p:sp>
      <p:sp>
        <p:nvSpPr>
          <p:cNvPr id="12" name="text-616">
            <a:extLst xmlns:a="http://schemas.openxmlformats.org/drawingml/2006/main">
              <a:ext uri="{FF2B5EF4-FFF2-40B4-BE49-F238E27FC236}">
                <a16:creationId xmlns:a16="http://schemas.microsoft.com/office/drawing/2014/main" id="{BBC3BBBB-EF37-4C8C-922A-19201FFF9E9C}"/>
              </a:ext>
            </a:extLst>
          </p:cNvPr>
          <p:cNvSpPr>
            <a:spLocks xmlns:a="http://schemas.openxmlformats.org/drawingml/2006/main" noGrp="1"/>
          </p:cNvSpPr>
          <p:nvPr/>
        </p:nvSpPr>
        <p:spPr>
          <a:xfrm xmlns:a="http://schemas.openxmlformats.org/drawingml/2006/main">
            <a:off x="9257443" y="6324600"/>
            <a:ext cx="408432" cy="36242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1275" b="0">
                <a:solidFill>
                  <a:srgbClr val="B9CEC4"/>
                </a:solidFill>
                <a:latin typeface="Tahoma"/>
                <a:ea typeface="Tahoma"/>
                <a:cs typeface="Tahoma"/>
              </a:defRPr>
            </a:pPr>
            <a:r>
              <a:rPr sz="1275" b="0">
                <a:solidFill>
                  <a:srgbClr val="B9CEC4"/>
                </a:solidFill>
                <a:latin typeface="Tahoma"/>
                <a:ea typeface="Tahoma"/>
                <a:cs typeface="Tahoma"/>
              </a:rPr>
              <a:t>٢٠٢٦</a:t>
            </a:r>
          </a:p>
        </p:txBody>
      </p:sp>
      <p:sp>
        <p:nvSpPr>
          <p:cNvPr id="13" name="text-617">
            <a:extLst xmlns:a="http://schemas.openxmlformats.org/drawingml/2006/main">
              <a:ext uri="{FF2B5EF4-FFF2-40B4-BE49-F238E27FC236}">
                <a16:creationId xmlns:a16="http://schemas.microsoft.com/office/drawing/2014/main" id="{70ED06C9-AD4E-4154-8459-CEEA2CA1F53B}"/>
              </a:ext>
            </a:extLst>
          </p:cNvPr>
          <p:cNvSpPr>
            <a:spLocks xmlns:a="http://schemas.openxmlformats.org/drawingml/2006/main" noGrp="1"/>
          </p:cNvSpPr>
          <p:nvPr/>
        </p:nvSpPr>
        <p:spPr>
          <a:xfrm xmlns:a="http://schemas.openxmlformats.org/drawingml/2006/main">
            <a:off x="609600" y="6305550"/>
            <a:ext cx="571500" cy="3938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l">
              <a:defRPr sz="1425" b="0">
                <a:solidFill>
                  <a:srgbClr val="B9CEC4"/>
                </a:solidFill>
                <a:latin typeface="Tahoma"/>
                <a:ea typeface="Tahoma"/>
                <a:cs typeface="Tahoma"/>
              </a:defRPr>
            </a:pPr>
            <a:r>
              <a:rPr sz="1425" b="0">
                <a:solidFill>
                  <a:srgbClr val="B9CEC4"/>
                </a:solidFill>
                <a:latin typeface="Tahoma"/>
                <a:ea typeface="Tahoma"/>
                <a:cs typeface="Tahoma"/>
              </a:rPr>
              <a:t>15</a:t>
            </a:r>
          </a:p>
        </p:txBody>
      </p:sp>
      <p:sp>
        <p:nvSpPr>
          <p:cNvPr id="14" name="text-618">
            <a:extLst xmlns:a="http://schemas.openxmlformats.org/drawingml/2006/main">
              <a:ext uri="{FF2B5EF4-FFF2-40B4-BE49-F238E27FC236}">
                <a16:creationId xmlns:a16="http://schemas.microsoft.com/office/drawing/2014/main" id="{A129016A-99FA-4190-B9B1-D19D10698A8F}"/>
              </a:ext>
            </a:extLst>
          </p:cNvPr>
          <p:cNvSpPr>
            <a:spLocks xmlns:a="http://schemas.openxmlformats.org/drawingml/2006/main" noGrp="1"/>
          </p:cNvSpPr>
          <p:nvPr/>
        </p:nvSpPr>
        <p:spPr>
          <a:xfrm xmlns:a="http://schemas.openxmlformats.org/drawingml/2006/main">
            <a:off x="609600" y="1752600"/>
            <a:ext cx="10972800" cy="94392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4050" b="1">
                <a:solidFill>
                  <a:srgbClr val="EDCA7E"/>
                </a:solidFill>
                <a:latin typeface="Tahoma"/>
                <a:ea typeface="Tahoma"/>
                <a:cs typeface="Tahoma"/>
              </a:defRPr>
            </a:pPr>
            <a:r>
              <a:rPr sz="4050" b="1">
                <a:solidFill>
                  <a:srgbClr val="EDCA7E"/>
                </a:solidFill>
                <a:latin typeface="Tahoma"/>
                <a:ea typeface="Tahoma"/>
                <a:cs typeface="Tahoma"/>
              </a:rPr>
              <a:t>islamicaich.salsabeel.ai</a:t>
            </a:r>
          </a:p>
        </p:txBody>
      </p:sp>
      <p:sp>
        <p:nvSpPr>
          <p:cNvPr id="15" name="text-619">
            <a:extLst xmlns:a="http://schemas.openxmlformats.org/drawingml/2006/main">
              <a:ext uri="{FF2B5EF4-FFF2-40B4-BE49-F238E27FC236}">
                <a16:creationId xmlns:a16="http://schemas.microsoft.com/office/drawing/2014/main" id="{DAFB191C-7B01-4C1E-8545-54A03D9D7D9E}"/>
              </a:ext>
            </a:extLst>
          </p:cNvPr>
          <p:cNvSpPr>
            <a:spLocks xmlns:a="http://schemas.openxmlformats.org/drawingml/2006/main" noGrp="1"/>
          </p:cNvSpPr>
          <p:nvPr/>
        </p:nvSpPr>
        <p:spPr>
          <a:xfrm xmlns:a="http://schemas.openxmlformats.org/drawingml/2006/main">
            <a:off x="7001066" y="2828925"/>
            <a:ext cx="86991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الفيديو</a:t>
            </a:r>
          </a:p>
        </p:txBody>
      </p:sp>
      <p:sp>
        <p:nvSpPr>
          <p:cNvPr id="16" name="text-620">
            <a:extLst xmlns:a="http://schemas.openxmlformats.org/drawingml/2006/main">
              <a:ext uri="{FF2B5EF4-FFF2-40B4-BE49-F238E27FC236}">
                <a16:creationId xmlns:a16="http://schemas.microsoft.com/office/drawing/2014/main" id="{FA9DC99F-DCEE-46CA-B54A-481872301E76}"/>
              </a:ext>
            </a:extLst>
          </p:cNvPr>
          <p:cNvSpPr>
            <a:spLocks xmlns:a="http://schemas.openxmlformats.org/drawingml/2006/main" noGrp="1"/>
          </p:cNvSpPr>
          <p:nvPr/>
        </p:nvSpPr>
        <p:spPr>
          <a:xfrm xmlns:a="http://schemas.openxmlformats.org/drawingml/2006/main">
            <a:off x="6772656" y="2828925"/>
            <a:ext cx="14925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17" name="text-621">
            <a:extLst xmlns:a="http://schemas.openxmlformats.org/drawingml/2006/main">
              <a:ext uri="{FF2B5EF4-FFF2-40B4-BE49-F238E27FC236}">
                <a16:creationId xmlns:a16="http://schemas.microsoft.com/office/drawing/2014/main" id="{8907E4F1-1B26-4739-955A-0DB80898D84C}"/>
              </a:ext>
            </a:extLst>
          </p:cNvPr>
          <p:cNvSpPr>
            <a:spLocks xmlns:a="http://schemas.openxmlformats.org/drawingml/2006/main" noGrp="1"/>
          </p:cNvSpPr>
          <p:nvPr/>
        </p:nvSpPr>
        <p:spPr>
          <a:xfrm xmlns:a="http://schemas.openxmlformats.org/drawingml/2006/main">
            <a:off x="5578316" y="2828925"/>
            <a:ext cx="111518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المحادثة</a:t>
            </a:r>
          </a:p>
        </p:txBody>
      </p:sp>
      <p:sp>
        <p:nvSpPr>
          <p:cNvPr id="18" name="text-622">
            <a:extLst xmlns:a="http://schemas.openxmlformats.org/drawingml/2006/main">
              <a:ext uri="{FF2B5EF4-FFF2-40B4-BE49-F238E27FC236}">
                <a16:creationId xmlns:a16="http://schemas.microsoft.com/office/drawing/2014/main" id="{41941B5C-7DF0-4E1B-8B05-7F3B327A4FEE}"/>
              </a:ext>
            </a:extLst>
          </p:cNvPr>
          <p:cNvSpPr>
            <a:spLocks xmlns:a="http://schemas.openxmlformats.org/drawingml/2006/main" noGrp="1"/>
          </p:cNvSpPr>
          <p:nvPr/>
        </p:nvSpPr>
        <p:spPr>
          <a:xfrm xmlns:a="http://schemas.openxmlformats.org/drawingml/2006/main">
            <a:off x="5349907" y="2828925"/>
            <a:ext cx="149257"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a:t>
            </a:r>
          </a:p>
        </p:txBody>
      </p:sp>
      <p:sp>
        <p:nvSpPr>
          <p:cNvPr id="19" name="text-623">
            <a:extLst xmlns:a="http://schemas.openxmlformats.org/drawingml/2006/main">
              <a:ext uri="{FF2B5EF4-FFF2-40B4-BE49-F238E27FC236}">
                <a16:creationId xmlns:a16="http://schemas.microsoft.com/office/drawing/2014/main" id="{58E67C9A-CF4D-401A-8A9B-951A8CE3E313}"/>
              </a:ext>
            </a:extLst>
          </p:cNvPr>
          <p:cNvSpPr>
            <a:spLocks xmlns:a="http://schemas.openxmlformats.org/drawingml/2006/main" noGrp="1"/>
          </p:cNvSpPr>
          <p:nvPr/>
        </p:nvSpPr>
        <p:spPr>
          <a:xfrm xmlns:a="http://schemas.openxmlformats.org/drawingml/2006/main">
            <a:off x="4282916" y="2828925"/>
            <a:ext cx="987838" cy="6138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475" b="0">
                <a:solidFill>
                  <a:srgbClr val="F1F5ED"/>
                </a:solidFill>
                <a:latin typeface="Tahoma"/>
                <a:ea typeface="Tahoma"/>
                <a:cs typeface="Tahoma"/>
              </a:defRPr>
            </a:pPr>
            <a:r>
              <a:rPr sz="2475" b="0">
                <a:solidFill>
                  <a:srgbClr val="F1F5ED"/>
                </a:solidFill>
                <a:latin typeface="Tahoma"/>
                <a:ea typeface="Tahoma"/>
                <a:cs typeface="Tahoma"/>
              </a:rPr>
              <a:t>المصادر</a:t>
            </a:r>
          </a:p>
        </p:txBody>
      </p:sp>
      <p:sp>
        <p:nvSpPr>
          <p:cNvPr id="20" name="text-624">
            <a:extLst xmlns:a="http://schemas.openxmlformats.org/drawingml/2006/main">
              <a:ext uri="{FF2B5EF4-FFF2-40B4-BE49-F238E27FC236}">
                <a16:creationId xmlns:a16="http://schemas.microsoft.com/office/drawing/2014/main" id="{2B7E4B0D-C094-448C-89CD-625691D17632}"/>
              </a:ext>
            </a:extLst>
          </p:cNvPr>
          <p:cNvSpPr>
            <a:spLocks xmlns:a="http://schemas.openxmlformats.org/drawingml/2006/main" noGrp="1"/>
          </p:cNvSpPr>
          <p:nvPr/>
        </p:nvSpPr>
        <p:spPr>
          <a:xfrm xmlns:a="http://schemas.openxmlformats.org/drawingml/2006/main">
            <a:off x="609600" y="3876675"/>
            <a:ext cx="10972800" cy="66103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ctr">
              <a:defRPr sz="2700" b="0">
                <a:solidFill>
                  <a:srgbClr val="78DAC1"/>
                </a:solidFill>
                <a:latin typeface="Tahoma"/>
                <a:ea typeface="Tahoma"/>
                <a:cs typeface="Tahoma"/>
              </a:defRPr>
            </a:pPr>
            <a:r>
              <a:rPr sz="2700" b="0">
                <a:solidFill>
                  <a:srgbClr val="78DAC1"/>
                </a:solidFill>
                <a:latin typeface="Tahoma"/>
                <a:ea typeface="Tahoma"/>
                <a:cs typeface="Tahoma"/>
              </a:rPr>
              <a:t>github.com/Salsabeel-AI/islamicaich</a:t>
            </a:r>
          </a:p>
        </p:txBody>
      </p:sp>
      <p:sp>
        <p:nvSpPr>
          <p:cNvPr id="21" name="text-625">
            <a:extLst xmlns:a="http://schemas.openxmlformats.org/drawingml/2006/main">
              <a:ext uri="{FF2B5EF4-FFF2-40B4-BE49-F238E27FC236}">
                <a16:creationId xmlns:a16="http://schemas.microsoft.com/office/drawing/2014/main" id="{3E3C460C-5967-4A1B-A48E-CE0DBEA4D867}"/>
              </a:ext>
            </a:extLst>
          </p:cNvPr>
          <p:cNvSpPr>
            <a:spLocks xmlns:a="http://schemas.openxmlformats.org/drawingml/2006/main" noGrp="1"/>
          </p:cNvSpPr>
          <p:nvPr/>
        </p:nvSpPr>
        <p:spPr>
          <a:xfrm xmlns:a="http://schemas.openxmlformats.org/drawingml/2006/main">
            <a:off x="8285083" y="4829175"/>
            <a:ext cx="581120"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الكود</a:t>
            </a:r>
          </a:p>
        </p:txBody>
      </p:sp>
      <p:sp>
        <p:nvSpPr>
          <p:cNvPr id="22" name="text-626">
            <a:extLst xmlns:a="http://schemas.openxmlformats.org/drawingml/2006/main">
              <a:ext uri="{FF2B5EF4-FFF2-40B4-BE49-F238E27FC236}">
                <a16:creationId xmlns:a16="http://schemas.microsoft.com/office/drawing/2014/main" id="{0653C7D8-F58F-4735-9D15-2A5796082039}"/>
              </a:ext>
            </a:extLst>
          </p:cNvPr>
          <p:cNvSpPr>
            <a:spLocks xmlns:a="http://schemas.openxmlformats.org/drawingml/2006/main" noGrp="1"/>
          </p:cNvSpPr>
          <p:nvPr/>
        </p:nvSpPr>
        <p:spPr>
          <a:xfrm xmlns:a="http://schemas.openxmlformats.org/drawingml/2006/main">
            <a:off x="7034070" y="4829175"/>
            <a:ext cx="1183767"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والمعمارية</a:t>
            </a:r>
          </a:p>
        </p:txBody>
      </p:sp>
      <p:sp>
        <p:nvSpPr>
          <p:cNvPr id="23" name="text-627">
            <a:extLst xmlns:a="http://schemas.openxmlformats.org/drawingml/2006/main">
              <a:ext uri="{FF2B5EF4-FFF2-40B4-BE49-F238E27FC236}">
                <a16:creationId xmlns:a16="http://schemas.microsoft.com/office/drawing/2014/main" id="{7D0ED007-374D-48B8-B567-872AE006F667}"/>
              </a:ext>
            </a:extLst>
          </p:cNvPr>
          <p:cNvSpPr>
            <a:spLocks xmlns:a="http://schemas.openxmlformats.org/drawingml/2006/main" noGrp="1"/>
          </p:cNvSpPr>
          <p:nvPr/>
        </p:nvSpPr>
        <p:spPr>
          <a:xfrm xmlns:a="http://schemas.openxmlformats.org/drawingml/2006/main">
            <a:off x="6213300" y="4829175"/>
            <a:ext cx="753523"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والأدلة</a:t>
            </a:r>
          </a:p>
        </p:txBody>
      </p:sp>
      <p:sp>
        <p:nvSpPr>
          <p:cNvPr id="24" name="text-628">
            <a:extLst xmlns:a="http://schemas.openxmlformats.org/drawingml/2006/main">
              <a:ext uri="{FF2B5EF4-FFF2-40B4-BE49-F238E27FC236}">
                <a16:creationId xmlns:a16="http://schemas.microsoft.com/office/drawing/2014/main" id="{70CD4D31-8912-42FD-84B1-8032BD458FE6}"/>
              </a:ext>
            </a:extLst>
          </p:cNvPr>
          <p:cNvSpPr>
            <a:spLocks xmlns:a="http://schemas.openxmlformats.org/drawingml/2006/main" noGrp="1"/>
          </p:cNvSpPr>
          <p:nvPr/>
        </p:nvSpPr>
        <p:spPr>
          <a:xfrm xmlns:a="http://schemas.openxmlformats.org/drawingml/2006/main">
            <a:off x="5616178" y="4829175"/>
            <a:ext cx="529876"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وخط</a:t>
            </a:r>
          </a:p>
        </p:txBody>
      </p:sp>
      <p:sp>
        <p:nvSpPr>
          <p:cNvPr id="25" name="text-629">
            <a:extLst xmlns:a="http://schemas.openxmlformats.org/drawingml/2006/main">
              <a:ext uri="{FF2B5EF4-FFF2-40B4-BE49-F238E27FC236}">
                <a16:creationId xmlns:a16="http://schemas.microsoft.com/office/drawing/2014/main" id="{C38BE6F8-0BA4-401F-B26F-E5E0608F03AF}"/>
              </a:ext>
            </a:extLst>
          </p:cNvPr>
          <p:cNvSpPr>
            <a:spLocks xmlns:a="http://schemas.openxmlformats.org/drawingml/2006/main" noGrp="1"/>
          </p:cNvSpPr>
          <p:nvPr/>
        </p:nvSpPr>
        <p:spPr>
          <a:xfrm xmlns:a="http://schemas.openxmlformats.org/drawingml/2006/main">
            <a:off x="4589383" y="4829175"/>
            <a:ext cx="95954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الأساس</a:t>
            </a:r>
          </a:p>
        </p:txBody>
      </p:sp>
      <p:sp>
        <p:nvSpPr>
          <p:cNvPr id="26" name="text-630">
            <a:extLst xmlns:a="http://schemas.openxmlformats.org/drawingml/2006/main">
              <a:ext uri="{FF2B5EF4-FFF2-40B4-BE49-F238E27FC236}">
                <a16:creationId xmlns:a16="http://schemas.microsoft.com/office/drawing/2014/main" id="{65C76FCA-B1C9-47BE-B31E-4B7D5048CA95}"/>
              </a:ext>
            </a:extLst>
          </p:cNvPr>
          <p:cNvSpPr>
            <a:spLocks xmlns:a="http://schemas.openxmlformats.org/drawingml/2006/main" noGrp="1"/>
          </p:cNvSpPr>
          <p:nvPr/>
        </p:nvSpPr>
        <p:spPr>
          <a:xfrm xmlns:a="http://schemas.openxmlformats.org/drawingml/2006/main">
            <a:off x="4101798" y="4829175"/>
            <a:ext cx="420338"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بين</a:t>
            </a:r>
          </a:p>
        </p:txBody>
      </p:sp>
      <p:sp>
        <p:nvSpPr>
          <p:cNvPr id="27" name="text-631">
            <a:extLst xmlns:a="http://schemas.openxmlformats.org/drawingml/2006/main">
              <a:ext uri="{FF2B5EF4-FFF2-40B4-BE49-F238E27FC236}">
                <a16:creationId xmlns:a16="http://schemas.microsoft.com/office/drawing/2014/main" id="{E10A08A9-999B-4758-BE5E-B11927F7F01C}"/>
              </a:ext>
            </a:extLst>
          </p:cNvPr>
          <p:cNvSpPr>
            <a:spLocks xmlns:a="http://schemas.openxmlformats.org/drawingml/2006/main" noGrp="1"/>
          </p:cNvSpPr>
          <p:nvPr/>
        </p:nvSpPr>
        <p:spPr>
          <a:xfrm xmlns:a="http://schemas.openxmlformats.org/drawingml/2006/main">
            <a:off x="3287697" y="4829175"/>
            <a:ext cx="746855" cy="55102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gn="r">
              <a:defRPr sz="2175" b="0">
                <a:solidFill>
                  <a:srgbClr val="B9CEC4"/>
                </a:solidFill>
                <a:latin typeface="Tahoma"/>
                <a:ea typeface="Tahoma"/>
                <a:cs typeface="Tahoma"/>
              </a:defRPr>
            </a:pPr>
            <a:r>
              <a:rPr sz="2175" b="0">
                <a:solidFill>
                  <a:srgbClr val="B9CEC4"/>
                </a:solidFill>
                <a:latin typeface="Tahoma"/>
                <a:ea typeface="Tahoma"/>
                <a:cs typeface="Tahoma"/>
              </a:rPr>
              <a:t>أيديكم</a:t>
            </a:r>
          </a:p>
        </p:txBody>
      </p:sp>
    </p:spTree>
    <p:extLst>
      <p:ext uri="{BB962C8B-B14F-4D97-AF65-F5344CB8AC3E}">
        <p14:creationId xmlns:p14="http://schemas.microsoft.com/office/powerpoint/2010/main" val="17920902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2026-10-06T07:16:35.7940000Z</dcterms:created>
  <dcterms:modified xsi:type="dcterms:W3CDTF">2026-10-06T07:16:35.7940000Z</dcterms:modified>
</coreProperties>
</file>