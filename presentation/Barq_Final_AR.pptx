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0b8dab1b77644bd" /><Relationship Type="http://schemas.openxmlformats.org/officeDocument/2006/relationships/extended-properties" Target="/docProps/app.xml" Id="Rc8040bc3cfa74716" /><Relationship Type="http://schemas.openxmlformats.org/officeDocument/2006/relationships/officeDocument" Target="/ppt/presentation.xml" Id="R8aa79281a2e44fba" /></Relationships>
</file>

<file path=ppt/presentation.xml><?xml version="1.0" encoding="utf-8"?>
<p:presentation xmlns:p="http://schemas.openxmlformats.org/presentationml/2006/main">
  <p:sldMasterIdLst>
    <p:sldMasterId xmlns:r="http://schemas.openxmlformats.org/officeDocument/2006/relationships" id="2147483648" r:id="Ra6614e3ccc5f47b6"/>
  </p:sldMasterIdLst>
  <p:notesMasterIdLst>
    <p:notesMasterId xmlns:r="http://schemas.openxmlformats.org/officeDocument/2006/relationships" r:id="Ra94bdcc37980457b"/>
  </p:notesMasterIdLst>
  <p:sldIdLst>
    <p:sldId xmlns:r="http://schemas.openxmlformats.org/officeDocument/2006/relationships" id="256" r:id="Rf41e30a1e0a048e0"/>
    <p:sldId xmlns:r="http://schemas.openxmlformats.org/officeDocument/2006/relationships" id="257" r:id="Rb55820f844a24a40"/>
    <p:sldId xmlns:r="http://schemas.openxmlformats.org/officeDocument/2006/relationships" id="258" r:id="Rfed28c52558f48da"/>
    <p:sldId xmlns:r="http://schemas.openxmlformats.org/officeDocument/2006/relationships" id="259" r:id="Re4536e9a5fb04ed1"/>
    <p:sldId xmlns:r="http://schemas.openxmlformats.org/officeDocument/2006/relationships" id="260" r:id="R8ba43fb28a9e46bc"/>
    <p:sldId xmlns:r="http://schemas.openxmlformats.org/officeDocument/2006/relationships" id="261" r:id="R179fe49e1d814d35"/>
    <p:sldId xmlns:r="http://schemas.openxmlformats.org/officeDocument/2006/relationships" id="262" r:id="Rd026d4f73e1b4a02"/>
    <p:sldId xmlns:r="http://schemas.openxmlformats.org/officeDocument/2006/relationships" id="263" r:id="R3e1b1f1094c6488a"/>
    <p:sldId xmlns:r="http://schemas.openxmlformats.org/officeDocument/2006/relationships" id="264" r:id="Rae59eb273d504be5"/>
    <p:sldId xmlns:r="http://schemas.openxmlformats.org/officeDocument/2006/relationships" id="265" r:id="Rd446050191174763"/>
    <p:sldId xmlns:r="http://schemas.openxmlformats.org/officeDocument/2006/relationships" id="266" r:id="R17716f55f9534700"/>
    <p:sldId xmlns:r="http://schemas.openxmlformats.org/officeDocument/2006/relationships" id="267" r:id="Rf6437c2540ca4767"/>
    <p:sldId xmlns:r="http://schemas.openxmlformats.org/officeDocument/2006/relationships" id="268" r:id="R038a163343504725"/>
    <p:sldId xmlns:r="http://schemas.openxmlformats.org/officeDocument/2006/relationships" id="269" r:id="R895873a035154c61"/>
    <p:sldId xmlns:r="http://schemas.openxmlformats.org/officeDocument/2006/relationships" id="270" r:id="R7b1735a3677d4539"/>
    <p:sldId xmlns:r="http://schemas.openxmlformats.org/officeDocument/2006/relationships" id="271" r:id="Ra3b32b29fd554c1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08208defa544f82" /><Relationship Type="http://schemas.openxmlformats.org/officeDocument/2006/relationships/slideMaster" Target="/ppt/slideMasters/slideMaster1.xml" Id="Ra6614e3ccc5f47b6" /><Relationship Type="http://schemas.openxmlformats.org/officeDocument/2006/relationships/notesMaster" Target="/ppt/notesMasters/notesMaster1.xml" Id="Ra94bdcc37980457b" /><Relationship Type="http://schemas.openxmlformats.org/officeDocument/2006/relationships/presProps" Target="/ppt/presProps.xml" Id="R3abee31c1f4e4208" /><Relationship Type="http://schemas.openxmlformats.org/officeDocument/2006/relationships/tableStyles" Target="/ppt/tableStyles.xml" Id="Rceb05e2a82814283" /><Relationship Type="http://schemas.openxmlformats.org/officeDocument/2006/relationships/slide" Target="/ppt/slides/slide1.xml" Id="Rf41e30a1e0a048e0" /><Relationship Type="http://schemas.openxmlformats.org/officeDocument/2006/relationships/slide" Target="/ppt/slides/slide2.xml" Id="Rb55820f844a24a40" /><Relationship Type="http://schemas.openxmlformats.org/officeDocument/2006/relationships/slide" Target="/ppt/slides/slide3.xml" Id="Rfed28c52558f48da" /><Relationship Type="http://schemas.openxmlformats.org/officeDocument/2006/relationships/slide" Target="/ppt/slides/slide4.xml" Id="Re4536e9a5fb04ed1" /><Relationship Type="http://schemas.openxmlformats.org/officeDocument/2006/relationships/slide" Target="/ppt/slides/slide5.xml" Id="R8ba43fb28a9e46bc" /><Relationship Type="http://schemas.openxmlformats.org/officeDocument/2006/relationships/slide" Target="/ppt/slides/slide6.xml" Id="R179fe49e1d814d35" /><Relationship Type="http://schemas.openxmlformats.org/officeDocument/2006/relationships/slide" Target="/ppt/slides/slide7.xml" Id="Rd026d4f73e1b4a02" /><Relationship Type="http://schemas.openxmlformats.org/officeDocument/2006/relationships/slide" Target="/ppt/slides/slide8.xml" Id="R3e1b1f1094c6488a" /><Relationship Type="http://schemas.openxmlformats.org/officeDocument/2006/relationships/slide" Target="/ppt/slides/slide9.xml" Id="Rae59eb273d504be5" /><Relationship Type="http://schemas.openxmlformats.org/officeDocument/2006/relationships/slide" Target="/ppt/slides/slide10.xml" Id="Rd446050191174763" /><Relationship Type="http://schemas.openxmlformats.org/officeDocument/2006/relationships/slide" Target="/ppt/slides/slide11.xml" Id="R17716f55f9534700" /><Relationship Type="http://schemas.openxmlformats.org/officeDocument/2006/relationships/slide" Target="/ppt/slides/slide12.xml" Id="Rf6437c2540ca4767" /><Relationship Type="http://schemas.openxmlformats.org/officeDocument/2006/relationships/slide" Target="/ppt/slides/slide13.xml" Id="R038a163343504725" /><Relationship Type="http://schemas.openxmlformats.org/officeDocument/2006/relationships/slide" Target="/ppt/slides/slide14.xml" Id="R895873a035154c61" /><Relationship Type="http://schemas.openxmlformats.org/officeDocument/2006/relationships/slide" Target="/ppt/slides/slide15.xml" Id="R7b1735a3677d4539" /><Relationship Type="http://schemas.openxmlformats.org/officeDocument/2006/relationships/slide" Target="/ppt/slides/slide16.xml" Id="Ra3b32b29fd554c1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a2b6d8c50054d7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1162e99d4df4c94" /><Relationship Type="http://schemas.openxmlformats.org/officeDocument/2006/relationships/notesMaster" Target="/ppt/notesMasters/notesMaster1.xml" Id="R37e6adb579c34e55" /></Relationships>
</file>

<file path=ppt/notesSlides/_rels/notesSlide2.xml.rels>&#65279;<?xml version="1.0" encoding="utf-8"?><Relationships xmlns="http://schemas.openxmlformats.org/package/2006/relationships"><Relationship Type="http://schemas.openxmlformats.org/officeDocument/2006/relationships/slide" Target="/ppt/slides/slide2.xml" Id="R46a5067ecff44d13" /><Relationship Type="http://schemas.openxmlformats.org/officeDocument/2006/relationships/notesMaster" Target="/ppt/notesMasters/notesMaster1.xml" Id="R987dd266c77642a0"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e349b648b84081" /><Relationship Type="http://schemas.openxmlformats.org/officeDocument/2006/relationships/notesMaster" Target="/ppt/notesMasters/notesMaster1.xml" Id="R769d8f28042b4125" /></Relationships>
</file>

<file path=ppt/notesSlides/_rels/notesSlide4.xml.rels>&#65279;<?xml version="1.0" encoding="utf-8"?><Relationships xmlns="http://schemas.openxmlformats.org/package/2006/relationships"><Relationship Type="http://schemas.openxmlformats.org/officeDocument/2006/relationships/slide" Target="/ppt/slides/slide4.xml" Id="Rc2c24a93309e46d1" /><Relationship Type="http://schemas.openxmlformats.org/officeDocument/2006/relationships/notesMaster" Target="/ppt/notesMasters/notesMaster1.xml" Id="R403766f7d4d94096" /></Relationships>
</file>

<file path=ppt/notesSlides/_rels/notesSlide5.xml.rels>&#65279;<?xml version="1.0" encoding="utf-8"?><Relationships xmlns="http://schemas.openxmlformats.org/package/2006/relationships"><Relationship Type="http://schemas.openxmlformats.org/officeDocument/2006/relationships/slide" Target="/ppt/slides/slide5.xml" Id="R5044b8a9e85d47ba" /><Relationship Type="http://schemas.openxmlformats.org/officeDocument/2006/relationships/notesMaster" Target="/ppt/notesMasters/notesMaster1.xml" Id="Ra9389f5567894f14" /></Relationships>
</file>

<file path=ppt/notesSlides/_rels/notesSlide6.xml.rels>&#65279;<?xml version="1.0" encoding="utf-8"?><Relationships xmlns="http://schemas.openxmlformats.org/package/2006/relationships"><Relationship Type="http://schemas.openxmlformats.org/officeDocument/2006/relationships/slide" Target="/ppt/slides/slide6.xml" Id="Ra5e61a1252624074" /><Relationship Type="http://schemas.openxmlformats.org/officeDocument/2006/relationships/notesMaster" Target="/ppt/notesMasters/notesMaster1.xml" Id="Re281a45ece494933" /></Relationships>
</file>

<file path=ppt/notesSlides/_rels/notesSlide7.xml.rels>&#65279;<?xml version="1.0" encoding="utf-8"?><Relationships xmlns="http://schemas.openxmlformats.org/package/2006/relationships"><Relationship Type="http://schemas.openxmlformats.org/officeDocument/2006/relationships/slide" Target="/ppt/slides/slide7.xml" Id="R72a7228817fd4c12" /><Relationship Type="http://schemas.openxmlformats.org/officeDocument/2006/relationships/notesMaster" Target="/ppt/notesMasters/notesMaster1.xml" Id="R6282c05b3b4c4dcc" /></Relationships>
</file>

<file path=ppt/notesSlides/_rels/notesSlide8.xml.rels>&#65279;<?xml version="1.0" encoding="utf-8"?><Relationships xmlns="http://schemas.openxmlformats.org/package/2006/relationships"><Relationship Type="http://schemas.openxmlformats.org/officeDocument/2006/relationships/slide" Target="/ppt/slides/slide8.xml" Id="R69ed15a6676d41a2" /><Relationship Type="http://schemas.openxmlformats.org/officeDocument/2006/relationships/notesMaster" Target="/ppt/notesMasters/notesMaster1.xml" Id="R347b19cbfa6d46e2" /></Relationships>
</file>

<file path=ppt/notesSlides/_rels/notesSlide9.xml.rels>&#65279;<?xml version="1.0" encoding="utf-8"?><Relationships xmlns="http://schemas.openxmlformats.org/package/2006/relationships"><Relationship Type="http://schemas.openxmlformats.org/officeDocument/2006/relationships/slide" Target="/ppt/slides/slide9.xml" Id="Rdb79d0c1e482417f" /><Relationship Type="http://schemas.openxmlformats.org/officeDocument/2006/relationships/notesMaster" Target="/ppt/notesMasters/notesMaster1.xml" Id="Ra116e2a8efd540e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e73834a3f2b482c" /><Relationship Type="http://schemas.openxmlformats.org/officeDocument/2006/relationships/notesMaster" Target="/ppt/notesMasters/notesMaster1.xml" Id="R05e76082ea0c410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59df95d8960439b" /><Relationship Type="http://schemas.openxmlformats.org/officeDocument/2006/relationships/notesMaster" Target="/ppt/notesMasters/notesMaster1.xml" Id="Rdb6053fa31df4eb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0451eac41a345e5" /><Relationship Type="http://schemas.openxmlformats.org/officeDocument/2006/relationships/notesMaster" Target="/ppt/notesMasters/notesMaster1.xml" Id="R3348421f565b476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403dc27da3c467f" /><Relationship Type="http://schemas.openxmlformats.org/officeDocument/2006/relationships/notesMaster" Target="/ppt/notesMasters/notesMaster1.xml" Id="R55ff3d555a504dc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3f9233ea8344c1b" /><Relationship Type="http://schemas.openxmlformats.org/officeDocument/2006/relationships/notesMaster" Target="/ppt/notesMasters/notesMaster1.xml" Id="Ra3399911174b4e0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80bf24e3b9a47bd" /><Relationship Type="http://schemas.openxmlformats.org/officeDocument/2006/relationships/notesMaster" Target="/ppt/notesMasters/notesMaster1.xml" Id="Rb1aa34f611a9439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bf00dd6dbd14aab" /><Relationship Type="http://schemas.openxmlformats.org/officeDocument/2006/relationships/notesMaster" Target="/ppt/notesMasters/notesMaster1.xml" Id="Rf5cc8242c57441a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الاسم المسجل: برق: الذكاء العربي الموثّق لخدمة المعرفة الإسلامية. مجلس سلسبيل اسم تجربة الاستخدام الحالية. المصدر: README.md ودليل المجلس https://islamicaich.salsabeel.ai/judge-guide.html . الادعاء بامتلاك الأوزان يخص برق الفتى، ولا يمتد إلى كل اعتماد في شخصيتي لينة وقبس. زمن عرض مقترح 10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المشهد البصري من الفيلم المعتمد R10 العلماء صور توضيحية لا صور تاريخية فوتوغرافية. الخوارزمي: الجبر ابن الهيثم: البحث التجريبي. لا ندّعي اختراع جميع العلوم أو تشبيهًا تقنيًا يثبت جودة النموذج. مصدر المشهد: media/source/picture.mp4 عند الثانية10. الصورة الأصلية محفوظة كاملة داخل PowerPoint؛ قص عرض أصلي يستبعد الشريطين الكحليين من الصورة. النصوص التوضيحية عناصر قابلة للتحرير بألوان المجلس.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سؤال من المرجعية. لقطة فعلية من المجلس الرئيسي في6أكتوبر بعد تثبيت النسخة. أجاب الفتى في4.9ث في هذه العينة وفتح مرجع الجمهرة92923 وطابق نصه. هذه عينة منتقاة لا نسبة دقة عامة. المصدر https://islamic-content.com/post/92923 . evidence/screenshots/council-kaaba-answer.png وcouncil-kaaba-source-text.png.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حقيقية من المجلس الرئيسي بعد تثبيت نسخة6أكتوبر. https://islamicaich.salsabeel.ai/README.md . الفتى نموذج سيادي، ولينة وقبس تجربتان تستخدمان أدوات سلسبيل مع اعتماداتهما المعلنة. لا يثبت هذا المشهد جودة جميع الأجوبة.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دليل المجلس ودليل المستخدم docs/USER_GUIDE_AR.md. الاختيار من البطاقة أو قائمة تحدّث مع. السؤال المقترح يرسل مباشرة. أدوات الكتابة والاختيار تعطل أثناء الطلب لمنع التكرار. المصادر تبدأ بالظهور عند اكتمال الرد النهائي.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إنتاج حقيقية لقارئ الطبري في جواب الحجرات11 يوم6أكتوبر. https://islamicaich.salsabeel.ai/judge-guide.html . تغيير الشخصية يستعيد محادثتها الحالية أثناء بقاء الصفحة. الإحالة المعروفة ترسل السؤال الأصلي فقط؛ لا تنقل كامل التاريخ.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مخطط مفاهيمي من architecture/README.md. المجلس يدير اختيار الشخصية والسياق والبث والمصادر. برق الفتى نموذج سلسبيل السيادي. لينة وقبس تستخدمان أدوات سلسبيل واعتمادات إضافية، فلا تنطبق عليهما دعوى امتلاك كل الأوزان. مزود الخدمة منفصل عن كود واجهة التحدي.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استلهمنا من حفظ الإمام البخاري ودقة ضبطه الفصل بين هوية النص ونقله وشرحه. لقطة حية من المجلس الرئيسي بتاريخ6أكتوبر2026: استكمل الفتى النحل90 في2.3ث في هذه العينة. evidence/screenshots/council-nmn-current.png . اللقطة تثبت استكمال النص وموضعه، ولا تثبت وحدها كل مكونات طلب البراءة أو اجتياز كل صياغات التصحيح.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حية من المجلس الرئيسي بتاريخ6أكتوبر2026 لسؤال ما الفرق بين النفس والروح، بزمن4.1ث لهذه العينة. evidence/screenshots/council-adjacency-current.png . اللقطة تمرير حقيقي إلى قسم البصمة الفارقة، وتخص الدعوى هذا القسم فقط. بقي خطأ الوزن الصرفي فعّل في جزء سابق من الجواب الكامل خارج المشهد؛ لا ندّعي إصلاحه أو صحة كامل الجواب. البحث سابق للتحدي https://barq.salsabeel.ai/public/reports/barq-findings-public-ar-2026-07-07.html . قوة الاقتران إحصائية وليست حكمًا قطعيًا.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مقارنة وظيفية معلنة ببديلين محددين: توليد تتمة من السؤال فقط، وعدّ لفظ منفرد. ليست تجربة مضبوطة لتعطيل NMN أو دليل أفضلية أداء على نموذج آخر. دليل العينة الحالية evidence/current-tools-20261006.json؛ منهج الإعادة في docs/INNOVATION_AR.md. NMN ضبط الاستشهادات بذاكرة نصية متعددة السياسات: طلب SA1020268774 مسجل بحسب سجل المالك، والمنصة طلب مستقل SA1020261862؛ لا ادعاء منح أو تحقق مستقل من السجل الرسمي. تقرير المتجاور https://barq.salsabeel.ai/public/reports/quran-adjacency-discovery-ar.html بحث منشور من المالك لا ادعاء تحكيم أكاديمي. هذه أصول سابقة للتحدي، والإضافة دمجها في تجربة المشاركة.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حية من المجلس الرئيسي بتاريخ6أكتوبر2026. مسألة تعليمية لزوجة وابن وبنتين وصافي تركة240000ريال. أجابت العينة في1.5ث: للزوجة30000 وللابن105000 ولكل بنت52500. الصورة من عرض المتصفح الواسع دون تغيير CSS أو المحتوى. ليست فتوى لحالة شخصية أو إثباتًا لكل مسائل الفرائض. evidence/screenshots/council-inheritance-current.png . زمن عرض مقترح 10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data-cards/rag/embedding-receipt.json index-receipt.json وretrieval-experiment.json بيانات تضمين وفهرسة سابقة للتحدي. text-embedding-3-small اعتماد خارجي. data-cards/sft/provenance.json وresults.json. الأرقام ليست دقة إجابات SFT مرشح محدود الاستخدام وتراجعاته معلنة. زمن عرض مقترح 15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الفئة من التسجيل: طالب المعرفة والباحث والمعرّف بالإسلام. الحاجة: جواب واضح يصل إلى النص الذي يسنده. العينة الحالية للكعبة فتحت مصدر الجمهرة92923 وطابق النص؛ هذه مشاهدة مهمة وليست دراسة مستخدمين. لم تقاس بعد نسبة إتمام المهمة لدى الفئة أو مقدار خفض زمن التحقق. مقاييس التجربة التالية: إتمام السؤال وفتح المصدر وفهم حدود الجواب وصحة الإحالة. النموذج والخدمات والبحث سابقة للتحدي؛ إضافة4–6أكتوبر هي دمج المجلس والشخصيات والبث والمراجع والإحالة والأدلة. challenge/README.md وchallenge/baseline/manifest.json. زمن عرض مقترح 15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اختر برق الفتى في المجلس الرئيسي. كرر الأسئلة الثلاثة في محادثات جديدة وسجل النص والزمن والمصدر وكل إخفاق، لا أفضل المحاولات فقط. النتائج هنا عينات مفردة في6أكتوبر وليست متوسطًا أو نسبة نجاح. الكعبة:4.9ث والمصدر92923 فتح وطوبق. النحل90:2.3ث. النفس والروح:4.1ث ونطاق الدليل القسم الإحصائي؛ خطأ الوزن فعّل قائم خارج هذا القسم. إيصال النسخة الثابتة:368اختبارًا محليًا و60فحص تشغيل و28فحصًا عامًا. هذه أعداد تشغيل لا دقة علمية. evidence/current-tools-20261006.json وevidence/council-captures.json.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docs/OPERATIONS_AR.md وoperations/cost-model.json. مثال الميزانية افتراضي بالكامل لا فاتورة ولا عرض سعر:10000طلب×0.05ريال+150استضافة+8ساعات مراجعة×100ريال=1450ريال شهريًا قبل الاحتياطي والضريبة. مسؤول التطبيق يدير النسخة والخدمة؛ مراجع محتوى مؤهل تسميه الجهة قبل التوسع، ولا ندعي تعيينًا مثبتًا. تجربة بفئة صغيرة تقيس إتمام المهمة وفتح الدليل والفهم والامتناع والإحالة، مع مراجعة أسبوعية. عند التعطل تعرض المصادر المباشرة والمواد المحفوظة بلا اختلاق جواب احتياطي. النموذج والمفتاح والحصة اعتماد على المزود؛ لا SLA مثبتة أو اختبار حمل عام.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الرابط الرئيسي للمجلس الثابت. دليل المحكم https://islamicaich.salsabeel.ai/judge-guide.html . الكود والبيانات المسموح بها والأدلة في المستودع العام. مواد العرض توضح نطاق الجاهزية ولا تثبت صحة جميع الأجوبة. زمن عرض مقترح 10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8899ef4f09442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75fd26203444ba4" /><Relationship Type="http://schemas.openxmlformats.org/officeDocument/2006/relationships/slideLayout" Target="/ppt/slideLayouts/slideLayout1.xml" Id="Re8b4789d698f47d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8b4789d698f47d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f24face6c4e4732" /><Relationship Type="http://schemas.openxmlformats.org/officeDocument/2006/relationships/notesSlide" Target="/ppt/notesSlides/notesSlide1.xml" Id="R637346c7df08407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e444c2d11814f00" /><Relationship Type="http://schemas.openxmlformats.org/officeDocument/2006/relationships/image" Target="/ppt/media/image.png" Id="Re6897da271a04166" /><Relationship Type="http://schemas.openxmlformats.org/officeDocument/2006/relationships/notesSlide" Target="/ppt/notesSlides/notesSlide2.xml" Id="R0972797efe7741f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62674a4569341f2" /><Relationship Type="http://schemas.openxmlformats.org/officeDocument/2006/relationships/image" Target="/ppt/media/image.jpeg" Id="Rb2bcf737b5fe452f" /><Relationship Type="http://schemas.openxmlformats.org/officeDocument/2006/relationships/notesSlide" Target="/ppt/notesSlides/notesSlide3.xml" Id="R977a4dbdcb3d460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bb281b0814f4681" /><Relationship Type="http://schemas.openxmlformats.org/officeDocument/2006/relationships/image" Target="/ppt/media/image2.jpeg" Id="Ra7609e5ca76c45ac" /><Relationship Type="http://schemas.openxmlformats.org/officeDocument/2006/relationships/notesSlide" Target="/ppt/notesSlides/notesSlide4.xml" Id="R64335528a12e474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6ffee1228124d70" /><Relationship Type="http://schemas.openxmlformats.org/officeDocument/2006/relationships/image" Target="/ppt/media/image3.jpeg" Id="Rda6010f178bc4041" /><Relationship Type="http://schemas.openxmlformats.org/officeDocument/2006/relationships/notesSlide" Target="/ppt/notesSlides/notesSlide5.xml" Id="Rebc8d5636d2c4b3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a4dd51e92ea4ea7" /><Relationship Type="http://schemas.openxmlformats.org/officeDocument/2006/relationships/image" Target="/ppt/media/image4.jpeg" Id="Rbd8f43246810432d" /><Relationship Type="http://schemas.openxmlformats.org/officeDocument/2006/relationships/notesSlide" Target="/ppt/notesSlides/notesSlide6.xml" Id="Rbe4d28ad770d40c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9b6d2a91fd04b03" /><Relationship Type="http://schemas.openxmlformats.org/officeDocument/2006/relationships/notesSlide" Target="/ppt/notesSlides/notesSlide7.xml" Id="R9f2828c0b0b841a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283bfdc4dd44a0b" /><Relationship Type="http://schemas.openxmlformats.org/officeDocument/2006/relationships/image" Target="/ppt/media/image5.jpeg" Id="Rd4ec5d05e66a4eb5" /><Relationship Type="http://schemas.openxmlformats.org/officeDocument/2006/relationships/notesSlide" Target="/ppt/notesSlides/notesSlide8.xml" Id="Rf12a08883516400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a016608634f424d" /><Relationship Type="http://schemas.openxmlformats.org/officeDocument/2006/relationships/image" Target="/ppt/media/image6.jpeg" Id="R2d9d3ce2956a44c5" /><Relationship Type="http://schemas.openxmlformats.org/officeDocument/2006/relationships/notesSlide" Target="/ppt/notesSlides/notesSlide9.xml" Id="R6b1ac604aa4746f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2e559aab52740e6" /><Relationship Type="http://schemas.openxmlformats.org/officeDocument/2006/relationships/notesSlide" Target="/ppt/notesSlides/notesSlide10.xml" Id="R6bd52c82b83643f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e5deba8b3104beb" /><Relationship Type="http://schemas.openxmlformats.org/officeDocument/2006/relationships/image" Target="/ppt/media/image7.jpeg" Id="Rf25d21b3f3864b26" /><Relationship Type="http://schemas.openxmlformats.org/officeDocument/2006/relationships/notesSlide" Target="/ppt/notesSlides/notesSlide11.xml" Id="Rcb1a6e27a6c44c4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f2af740674f43ab" /><Relationship Type="http://schemas.openxmlformats.org/officeDocument/2006/relationships/notesSlide" Target="/ppt/notesSlides/notesSlide12.xml" Id="Rd60b48f2ef48412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0e16992f7c74dfe" /><Relationship Type="http://schemas.openxmlformats.org/officeDocument/2006/relationships/notesSlide" Target="/ppt/notesSlides/notesSlide13.xml" Id="Re416298cbc204d3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9cb5b4575dc4125" /><Relationship Type="http://schemas.openxmlformats.org/officeDocument/2006/relationships/notesSlide" Target="/ppt/notesSlides/notesSlide14.xml" Id="R6304b077ee6b421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45d192697c844c6" /><Relationship Type="http://schemas.openxmlformats.org/officeDocument/2006/relationships/notesSlide" Target="/ppt/notesSlides/notesSlide15.xml" Id="R050318761d65494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4ff3ed575e049de" /><Relationship Type="http://schemas.openxmlformats.org/officeDocument/2006/relationships/notesSlide" Target="/ppt/notesSlides/notesSlide16.xml" Id="R40dd98f49af149a5" /></Relationships>
</file>

<file path=ppt/slides/slide1.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0" name="shape-1">
            <a:extLst xmlns:a="http://schemas.openxmlformats.org/drawingml/2006/main">
              <a:ext uri="{FF2B5EF4-FFF2-40B4-BE49-F238E27FC236}">
                <a16:creationId xmlns:a16="http://schemas.microsoft.com/office/drawing/2014/main" id="{708E81C0-4B54-4E34-B195-D61F1B01211D}"/>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2" name="text-2">
            <a:extLst xmlns:a="http://schemas.openxmlformats.org/drawingml/2006/main">
              <a:ext uri="{FF2B5EF4-FFF2-40B4-BE49-F238E27FC236}">
                <a16:creationId xmlns:a16="http://schemas.microsoft.com/office/drawing/2014/main" id="{1710B76D-4AE1-43D1-8324-7DB807F2B5F5}"/>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3" name="text-3">
            <a:extLst xmlns:a="http://schemas.openxmlformats.org/drawingml/2006/main">
              <a:ext uri="{FF2B5EF4-FFF2-40B4-BE49-F238E27FC236}">
                <a16:creationId xmlns:a16="http://schemas.microsoft.com/office/drawing/2014/main" id="{F37C59F5-039F-45A6-B286-8177B9DE1C04}"/>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4" name="text-4">
            <a:extLst xmlns:a="http://schemas.openxmlformats.org/drawingml/2006/main">
              <a:ext uri="{FF2B5EF4-FFF2-40B4-BE49-F238E27FC236}">
                <a16:creationId xmlns:a16="http://schemas.microsoft.com/office/drawing/2014/main" id="{13534B86-38D5-481B-8E48-03ED47BB118C}"/>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5" name="text-5">
            <a:extLst xmlns:a="http://schemas.openxmlformats.org/drawingml/2006/main">
              <a:ext uri="{FF2B5EF4-FFF2-40B4-BE49-F238E27FC236}">
                <a16:creationId xmlns:a16="http://schemas.microsoft.com/office/drawing/2014/main" id="{9B4C1128-99D6-46F7-8F19-87F266A79120}"/>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6" name="text-6">
            <a:extLst xmlns:a="http://schemas.openxmlformats.org/drawingml/2006/main">
              <a:ext uri="{FF2B5EF4-FFF2-40B4-BE49-F238E27FC236}">
                <a16:creationId xmlns:a16="http://schemas.microsoft.com/office/drawing/2014/main" id="{A79779AB-E474-4163-8DBF-4D83C4C9DB40}"/>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7" name="text-7">
            <a:extLst xmlns:a="http://schemas.openxmlformats.org/drawingml/2006/main">
              <a:ext uri="{FF2B5EF4-FFF2-40B4-BE49-F238E27FC236}">
                <a16:creationId xmlns:a16="http://schemas.microsoft.com/office/drawing/2014/main" id="{F08274E9-6653-4A7B-B1F6-A4144EFE40A8}"/>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8" name="text-8">
            <a:extLst xmlns:a="http://schemas.openxmlformats.org/drawingml/2006/main">
              <a:ext uri="{FF2B5EF4-FFF2-40B4-BE49-F238E27FC236}">
                <a16:creationId xmlns:a16="http://schemas.microsoft.com/office/drawing/2014/main" id="{1E2ED574-2897-4BCB-90D6-5242BFF9526E}"/>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01</a:t>
            </a:r>
          </a:p>
        </p:txBody>
      </p:sp>
      <p:sp>
        <p:nvSpPr>
          <p:cNvPr id="9" name="text-9">
            <a:extLst xmlns:a="http://schemas.openxmlformats.org/drawingml/2006/main">
              <a:ext uri="{FF2B5EF4-FFF2-40B4-BE49-F238E27FC236}">
                <a16:creationId xmlns:a16="http://schemas.microsoft.com/office/drawing/2014/main" id="{13D11E87-6A21-4EFB-9A5A-CC529549327A}"/>
              </a:ext>
            </a:extLst>
          </p:cNvPr>
          <p:cNvSpPr>
            <a:spLocks xmlns:a="http://schemas.openxmlformats.org/drawingml/2006/main" noGrp="1"/>
          </p:cNvSpPr>
          <p:nvPr/>
        </p:nvSpPr>
        <p:spPr>
          <a:xfrm xmlns:a="http://schemas.openxmlformats.org/drawingml/2006/main">
            <a:off x="9760527" y="742950"/>
            <a:ext cx="1821873" cy="16354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7350" b="1">
                <a:solidFill>
                  <a:srgbClr val="DDC087"/>
                </a:solidFill>
                <a:latin typeface="Tahoma"/>
                <a:ea typeface="Tahoma"/>
                <a:cs typeface="Tahoma"/>
              </a:defRPr>
            </a:pPr>
            <a:r>
              <a:rPr sz="7350" b="1">
                <a:solidFill>
                  <a:srgbClr val="DDC087"/>
                </a:solidFill>
                <a:latin typeface="Tahoma"/>
                <a:ea typeface="Tahoma"/>
                <a:cs typeface="Tahoma"/>
              </a:rPr>
              <a:t>برق</a:t>
            </a:r>
          </a:p>
        </p:txBody>
      </p:sp>
      <p:sp>
        <p:nvSpPr>
          <p:cNvPr id="10" name="text-10">
            <a:extLst xmlns:a="http://schemas.openxmlformats.org/drawingml/2006/main">
              <a:ext uri="{FF2B5EF4-FFF2-40B4-BE49-F238E27FC236}">
                <a16:creationId xmlns:a16="http://schemas.microsoft.com/office/drawing/2014/main" id="{42A93338-110E-44EE-9EE2-FD16029F73FF}"/>
              </a:ext>
            </a:extLst>
          </p:cNvPr>
          <p:cNvSpPr>
            <a:spLocks xmlns:a="http://schemas.openxmlformats.org/drawingml/2006/main" noGrp="1"/>
          </p:cNvSpPr>
          <p:nvPr/>
        </p:nvSpPr>
        <p:spPr>
          <a:xfrm xmlns:a="http://schemas.openxmlformats.org/drawingml/2006/main">
            <a:off x="10184503" y="2152650"/>
            <a:ext cx="139789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الذكاء</a:t>
            </a:r>
          </a:p>
        </p:txBody>
      </p:sp>
      <p:sp>
        <p:nvSpPr>
          <p:cNvPr id="11" name="text-11">
            <a:extLst xmlns:a="http://schemas.openxmlformats.org/drawingml/2006/main">
              <a:ext uri="{FF2B5EF4-FFF2-40B4-BE49-F238E27FC236}">
                <a16:creationId xmlns:a16="http://schemas.microsoft.com/office/drawing/2014/main" id="{0952B7A6-2391-4A5C-9A95-66B29B1E4103}"/>
              </a:ext>
            </a:extLst>
          </p:cNvPr>
          <p:cNvSpPr>
            <a:spLocks xmlns:a="http://schemas.openxmlformats.org/drawingml/2006/main" noGrp="1"/>
          </p:cNvSpPr>
          <p:nvPr/>
        </p:nvSpPr>
        <p:spPr>
          <a:xfrm xmlns:a="http://schemas.openxmlformats.org/drawingml/2006/main">
            <a:off x="8286171" y="2152650"/>
            <a:ext cx="176669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العربي</a:t>
            </a:r>
          </a:p>
        </p:txBody>
      </p:sp>
      <p:sp>
        <p:nvSpPr>
          <p:cNvPr id="12" name="text-12">
            <a:extLst xmlns:a="http://schemas.openxmlformats.org/drawingml/2006/main">
              <a:ext uri="{FF2B5EF4-FFF2-40B4-BE49-F238E27FC236}">
                <a16:creationId xmlns:a16="http://schemas.microsoft.com/office/drawing/2014/main" id="{973EC648-550A-479F-A7E7-E8E6D64A6AAA}"/>
              </a:ext>
            </a:extLst>
          </p:cNvPr>
          <p:cNvSpPr>
            <a:spLocks xmlns:a="http://schemas.openxmlformats.org/drawingml/2006/main" noGrp="1"/>
          </p:cNvSpPr>
          <p:nvPr/>
        </p:nvSpPr>
        <p:spPr>
          <a:xfrm xmlns:a="http://schemas.openxmlformats.org/drawingml/2006/main">
            <a:off x="6367729" y="2152650"/>
            <a:ext cx="1786806"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الموثّق</a:t>
            </a:r>
          </a:p>
        </p:txBody>
      </p:sp>
      <p:sp>
        <p:nvSpPr>
          <p:cNvPr id="13" name="text-13">
            <a:extLst xmlns:a="http://schemas.openxmlformats.org/drawingml/2006/main">
              <a:ext uri="{FF2B5EF4-FFF2-40B4-BE49-F238E27FC236}">
                <a16:creationId xmlns:a16="http://schemas.microsoft.com/office/drawing/2014/main" id="{65F2E57E-8B44-461D-9EA8-FF9025064B24}"/>
              </a:ext>
            </a:extLst>
          </p:cNvPr>
          <p:cNvSpPr>
            <a:spLocks xmlns:a="http://schemas.openxmlformats.org/drawingml/2006/main" noGrp="1"/>
          </p:cNvSpPr>
          <p:nvPr/>
        </p:nvSpPr>
        <p:spPr>
          <a:xfrm xmlns:a="http://schemas.openxmlformats.org/drawingml/2006/main">
            <a:off x="9977963" y="2905125"/>
            <a:ext cx="160443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لخدمة</a:t>
            </a:r>
          </a:p>
        </p:txBody>
      </p:sp>
      <p:sp>
        <p:nvSpPr>
          <p:cNvPr id="14" name="text-14">
            <a:extLst xmlns:a="http://schemas.openxmlformats.org/drawingml/2006/main">
              <a:ext uri="{FF2B5EF4-FFF2-40B4-BE49-F238E27FC236}">
                <a16:creationId xmlns:a16="http://schemas.microsoft.com/office/drawing/2014/main" id="{731FAC5B-4CA8-46A8-9735-42000D09C90F}"/>
              </a:ext>
            </a:extLst>
          </p:cNvPr>
          <p:cNvSpPr>
            <a:spLocks xmlns:a="http://schemas.openxmlformats.org/drawingml/2006/main" noGrp="1"/>
          </p:cNvSpPr>
          <p:nvPr/>
        </p:nvSpPr>
        <p:spPr>
          <a:xfrm xmlns:a="http://schemas.openxmlformats.org/drawingml/2006/main">
            <a:off x="7876162" y="2905125"/>
            <a:ext cx="1970166"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المعرفة</a:t>
            </a:r>
          </a:p>
        </p:txBody>
      </p:sp>
      <p:sp>
        <p:nvSpPr>
          <p:cNvPr id="15" name="text-15">
            <a:extLst xmlns:a="http://schemas.openxmlformats.org/drawingml/2006/main">
              <a:ext uri="{FF2B5EF4-FFF2-40B4-BE49-F238E27FC236}">
                <a16:creationId xmlns:a16="http://schemas.microsoft.com/office/drawing/2014/main" id="{FA547C30-EE5B-44E0-8988-6D2765F6972E}"/>
              </a:ext>
            </a:extLst>
          </p:cNvPr>
          <p:cNvSpPr>
            <a:spLocks xmlns:a="http://schemas.openxmlformats.org/drawingml/2006/main" noGrp="1"/>
          </p:cNvSpPr>
          <p:nvPr/>
        </p:nvSpPr>
        <p:spPr>
          <a:xfrm xmlns:a="http://schemas.openxmlformats.org/drawingml/2006/main">
            <a:off x="5318585" y="2905125"/>
            <a:ext cx="2425941"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الإسلامية</a:t>
            </a:r>
          </a:p>
        </p:txBody>
      </p:sp>
      <p:sp>
        <p:nvSpPr>
          <p:cNvPr id="16" name="text-16">
            <a:extLst xmlns:a="http://schemas.openxmlformats.org/drawingml/2006/main">
              <a:ext uri="{FF2B5EF4-FFF2-40B4-BE49-F238E27FC236}">
                <a16:creationId xmlns:a16="http://schemas.microsoft.com/office/drawing/2014/main" id="{D8FC63EF-EA8B-4AAB-BAD7-07E3C3FBA503}"/>
              </a:ext>
            </a:extLst>
          </p:cNvPr>
          <p:cNvSpPr>
            <a:spLocks xmlns:a="http://schemas.openxmlformats.org/drawingml/2006/main" noGrp="1"/>
          </p:cNvSpPr>
          <p:nvPr/>
        </p:nvSpPr>
        <p:spPr>
          <a:xfrm xmlns:a="http://schemas.openxmlformats.org/drawingml/2006/main">
            <a:off x="10306842" y="4086225"/>
            <a:ext cx="1275558" cy="708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925" b="1">
                <a:solidFill>
                  <a:srgbClr val="A6DAB5"/>
                </a:solidFill>
                <a:latin typeface="Tahoma"/>
                <a:ea typeface="Tahoma"/>
                <a:cs typeface="Tahoma"/>
              </a:defRPr>
            </a:pPr>
            <a:r>
              <a:rPr sz="2925" b="1">
                <a:solidFill>
                  <a:srgbClr val="A6DAB5"/>
                </a:solidFill>
                <a:latin typeface="Tahoma"/>
                <a:ea typeface="Tahoma"/>
                <a:cs typeface="Tahoma"/>
              </a:rPr>
              <a:t>مجلس</a:t>
            </a:r>
          </a:p>
        </p:txBody>
      </p:sp>
      <p:sp>
        <p:nvSpPr>
          <p:cNvPr id="17" name="text-17">
            <a:extLst xmlns:a="http://schemas.openxmlformats.org/drawingml/2006/main">
              <a:ext uri="{FF2B5EF4-FFF2-40B4-BE49-F238E27FC236}">
                <a16:creationId xmlns:a16="http://schemas.microsoft.com/office/drawing/2014/main" id="{8E897444-DFDE-4669-9F4E-500FEE6CD95A}"/>
              </a:ext>
            </a:extLst>
          </p:cNvPr>
          <p:cNvSpPr>
            <a:spLocks xmlns:a="http://schemas.openxmlformats.org/drawingml/2006/main" noGrp="1"/>
          </p:cNvSpPr>
          <p:nvPr/>
        </p:nvSpPr>
        <p:spPr>
          <a:xfrm xmlns:a="http://schemas.openxmlformats.org/drawingml/2006/main">
            <a:off x="8549088" y="4086225"/>
            <a:ext cx="1667934" cy="708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925" b="1">
                <a:solidFill>
                  <a:srgbClr val="A6DAB5"/>
                </a:solidFill>
                <a:latin typeface="Tahoma"/>
                <a:ea typeface="Tahoma"/>
                <a:cs typeface="Tahoma"/>
              </a:defRPr>
            </a:pPr>
            <a:r>
              <a:rPr sz="2925" b="1">
                <a:solidFill>
                  <a:srgbClr val="A6DAB5"/>
                </a:solidFill>
                <a:latin typeface="Tahoma"/>
                <a:ea typeface="Tahoma"/>
                <a:cs typeface="Tahoma"/>
              </a:rPr>
              <a:t>سلسبيل</a:t>
            </a:r>
          </a:p>
        </p:txBody>
      </p:sp>
      <p:sp>
        <p:nvSpPr>
          <p:cNvPr id="18" name="text-18">
            <a:extLst xmlns:a="http://schemas.openxmlformats.org/drawingml/2006/main">
              <a:ext uri="{FF2B5EF4-FFF2-40B4-BE49-F238E27FC236}">
                <a16:creationId xmlns:a16="http://schemas.microsoft.com/office/drawing/2014/main" id="{3A84CAA2-205F-4D95-8FAC-7CB904867618}"/>
              </a:ext>
            </a:extLst>
          </p:cNvPr>
          <p:cNvSpPr>
            <a:spLocks xmlns:a="http://schemas.openxmlformats.org/drawingml/2006/main" noGrp="1"/>
          </p:cNvSpPr>
          <p:nvPr/>
        </p:nvSpPr>
        <p:spPr>
          <a:xfrm xmlns:a="http://schemas.openxmlformats.org/drawingml/2006/main">
            <a:off x="10868830" y="4810125"/>
            <a:ext cx="71357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الفتى</a:t>
            </a:r>
          </a:p>
        </p:txBody>
      </p:sp>
      <p:sp>
        <p:nvSpPr>
          <p:cNvPr id="19" name="text-19">
            <a:extLst xmlns:a="http://schemas.openxmlformats.org/drawingml/2006/main">
              <a:ext uri="{FF2B5EF4-FFF2-40B4-BE49-F238E27FC236}">
                <a16:creationId xmlns:a16="http://schemas.microsoft.com/office/drawing/2014/main" id="{01D604AF-59DA-44A4-8D8B-E658BF08E7D6}"/>
              </a:ext>
            </a:extLst>
          </p:cNvPr>
          <p:cNvSpPr>
            <a:spLocks xmlns:a="http://schemas.openxmlformats.org/drawingml/2006/main" noGrp="1"/>
          </p:cNvSpPr>
          <p:nvPr/>
        </p:nvSpPr>
        <p:spPr>
          <a:xfrm xmlns:a="http://schemas.openxmlformats.org/drawingml/2006/main">
            <a:off x="10201818" y="4810125"/>
            <a:ext cx="59976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ولينة</a:t>
            </a:r>
          </a:p>
        </p:txBody>
      </p:sp>
      <p:sp>
        <p:nvSpPr>
          <p:cNvPr id="20" name="text-20">
            <a:extLst xmlns:a="http://schemas.openxmlformats.org/drawingml/2006/main">
              <a:ext uri="{FF2B5EF4-FFF2-40B4-BE49-F238E27FC236}">
                <a16:creationId xmlns:a16="http://schemas.microsoft.com/office/drawing/2014/main" id="{978FDB1A-701C-4F34-99D8-410248E2D43B}"/>
              </a:ext>
            </a:extLst>
          </p:cNvPr>
          <p:cNvSpPr>
            <a:spLocks xmlns:a="http://schemas.openxmlformats.org/drawingml/2006/main" noGrp="1"/>
          </p:cNvSpPr>
          <p:nvPr/>
        </p:nvSpPr>
        <p:spPr>
          <a:xfrm xmlns:a="http://schemas.openxmlformats.org/drawingml/2006/main">
            <a:off x="9392844" y="4810125"/>
            <a:ext cx="74172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وقبس</a:t>
            </a:r>
          </a:p>
        </p:txBody>
      </p:sp>
      <p:sp>
        <p:nvSpPr>
          <p:cNvPr id="21" name="text-21">
            <a:extLst xmlns:a="http://schemas.openxmlformats.org/drawingml/2006/main">
              <a:ext uri="{FF2B5EF4-FFF2-40B4-BE49-F238E27FC236}">
                <a16:creationId xmlns:a16="http://schemas.microsoft.com/office/drawing/2014/main" id="{09746761-4C41-43B3-BD6F-5BAA730A7B87}"/>
              </a:ext>
            </a:extLst>
          </p:cNvPr>
          <p:cNvSpPr>
            <a:spLocks xmlns:a="http://schemas.openxmlformats.org/drawingml/2006/main" noGrp="1"/>
          </p:cNvSpPr>
          <p:nvPr/>
        </p:nvSpPr>
        <p:spPr>
          <a:xfrm xmlns:a="http://schemas.openxmlformats.org/drawingml/2006/main">
            <a:off x="8850429" y="4810125"/>
            <a:ext cx="47516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لكل</a:t>
            </a:r>
          </a:p>
        </p:txBody>
      </p:sp>
      <p:sp>
        <p:nvSpPr>
          <p:cNvPr id="22" name="text-22">
            <a:extLst xmlns:a="http://schemas.openxmlformats.org/drawingml/2006/main">
              <a:ext uri="{FF2B5EF4-FFF2-40B4-BE49-F238E27FC236}">
                <a16:creationId xmlns:a16="http://schemas.microsoft.com/office/drawing/2014/main" id="{A1D7F322-E25F-4B42-895E-B4B8BF564EAE}"/>
              </a:ext>
            </a:extLst>
          </p:cNvPr>
          <p:cNvSpPr>
            <a:spLocks xmlns:a="http://schemas.openxmlformats.org/drawingml/2006/main" noGrp="1"/>
          </p:cNvSpPr>
          <p:nvPr/>
        </p:nvSpPr>
        <p:spPr>
          <a:xfrm xmlns:a="http://schemas.openxmlformats.org/drawingml/2006/main">
            <a:off x="8087272" y="4810125"/>
            <a:ext cx="69591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سؤال</a:t>
            </a:r>
          </a:p>
        </p:txBody>
      </p:sp>
      <p:sp>
        <p:nvSpPr>
          <p:cNvPr id="23" name="text-23">
            <a:extLst xmlns:a="http://schemas.openxmlformats.org/drawingml/2006/main">
              <a:ext uri="{FF2B5EF4-FFF2-40B4-BE49-F238E27FC236}">
                <a16:creationId xmlns:a16="http://schemas.microsoft.com/office/drawing/2014/main" id="{CD0E55FE-D9D5-4C12-83F2-B3EEA16A708B}"/>
              </a:ext>
            </a:extLst>
          </p:cNvPr>
          <p:cNvSpPr>
            <a:spLocks xmlns:a="http://schemas.openxmlformats.org/drawingml/2006/main" noGrp="1"/>
          </p:cNvSpPr>
          <p:nvPr/>
        </p:nvSpPr>
        <p:spPr>
          <a:xfrm xmlns:a="http://schemas.openxmlformats.org/drawingml/2006/main">
            <a:off x="7409468" y="4810125"/>
            <a:ext cx="61055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رفيق</a:t>
            </a:r>
          </a:p>
        </p:txBody>
      </p:sp>
      <p:sp>
        <p:nvSpPr>
          <p:cNvPr id="24" name="text-24">
            <a:extLst xmlns:a="http://schemas.openxmlformats.org/drawingml/2006/main">
              <a:ext uri="{FF2B5EF4-FFF2-40B4-BE49-F238E27FC236}">
                <a16:creationId xmlns:a16="http://schemas.microsoft.com/office/drawing/2014/main" id="{73219787-4061-42E5-BBCF-690D8DFDA6E0}"/>
              </a:ext>
            </a:extLst>
          </p:cNvPr>
          <p:cNvSpPr>
            <a:spLocks xmlns:a="http://schemas.openxmlformats.org/drawingml/2006/main" noGrp="1"/>
          </p:cNvSpPr>
          <p:nvPr/>
        </p:nvSpPr>
        <p:spPr>
          <a:xfrm xmlns:a="http://schemas.openxmlformats.org/drawingml/2006/main">
            <a:off x="6622961" y="4810125"/>
            <a:ext cx="71926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معرفة</a:t>
            </a:r>
          </a:p>
        </p:txBody>
      </p:sp>
      <p:sp>
        <p:nvSpPr>
          <p:cNvPr id="25" name="text-25">
            <a:extLst xmlns:a="http://schemas.openxmlformats.org/drawingml/2006/main">
              <a:ext uri="{FF2B5EF4-FFF2-40B4-BE49-F238E27FC236}">
                <a16:creationId xmlns:a16="http://schemas.microsoft.com/office/drawing/2014/main" id="{86BB997A-2AB5-4682-8D39-735AF57BDD17}"/>
              </a:ext>
            </a:extLst>
          </p:cNvPr>
          <p:cNvSpPr>
            <a:spLocks xmlns:a="http://schemas.openxmlformats.org/drawingml/2006/main" noGrp="1"/>
          </p:cNvSpPr>
          <p:nvPr/>
        </p:nvSpPr>
        <p:spPr>
          <a:xfrm xmlns:a="http://schemas.openxmlformats.org/drawingml/2006/main">
            <a:off x="10929362" y="5343525"/>
            <a:ext cx="65303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الفريق</a:t>
            </a:r>
          </a:p>
        </p:txBody>
      </p:sp>
      <p:sp>
        <p:nvSpPr>
          <p:cNvPr id="26" name="text-26">
            <a:extLst xmlns:a="http://schemas.openxmlformats.org/drawingml/2006/main">
              <a:ext uri="{FF2B5EF4-FFF2-40B4-BE49-F238E27FC236}">
                <a16:creationId xmlns:a16="http://schemas.microsoft.com/office/drawing/2014/main" id="{AA138DEC-256C-4D35-9BB2-C28B626CA9EB}"/>
              </a:ext>
            </a:extLst>
          </p:cNvPr>
          <p:cNvSpPr>
            <a:spLocks xmlns:a="http://schemas.openxmlformats.org/drawingml/2006/main" noGrp="1"/>
          </p:cNvSpPr>
          <p:nvPr/>
        </p:nvSpPr>
        <p:spPr>
          <a:xfrm xmlns:a="http://schemas.openxmlformats.org/drawingml/2006/main">
            <a:off x="9940014" y="5343525"/>
            <a:ext cx="93696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سلسبيل</a:t>
            </a:r>
          </a:p>
        </p:txBody>
      </p:sp>
      <p:sp>
        <p:nvSpPr>
          <p:cNvPr id="27" name="text-27">
            <a:extLst xmlns:a="http://schemas.openxmlformats.org/drawingml/2006/main">
              <a:ext uri="{FF2B5EF4-FFF2-40B4-BE49-F238E27FC236}">
                <a16:creationId xmlns:a16="http://schemas.microsoft.com/office/drawing/2014/main" id="{40D29C9C-C340-4B61-890E-B0FC050D4DC2}"/>
              </a:ext>
            </a:extLst>
          </p:cNvPr>
          <p:cNvSpPr>
            <a:spLocks xmlns:a="http://schemas.openxmlformats.org/drawingml/2006/main" noGrp="1"/>
          </p:cNvSpPr>
          <p:nvPr/>
        </p:nvSpPr>
        <p:spPr>
          <a:xfrm xmlns:a="http://schemas.openxmlformats.org/drawingml/2006/main">
            <a:off x="9766331" y="5343525"/>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a:t>
            </a:r>
          </a:p>
        </p:txBody>
      </p:sp>
      <p:sp>
        <p:nvSpPr>
          <p:cNvPr id="28" name="text-28">
            <a:extLst xmlns:a="http://schemas.openxmlformats.org/drawingml/2006/main">
              <a:ext uri="{FF2B5EF4-FFF2-40B4-BE49-F238E27FC236}">
                <a16:creationId xmlns:a16="http://schemas.microsoft.com/office/drawing/2014/main" id="{7FF8F5CF-162F-4FFD-871B-E845CCD9F713}"/>
              </a:ext>
            </a:extLst>
          </p:cNvPr>
          <p:cNvSpPr>
            <a:spLocks xmlns:a="http://schemas.openxmlformats.org/drawingml/2006/main" noGrp="1"/>
          </p:cNvSpPr>
          <p:nvPr/>
        </p:nvSpPr>
        <p:spPr>
          <a:xfrm xmlns:a="http://schemas.openxmlformats.org/drawingml/2006/main">
            <a:off x="9151165" y="5343525"/>
            <a:ext cx="56277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مسار</a:t>
            </a:r>
          </a:p>
        </p:txBody>
      </p:sp>
      <p:sp>
        <p:nvSpPr>
          <p:cNvPr id="29" name="text-29">
            <a:extLst xmlns:a="http://schemas.openxmlformats.org/drawingml/2006/main">
              <a:ext uri="{FF2B5EF4-FFF2-40B4-BE49-F238E27FC236}">
                <a16:creationId xmlns:a16="http://schemas.microsoft.com/office/drawing/2014/main" id="{3278B431-BD87-443C-B1E7-CE9FFFB5CFFC}"/>
              </a:ext>
            </a:extLst>
          </p:cNvPr>
          <p:cNvSpPr>
            <a:spLocks xmlns:a="http://schemas.openxmlformats.org/drawingml/2006/main" noGrp="1"/>
          </p:cNvSpPr>
          <p:nvPr/>
        </p:nvSpPr>
        <p:spPr>
          <a:xfrm xmlns:a="http://schemas.openxmlformats.org/drawingml/2006/main">
            <a:off x="8531093" y="5343525"/>
            <a:ext cx="56768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الحوار</a:t>
            </a:r>
          </a:p>
        </p:txBody>
      </p:sp>
      <p:sp>
        <p:nvSpPr>
          <p:cNvPr id="30" name="text-30">
            <a:extLst xmlns:a="http://schemas.openxmlformats.org/drawingml/2006/main">
              <a:ext uri="{FF2B5EF4-FFF2-40B4-BE49-F238E27FC236}">
                <a16:creationId xmlns:a16="http://schemas.microsoft.com/office/drawing/2014/main" id="{A0A87442-DB17-47E6-A8C2-3038B42B190F}"/>
              </a:ext>
            </a:extLst>
          </p:cNvPr>
          <p:cNvSpPr>
            <a:spLocks xmlns:a="http://schemas.openxmlformats.org/drawingml/2006/main" noGrp="1"/>
          </p:cNvSpPr>
          <p:nvPr/>
        </p:nvSpPr>
        <p:spPr>
          <a:xfrm xmlns:a="http://schemas.openxmlformats.org/drawingml/2006/main">
            <a:off x="7631611" y="5343525"/>
            <a:ext cx="84709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المعرفي</a:t>
            </a:r>
          </a:p>
        </p:txBody>
      </p:sp>
      <p:sp>
        <p:nvSpPr>
          <p:cNvPr id="31" name="text-31">
            <a:extLst xmlns:a="http://schemas.openxmlformats.org/drawingml/2006/main">
              <a:ext uri="{FF2B5EF4-FFF2-40B4-BE49-F238E27FC236}">
                <a16:creationId xmlns:a16="http://schemas.microsoft.com/office/drawing/2014/main" id="{AB9627E7-C2AC-41B4-BF72-FC5431B58AF9}"/>
              </a:ext>
            </a:extLst>
          </p:cNvPr>
          <p:cNvSpPr>
            <a:spLocks xmlns:a="http://schemas.openxmlformats.org/drawingml/2006/main" noGrp="1"/>
          </p:cNvSpPr>
          <p:nvPr/>
        </p:nvSpPr>
        <p:spPr>
          <a:xfrm xmlns:a="http://schemas.openxmlformats.org/drawingml/2006/main">
            <a:off x="6692297" y="5343525"/>
            <a:ext cx="88692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والإجابات</a:t>
            </a:r>
          </a:p>
        </p:txBody>
      </p:sp>
      <p:sp>
        <p:nvSpPr>
          <p:cNvPr id="32" name="text-32">
            <a:extLst xmlns:a="http://schemas.openxmlformats.org/drawingml/2006/main">
              <a:ext uri="{FF2B5EF4-FFF2-40B4-BE49-F238E27FC236}">
                <a16:creationId xmlns:a16="http://schemas.microsoft.com/office/drawing/2014/main" id="{8BDECCCD-9F79-46E4-B9B6-31A49A6DF586}"/>
              </a:ext>
            </a:extLst>
          </p:cNvPr>
          <p:cNvSpPr>
            <a:spLocks xmlns:a="http://schemas.openxmlformats.org/drawingml/2006/main" noGrp="1"/>
          </p:cNvSpPr>
          <p:nvPr/>
        </p:nvSpPr>
        <p:spPr>
          <a:xfrm xmlns:a="http://schemas.openxmlformats.org/drawingml/2006/main">
            <a:off x="5829311" y="5343525"/>
            <a:ext cx="81059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الموثوقة</a:t>
            </a:r>
          </a:p>
        </p:txBody>
      </p:sp>
      <p:sp>
        <p:nvSpPr>
          <p:cNvPr id="33" name="text-33">
            <a:extLst xmlns:a="http://schemas.openxmlformats.org/drawingml/2006/main">
              <a:ext uri="{FF2B5EF4-FFF2-40B4-BE49-F238E27FC236}">
                <a16:creationId xmlns:a16="http://schemas.microsoft.com/office/drawing/2014/main" id="{273F64BB-6B7A-4599-941B-9D098E6DC50A}"/>
              </a:ext>
            </a:extLst>
          </p:cNvPr>
          <p:cNvSpPr>
            <a:spLocks xmlns:a="http://schemas.openxmlformats.org/drawingml/2006/main" noGrp="1"/>
          </p:cNvSpPr>
          <p:nvPr/>
        </p:nvSpPr>
        <p:spPr>
          <a:xfrm xmlns:a="http://schemas.openxmlformats.org/drawingml/2006/main">
            <a:off x="11124400" y="5829300"/>
            <a:ext cx="458000"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تحدي</a:t>
            </a:r>
          </a:p>
        </p:txBody>
      </p:sp>
      <p:sp>
        <p:nvSpPr>
          <p:cNvPr id="34" name="text-34">
            <a:extLst xmlns:a="http://schemas.openxmlformats.org/drawingml/2006/main">
              <a:ext uri="{FF2B5EF4-FFF2-40B4-BE49-F238E27FC236}">
                <a16:creationId xmlns:a16="http://schemas.microsoft.com/office/drawing/2014/main" id="{F82A244E-EC58-463F-8472-2A01E240A0FA}"/>
              </a:ext>
            </a:extLst>
          </p:cNvPr>
          <p:cNvSpPr>
            <a:spLocks xmlns:a="http://schemas.openxmlformats.org/drawingml/2006/main" noGrp="1"/>
          </p:cNvSpPr>
          <p:nvPr/>
        </p:nvSpPr>
        <p:spPr>
          <a:xfrm xmlns:a="http://schemas.openxmlformats.org/drawingml/2006/main">
            <a:off x="10658705" y="5829300"/>
            <a:ext cx="431119"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الذكاء</a:t>
            </a:r>
          </a:p>
        </p:txBody>
      </p:sp>
      <p:sp>
        <p:nvSpPr>
          <p:cNvPr id="35" name="text-35">
            <a:extLst xmlns:a="http://schemas.openxmlformats.org/drawingml/2006/main">
              <a:ext uri="{FF2B5EF4-FFF2-40B4-BE49-F238E27FC236}">
                <a16:creationId xmlns:a16="http://schemas.microsoft.com/office/drawing/2014/main" id="{B359447E-C121-48EC-8561-DC8818B8249B}"/>
              </a:ext>
            </a:extLst>
          </p:cNvPr>
          <p:cNvSpPr>
            <a:spLocks xmlns:a="http://schemas.openxmlformats.org/drawingml/2006/main" noGrp="1"/>
          </p:cNvSpPr>
          <p:nvPr/>
        </p:nvSpPr>
        <p:spPr>
          <a:xfrm xmlns:a="http://schemas.openxmlformats.org/drawingml/2006/main">
            <a:off x="9782726" y="5829300"/>
            <a:ext cx="841404"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الاصطناعي</a:t>
            </a:r>
          </a:p>
        </p:txBody>
      </p:sp>
      <p:sp>
        <p:nvSpPr>
          <p:cNvPr id="36" name="text-36">
            <a:extLst xmlns:a="http://schemas.openxmlformats.org/drawingml/2006/main">
              <a:ext uri="{FF2B5EF4-FFF2-40B4-BE49-F238E27FC236}">
                <a16:creationId xmlns:a16="http://schemas.microsoft.com/office/drawing/2014/main" id="{8964CEE6-B759-4E4D-8120-160FC79CAB92}"/>
              </a:ext>
            </a:extLst>
          </p:cNvPr>
          <p:cNvSpPr>
            <a:spLocks xmlns:a="http://schemas.openxmlformats.org/drawingml/2006/main" noGrp="1"/>
          </p:cNvSpPr>
          <p:nvPr/>
        </p:nvSpPr>
        <p:spPr>
          <a:xfrm xmlns:a="http://schemas.openxmlformats.org/drawingml/2006/main">
            <a:off x="9461544" y="5829300"/>
            <a:ext cx="286606"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في</a:t>
            </a:r>
          </a:p>
        </p:txBody>
      </p:sp>
      <p:sp>
        <p:nvSpPr>
          <p:cNvPr id="37" name="text-37">
            <a:extLst xmlns:a="http://schemas.openxmlformats.org/drawingml/2006/main">
              <a:ext uri="{FF2B5EF4-FFF2-40B4-BE49-F238E27FC236}">
                <a16:creationId xmlns:a16="http://schemas.microsoft.com/office/drawing/2014/main" id="{370A76A8-F43C-4ACB-BFB5-F6A9305B59C3}"/>
              </a:ext>
            </a:extLst>
          </p:cNvPr>
          <p:cNvSpPr>
            <a:spLocks xmlns:a="http://schemas.openxmlformats.org/drawingml/2006/main" noGrp="1"/>
          </p:cNvSpPr>
          <p:nvPr/>
        </p:nvSpPr>
        <p:spPr>
          <a:xfrm xmlns:a="http://schemas.openxmlformats.org/drawingml/2006/main">
            <a:off x="8984665" y="5829300"/>
            <a:ext cx="442303"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خدمة</a:t>
            </a:r>
          </a:p>
        </p:txBody>
      </p:sp>
      <p:sp>
        <p:nvSpPr>
          <p:cNvPr id="38" name="text-38">
            <a:extLst xmlns:a="http://schemas.openxmlformats.org/drawingml/2006/main">
              <a:ext uri="{FF2B5EF4-FFF2-40B4-BE49-F238E27FC236}">
                <a16:creationId xmlns:a16="http://schemas.microsoft.com/office/drawing/2014/main" id="{13A62D22-4DCD-41CA-9B2C-92869882395E}"/>
              </a:ext>
            </a:extLst>
          </p:cNvPr>
          <p:cNvSpPr>
            <a:spLocks xmlns:a="http://schemas.openxmlformats.org/drawingml/2006/main" noGrp="1"/>
          </p:cNvSpPr>
          <p:nvPr/>
        </p:nvSpPr>
        <p:spPr>
          <a:xfrm xmlns:a="http://schemas.openxmlformats.org/drawingml/2006/main">
            <a:off x="8298130" y="5829300"/>
            <a:ext cx="651959"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المحتوى</a:t>
            </a:r>
          </a:p>
        </p:txBody>
      </p:sp>
      <p:sp>
        <p:nvSpPr>
          <p:cNvPr id="39" name="text-39">
            <a:extLst xmlns:a="http://schemas.openxmlformats.org/drawingml/2006/main">
              <a:ext uri="{FF2B5EF4-FFF2-40B4-BE49-F238E27FC236}">
                <a16:creationId xmlns:a16="http://schemas.microsoft.com/office/drawing/2014/main" id="{8ADEF28C-9D86-4F0F-B97B-EB13A7BC4C7C}"/>
              </a:ext>
            </a:extLst>
          </p:cNvPr>
          <p:cNvSpPr>
            <a:spLocks xmlns:a="http://schemas.openxmlformats.org/drawingml/2006/main" noGrp="1"/>
          </p:cNvSpPr>
          <p:nvPr/>
        </p:nvSpPr>
        <p:spPr>
          <a:xfrm xmlns:a="http://schemas.openxmlformats.org/drawingml/2006/main">
            <a:off x="7510840" y="5829300"/>
            <a:ext cx="752715"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الإسلامي</a:t>
            </a:r>
          </a:p>
        </p:txBody>
      </p:sp>
    </p:spTree>
    <p:extLst>
      <p:ext uri="{BB962C8B-B14F-4D97-AF65-F5344CB8AC3E}">
        <p14:creationId xmlns:p14="http://schemas.microsoft.com/office/powerpoint/2010/main" val="1608752555"/>
      </p:ext>
    </p:extLst>
  </p:cSld>
</p:sld>
</file>

<file path=ppt/slides/slide2.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5" name="text-40">
            <a:extLst xmlns:a="http://schemas.openxmlformats.org/drawingml/2006/main">
              <a:ext uri="{FF2B5EF4-FFF2-40B4-BE49-F238E27FC236}">
                <a16:creationId xmlns:a16="http://schemas.microsoft.com/office/drawing/2014/main" id="{6522DDDB-59FC-4747-8FDA-95FD41378914}"/>
              </a:ext>
            </a:extLst>
          </p:cNvPr>
          <p:cNvSpPr>
            <a:spLocks xmlns:a="http://schemas.openxmlformats.org/drawingml/2006/main" noGrp="1"/>
          </p:cNvSpPr>
          <p:nvPr/>
        </p:nvSpPr>
        <p:spPr>
          <a:xfrm xmlns:a="http://schemas.openxmlformats.org/drawingml/2006/main">
            <a:off x="10308229" y="457200"/>
            <a:ext cx="127417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معرفة</a:t>
            </a:r>
          </a:p>
        </p:txBody>
      </p:sp>
      <p:sp>
        <p:nvSpPr>
          <p:cNvPr id="2" name="text-41">
            <a:extLst xmlns:a="http://schemas.openxmlformats.org/drawingml/2006/main">
              <a:ext uri="{FF2B5EF4-FFF2-40B4-BE49-F238E27FC236}">
                <a16:creationId xmlns:a16="http://schemas.microsoft.com/office/drawing/2014/main" id="{AF627CF8-7F11-4AC5-97A4-B67BC8B7E539}"/>
              </a:ext>
            </a:extLst>
          </p:cNvPr>
          <p:cNvSpPr>
            <a:spLocks xmlns:a="http://schemas.openxmlformats.org/drawingml/2006/main" noGrp="1"/>
          </p:cNvSpPr>
          <p:nvPr/>
        </p:nvSpPr>
        <p:spPr>
          <a:xfrm xmlns:a="http://schemas.openxmlformats.org/drawingml/2006/main">
            <a:off x="9210561" y="457200"/>
            <a:ext cx="99670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الأمة</a:t>
            </a:r>
          </a:p>
        </p:txBody>
      </p:sp>
      <p:sp>
        <p:nvSpPr>
          <p:cNvPr id="3" name="text-42">
            <a:extLst xmlns:a="http://schemas.openxmlformats.org/drawingml/2006/main">
              <a:ext uri="{FF2B5EF4-FFF2-40B4-BE49-F238E27FC236}">
                <a16:creationId xmlns:a16="http://schemas.microsoft.com/office/drawing/2014/main" id="{FE46D529-73F4-4BEB-B88A-9A95B59EDC77}"/>
              </a:ext>
            </a:extLst>
          </p:cNvPr>
          <p:cNvSpPr>
            <a:spLocks xmlns:a="http://schemas.openxmlformats.org/drawingml/2006/main" noGrp="1"/>
          </p:cNvSpPr>
          <p:nvPr/>
        </p:nvSpPr>
        <p:spPr>
          <a:xfrm xmlns:a="http://schemas.openxmlformats.org/drawingml/2006/main">
            <a:off x="7505555" y="457200"/>
            <a:ext cx="16040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تستحق</a:t>
            </a:r>
          </a:p>
        </p:txBody>
      </p:sp>
      <p:sp>
        <p:nvSpPr>
          <p:cNvPr id="4" name="text-43">
            <a:extLst xmlns:a="http://schemas.openxmlformats.org/drawingml/2006/main">
              <a:ext uri="{FF2B5EF4-FFF2-40B4-BE49-F238E27FC236}">
                <a16:creationId xmlns:a16="http://schemas.microsoft.com/office/drawing/2014/main" id="{6939EA9F-D871-4B4B-AE4D-15EC561F0932}"/>
              </a:ext>
            </a:extLst>
          </p:cNvPr>
          <p:cNvSpPr>
            <a:spLocks xmlns:a="http://schemas.openxmlformats.org/drawingml/2006/main" noGrp="1"/>
          </p:cNvSpPr>
          <p:nvPr/>
        </p:nvSpPr>
        <p:spPr>
          <a:xfrm xmlns:a="http://schemas.openxmlformats.org/drawingml/2006/main">
            <a:off x="6253353" y="457200"/>
            <a:ext cx="115123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أدوات</a:t>
            </a:r>
          </a:p>
        </p:txBody>
      </p:sp>
      <p:sp>
        <p:nvSpPr>
          <p:cNvPr id="5" name="text-44">
            <a:extLst xmlns:a="http://schemas.openxmlformats.org/drawingml/2006/main">
              <a:ext uri="{FF2B5EF4-FFF2-40B4-BE49-F238E27FC236}">
                <a16:creationId xmlns:a16="http://schemas.microsoft.com/office/drawing/2014/main" id="{80EEC685-97C1-4797-84CF-EB3EA26614F3}"/>
              </a:ext>
            </a:extLst>
          </p:cNvPr>
          <p:cNvSpPr>
            <a:spLocks xmlns:a="http://schemas.openxmlformats.org/drawingml/2006/main" noGrp="1"/>
          </p:cNvSpPr>
          <p:nvPr/>
        </p:nvSpPr>
        <p:spPr>
          <a:xfrm xmlns:a="http://schemas.openxmlformats.org/drawingml/2006/main">
            <a:off x="5139240" y="457200"/>
            <a:ext cx="10131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نملك</a:t>
            </a:r>
          </a:p>
        </p:txBody>
      </p:sp>
      <p:sp>
        <p:nvSpPr>
          <p:cNvPr id="6" name="text-45">
            <a:extLst xmlns:a="http://schemas.openxmlformats.org/drawingml/2006/main">
              <a:ext uri="{FF2B5EF4-FFF2-40B4-BE49-F238E27FC236}">
                <a16:creationId xmlns:a16="http://schemas.microsoft.com/office/drawing/2014/main" id="{3E2AC3CD-6660-45FE-9845-745E50F07482}"/>
              </a:ext>
            </a:extLst>
          </p:cNvPr>
          <p:cNvSpPr>
            <a:spLocks xmlns:a="http://schemas.openxmlformats.org/drawingml/2006/main" noGrp="1"/>
          </p:cNvSpPr>
          <p:nvPr/>
        </p:nvSpPr>
        <p:spPr>
          <a:xfrm xmlns:a="http://schemas.openxmlformats.org/drawingml/2006/main">
            <a:off x="3758458" y="457200"/>
            <a:ext cx="127981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زمامها</a:t>
            </a:r>
          </a:p>
        </p:txBody>
      </p:sp>
      <p:sp>
        <p:nvSpPr>
          <p:cNvPr id="7" name="shape-46">
            <a:extLst xmlns:a="http://schemas.openxmlformats.org/drawingml/2006/main">
              <a:ext uri="{FF2B5EF4-FFF2-40B4-BE49-F238E27FC236}">
                <a16:creationId xmlns:a16="http://schemas.microsoft.com/office/drawing/2014/main" id="{1B8B0206-800E-495D-B944-46F8D2A7177A}"/>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8" name="text-47">
            <a:extLst xmlns:a="http://schemas.openxmlformats.org/drawingml/2006/main">
              <a:ext uri="{FF2B5EF4-FFF2-40B4-BE49-F238E27FC236}">
                <a16:creationId xmlns:a16="http://schemas.microsoft.com/office/drawing/2014/main" id="{1AEAB1F2-8B1A-4006-A12F-AD598E4C2328}"/>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9" name="text-48">
            <a:extLst xmlns:a="http://schemas.openxmlformats.org/drawingml/2006/main">
              <a:ext uri="{FF2B5EF4-FFF2-40B4-BE49-F238E27FC236}">
                <a16:creationId xmlns:a16="http://schemas.microsoft.com/office/drawing/2014/main" id="{7454FC36-D275-48E3-9262-DD1630C19822}"/>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10" name="text-49">
            <a:extLst xmlns:a="http://schemas.openxmlformats.org/drawingml/2006/main">
              <a:ext uri="{FF2B5EF4-FFF2-40B4-BE49-F238E27FC236}">
                <a16:creationId xmlns:a16="http://schemas.microsoft.com/office/drawing/2014/main" id="{5FEE3678-8E5C-46E1-BEE4-B2F4312E6F82}"/>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1" name="text-50">
            <a:extLst xmlns:a="http://schemas.openxmlformats.org/drawingml/2006/main">
              <a:ext uri="{FF2B5EF4-FFF2-40B4-BE49-F238E27FC236}">
                <a16:creationId xmlns:a16="http://schemas.microsoft.com/office/drawing/2014/main" id="{708FA661-A7E7-4E87-9CF2-CF731B084A01}"/>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2" name="text-51">
            <a:extLst xmlns:a="http://schemas.openxmlformats.org/drawingml/2006/main">
              <a:ext uri="{FF2B5EF4-FFF2-40B4-BE49-F238E27FC236}">
                <a16:creationId xmlns:a16="http://schemas.microsoft.com/office/drawing/2014/main" id="{2F605118-87FD-4A7C-96E8-0A8F1092B14E}"/>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3" name="text-52">
            <a:extLst xmlns:a="http://schemas.openxmlformats.org/drawingml/2006/main">
              <a:ext uri="{FF2B5EF4-FFF2-40B4-BE49-F238E27FC236}">
                <a16:creationId xmlns:a16="http://schemas.microsoft.com/office/drawing/2014/main" id="{B43BD8DB-58C5-475D-8690-C6CC4D198CEF}"/>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4" name="text-53">
            <a:extLst xmlns:a="http://schemas.openxmlformats.org/drawingml/2006/main">
              <a:ext uri="{FF2B5EF4-FFF2-40B4-BE49-F238E27FC236}">
                <a16:creationId xmlns:a16="http://schemas.microsoft.com/office/drawing/2014/main" id="{FD0D50A4-BDF6-4611-99B5-5F8B32D94BA9}"/>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02</a:t>
            </a:r>
          </a:p>
        </p:txBody>
      </p:sp>
      <p:pic>
        <p:nvPicPr>
          <p:cNvPr id="59" name=""/>
          <p:cNvPicPr>
            <a:picLocks xmlns:a="http://schemas.openxmlformats.org/drawingml/2006/main" noChangeAspect="1"/>
          </p:cNvPicPr>
          <p:nvPr/>
        </p:nvPicPr>
        <p:blipFill>
          <a:blip xmlns:r="http://schemas.openxmlformats.org/officeDocument/2006/relationships" xmlns:a="http://schemas.openxmlformats.org/drawingml/2006/main" r:embed="Re6897da271a04166"/>
          <a:srcRect xmlns:a="http://schemas.openxmlformats.org/drawingml/2006/main" l="0" t="23981" r="0" b="23981"/>
          <a:stretch xmlns:a="http://schemas.openxmlformats.org/drawingml/2006/main">
            <a:fillRect l="0" t="0" r="0" b="0"/>
          </a:stretch>
        </p:blipFill>
        <p:spPr>
          <a:xfrm xmlns:a="http://schemas.openxmlformats.org/drawingml/2006/main">
            <a:off x="609600" y="1285875"/>
            <a:ext cx="10972800" cy="3211830"/>
          </a:xfrm>
          <a:prstGeom xmlns:a="http://schemas.openxmlformats.org/drawingml/2006/main" prst="rect">
            <a:avLst/>
          </a:prstGeom>
        </p:spPr>
      </p:pic>
      <p:sp>
        <p:nvSpPr>
          <p:cNvPr id="16" name="text-54">
            <a:extLst xmlns:a="http://schemas.openxmlformats.org/drawingml/2006/main">
              <a:ext uri="{FF2B5EF4-FFF2-40B4-BE49-F238E27FC236}">
                <a16:creationId xmlns:a16="http://schemas.microsoft.com/office/drawing/2014/main" id="{48A72E16-6332-4B39-8544-265C09E4F946}"/>
              </a:ext>
            </a:extLst>
          </p:cNvPr>
          <p:cNvSpPr>
            <a:spLocks xmlns:a="http://schemas.openxmlformats.org/drawingml/2006/main" noGrp="1"/>
          </p:cNvSpPr>
          <p:nvPr/>
        </p:nvSpPr>
        <p:spPr>
          <a:xfrm xmlns:a="http://schemas.openxmlformats.org/drawingml/2006/main">
            <a:off x="7069562" y="4676775"/>
            <a:ext cx="347041"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تصوّر</a:t>
            </a:r>
          </a:p>
        </p:txBody>
      </p:sp>
      <p:sp>
        <p:nvSpPr>
          <p:cNvPr id="17" name="text-55">
            <a:extLst xmlns:a="http://schemas.openxmlformats.org/drawingml/2006/main">
              <a:ext uri="{FF2B5EF4-FFF2-40B4-BE49-F238E27FC236}">
                <a16:creationId xmlns:a16="http://schemas.microsoft.com/office/drawing/2014/main" id="{CC8E424F-9AE1-4556-9003-1ABF623700BE}"/>
              </a:ext>
            </a:extLst>
          </p:cNvPr>
          <p:cNvSpPr>
            <a:spLocks xmlns:a="http://schemas.openxmlformats.org/drawingml/2006/main" noGrp="1"/>
          </p:cNvSpPr>
          <p:nvPr/>
        </p:nvSpPr>
        <p:spPr>
          <a:xfrm xmlns:a="http://schemas.openxmlformats.org/drawingml/2006/main">
            <a:off x="6706691" y="4676775"/>
            <a:ext cx="33134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فني</a:t>
            </a:r>
          </a:p>
        </p:txBody>
      </p:sp>
      <p:sp>
        <p:nvSpPr>
          <p:cNvPr id="18" name="text-56">
            <a:extLst xmlns:a="http://schemas.openxmlformats.org/drawingml/2006/main">
              <a:ext uri="{FF2B5EF4-FFF2-40B4-BE49-F238E27FC236}">
                <a16:creationId xmlns:a16="http://schemas.microsoft.com/office/drawing/2014/main" id="{B9D07CCD-BBC2-425F-A40F-CC063AE883E6}"/>
              </a:ext>
            </a:extLst>
          </p:cNvPr>
          <p:cNvSpPr>
            <a:spLocks xmlns:a="http://schemas.openxmlformats.org/drawingml/2006/main" noGrp="1"/>
          </p:cNvSpPr>
          <p:nvPr/>
        </p:nvSpPr>
        <p:spPr>
          <a:xfrm xmlns:a="http://schemas.openxmlformats.org/drawingml/2006/main">
            <a:off x="6090016" y="4676775"/>
            <a:ext cx="58514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يستلهم</a:t>
            </a:r>
          </a:p>
        </p:txBody>
      </p:sp>
      <p:sp>
        <p:nvSpPr>
          <p:cNvPr id="19" name="text-57">
            <a:extLst xmlns:a="http://schemas.openxmlformats.org/drawingml/2006/main">
              <a:ext uri="{FF2B5EF4-FFF2-40B4-BE49-F238E27FC236}">
                <a16:creationId xmlns:a16="http://schemas.microsoft.com/office/drawing/2014/main" id="{DEB2015A-5290-4CBF-A51C-3F90A29048A1}"/>
              </a:ext>
            </a:extLst>
          </p:cNvPr>
          <p:cNvSpPr>
            <a:spLocks xmlns:a="http://schemas.openxmlformats.org/drawingml/2006/main" noGrp="1"/>
          </p:cNvSpPr>
          <p:nvPr/>
        </p:nvSpPr>
        <p:spPr>
          <a:xfrm xmlns:a="http://schemas.openxmlformats.org/drawingml/2006/main">
            <a:off x="5785225" y="4676775"/>
            <a:ext cx="273264"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إرث</a:t>
            </a:r>
          </a:p>
        </p:txBody>
      </p:sp>
      <p:sp>
        <p:nvSpPr>
          <p:cNvPr id="20" name="text-58">
            <a:extLst xmlns:a="http://schemas.openxmlformats.org/drawingml/2006/main">
              <a:ext uri="{FF2B5EF4-FFF2-40B4-BE49-F238E27FC236}">
                <a16:creationId xmlns:a16="http://schemas.microsoft.com/office/drawing/2014/main" id="{62D2CEDB-C985-4CCD-88D4-50ED81E89AFD}"/>
              </a:ext>
            </a:extLst>
          </p:cNvPr>
          <p:cNvSpPr>
            <a:spLocks xmlns:a="http://schemas.openxmlformats.org/drawingml/2006/main" noGrp="1"/>
          </p:cNvSpPr>
          <p:nvPr/>
        </p:nvSpPr>
        <p:spPr>
          <a:xfrm xmlns:a="http://schemas.openxmlformats.org/drawingml/2006/main">
            <a:off x="5275192" y="4676775"/>
            <a:ext cx="47850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العلماء</a:t>
            </a:r>
          </a:p>
        </p:txBody>
      </p:sp>
      <p:sp>
        <p:nvSpPr>
          <p:cNvPr id="21" name="text-59">
            <a:extLst xmlns:a="http://schemas.openxmlformats.org/drawingml/2006/main">
              <a:ext uri="{FF2B5EF4-FFF2-40B4-BE49-F238E27FC236}">
                <a16:creationId xmlns:a16="http://schemas.microsoft.com/office/drawing/2014/main" id="{29FDDC01-3609-4D62-9204-9192F2E620F2}"/>
              </a:ext>
            </a:extLst>
          </p:cNvPr>
          <p:cNvSpPr>
            <a:spLocks xmlns:a="http://schemas.openxmlformats.org/drawingml/2006/main" noGrp="1"/>
          </p:cNvSpPr>
          <p:nvPr/>
        </p:nvSpPr>
        <p:spPr>
          <a:xfrm xmlns:a="http://schemas.openxmlformats.org/drawingml/2006/main">
            <a:off x="4737297" y="4676775"/>
            <a:ext cx="50636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والعلوم</a:t>
            </a:r>
          </a:p>
        </p:txBody>
      </p:sp>
      <p:sp>
        <p:nvSpPr>
          <p:cNvPr id="22" name="text-60">
            <a:extLst xmlns:a="http://schemas.openxmlformats.org/drawingml/2006/main">
              <a:ext uri="{FF2B5EF4-FFF2-40B4-BE49-F238E27FC236}">
                <a16:creationId xmlns:a16="http://schemas.microsoft.com/office/drawing/2014/main" id="{4E46B4F0-6215-4260-AA9F-361936100265}"/>
              </a:ext>
            </a:extLst>
          </p:cNvPr>
          <p:cNvSpPr>
            <a:spLocks xmlns:a="http://schemas.openxmlformats.org/drawingml/2006/main" noGrp="1"/>
          </p:cNvSpPr>
          <p:nvPr/>
        </p:nvSpPr>
        <p:spPr>
          <a:xfrm xmlns:a="http://schemas.openxmlformats.org/drawingml/2006/main">
            <a:off x="10322395" y="5038725"/>
            <a:ext cx="126000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الخوارزمي</a:t>
            </a:r>
          </a:p>
        </p:txBody>
      </p:sp>
      <p:sp>
        <p:nvSpPr>
          <p:cNvPr id="23" name="text-61">
            <a:extLst xmlns:a="http://schemas.openxmlformats.org/drawingml/2006/main">
              <a:ext uri="{FF2B5EF4-FFF2-40B4-BE49-F238E27FC236}">
                <a16:creationId xmlns:a16="http://schemas.microsoft.com/office/drawing/2014/main" id="{1F9CAFA4-425D-4429-894D-F475B4B699D1}"/>
              </a:ext>
            </a:extLst>
          </p:cNvPr>
          <p:cNvSpPr>
            <a:spLocks xmlns:a="http://schemas.openxmlformats.org/drawingml/2006/main" noGrp="1"/>
          </p:cNvSpPr>
          <p:nvPr/>
        </p:nvSpPr>
        <p:spPr>
          <a:xfrm xmlns:a="http://schemas.openxmlformats.org/drawingml/2006/main">
            <a:off x="10143675" y="5038725"/>
            <a:ext cx="12804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a:t>
            </a:r>
          </a:p>
        </p:txBody>
      </p:sp>
      <p:sp>
        <p:nvSpPr>
          <p:cNvPr id="24" name="text-62">
            <a:extLst xmlns:a="http://schemas.openxmlformats.org/drawingml/2006/main">
              <a:ext uri="{FF2B5EF4-FFF2-40B4-BE49-F238E27FC236}">
                <a16:creationId xmlns:a16="http://schemas.microsoft.com/office/drawing/2014/main" id="{F9E82E68-0A5F-4A63-AACF-6A43B332B8EC}"/>
              </a:ext>
            </a:extLst>
          </p:cNvPr>
          <p:cNvSpPr>
            <a:spLocks xmlns:a="http://schemas.openxmlformats.org/drawingml/2006/main" noGrp="1"/>
          </p:cNvSpPr>
          <p:nvPr/>
        </p:nvSpPr>
        <p:spPr>
          <a:xfrm xmlns:a="http://schemas.openxmlformats.org/drawingml/2006/main">
            <a:off x="9486793" y="5038725"/>
            <a:ext cx="60620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الجبر</a:t>
            </a:r>
          </a:p>
        </p:txBody>
      </p:sp>
      <p:sp>
        <p:nvSpPr>
          <p:cNvPr id="25" name="text-63">
            <a:extLst xmlns:a="http://schemas.openxmlformats.org/drawingml/2006/main">
              <a:ext uri="{FF2B5EF4-FFF2-40B4-BE49-F238E27FC236}">
                <a16:creationId xmlns:a16="http://schemas.microsoft.com/office/drawing/2014/main" id="{238883BC-E988-47E1-8195-B90434B91DB8}"/>
              </a:ext>
            </a:extLst>
          </p:cNvPr>
          <p:cNvSpPr>
            <a:spLocks xmlns:a="http://schemas.openxmlformats.org/drawingml/2006/main" noGrp="1"/>
          </p:cNvSpPr>
          <p:nvPr/>
        </p:nvSpPr>
        <p:spPr>
          <a:xfrm xmlns:a="http://schemas.openxmlformats.org/drawingml/2006/main">
            <a:off x="7918559" y="5038725"/>
            <a:ext cx="151756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والخوارزميات</a:t>
            </a:r>
          </a:p>
        </p:txBody>
      </p:sp>
      <p:sp>
        <p:nvSpPr>
          <p:cNvPr id="26" name="text-64">
            <a:extLst xmlns:a="http://schemas.openxmlformats.org/drawingml/2006/main">
              <a:ext uri="{FF2B5EF4-FFF2-40B4-BE49-F238E27FC236}">
                <a16:creationId xmlns:a16="http://schemas.microsoft.com/office/drawing/2014/main" id="{CBD7285A-2C39-47F5-86C5-E74D4CAC2C20}"/>
              </a:ext>
            </a:extLst>
          </p:cNvPr>
          <p:cNvSpPr>
            <a:spLocks xmlns:a="http://schemas.openxmlformats.org/drawingml/2006/main" noGrp="1"/>
          </p:cNvSpPr>
          <p:nvPr/>
        </p:nvSpPr>
        <p:spPr>
          <a:xfrm xmlns:a="http://schemas.openxmlformats.org/drawingml/2006/main">
            <a:off x="5488579" y="5038725"/>
            <a:ext cx="40739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ابن</a:t>
            </a:r>
          </a:p>
        </p:txBody>
      </p:sp>
      <p:sp>
        <p:nvSpPr>
          <p:cNvPr id="27" name="text-65">
            <a:extLst xmlns:a="http://schemas.openxmlformats.org/drawingml/2006/main">
              <a:ext uri="{FF2B5EF4-FFF2-40B4-BE49-F238E27FC236}">
                <a16:creationId xmlns:a16="http://schemas.microsoft.com/office/drawing/2014/main" id="{F9EB3D01-C827-4D7A-B75C-C02E815AA7FF}"/>
              </a:ext>
            </a:extLst>
          </p:cNvPr>
          <p:cNvSpPr>
            <a:spLocks xmlns:a="http://schemas.openxmlformats.org/drawingml/2006/main" noGrp="1"/>
          </p:cNvSpPr>
          <p:nvPr/>
        </p:nvSpPr>
        <p:spPr>
          <a:xfrm xmlns:a="http://schemas.openxmlformats.org/drawingml/2006/main">
            <a:off x="4721642" y="5038725"/>
            <a:ext cx="71626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الهيثم</a:t>
            </a:r>
          </a:p>
        </p:txBody>
      </p:sp>
      <p:sp>
        <p:nvSpPr>
          <p:cNvPr id="28" name="text-66">
            <a:extLst xmlns:a="http://schemas.openxmlformats.org/drawingml/2006/main">
              <a:ext uri="{FF2B5EF4-FFF2-40B4-BE49-F238E27FC236}">
                <a16:creationId xmlns:a16="http://schemas.microsoft.com/office/drawing/2014/main" id="{577DA0C4-D6AC-4B22-ADC9-5CB97CDE2974}"/>
              </a:ext>
            </a:extLst>
          </p:cNvPr>
          <p:cNvSpPr>
            <a:spLocks xmlns:a="http://schemas.openxmlformats.org/drawingml/2006/main" noGrp="1"/>
          </p:cNvSpPr>
          <p:nvPr/>
        </p:nvSpPr>
        <p:spPr>
          <a:xfrm xmlns:a="http://schemas.openxmlformats.org/drawingml/2006/main">
            <a:off x="4542922" y="5038725"/>
            <a:ext cx="12804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a:t>
            </a:r>
          </a:p>
        </p:txBody>
      </p:sp>
      <p:sp>
        <p:nvSpPr>
          <p:cNvPr id="29" name="text-67">
            <a:extLst xmlns:a="http://schemas.openxmlformats.org/drawingml/2006/main">
              <a:ext uri="{FF2B5EF4-FFF2-40B4-BE49-F238E27FC236}">
                <a16:creationId xmlns:a16="http://schemas.microsoft.com/office/drawing/2014/main" id="{C9E29296-8165-4155-99BA-258F9116306F}"/>
              </a:ext>
            </a:extLst>
          </p:cNvPr>
          <p:cNvSpPr>
            <a:spLocks xmlns:a="http://schemas.openxmlformats.org/drawingml/2006/main" noGrp="1"/>
          </p:cNvSpPr>
          <p:nvPr/>
        </p:nvSpPr>
        <p:spPr>
          <a:xfrm xmlns:a="http://schemas.openxmlformats.org/drawingml/2006/main">
            <a:off x="3636904" y="5038725"/>
            <a:ext cx="85534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التجربة</a:t>
            </a:r>
          </a:p>
        </p:txBody>
      </p:sp>
      <p:sp>
        <p:nvSpPr>
          <p:cNvPr id="30" name="text-68">
            <a:extLst xmlns:a="http://schemas.openxmlformats.org/drawingml/2006/main">
              <a:ext uri="{FF2B5EF4-FFF2-40B4-BE49-F238E27FC236}">
                <a16:creationId xmlns:a16="http://schemas.microsoft.com/office/drawing/2014/main" id="{B726D214-47C8-45D8-B54B-D8DDF8F68130}"/>
              </a:ext>
            </a:extLst>
          </p:cNvPr>
          <p:cNvSpPr>
            <a:spLocks xmlns:a="http://schemas.openxmlformats.org/drawingml/2006/main" noGrp="1"/>
          </p:cNvSpPr>
          <p:nvPr/>
        </p:nvSpPr>
        <p:spPr>
          <a:xfrm xmlns:a="http://schemas.openxmlformats.org/drawingml/2006/main">
            <a:off x="2565654" y="5038725"/>
            <a:ext cx="102057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1">
                <a:solidFill>
                  <a:srgbClr val="DDC087"/>
                </a:solidFill>
                <a:latin typeface="Tahoma"/>
                <a:ea typeface="Tahoma"/>
                <a:cs typeface="Tahoma"/>
              </a:defRPr>
            </a:pPr>
            <a:r>
              <a:rPr sz="1875" b="1">
                <a:solidFill>
                  <a:srgbClr val="DDC087"/>
                </a:solidFill>
                <a:latin typeface="Tahoma"/>
                <a:ea typeface="Tahoma"/>
                <a:cs typeface="Tahoma"/>
              </a:rPr>
              <a:t>والبرهان</a:t>
            </a:r>
          </a:p>
        </p:txBody>
      </p:sp>
      <p:sp>
        <p:nvSpPr>
          <p:cNvPr id="31" name="text-69">
            <a:extLst xmlns:a="http://schemas.openxmlformats.org/drawingml/2006/main">
              <a:ext uri="{FF2B5EF4-FFF2-40B4-BE49-F238E27FC236}">
                <a16:creationId xmlns:a16="http://schemas.microsoft.com/office/drawing/2014/main" id="{A50B1483-BBFD-45D8-A974-525EDBC87965}"/>
              </a:ext>
            </a:extLst>
          </p:cNvPr>
          <p:cNvSpPr>
            <a:spLocks xmlns:a="http://schemas.openxmlformats.org/drawingml/2006/main" noGrp="1"/>
          </p:cNvSpPr>
          <p:nvPr/>
        </p:nvSpPr>
        <p:spPr>
          <a:xfrm xmlns:a="http://schemas.openxmlformats.org/drawingml/2006/main">
            <a:off x="7011777" y="5429250"/>
            <a:ext cx="647446"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F3F0E6"/>
                </a:solidFill>
                <a:latin typeface="Tahoma"/>
                <a:ea typeface="Tahoma"/>
                <a:cs typeface="Tahoma"/>
              </a:defRPr>
            </a:pPr>
            <a:r>
              <a:rPr sz="1650" b="0">
                <a:solidFill>
                  <a:srgbClr val="F3F0E6"/>
                </a:solidFill>
                <a:latin typeface="Tahoma"/>
                <a:ea typeface="Tahoma"/>
                <a:cs typeface="Tahoma"/>
              </a:rPr>
              <a:t>حساب</a:t>
            </a:r>
          </a:p>
        </p:txBody>
      </p:sp>
      <p:sp>
        <p:nvSpPr>
          <p:cNvPr id="32" name="text-70">
            <a:extLst xmlns:a="http://schemas.openxmlformats.org/drawingml/2006/main">
              <a:ext uri="{FF2B5EF4-FFF2-40B4-BE49-F238E27FC236}">
                <a16:creationId xmlns:a16="http://schemas.microsoft.com/office/drawing/2014/main" id="{37BB2855-7ACC-45F6-B351-BBA32BE54B46}"/>
              </a:ext>
            </a:extLst>
          </p:cNvPr>
          <p:cNvSpPr>
            <a:spLocks xmlns:a="http://schemas.openxmlformats.org/drawingml/2006/main" noGrp="1"/>
          </p:cNvSpPr>
          <p:nvPr/>
        </p:nvSpPr>
        <p:spPr>
          <a:xfrm xmlns:a="http://schemas.openxmlformats.org/drawingml/2006/main">
            <a:off x="6474625" y="5429250"/>
            <a:ext cx="49067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F3F0E6"/>
                </a:solidFill>
                <a:latin typeface="Tahoma"/>
                <a:ea typeface="Tahoma"/>
                <a:cs typeface="Tahoma"/>
              </a:defRPr>
            </a:pPr>
            <a:r>
              <a:rPr sz="1650" b="0">
                <a:solidFill>
                  <a:srgbClr val="F3F0E6"/>
                </a:solidFill>
                <a:latin typeface="Tahoma"/>
                <a:ea typeface="Tahoma"/>
                <a:cs typeface="Tahoma"/>
              </a:rPr>
              <a:t>يخدم</a:t>
            </a:r>
          </a:p>
        </p:txBody>
      </p:sp>
      <p:sp>
        <p:nvSpPr>
          <p:cNvPr id="33" name="text-71">
            <a:extLst xmlns:a="http://schemas.openxmlformats.org/drawingml/2006/main">
              <a:ext uri="{FF2B5EF4-FFF2-40B4-BE49-F238E27FC236}">
                <a16:creationId xmlns:a16="http://schemas.microsoft.com/office/drawing/2014/main" id="{3E5AEC8C-F98B-4C5B-89A6-99A4B7506800}"/>
              </a:ext>
            </a:extLst>
          </p:cNvPr>
          <p:cNvSpPr>
            <a:spLocks xmlns:a="http://schemas.openxmlformats.org/drawingml/2006/main" noGrp="1"/>
          </p:cNvSpPr>
          <p:nvPr/>
        </p:nvSpPr>
        <p:spPr>
          <a:xfrm xmlns:a="http://schemas.openxmlformats.org/drawingml/2006/main">
            <a:off x="6006443" y="5429250"/>
            <a:ext cx="4217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F3F0E6"/>
                </a:solidFill>
                <a:latin typeface="Tahoma"/>
                <a:ea typeface="Tahoma"/>
                <a:cs typeface="Tahoma"/>
              </a:defRPr>
            </a:pPr>
            <a:r>
              <a:rPr sz="1650" b="0">
                <a:solidFill>
                  <a:srgbClr val="F3F0E6"/>
                </a:solidFill>
                <a:latin typeface="Tahoma"/>
                <a:ea typeface="Tahoma"/>
                <a:cs typeface="Tahoma"/>
              </a:rPr>
              <a:t>حياة</a:t>
            </a:r>
          </a:p>
        </p:txBody>
      </p:sp>
      <p:sp>
        <p:nvSpPr>
          <p:cNvPr id="34" name="text-72">
            <a:extLst xmlns:a="http://schemas.openxmlformats.org/drawingml/2006/main">
              <a:ext uri="{FF2B5EF4-FFF2-40B4-BE49-F238E27FC236}">
                <a16:creationId xmlns:a16="http://schemas.microsoft.com/office/drawing/2014/main" id="{5390B429-CECC-4396-B533-91CC9D14321F}"/>
              </a:ext>
            </a:extLst>
          </p:cNvPr>
          <p:cNvSpPr>
            <a:spLocks xmlns:a="http://schemas.openxmlformats.org/drawingml/2006/main" noGrp="1"/>
          </p:cNvSpPr>
          <p:nvPr/>
        </p:nvSpPr>
        <p:spPr>
          <a:xfrm xmlns:a="http://schemas.openxmlformats.org/drawingml/2006/main">
            <a:off x="5408366" y="5429250"/>
            <a:ext cx="55159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F3F0E6"/>
                </a:solidFill>
                <a:latin typeface="Tahoma"/>
                <a:ea typeface="Tahoma"/>
                <a:cs typeface="Tahoma"/>
              </a:defRPr>
            </a:pPr>
            <a:r>
              <a:rPr sz="1650" b="0">
                <a:solidFill>
                  <a:srgbClr val="F3F0E6"/>
                </a:solidFill>
                <a:latin typeface="Tahoma"/>
                <a:ea typeface="Tahoma"/>
                <a:cs typeface="Tahoma"/>
              </a:rPr>
              <a:t>الناس</a:t>
            </a:r>
          </a:p>
        </p:txBody>
      </p:sp>
      <p:sp>
        <p:nvSpPr>
          <p:cNvPr id="35" name="text-73">
            <a:extLst xmlns:a="http://schemas.openxmlformats.org/drawingml/2006/main">
              <a:ext uri="{FF2B5EF4-FFF2-40B4-BE49-F238E27FC236}">
                <a16:creationId xmlns:a16="http://schemas.microsoft.com/office/drawing/2014/main" id="{8A1C4C86-91F9-4BD8-ABBF-41BFE37E2ADA}"/>
              </a:ext>
            </a:extLst>
          </p:cNvPr>
          <p:cNvSpPr>
            <a:spLocks xmlns:a="http://schemas.openxmlformats.org/drawingml/2006/main" noGrp="1"/>
          </p:cNvSpPr>
          <p:nvPr/>
        </p:nvSpPr>
        <p:spPr>
          <a:xfrm xmlns:a="http://schemas.openxmlformats.org/drawingml/2006/main">
            <a:off x="4494677" y="5429250"/>
            <a:ext cx="867207"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F3F0E6"/>
                </a:solidFill>
                <a:latin typeface="Tahoma"/>
                <a:ea typeface="Tahoma"/>
                <a:cs typeface="Tahoma"/>
              </a:defRPr>
            </a:pPr>
            <a:r>
              <a:rPr sz="1650" b="0">
                <a:solidFill>
                  <a:srgbClr val="F3F0E6"/>
                </a:solidFill>
                <a:latin typeface="Tahoma"/>
                <a:ea typeface="Tahoma"/>
                <a:cs typeface="Tahoma"/>
              </a:rPr>
              <a:t>ومواريثهم</a:t>
            </a:r>
          </a:p>
        </p:txBody>
      </p:sp>
      <p:sp>
        <p:nvSpPr>
          <p:cNvPr id="36" name="text-74">
            <a:extLst xmlns:a="http://schemas.openxmlformats.org/drawingml/2006/main">
              <a:ext uri="{FF2B5EF4-FFF2-40B4-BE49-F238E27FC236}">
                <a16:creationId xmlns:a16="http://schemas.microsoft.com/office/drawing/2014/main" id="{8C7FE1E6-6DBF-45C6-8426-1BF1363E5EF0}"/>
              </a:ext>
            </a:extLst>
          </p:cNvPr>
          <p:cNvSpPr>
            <a:spLocks xmlns:a="http://schemas.openxmlformats.org/drawingml/2006/main" noGrp="1"/>
          </p:cNvSpPr>
          <p:nvPr/>
        </p:nvSpPr>
        <p:spPr>
          <a:xfrm xmlns:a="http://schemas.openxmlformats.org/drawingml/2006/main">
            <a:off x="8339515" y="5829300"/>
            <a:ext cx="658924"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المعرفة</a:t>
            </a:r>
          </a:p>
        </p:txBody>
      </p:sp>
      <p:sp>
        <p:nvSpPr>
          <p:cNvPr id="37" name="text-75">
            <a:extLst xmlns:a="http://schemas.openxmlformats.org/drawingml/2006/main">
              <a:ext uri="{FF2B5EF4-FFF2-40B4-BE49-F238E27FC236}">
                <a16:creationId xmlns:a16="http://schemas.microsoft.com/office/drawing/2014/main" id="{7C742E18-0118-4C87-8CD2-7B8B7D9AD6E8}"/>
              </a:ext>
            </a:extLst>
          </p:cNvPr>
          <p:cNvSpPr>
            <a:spLocks xmlns:a="http://schemas.openxmlformats.org/drawingml/2006/main" noGrp="1"/>
          </p:cNvSpPr>
          <p:nvPr/>
        </p:nvSpPr>
        <p:spPr>
          <a:xfrm xmlns:a="http://schemas.openxmlformats.org/drawingml/2006/main">
            <a:off x="7438979" y="5829300"/>
            <a:ext cx="857101"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الإسلامية</a:t>
            </a:r>
          </a:p>
        </p:txBody>
      </p:sp>
      <p:sp>
        <p:nvSpPr>
          <p:cNvPr id="38" name="text-76">
            <a:extLst xmlns:a="http://schemas.openxmlformats.org/drawingml/2006/main">
              <a:ext uri="{FF2B5EF4-FFF2-40B4-BE49-F238E27FC236}">
                <a16:creationId xmlns:a16="http://schemas.microsoft.com/office/drawing/2014/main" id="{BE1D8CA6-9C4C-4521-B6A4-AD9B5085D240}"/>
              </a:ext>
            </a:extLst>
          </p:cNvPr>
          <p:cNvSpPr>
            <a:spLocks xmlns:a="http://schemas.openxmlformats.org/drawingml/2006/main" noGrp="1"/>
          </p:cNvSpPr>
          <p:nvPr/>
        </p:nvSpPr>
        <p:spPr>
          <a:xfrm xmlns:a="http://schemas.openxmlformats.org/drawingml/2006/main">
            <a:off x="6900951" y="5829300"/>
            <a:ext cx="494594"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تحتاج</a:t>
            </a:r>
          </a:p>
        </p:txBody>
      </p:sp>
      <p:sp>
        <p:nvSpPr>
          <p:cNvPr id="39" name="text-77">
            <a:extLst xmlns:a="http://schemas.openxmlformats.org/drawingml/2006/main">
              <a:ext uri="{FF2B5EF4-FFF2-40B4-BE49-F238E27FC236}">
                <a16:creationId xmlns:a16="http://schemas.microsoft.com/office/drawing/2014/main" id="{31E4383F-7C9A-4050-B1D9-18D30FF9E77B}"/>
              </a:ext>
            </a:extLst>
          </p:cNvPr>
          <p:cNvSpPr>
            <a:spLocks xmlns:a="http://schemas.openxmlformats.org/drawingml/2006/main" noGrp="1"/>
          </p:cNvSpPr>
          <p:nvPr/>
        </p:nvSpPr>
        <p:spPr>
          <a:xfrm xmlns:a="http://schemas.openxmlformats.org/drawingml/2006/main">
            <a:off x="6290814" y="5829300"/>
            <a:ext cx="566703"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سيادة</a:t>
            </a:r>
          </a:p>
        </p:txBody>
      </p:sp>
      <p:sp>
        <p:nvSpPr>
          <p:cNvPr id="40" name="text-78">
            <a:extLst xmlns:a="http://schemas.openxmlformats.org/drawingml/2006/main">
              <a:ext uri="{FF2B5EF4-FFF2-40B4-BE49-F238E27FC236}">
                <a16:creationId xmlns:a16="http://schemas.microsoft.com/office/drawing/2014/main" id="{349EEF00-05CB-4183-88FC-1A3CEC96D22D}"/>
              </a:ext>
            </a:extLst>
          </p:cNvPr>
          <p:cNvSpPr>
            <a:spLocks xmlns:a="http://schemas.openxmlformats.org/drawingml/2006/main" noGrp="1"/>
          </p:cNvSpPr>
          <p:nvPr/>
        </p:nvSpPr>
        <p:spPr>
          <a:xfrm xmlns:a="http://schemas.openxmlformats.org/drawingml/2006/main">
            <a:off x="5809394" y="5829300"/>
            <a:ext cx="43798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على</a:t>
            </a:r>
          </a:p>
        </p:txBody>
      </p:sp>
      <p:sp>
        <p:nvSpPr>
          <p:cNvPr id="41" name="text-79">
            <a:extLst xmlns:a="http://schemas.openxmlformats.org/drawingml/2006/main">
              <a:ext uri="{FF2B5EF4-FFF2-40B4-BE49-F238E27FC236}">
                <a16:creationId xmlns:a16="http://schemas.microsoft.com/office/drawing/2014/main" id="{6DA0FEEA-9315-49C2-88BD-D87CD3F2E809}"/>
              </a:ext>
            </a:extLst>
          </p:cNvPr>
          <p:cNvSpPr>
            <a:spLocks xmlns:a="http://schemas.openxmlformats.org/drawingml/2006/main" noGrp="1"/>
          </p:cNvSpPr>
          <p:nvPr/>
        </p:nvSpPr>
        <p:spPr>
          <a:xfrm xmlns:a="http://schemas.openxmlformats.org/drawingml/2006/main">
            <a:off x="5269305" y="5829300"/>
            <a:ext cx="496654"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الذكاء</a:t>
            </a:r>
          </a:p>
        </p:txBody>
      </p:sp>
      <p:sp>
        <p:nvSpPr>
          <p:cNvPr id="42" name="text-80">
            <a:extLst xmlns:a="http://schemas.openxmlformats.org/drawingml/2006/main">
              <a:ext uri="{FF2B5EF4-FFF2-40B4-BE49-F238E27FC236}">
                <a16:creationId xmlns:a16="http://schemas.microsoft.com/office/drawing/2014/main" id="{644E1F68-6523-4D72-BF73-9E7106A90029}"/>
              </a:ext>
            </a:extLst>
          </p:cNvPr>
          <p:cNvSpPr>
            <a:spLocks xmlns:a="http://schemas.openxmlformats.org/drawingml/2006/main" noGrp="1"/>
          </p:cNvSpPr>
          <p:nvPr/>
        </p:nvSpPr>
        <p:spPr>
          <a:xfrm xmlns:a="http://schemas.openxmlformats.org/drawingml/2006/main">
            <a:off x="4667409" y="5829300"/>
            <a:ext cx="55846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وضبطًا</a:t>
            </a:r>
          </a:p>
        </p:txBody>
      </p:sp>
      <p:sp>
        <p:nvSpPr>
          <p:cNvPr id="43" name="text-81">
            <a:extLst xmlns:a="http://schemas.openxmlformats.org/drawingml/2006/main">
              <a:ext uri="{FF2B5EF4-FFF2-40B4-BE49-F238E27FC236}">
                <a16:creationId xmlns:a16="http://schemas.microsoft.com/office/drawing/2014/main" id="{45E51308-33D8-43FB-8D88-4958C65860D1}"/>
              </a:ext>
            </a:extLst>
          </p:cNvPr>
          <p:cNvSpPr>
            <a:spLocks xmlns:a="http://schemas.openxmlformats.org/drawingml/2006/main" noGrp="1"/>
          </p:cNvSpPr>
          <p:nvPr/>
        </p:nvSpPr>
        <p:spPr>
          <a:xfrm xmlns:a="http://schemas.openxmlformats.org/drawingml/2006/main">
            <a:off x="4143508" y="5829300"/>
            <a:ext cx="480467"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للنص</a:t>
            </a:r>
          </a:p>
        </p:txBody>
      </p:sp>
      <p:sp>
        <p:nvSpPr>
          <p:cNvPr id="44" name="text-82">
            <a:extLst xmlns:a="http://schemas.openxmlformats.org/drawingml/2006/main">
              <a:ext uri="{FF2B5EF4-FFF2-40B4-BE49-F238E27FC236}">
                <a16:creationId xmlns:a16="http://schemas.microsoft.com/office/drawing/2014/main" id="{CB77AF96-0BEF-4815-8D64-33689FCED55E}"/>
              </a:ext>
            </a:extLst>
          </p:cNvPr>
          <p:cNvSpPr>
            <a:spLocks xmlns:a="http://schemas.openxmlformats.org/drawingml/2006/main" noGrp="1"/>
          </p:cNvSpPr>
          <p:nvPr/>
        </p:nvSpPr>
        <p:spPr>
          <a:xfrm xmlns:a="http://schemas.openxmlformats.org/drawingml/2006/main">
            <a:off x="3155461" y="5829300"/>
            <a:ext cx="944613"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A5B9AB"/>
                </a:solidFill>
                <a:latin typeface="Tahoma"/>
                <a:ea typeface="Tahoma"/>
                <a:cs typeface="Tahoma"/>
              </a:defRPr>
            </a:pPr>
            <a:r>
              <a:rPr sz="1575" b="0">
                <a:solidFill>
                  <a:srgbClr val="A5B9AB"/>
                </a:solidFill>
                <a:latin typeface="Tahoma"/>
                <a:ea typeface="Tahoma"/>
                <a:cs typeface="Tahoma"/>
              </a:rPr>
              <a:t>والاستدلال</a:t>
            </a:r>
          </a:p>
        </p:txBody>
      </p:sp>
    </p:spTree>
    <p:extLst>
      <p:ext uri="{BB962C8B-B14F-4D97-AF65-F5344CB8AC3E}">
        <p14:creationId xmlns:p14="http://schemas.microsoft.com/office/powerpoint/2010/main" val="1981913550"/>
      </p:ext>
    </p:extLst>
  </p:cSld>
</p:sld>
</file>

<file path=ppt/slides/slide3.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2" name="text-83">
            <a:extLst xmlns:a="http://schemas.openxmlformats.org/drawingml/2006/main">
              <a:ext uri="{FF2B5EF4-FFF2-40B4-BE49-F238E27FC236}">
                <a16:creationId xmlns:a16="http://schemas.microsoft.com/office/drawing/2014/main" id="{73817C8C-E4F7-44B8-A9B7-CA73C725EA6C}"/>
              </a:ext>
            </a:extLst>
          </p:cNvPr>
          <p:cNvSpPr>
            <a:spLocks xmlns:a="http://schemas.openxmlformats.org/drawingml/2006/main" noGrp="1"/>
          </p:cNvSpPr>
          <p:nvPr/>
        </p:nvSpPr>
        <p:spPr>
          <a:xfrm xmlns:a="http://schemas.openxmlformats.org/drawingml/2006/main">
            <a:off x="10611056" y="457200"/>
            <a:ext cx="97134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لماذا</a:t>
            </a:r>
          </a:p>
        </p:txBody>
      </p:sp>
      <p:sp>
        <p:nvSpPr>
          <p:cNvPr id="2" name="text-84">
            <a:extLst xmlns:a="http://schemas.openxmlformats.org/drawingml/2006/main">
              <a:ext uri="{FF2B5EF4-FFF2-40B4-BE49-F238E27FC236}">
                <a16:creationId xmlns:a16="http://schemas.microsoft.com/office/drawing/2014/main" id="{1ABFEA84-3304-4510-B020-2D0EABC55B18}"/>
              </a:ext>
            </a:extLst>
          </p:cNvPr>
          <p:cNvSpPr>
            <a:spLocks xmlns:a="http://schemas.openxmlformats.org/drawingml/2006/main" noGrp="1"/>
          </p:cNvSpPr>
          <p:nvPr/>
        </p:nvSpPr>
        <p:spPr>
          <a:xfrm xmlns:a="http://schemas.openxmlformats.org/drawingml/2006/main">
            <a:off x="9665642" y="457200"/>
            <a:ext cx="8444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يعبد</a:t>
            </a:r>
          </a:p>
        </p:txBody>
      </p:sp>
      <p:sp>
        <p:nvSpPr>
          <p:cNvPr id="3" name="text-85">
            <a:extLst xmlns:a="http://schemas.openxmlformats.org/drawingml/2006/main">
              <a:ext uri="{FF2B5EF4-FFF2-40B4-BE49-F238E27FC236}">
                <a16:creationId xmlns:a16="http://schemas.microsoft.com/office/drawing/2014/main" id="{BE2C8FDF-5E76-45D8-B2A2-BE93BC5D36A0}"/>
              </a:ext>
            </a:extLst>
          </p:cNvPr>
          <p:cNvSpPr>
            <a:spLocks xmlns:a="http://schemas.openxmlformats.org/drawingml/2006/main" noGrp="1"/>
          </p:cNvSpPr>
          <p:nvPr/>
        </p:nvSpPr>
        <p:spPr>
          <a:xfrm xmlns:a="http://schemas.openxmlformats.org/drawingml/2006/main">
            <a:off x="7466426" y="457200"/>
            <a:ext cx="209825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المسلمون</a:t>
            </a:r>
          </a:p>
        </p:txBody>
      </p:sp>
      <p:sp>
        <p:nvSpPr>
          <p:cNvPr id="4" name="text-86">
            <a:extLst xmlns:a="http://schemas.openxmlformats.org/drawingml/2006/main">
              <a:ext uri="{FF2B5EF4-FFF2-40B4-BE49-F238E27FC236}">
                <a16:creationId xmlns:a16="http://schemas.microsoft.com/office/drawing/2014/main" id="{5F1301B3-71C0-4F1E-A088-C47EFC18C6D8}"/>
              </a:ext>
            </a:extLst>
          </p:cNvPr>
          <p:cNvSpPr>
            <a:spLocks xmlns:a="http://schemas.openxmlformats.org/drawingml/2006/main" noGrp="1"/>
          </p:cNvSpPr>
          <p:nvPr/>
        </p:nvSpPr>
        <p:spPr>
          <a:xfrm xmlns:a="http://schemas.openxmlformats.org/drawingml/2006/main">
            <a:off x="5856221" y="457200"/>
            <a:ext cx="15092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الكعبة؟</a:t>
            </a:r>
          </a:p>
        </p:txBody>
      </p:sp>
      <p:sp>
        <p:nvSpPr>
          <p:cNvPr id="5" name="shape-87">
            <a:extLst xmlns:a="http://schemas.openxmlformats.org/drawingml/2006/main">
              <a:ext uri="{FF2B5EF4-FFF2-40B4-BE49-F238E27FC236}">
                <a16:creationId xmlns:a16="http://schemas.microsoft.com/office/drawing/2014/main" id="{30E71041-B320-4028-B035-1E41C9540845}"/>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6" name="text-88">
            <a:extLst xmlns:a="http://schemas.openxmlformats.org/drawingml/2006/main">
              <a:ext uri="{FF2B5EF4-FFF2-40B4-BE49-F238E27FC236}">
                <a16:creationId xmlns:a16="http://schemas.microsoft.com/office/drawing/2014/main" id="{D48FE82B-BB05-424D-BA54-CD5FA697EDB8}"/>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7" name="text-89">
            <a:extLst xmlns:a="http://schemas.openxmlformats.org/drawingml/2006/main">
              <a:ext uri="{FF2B5EF4-FFF2-40B4-BE49-F238E27FC236}">
                <a16:creationId xmlns:a16="http://schemas.microsoft.com/office/drawing/2014/main" id="{95BED188-1899-492B-9C6C-D08A14ECD8E0}"/>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8" name="text-90">
            <a:extLst xmlns:a="http://schemas.openxmlformats.org/drawingml/2006/main">
              <a:ext uri="{FF2B5EF4-FFF2-40B4-BE49-F238E27FC236}">
                <a16:creationId xmlns:a16="http://schemas.microsoft.com/office/drawing/2014/main" id="{3EAD27D6-FAAF-47A6-98B5-5F82BF7BE5CE}"/>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9" name="text-91">
            <a:extLst xmlns:a="http://schemas.openxmlformats.org/drawingml/2006/main">
              <a:ext uri="{FF2B5EF4-FFF2-40B4-BE49-F238E27FC236}">
                <a16:creationId xmlns:a16="http://schemas.microsoft.com/office/drawing/2014/main" id="{C837FB32-4575-4FEE-8C0C-DA965F75EAC3}"/>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0" name="text-92">
            <a:extLst xmlns:a="http://schemas.openxmlformats.org/drawingml/2006/main">
              <a:ext uri="{FF2B5EF4-FFF2-40B4-BE49-F238E27FC236}">
                <a16:creationId xmlns:a16="http://schemas.microsoft.com/office/drawing/2014/main" id="{37D7EE8A-2F52-48DB-BCEA-B60E0662EB32}"/>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1" name="text-93">
            <a:extLst xmlns:a="http://schemas.openxmlformats.org/drawingml/2006/main">
              <a:ext uri="{FF2B5EF4-FFF2-40B4-BE49-F238E27FC236}">
                <a16:creationId xmlns:a16="http://schemas.microsoft.com/office/drawing/2014/main" id="{6A1B605D-791C-4B8E-BE9C-D024518CCDA5}"/>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2" name="text-94">
            <a:extLst xmlns:a="http://schemas.openxmlformats.org/drawingml/2006/main">
              <a:ext uri="{FF2B5EF4-FFF2-40B4-BE49-F238E27FC236}">
                <a16:creationId xmlns:a16="http://schemas.microsoft.com/office/drawing/2014/main" id="{7CADC8BC-AD17-4C76-9F01-B50F18275430}"/>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03</a:t>
            </a:r>
          </a:p>
        </p:txBody>
      </p:sp>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b2bcf737b5fe452f"/>
          <a:stretch xmlns:a="http://schemas.openxmlformats.org/drawingml/2006/main"/>
        </p:blipFill>
        <p:spPr>
          <a:xfrm xmlns:a="http://schemas.openxmlformats.org/drawingml/2006/main">
            <a:off x="609600" y="1451584"/>
            <a:ext cx="7381875" cy="4154858"/>
          </a:xfrm>
          <a:prstGeom xmlns:a="http://schemas.openxmlformats.org/drawingml/2006/main" prst="rect">
            <a:avLst/>
          </a:prstGeom>
        </p:spPr>
      </p:pic>
      <p:sp>
        <p:nvSpPr>
          <p:cNvPr id="14" name="text-95">
            <a:extLst xmlns:a="http://schemas.openxmlformats.org/drawingml/2006/main">
              <a:ext uri="{FF2B5EF4-FFF2-40B4-BE49-F238E27FC236}">
                <a16:creationId xmlns:a16="http://schemas.microsoft.com/office/drawing/2014/main" id="{2152AAFC-59C6-45C1-8982-C8125D51C533}"/>
              </a:ext>
            </a:extLst>
          </p:cNvPr>
          <p:cNvSpPr>
            <a:spLocks xmlns:a="http://schemas.openxmlformats.org/drawingml/2006/main" noGrp="1"/>
          </p:cNvSpPr>
          <p:nvPr/>
        </p:nvSpPr>
        <p:spPr>
          <a:xfrm xmlns:a="http://schemas.openxmlformats.org/drawingml/2006/main">
            <a:off x="10719923" y="1714500"/>
            <a:ext cx="86247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DDC087"/>
                </a:solidFill>
                <a:latin typeface="Tahoma"/>
                <a:ea typeface="Tahoma"/>
                <a:cs typeface="Tahoma"/>
              </a:defRPr>
            </a:pPr>
            <a:r>
              <a:rPr sz="2175" b="1">
                <a:solidFill>
                  <a:srgbClr val="DDC087"/>
                </a:solidFill>
                <a:latin typeface="Tahoma"/>
                <a:ea typeface="Tahoma"/>
                <a:cs typeface="Tahoma"/>
              </a:rPr>
              <a:t>يصحح</a:t>
            </a:r>
          </a:p>
        </p:txBody>
      </p:sp>
      <p:sp>
        <p:nvSpPr>
          <p:cNvPr id="15" name="text-96">
            <a:extLst xmlns:a="http://schemas.openxmlformats.org/drawingml/2006/main">
              <a:ext uri="{FF2B5EF4-FFF2-40B4-BE49-F238E27FC236}">
                <a16:creationId xmlns:a16="http://schemas.microsoft.com/office/drawing/2014/main" id="{D8C0EBD3-534F-4A80-B94E-6F6747983812}"/>
              </a:ext>
            </a:extLst>
          </p:cNvPr>
          <p:cNvSpPr>
            <a:spLocks xmlns:a="http://schemas.openxmlformats.org/drawingml/2006/main" noGrp="1"/>
          </p:cNvSpPr>
          <p:nvPr/>
        </p:nvSpPr>
        <p:spPr>
          <a:xfrm xmlns:a="http://schemas.openxmlformats.org/drawingml/2006/main">
            <a:off x="9748578" y="1714500"/>
            <a:ext cx="90943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DDC087"/>
                </a:solidFill>
                <a:latin typeface="Tahoma"/>
                <a:ea typeface="Tahoma"/>
                <a:cs typeface="Tahoma"/>
              </a:defRPr>
            </a:pPr>
            <a:r>
              <a:rPr sz="2175" b="1">
                <a:solidFill>
                  <a:srgbClr val="DDC087"/>
                </a:solidFill>
                <a:latin typeface="Tahoma"/>
                <a:ea typeface="Tahoma"/>
                <a:cs typeface="Tahoma"/>
              </a:rPr>
              <a:t>فرضية</a:t>
            </a:r>
          </a:p>
        </p:txBody>
      </p:sp>
      <p:sp>
        <p:nvSpPr>
          <p:cNvPr id="16" name="text-97">
            <a:extLst xmlns:a="http://schemas.openxmlformats.org/drawingml/2006/main">
              <a:ext uri="{FF2B5EF4-FFF2-40B4-BE49-F238E27FC236}">
                <a16:creationId xmlns:a16="http://schemas.microsoft.com/office/drawing/2014/main" id="{5C003EDE-B03F-401E-BC2B-8E3CB49A8CFE}"/>
              </a:ext>
            </a:extLst>
          </p:cNvPr>
          <p:cNvSpPr>
            <a:spLocks xmlns:a="http://schemas.openxmlformats.org/drawingml/2006/main" noGrp="1"/>
          </p:cNvSpPr>
          <p:nvPr/>
        </p:nvSpPr>
        <p:spPr>
          <a:xfrm xmlns:a="http://schemas.openxmlformats.org/drawingml/2006/main">
            <a:off x="8663414" y="1714500"/>
            <a:ext cx="102325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DDC087"/>
                </a:solidFill>
                <a:latin typeface="Tahoma"/>
                <a:ea typeface="Tahoma"/>
                <a:cs typeface="Tahoma"/>
              </a:defRPr>
            </a:pPr>
            <a:r>
              <a:rPr sz="2175" b="1">
                <a:solidFill>
                  <a:srgbClr val="DDC087"/>
                </a:solidFill>
                <a:latin typeface="Tahoma"/>
                <a:ea typeface="Tahoma"/>
                <a:cs typeface="Tahoma"/>
              </a:rPr>
              <a:t>السؤال</a:t>
            </a:r>
          </a:p>
        </p:txBody>
      </p:sp>
      <p:sp>
        <p:nvSpPr>
          <p:cNvPr id="17" name="text-98">
            <a:extLst xmlns:a="http://schemas.openxmlformats.org/drawingml/2006/main">
              <a:ext uri="{FF2B5EF4-FFF2-40B4-BE49-F238E27FC236}">
                <a16:creationId xmlns:a16="http://schemas.microsoft.com/office/drawing/2014/main" id="{C2D0F2DC-A948-4938-B29F-A8FBB5D0929E}"/>
              </a:ext>
            </a:extLst>
          </p:cNvPr>
          <p:cNvSpPr>
            <a:spLocks xmlns:a="http://schemas.openxmlformats.org/drawingml/2006/main" noGrp="1"/>
          </p:cNvSpPr>
          <p:nvPr/>
        </p:nvSpPr>
        <p:spPr>
          <a:xfrm xmlns:a="http://schemas.openxmlformats.org/drawingml/2006/main">
            <a:off x="10459231" y="2590800"/>
            <a:ext cx="112316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المسلمون</a:t>
            </a:r>
          </a:p>
        </p:txBody>
      </p:sp>
      <p:sp>
        <p:nvSpPr>
          <p:cNvPr id="18" name="text-99">
            <a:extLst xmlns:a="http://schemas.openxmlformats.org/drawingml/2006/main">
              <a:ext uri="{FF2B5EF4-FFF2-40B4-BE49-F238E27FC236}">
                <a16:creationId xmlns:a16="http://schemas.microsoft.com/office/drawing/2014/main" id="{E37C519F-1CE3-4328-9893-D7E84C66021A}"/>
              </a:ext>
            </a:extLst>
          </p:cNvPr>
          <p:cNvSpPr>
            <a:spLocks xmlns:a="http://schemas.openxmlformats.org/drawingml/2006/main" noGrp="1"/>
          </p:cNvSpPr>
          <p:nvPr/>
        </p:nvSpPr>
        <p:spPr>
          <a:xfrm xmlns:a="http://schemas.openxmlformats.org/drawingml/2006/main">
            <a:off x="9664119" y="2590800"/>
            <a:ext cx="73672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يعبدون</a:t>
            </a:r>
          </a:p>
        </p:txBody>
      </p:sp>
      <p:sp>
        <p:nvSpPr>
          <p:cNvPr id="19" name="text-100">
            <a:extLst xmlns:a="http://schemas.openxmlformats.org/drawingml/2006/main">
              <a:ext uri="{FF2B5EF4-FFF2-40B4-BE49-F238E27FC236}">
                <a16:creationId xmlns:a16="http://schemas.microsoft.com/office/drawing/2014/main" id="{C02A79EE-F111-484A-BED1-6C0E972D526B}"/>
              </a:ext>
            </a:extLst>
          </p:cNvPr>
          <p:cNvSpPr>
            <a:spLocks xmlns:a="http://schemas.openxmlformats.org/drawingml/2006/main" noGrp="1"/>
          </p:cNvSpPr>
          <p:nvPr/>
        </p:nvSpPr>
        <p:spPr>
          <a:xfrm xmlns:a="http://schemas.openxmlformats.org/drawingml/2006/main">
            <a:off x="9263203" y="2590800"/>
            <a:ext cx="34252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الله</a:t>
            </a:r>
          </a:p>
        </p:txBody>
      </p:sp>
      <p:sp>
        <p:nvSpPr>
          <p:cNvPr id="20" name="text-101">
            <a:extLst xmlns:a="http://schemas.openxmlformats.org/drawingml/2006/main">
              <a:ext uri="{FF2B5EF4-FFF2-40B4-BE49-F238E27FC236}">
                <a16:creationId xmlns:a16="http://schemas.microsoft.com/office/drawing/2014/main" id="{4AF2A53A-4643-4539-9289-BF9736C9D9C3}"/>
              </a:ext>
            </a:extLst>
          </p:cNvPr>
          <p:cNvSpPr>
            <a:spLocks xmlns:a="http://schemas.openxmlformats.org/drawingml/2006/main" noGrp="1"/>
          </p:cNvSpPr>
          <p:nvPr/>
        </p:nvSpPr>
        <p:spPr>
          <a:xfrm xmlns:a="http://schemas.openxmlformats.org/drawingml/2006/main">
            <a:off x="10809867" y="3038475"/>
            <a:ext cx="77253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والكعبة</a:t>
            </a:r>
          </a:p>
        </p:txBody>
      </p:sp>
      <p:sp>
        <p:nvSpPr>
          <p:cNvPr id="21" name="text-102">
            <a:extLst xmlns:a="http://schemas.openxmlformats.org/drawingml/2006/main">
              <a:ext uri="{FF2B5EF4-FFF2-40B4-BE49-F238E27FC236}">
                <a16:creationId xmlns:a16="http://schemas.microsoft.com/office/drawing/2014/main" id="{B111B8A2-D8CE-4EDD-881B-8E6B2A22AB08}"/>
              </a:ext>
            </a:extLst>
          </p:cNvPr>
          <p:cNvSpPr>
            <a:spLocks xmlns:a="http://schemas.openxmlformats.org/drawingml/2006/main" noGrp="1"/>
          </p:cNvSpPr>
          <p:nvPr/>
        </p:nvSpPr>
        <p:spPr>
          <a:xfrm xmlns:a="http://schemas.openxmlformats.org/drawingml/2006/main">
            <a:off x="10283178" y="3038475"/>
            <a:ext cx="46830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قبلة</a:t>
            </a:r>
          </a:p>
        </p:txBody>
      </p:sp>
      <p:sp>
        <p:nvSpPr>
          <p:cNvPr id="22" name="text-103">
            <a:extLst xmlns:a="http://schemas.openxmlformats.org/drawingml/2006/main">
              <a:ext uri="{FF2B5EF4-FFF2-40B4-BE49-F238E27FC236}">
                <a16:creationId xmlns:a16="http://schemas.microsoft.com/office/drawing/2014/main" id="{E2060230-FEC2-476F-B745-C4A474C13FC7}"/>
              </a:ext>
            </a:extLst>
          </p:cNvPr>
          <p:cNvSpPr>
            <a:spLocks xmlns:a="http://schemas.openxmlformats.org/drawingml/2006/main" noGrp="1"/>
          </p:cNvSpPr>
          <p:nvPr/>
        </p:nvSpPr>
        <p:spPr>
          <a:xfrm xmlns:a="http://schemas.openxmlformats.org/drawingml/2006/main">
            <a:off x="9425473" y="3038475"/>
            <a:ext cx="79931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صلاتهم</a:t>
            </a:r>
          </a:p>
        </p:txBody>
      </p:sp>
      <p:sp>
        <p:nvSpPr>
          <p:cNvPr id="23" name="text-104">
            <a:extLst xmlns:a="http://schemas.openxmlformats.org/drawingml/2006/main">
              <a:ext uri="{FF2B5EF4-FFF2-40B4-BE49-F238E27FC236}">
                <a16:creationId xmlns:a16="http://schemas.microsoft.com/office/drawing/2014/main" id="{2DBF9BC8-59BE-40FB-9531-407B591F1A17}"/>
              </a:ext>
            </a:extLst>
          </p:cNvPr>
          <p:cNvSpPr>
            <a:spLocks xmlns:a="http://schemas.openxmlformats.org/drawingml/2006/main" noGrp="1"/>
          </p:cNvSpPr>
          <p:nvPr/>
        </p:nvSpPr>
        <p:spPr>
          <a:xfrm xmlns:a="http://schemas.openxmlformats.org/drawingml/2006/main">
            <a:off x="11288239" y="3952875"/>
            <a:ext cx="29416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ثم</a:t>
            </a:r>
          </a:p>
        </p:txBody>
      </p:sp>
      <p:sp>
        <p:nvSpPr>
          <p:cNvPr id="24" name="text-105">
            <a:extLst xmlns:a="http://schemas.openxmlformats.org/drawingml/2006/main">
              <a:ext uri="{FF2B5EF4-FFF2-40B4-BE49-F238E27FC236}">
                <a16:creationId xmlns:a16="http://schemas.microsoft.com/office/drawing/2014/main" id="{5789AD23-7D43-4EF7-9605-CAABFCE95D8C}"/>
              </a:ext>
            </a:extLst>
          </p:cNvPr>
          <p:cNvSpPr>
            <a:spLocks xmlns:a="http://schemas.openxmlformats.org/drawingml/2006/main" noGrp="1"/>
          </p:cNvSpPr>
          <p:nvPr/>
        </p:nvSpPr>
        <p:spPr>
          <a:xfrm xmlns:a="http://schemas.openxmlformats.org/drawingml/2006/main">
            <a:off x="10743194" y="3952875"/>
            <a:ext cx="48370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يتيح</a:t>
            </a:r>
          </a:p>
        </p:txBody>
      </p:sp>
      <p:sp>
        <p:nvSpPr>
          <p:cNvPr id="25" name="text-106">
            <a:extLst xmlns:a="http://schemas.openxmlformats.org/drawingml/2006/main">
              <a:ext uri="{FF2B5EF4-FFF2-40B4-BE49-F238E27FC236}">
                <a16:creationId xmlns:a16="http://schemas.microsoft.com/office/drawing/2014/main" id="{4EF90CF3-4BC3-4EAD-BD32-D4259249ABEB}"/>
              </a:ext>
            </a:extLst>
          </p:cNvPr>
          <p:cNvSpPr>
            <a:spLocks xmlns:a="http://schemas.openxmlformats.org/drawingml/2006/main" noGrp="1"/>
          </p:cNvSpPr>
          <p:nvPr/>
        </p:nvSpPr>
        <p:spPr>
          <a:xfrm xmlns:a="http://schemas.openxmlformats.org/drawingml/2006/main">
            <a:off x="10256621" y="3952875"/>
            <a:ext cx="4252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فتح</a:t>
            </a:r>
          </a:p>
        </p:txBody>
      </p:sp>
      <p:sp>
        <p:nvSpPr>
          <p:cNvPr id="26" name="text-107">
            <a:extLst xmlns:a="http://schemas.openxmlformats.org/drawingml/2006/main">
              <a:ext uri="{FF2B5EF4-FFF2-40B4-BE49-F238E27FC236}">
                <a16:creationId xmlns:a16="http://schemas.microsoft.com/office/drawing/2014/main" id="{8C675952-BEA1-4D86-A7AE-A100A699F895}"/>
              </a:ext>
            </a:extLst>
          </p:cNvPr>
          <p:cNvSpPr>
            <a:spLocks xmlns:a="http://schemas.openxmlformats.org/drawingml/2006/main" noGrp="1"/>
          </p:cNvSpPr>
          <p:nvPr/>
        </p:nvSpPr>
        <p:spPr>
          <a:xfrm xmlns:a="http://schemas.openxmlformats.org/drawingml/2006/main">
            <a:off x="9414506" y="3952875"/>
            <a:ext cx="78077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المصدر</a:t>
            </a:r>
          </a:p>
        </p:txBody>
      </p:sp>
      <p:sp>
        <p:nvSpPr>
          <p:cNvPr id="27" name="text-108">
            <a:extLst xmlns:a="http://schemas.openxmlformats.org/drawingml/2006/main">
              <a:ext uri="{FF2B5EF4-FFF2-40B4-BE49-F238E27FC236}">
                <a16:creationId xmlns:a16="http://schemas.microsoft.com/office/drawing/2014/main" id="{663EA0FE-D103-48FB-B014-716C65F4428E}"/>
              </a:ext>
            </a:extLst>
          </p:cNvPr>
          <p:cNvSpPr>
            <a:spLocks xmlns:a="http://schemas.openxmlformats.org/drawingml/2006/main" noGrp="1"/>
          </p:cNvSpPr>
          <p:nvPr/>
        </p:nvSpPr>
        <p:spPr>
          <a:xfrm xmlns:a="http://schemas.openxmlformats.org/drawingml/2006/main">
            <a:off x="10653386" y="4438650"/>
            <a:ext cx="92901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والتحقق</a:t>
            </a:r>
          </a:p>
        </p:txBody>
      </p:sp>
      <p:sp>
        <p:nvSpPr>
          <p:cNvPr id="28" name="text-109">
            <a:extLst xmlns:a="http://schemas.openxmlformats.org/drawingml/2006/main">
              <a:ext uri="{FF2B5EF4-FFF2-40B4-BE49-F238E27FC236}">
                <a16:creationId xmlns:a16="http://schemas.microsoft.com/office/drawing/2014/main" id="{CD0239BD-69D0-4B54-BB11-F813BF8F751D}"/>
              </a:ext>
            </a:extLst>
          </p:cNvPr>
          <p:cNvSpPr>
            <a:spLocks xmlns:a="http://schemas.openxmlformats.org/drawingml/2006/main" noGrp="1"/>
          </p:cNvSpPr>
          <p:nvPr/>
        </p:nvSpPr>
        <p:spPr>
          <a:xfrm xmlns:a="http://schemas.openxmlformats.org/drawingml/2006/main">
            <a:off x="10219496" y="4438650"/>
            <a:ext cx="37254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من</a:t>
            </a:r>
          </a:p>
        </p:txBody>
      </p:sp>
      <p:sp>
        <p:nvSpPr>
          <p:cNvPr id="29" name="text-110">
            <a:extLst xmlns:a="http://schemas.openxmlformats.org/drawingml/2006/main">
              <a:ext uri="{FF2B5EF4-FFF2-40B4-BE49-F238E27FC236}">
                <a16:creationId xmlns:a16="http://schemas.microsoft.com/office/drawing/2014/main" id="{4975E85D-A172-481C-BB1C-D0667E8C905C}"/>
              </a:ext>
            </a:extLst>
          </p:cNvPr>
          <p:cNvSpPr>
            <a:spLocks xmlns:a="http://schemas.openxmlformats.org/drawingml/2006/main" noGrp="1"/>
          </p:cNvSpPr>
          <p:nvPr/>
        </p:nvSpPr>
        <p:spPr>
          <a:xfrm xmlns:a="http://schemas.openxmlformats.org/drawingml/2006/main">
            <a:off x="9580464" y="4438650"/>
            <a:ext cx="57769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النص</a:t>
            </a:r>
          </a:p>
        </p:txBody>
      </p:sp>
      <p:sp>
        <p:nvSpPr>
          <p:cNvPr id="30" name="text-111">
            <a:extLst xmlns:a="http://schemas.openxmlformats.org/drawingml/2006/main">
              <a:ext uri="{FF2B5EF4-FFF2-40B4-BE49-F238E27FC236}">
                <a16:creationId xmlns:a16="http://schemas.microsoft.com/office/drawing/2014/main" id="{EEA9F0A7-FA3D-46DB-BAFA-43A6AD325B46}"/>
              </a:ext>
            </a:extLst>
          </p:cNvPr>
          <p:cNvSpPr>
            <a:spLocks xmlns:a="http://schemas.openxmlformats.org/drawingml/2006/main" noGrp="1"/>
          </p:cNvSpPr>
          <p:nvPr/>
        </p:nvSpPr>
        <p:spPr>
          <a:xfrm xmlns:a="http://schemas.openxmlformats.org/drawingml/2006/main">
            <a:off x="11058570" y="5657850"/>
            <a:ext cx="52383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لقطة</a:t>
            </a:r>
          </a:p>
        </p:txBody>
      </p:sp>
      <p:sp>
        <p:nvSpPr>
          <p:cNvPr id="31" name="text-112">
            <a:extLst xmlns:a="http://schemas.openxmlformats.org/drawingml/2006/main">
              <a:ext uri="{FF2B5EF4-FFF2-40B4-BE49-F238E27FC236}">
                <a16:creationId xmlns:a16="http://schemas.microsoft.com/office/drawing/2014/main" id="{48327F38-2E78-4B3E-813C-534611DBCF94}"/>
              </a:ext>
            </a:extLst>
          </p:cNvPr>
          <p:cNvSpPr>
            <a:spLocks xmlns:a="http://schemas.openxmlformats.org/drawingml/2006/main" noGrp="1"/>
          </p:cNvSpPr>
          <p:nvPr/>
        </p:nvSpPr>
        <p:spPr>
          <a:xfrm xmlns:a="http://schemas.openxmlformats.org/drawingml/2006/main">
            <a:off x="10594979" y="5657850"/>
            <a:ext cx="4112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حية</a:t>
            </a:r>
          </a:p>
        </p:txBody>
      </p:sp>
      <p:sp>
        <p:nvSpPr>
          <p:cNvPr id="32" name="text-113">
            <a:extLst xmlns:a="http://schemas.openxmlformats.org/drawingml/2006/main">
              <a:ext uri="{FF2B5EF4-FFF2-40B4-BE49-F238E27FC236}">
                <a16:creationId xmlns:a16="http://schemas.microsoft.com/office/drawing/2014/main" id="{CE0A7644-C261-4E0C-AC7E-FAE9BC5B4A5A}"/>
              </a:ext>
            </a:extLst>
          </p:cNvPr>
          <p:cNvSpPr>
            <a:spLocks xmlns:a="http://schemas.openxmlformats.org/drawingml/2006/main" noGrp="1"/>
          </p:cNvSpPr>
          <p:nvPr/>
        </p:nvSpPr>
        <p:spPr>
          <a:xfrm xmlns:a="http://schemas.openxmlformats.org/drawingml/2006/main">
            <a:off x="10207226" y="5657850"/>
            <a:ext cx="33536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من</a:t>
            </a:r>
          </a:p>
        </p:txBody>
      </p:sp>
      <p:sp>
        <p:nvSpPr>
          <p:cNvPr id="33" name="text-114">
            <a:extLst xmlns:a="http://schemas.openxmlformats.org/drawingml/2006/main">
              <a:ext uri="{FF2B5EF4-FFF2-40B4-BE49-F238E27FC236}">
                <a16:creationId xmlns:a16="http://schemas.microsoft.com/office/drawing/2014/main" id="{580D3089-981D-408E-BCAC-C96C27941167}"/>
              </a:ext>
            </a:extLst>
          </p:cNvPr>
          <p:cNvSpPr>
            <a:spLocks xmlns:a="http://schemas.openxmlformats.org/drawingml/2006/main" noGrp="1"/>
          </p:cNvSpPr>
          <p:nvPr/>
        </p:nvSpPr>
        <p:spPr>
          <a:xfrm xmlns:a="http://schemas.openxmlformats.org/drawingml/2006/main">
            <a:off x="9303231" y="5657850"/>
            <a:ext cx="85160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المجلس</a:t>
            </a:r>
          </a:p>
        </p:txBody>
      </p:sp>
      <p:sp>
        <p:nvSpPr>
          <p:cNvPr id="34" name="text-115">
            <a:extLst xmlns:a="http://schemas.openxmlformats.org/drawingml/2006/main">
              <a:ext uri="{FF2B5EF4-FFF2-40B4-BE49-F238E27FC236}">
                <a16:creationId xmlns:a16="http://schemas.microsoft.com/office/drawing/2014/main" id="{BA52F161-719C-4B73-8664-13F7813543C8}"/>
              </a:ext>
            </a:extLst>
          </p:cNvPr>
          <p:cNvSpPr>
            <a:spLocks xmlns:a="http://schemas.openxmlformats.org/drawingml/2006/main" noGrp="1"/>
          </p:cNvSpPr>
          <p:nvPr/>
        </p:nvSpPr>
        <p:spPr>
          <a:xfrm xmlns:a="http://schemas.openxmlformats.org/drawingml/2006/main">
            <a:off x="9078140" y="5657850"/>
            <a:ext cx="1727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٦</a:t>
            </a:r>
          </a:p>
        </p:txBody>
      </p:sp>
      <p:sp>
        <p:nvSpPr>
          <p:cNvPr id="35" name="text-116">
            <a:extLst xmlns:a="http://schemas.openxmlformats.org/drawingml/2006/main">
              <a:ext uri="{FF2B5EF4-FFF2-40B4-BE49-F238E27FC236}">
                <a16:creationId xmlns:a16="http://schemas.microsoft.com/office/drawing/2014/main" id="{BFDF96C5-2B9E-41D2-A188-D28D54EDAB12}"/>
              </a:ext>
            </a:extLst>
          </p:cNvPr>
          <p:cNvSpPr>
            <a:spLocks xmlns:a="http://schemas.openxmlformats.org/drawingml/2006/main" noGrp="1"/>
          </p:cNvSpPr>
          <p:nvPr/>
        </p:nvSpPr>
        <p:spPr>
          <a:xfrm xmlns:a="http://schemas.openxmlformats.org/drawingml/2006/main">
            <a:off x="8466604" y="5657850"/>
            <a:ext cx="55914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أكتوبر</a:t>
            </a:r>
          </a:p>
        </p:txBody>
      </p:sp>
      <p:sp>
        <p:nvSpPr>
          <p:cNvPr id="36" name="text-117">
            <a:extLst xmlns:a="http://schemas.openxmlformats.org/drawingml/2006/main">
              <a:ext uri="{FF2B5EF4-FFF2-40B4-BE49-F238E27FC236}">
                <a16:creationId xmlns:a16="http://schemas.microsoft.com/office/drawing/2014/main" id="{249208F4-BD1B-478B-AA07-D65CD3E8F0B4}"/>
              </a:ext>
            </a:extLst>
          </p:cNvPr>
          <p:cNvSpPr>
            <a:spLocks xmlns:a="http://schemas.openxmlformats.org/drawingml/2006/main" noGrp="1"/>
          </p:cNvSpPr>
          <p:nvPr/>
        </p:nvSpPr>
        <p:spPr>
          <a:xfrm xmlns:a="http://schemas.openxmlformats.org/drawingml/2006/main">
            <a:off x="8292921" y="565785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a:t>
            </a:r>
          </a:p>
        </p:txBody>
      </p:sp>
      <p:sp>
        <p:nvSpPr>
          <p:cNvPr id="37" name="text-118">
            <a:extLst xmlns:a="http://schemas.openxmlformats.org/drawingml/2006/main">
              <a:ext uri="{FF2B5EF4-FFF2-40B4-BE49-F238E27FC236}">
                <a16:creationId xmlns:a16="http://schemas.microsoft.com/office/drawing/2014/main" id="{AE1C4660-CE45-4DC2-8455-266A3181F219}"/>
              </a:ext>
            </a:extLst>
          </p:cNvPr>
          <p:cNvSpPr>
            <a:spLocks xmlns:a="http://schemas.openxmlformats.org/drawingml/2006/main" noGrp="1"/>
          </p:cNvSpPr>
          <p:nvPr/>
        </p:nvSpPr>
        <p:spPr>
          <a:xfrm xmlns:a="http://schemas.openxmlformats.org/drawingml/2006/main">
            <a:off x="7542268" y="5657850"/>
            <a:ext cx="69826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المصدر</a:t>
            </a:r>
          </a:p>
        </p:txBody>
      </p:sp>
      <p:sp>
        <p:nvSpPr>
          <p:cNvPr id="38" name="text-119">
            <a:extLst xmlns:a="http://schemas.openxmlformats.org/drawingml/2006/main">
              <a:ext uri="{FF2B5EF4-FFF2-40B4-BE49-F238E27FC236}">
                <a16:creationId xmlns:a16="http://schemas.microsoft.com/office/drawing/2014/main" id="{B7221F0B-B7D7-42F2-A154-9078589F18C4}"/>
              </a:ext>
            </a:extLst>
          </p:cNvPr>
          <p:cNvSpPr>
            <a:spLocks xmlns:a="http://schemas.openxmlformats.org/drawingml/2006/main" noGrp="1"/>
          </p:cNvSpPr>
          <p:nvPr/>
        </p:nvSpPr>
        <p:spPr>
          <a:xfrm xmlns:a="http://schemas.openxmlformats.org/drawingml/2006/main">
            <a:off x="7107718" y="5657850"/>
            <a:ext cx="38216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فُتح</a:t>
            </a:r>
          </a:p>
        </p:txBody>
      </p:sp>
      <p:sp>
        <p:nvSpPr>
          <p:cNvPr id="39" name="text-120">
            <a:extLst xmlns:a="http://schemas.openxmlformats.org/drawingml/2006/main">
              <a:ext uri="{FF2B5EF4-FFF2-40B4-BE49-F238E27FC236}">
                <a16:creationId xmlns:a16="http://schemas.microsoft.com/office/drawing/2014/main" id="{CECA7FDB-33F2-490A-A2A7-C400346A1299}"/>
              </a:ext>
            </a:extLst>
          </p:cNvPr>
          <p:cNvSpPr>
            <a:spLocks xmlns:a="http://schemas.openxmlformats.org/drawingml/2006/main" noGrp="1"/>
          </p:cNvSpPr>
          <p:nvPr/>
        </p:nvSpPr>
        <p:spPr>
          <a:xfrm xmlns:a="http://schemas.openxmlformats.org/drawingml/2006/main">
            <a:off x="6380611" y="5657850"/>
            <a:ext cx="67472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وطُوبق</a:t>
            </a:r>
          </a:p>
        </p:txBody>
      </p:sp>
      <p:sp>
        <p:nvSpPr>
          <p:cNvPr id="40" name="text-121">
            <a:extLst xmlns:a="http://schemas.openxmlformats.org/drawingml/2006/main">
              <a:ext uri="{FF2B5EF4-FFF2-40B4-BE49-F238E27FC236}">
                <a16:creationId xmlns:a16="http://schemas.microsoft.com/office/drawing/2014/main" id="{00B98A21-04D4-407A-9036-D25AE743FA2C}"/>
              </a:ext>
            </a:extLst>
          </p:cNvPr>
          <p:cNvSpPr>
            <a:spLocks xmlns:a="http://schemas.openxmlformats.org/drawingml/2006/main" noGrp="1"/>
          </p:cNvSpPr>
          <p:nvPr/>
        </p:nvSpPr>
        <p:spPr>
          <a:xfrm xmlns:a="http://schemas.openxmlformats.org/drawingml/2006/main">
            <a:off x="6032101" y="5657850"/>
            <a:ext cx="29612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مع</a:t>
            </a:r>
          </a:p>
        </p:txBody>
      </p:sp>
      <p:sp>
        <p:nvSpPr>
          <p:cNvPr id="41" name="text-122">
            <a:extLst xmlns:a="http://schemas.openxmlformats.org/drawingml/2006/main">
              <a:ext uri="{FF2B5EF4-FFF2-40B4-BE49-F238E27FC236}">
                <a16:creationId xmlns:a16="http://schemas.microsoft.com/office/drawing/2014/main" id="{7F7608F7-0A7F-4ABD-B7C1-36CE9E42E54B}"/>
              </a:ext>
            </a:extLst>
          </p:cNvPr>
          <p:cNvSpPr>
            <a:spLocks xmlns:a="http://schemas.openxmlformats.org/drawingml/2006/main" noGrp="1"/>
          </p:cNvSpPr>
          <p:nvPr/>
        </p:nvSpPr>
        <p:spPr>
          <a:xfrm xmlns:a="http://schemas.openxmlformats.org/drawingml/2006/main">
            <a:off x="5307250" y="5657850"/>
            <a:ext cx="67246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الجواب</a:t>
            </a:r>
          </a:p>
        </p:txBody>
      </p:sp>
    </p:spTree>
    <p:extLst>
      <p:ext uri="{BB962C8B-B14F-4D97-AF65-F5344CB8AC3E}">
        <p14:creationId xmlns:p14="http://schemas.microsoft.com/office/powerpoint/2010/main" val="2050948263"/>
      </p:ext>
    </p:extLst>
  </p:cSld>
</p:sld>
</file>

<file path=ppt/slides/slide4.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29" name="text-123">
            <a:extLst xmlns:a="http://schemas.openxmlformats.org/drawingml/2006/main">
              <a:ext uri="{FF2B5EF4-FFF2-40B4-BE49-F238E27FC236}">
                <a16:creationId xmlns:a16="http://schemas.microsoft.com/office/drawing/2014/main" id="{A47C9B3E-9BF4-4D47-B423-A52BC2C2ABEA}"/>
              </a:ext>
            </a:extLst>
          </p:cNvPr>
          <p:cNvSpPr>
            <a:spLocks xmlns:a="http://schemas.openxmlformats.org/drawingml/2006/main" noGrp="1"/>
          </p:cNvSpPr>
          <p:nvPr/>
        </p:nvSpPr>
        <p:spPr>
          <a:xfrm xmlns:a="http://schemas.openxmlformats.org/drawingml/2006/main">
            <a:off x="10179947" y="457200"/>
            <a:ext cx="140245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مجلس</a:t>
            </a:r>
          </a:p>
        </p:txBody>
      </p:sp>
      <p:sp>
        <p:nvSpPr>
          <p:cNvPr id="2" name="text-124">
            <a:extLst xmlns:a="http://schemas.openxmlformats.org/drawingml/2006/main">
              <a:ext uri="{FF2B5EF4-FFF2-40B4-BE49-F238E27FC236}">
                <a16:creationId xmlns:a16="http://schemas.microsoft.com/office/drawing/2014/main" id="{36FDA100-540F-4D66-93E0-AA316EFC0531}"/>
              </a:ext>
            </a:extLst>
          </p:cNvPr>
          <p:cNvSpPr>
            <a:spLocks xmlns:a="http://schemas.openxmlformats.org/drawingml/2006/main" noGrp="1"/>
          </p:cNvSpPr>
          <p:nvPr/>
        </p:nvSpPr>
        <p:spPr>
          <a:xfrm xmlns:a="http://schemas.openxmlformats.org/drawingml/2006/main">
            <a:off x="8243834" y="457200"/>
            <a:ext cx="183514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سلسبيل</a:t>
            </a:r>
          </a:p>
        </p:txBody>
      </p:sp>
      <p:sp>
        <p:nvSpPr>
          <p:cNvPr id="3" name="text-125">
            <a:extLst xmlns:a="http://schemas.openxmlformats.org/drawingml/2006/main">
              <a:ext uri="{FF2B5EF4-FFF2-40B4-BE49-F238E27FC236}">
                <a16:creationId xmlns:a16="http://schemas.microsoft.com/office/drawing/2014/main" id="{51B2DC82-6C77-48ED-9070-93AC2963928B}"/>
              </a:ext>
            </a:extLst>
          </p:cNvPr>
          <p:cNvSpPr>
            <a:spLocks xmlns:a="http://schemas.openxmlformats.org/drawingml/2006/main" noGrp="1"/>
          </p:cNvSpPr>
          <p:nvPr/>
        </p:nvSpPr>
        <p:spPr>
          <a:xfrm xmlns:a="http://schemas.openxmlformats.org/drawingml/2006/main">
            <a:off x="6986184" y="457200"/>
            <a:ext cx="115668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يوضح</a:t>
            </a:r>
          </a:p>
        </p:txBody>
      </p:sp>
      <p:sp>
        <p:nvSpPr>
          <p:cNvPr id="4" name="text-126">
            <a:extLst xmlns:a="http://schemas.openxmlformats.org/drawingml/2006/main">
              <a:ext uri="{FF2B5EF4-FFF2-40B4-BE49-F238E27FC236}">
                <a16:creationId xmlns:a16="http://schemas.microsoft.com/office/drawing/2014/main" id="{10632320-CB77-4A1B-BF13-300DF8204AE7}"/>
              </a:ext>
            </a:extLst>
          </p:cNvPr>
          <p:cNvSpPr>
            <a:spLocks xmlns:a="http://schemas.openxmlformats.org/drawingml/2006/main" noGrp="1"/>
          </p:cNvSpPr>
          <p:nvPr/>
        </p:nvSpPr>
        <p:spPr>
          <a:xfrm xmlns:a="http://schemas.openxmlformats.org/drawingml/2006/main">
            <a:off x="6193422" y="457200"/>
            <a:ext cx="6917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دور</a:t>
            </a:r>
          </a:p>
        </p:txBody>
      </p:sp>
      <p:sp>
        <p:nvSpPr>
          <p:cNvPr id="5" name="text-127">
            <a:extLst xmlns:a="http://schemas.openxmlformats.org/drawingml/2006/main">
              <a:ext uri="{FF2B5EF4-FFF2-40B4-BE49-F238E27FC236}">
                <a16:creationId xmlns:a16="http://schemas.microsoft.com/office/drawing/2014/main" id="{BD29C802-B823-4AAF-9140-AE8C5C052A0E}"/>
              </a:ext>
            </a:extLst>
          </p:cNvPr>
          <p:cNvSpPr>
            <a:spLocks xmlns:a="http://schemas.openxmlformats.org/drawingml/2006/main" noGrp="1"/>
          </p:cNvSpPr>
          <p:nvPr/>
        </p:nvSpPr>
        <p:spPr>
          <a:xfrm xmlns:a="http://schemas.openxmlformats.org/drawingml/2006/main">
            <a:off x="5469110" y="457200"/>
            <a:ext cx="62334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كل</a:t>
            </a:r>
          </a:p>
        </p:txBody>
      </p:sp>
      <p:sp>
        <p:nvSpPr>
          <p:cNvPr id="6" name="text-128">
            <a:extLst xmlns:a="http://schemas.openxmlformats.org/drawingml/2006/main">
              <a:ext uri="{FF2B5EF4-FFF2-40B4-BE49-F238E27FC236}">
                <a16:creationId xmlns:a16="http://schemas.microsoft.com/office/drawing/2014/main" id="{9CA0411E-804B-416E-8353-319BCE02EC40}"/>
              </a:ext>
            </a:extLst>
          </p:cNvPr>
          <p:cNvSpPr>
            <a:spLocks xmlns:a="http://schemas.openxmlformats.org/drawingml/2006/main" noGrp="1"/>
          </p:cNvSpPr>
          <p:nvPr/>
        </p:nvSpPr>
        <p:spPr>
          <a:xfrm xmlns:a="http://schemas.openxmlformats.org/drawingml/2006/main">
            <a:off x="3673861" y="457200"/>
            <a:ext cx="169428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شخصية</a:t>
            </a:r>
          </a:p>
        </p:txBody>
      </p:sp>
      <p:sp>
        <p:nvSpPr>
          <p:cNvPr id="7" name="shape-129">
            <a:extLst xmlns:a="http://schemas.openxmlformats.org/drawingml/2006/main">
              <a:ext uri="{FF2B5EF4-FFF2-40B4-BE49-F238E27FC236}">
                <a16:creationId xmlns:a16="http://schemas.microsoft.com/office/drawing/2014/main" id="{C6E68C29-9AE7-492D-B9C8-75B988DAB612}"/>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8" name="text-130">
            <a:extLst xmlns:a="http://schemas.openxmlformats.org/drawingml/2006/main">
              <a:ext uri="{FF2B5EF4-FFF2-40B4-BE49-F238E27FC236}">
                <a16:creationId xmlns:a16="http://schemas.microsoft.com/office/drawing/2014/main" id="{E13439C0-6A7B-4CE1-8840-0944DE2305F4}"/>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9" name="text-131">
            <a:extLst xmlns:a="http://schemas.openxmlformats.org/drawingml/2006/main">
              <a:ext uri="{FF2B5EF4-FFF2-40B4-BE49-F238E27FC236}">
                <a16:creationId xmlns:a16="http://schemas.microsoft.com/office/drawing/2014/main" id="{7D9868FE-C8A4-4C1E-9BC1-F9FC34A8E646}"/>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10" name="text-132">
            <a:extLst xmlns:a="http://schemas.openxmlformats.org/drawingml/2006/main">
              <a:ext uri="{FF2B5EF4-FFF2-40B4-BE49-F238E27FC236}">
                <a16:creationId xmlns:a16="http://schemas.microsoft.com/office/drawing/2014/main" id="{EDD8E5F0-106E-40FF-A3B0-A85C3FB27C22}"/>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1" name="text-133">
            <a:extLst xmlns:a="http://schemas.openxmlformats.org/drawingml/2006/main">
              <a:ext uri="{FF2B5EF4-FFF2-40B4-BE49-F238E27FC236}">
                <a16:creationId xmlns:a16="http://schemas.microsoft.com/office/drawing/2014/main" id="{9E95B5B7-7D49-4D2C-8D43-F9CABDC68E86}"/>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2" name="text-134">
            <a:extLst xmlns:a="http://schemas.openxmlformats.org/drawingml/2006/main">
              <a:ext uri="{FF2B5EF4-FFF2-40B4-BE49-F238E27FC236}">
                <a16:creationId xmlns:a16="http://schemas.microsoft.com/office/drawing/2014/main" id="{A449037B-4E6B-4D6C-8845-D9727BDC9B7B}"/>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3" name="text-135">
            <a:extLst xmlns:a="http://schemas.openxmlformats.org/drawingml/2006/main">
              <a:ext uri="{FF2B5EF4-FFF2-40B4-BE49-F238E27FC236}">
                <a16:creationId xmlns:a16="http://schemas.microsoft.com/office/drawing/2014/main" id="{996AA87F-0A69-41D2-BBA1-AFC41EB9C354}"/>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4" name="text-136">
            <a:extLst xmlns:a="http://schemas.openxmlformats.org/drawingml/2006/main">
              <a:ext uri="{FF2B5EF4-FFF2-40B4-BE49-F238E27FC236}">
                <a16:creationId xmlns:a16="http://schemas.microsoft.com/office/drawing/2014/main" id="{2C6B50BE-D19C-4E0C-BC0B-13FFA475999E}"/>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04</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a7609e5ca76c45ac"/>
          <a:stretch xmlns:a="http://schemas.openxmlformats.org/drawingml/2006/main"/>
        </p:blipFill>
        <p:spPr>
          <a:xfrm xmlns:a="http://schemas.openxmlformats.org/drawingml/2006/main">
            <a:off x="609600" y="1477166"/>
            <a:ext cx="7477125" cy="4208469"/>
          </a:xfrm>
          <a:prstGeom xmlns:a="http://schemas.openxmlformats.org/drawingml/2006/main" prst="rect">
            <a:avLst/>
          </a:prstGeom>
        </p:spPr>
      </p:pic>
      <p:sp>
        <p:nvSpPr>
          <p:cNvPr id="16" name="text-137">
            <a:extLst xmlns:a="http://schemas.openxmlformats.org/drawingml/2006/main">
              <a:ext uri="{FF2B5EF4-FFF2-40B4-BE49-F238E27FC236}">
                <a16:creationId xmlns:a16="http://schemas.microsoft.com/office/drawing/2014/main" id="{3D95536B-C2E7-4599-8E40-D08487E8BF88}"/>
              </a:ext>
            </a:extLst>
          </p:cNvPr>
          <p:cNvSpPr>
            <a:spLocks xmlns:a="http://schemas.openxmlformats.org/drawingml/2006/main" noGrp="1"/>
          </p:cNvSpPr>
          <p:nvPr/>
        </p:nvSpPr>
        <p:spPr>
          <a:xfrm xmlns:a="http://schemas.openxmlformats.org/drawingml/2006/main">
            <a:off x="10998281" y="1514475"/>
            <a:ext cx="584119"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DDC087"/>
                </a:solidFill>
                <a:latin typeface="Tahoma"/>
                <a:ea typeface="Tahoma"/>
                <a:cs typeface="Tahoma"/>
              </a:defRPr>
            </a:pPr>
            <a:r>
              <a:rPr sz="2250" b="1">
                <a:solidFill>
                  <a:srgbClr val="DDC087"/>
                </a:solidFill>
                <a:latin typeface="Tahoma"/>
                <a:ea typeface="Tahoma"/>
                <a:cs typeface="Tahoma"/>
              </a:rPr>
              <a:t>برق</a:t>
            </a:r>
          </a:p>
        </p:txBody>
      </p:sp>
      <p:sp>
        <p:nvSpPr>
          <p:cNvPr id="17" name="text-138">
            <a:extLst xmlns:a="http://schemas.openxmlformats.org/drawingml/2006/main">
              <a:ext uri="{FF2B5EF4-FFF2-40B4-BE49-F238E27FC236}">
                <a16:creationId xmlns:a16="http://schemas.microsoft.com/office/drawing/2014/main" id="{951B0747-BD09-4393-B266-8529D59B3A53}"/>
              </a:ext>
            </a:extLst>
          </p:cNvPr>
          <p:cNvSpPr>
            <a:spLocks xmlns:a="http://schemas.openxmlformats.org/drawingml/2006/main" noGrp="1"/>
          </p:cNvSpPr>
          <p:nvPr/>
        </p:nvSpPr>
        <p:spPr>
          <a:xfrm xmlns:a="http://schemas.openxmlformats.org/drawingml/2006/main">
            <a:off x="10092229" y="1514475"/>
            <a:ext cx="841378"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DDC087"/>
                </a:solidFill>
                <a:latin typeface="Tahoma"/>
                <a:ea typeface="Tahoma"/>
                <a:cs typeface="Tahoma"/>
              </a:defRPr>
            </a:pPr>
            <a:r>
              <a:rPr sz="2250" b="1">
                <a:solidFill>
                  <a:srgbClr val="DDC087"/>
                </a:solidFill>
                <a:latin typeface="Tahoma"/>
                <a:ea typeface="Tahoma"/>
                <a:cs typeface="Tahoma"/>
              </a:rPr>
              <a:t>الفتى</a:t>
            </a:r>
          </a:p>
        </p:txBody>
      </p:sp>
      <p:sp>
        <p:nvSpPr>
          <p:cNvPr id="18" name="text-139">
            <a:extLst xmlns:a="http://schemas.openxmlformats.org/drawingml/2006/main">
              <a:ext uri="{FF2B5EF4-FFF2-40B4-BE49-F238E27FC236}">
                <a16:creationId xmlns:a16="http://schemas.microsoft.com/office/drawing/2014/main" id="{654D968A-E0D4-47E8-9C5F-24443FE1EA51}"/>
              </a:ext>
            </a:extLst>
          </p:cNvPr>
          <p:cNvSpPr>
            <a:spLocks xmlns:a="http://schemas.openxmlformats.org/drawingml/2006/main" noGrp="1"/>
          </p:cNvSpPr>
          <p:nvPr/>
        </p:nvSpPr>
        <p:spPr>
          <a:xfrm xmlns:a="http://schemas.openxmlformats.org/drawingml/2006/main">
            <a:off x="10968899" y="2019300"/>
            <a:ext cx="6135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القرآن</a:t>
            </a:r>
          </a:p>
        </p:txBody>
      </p:sp>
      <p:sp>
        <p:nvSpPr>
          <p:cNvPr id="19" name="text-140">
            <a:extLst xmlns:a="http://schemas.openxmlformats.org/drawingml/2006/main">
              <a:ext uri="{FF2B5EF4-FFF2-40B4-BE49-F238E27FC236}">
                <a16:creationId xmlns:a16="http://schemas.microsoft.com/office/drawing/2014/main" id="{475BC3FF-9267-4F9D-B01E-2651D58129DD}"/>
              </a:ext>
            </a:extLst>
          </p:cNvPr>
          <p:cNvSpPr>
            <a:spLocks xmlns:a="http://schemas.openxmlformats.org/drawingml/2006/main" noGrp="1"/>
          </p:cNvSpPr>
          <p:nvPr/>
        </p:nvSpPr>
        <p:spPr>
          <a:xfrm xmlns:a="http://schemas.openxmlformats.org/drawingml/2006/main">
            <a:off x="10045960" y="2019300"/>
            <a:ext cx="86759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والحديث</a:t>
            </a:r>
          </a:p>
        </p:txBody>
      </p:sp>
      <p:sp>
        <p:nvSpPr>
          <p:cNvPr id="20" name="text-141">
            <a:extLst xmlns:a="http://schemas.openxmlformats.org/drawingml/2006/main">
              <a:ext uri="{FF2B5EF4-FFF2-40B4-BE49-F238E27FC236}">
                <a16:creationId xmlns:a16="http://schemas.microsoft.com/office/drawing/2014/main" id="{4C895949-9AD9-41AD-8F2A-12E3185FC3FE}"/>
              </a:ext>
            </a:extLst>
          </p:cNvPr>
          <p:cNvSpPr>
            <a:spLocks xmlns:a="http://schemas.openxmlformats.org/drawingml/2006/main" noGrp="1"/>
          </p:cNvSpPr>
          <p:nvPr/>
        </p:nvSpPr>
        <p:spPr>
          <a:xfrm xmlns:a="http://schemas.openxmlformats.org/drawingml/2006/main">
            <a:off x="9376825" y="2019300"/>
            <a:ext cx="61379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واللغة</a:t>
            </a:r>
          </a:p>
        </p:txBody>
      </p:sp>
      <p:sp>
        <p:nvSpPr>
          <p:cNvPr id="21" name="text-142">
            <a:extLst xmlns:a="http://schemas.openxmlformats.org/drawingml/2006/main">
              <a:ext uri="{FF2B5EF4-FFF2-40B4-BE49-F238E27FC236}">
                <a16:creationId xmlns:a16="http://schemas.microsoft.com/office/drawing/2014/main" id="{74154C9C-8BA8-4F64-8AF2-88734E7D55B4}"/>
              </a:ext>
            </a:extLst>
          </p:cNvPr>
          <p:cNvSpPr>
            <a:spLocks xmlns:a="http://schemas.openxmlformats.org/drawingml/2006/main" noGrp="1"/>
          </p:cNvSpPr>
          <p:nvPr/>
        </p:nvSpPr>
        <p:spPr>
          <a:xfrm xmlns:a="http://schemas.openxmlformats.org/drawingml/2006/main">
            <a:off x="11015221" y="2905125"/>
            <a:ext cx="567179"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DDC087"/>
                </a:solidFill>
                <a:latin typeface="Tahoma"/>
                <a:ea typeface="Tahoma"/>
                <a:cs typeface="Tahoma"/>
              </a:defRPr>
            </a:pPr>
            <a:r>
              <a:rPr sz="2250" b="1">
                <a:solidFill>
                  <a:srgbClr val="DDC087"/>
                </a:solidFill>
                <a:latin typeface="Tahoma"/>
                <a:ea typeface="Tahoma"/>
                <a:cs typeface="Tahoma"/>
              </a:rPr>
              <a:t>لينة</a:t>
            </a:r>
          </a:p>
        </p:txBody>
      </p:sp>
      <p:sp>
        <p:nvSpPr>
          <p:cNvPr id="22" name="text-143">
            <a:extLst xmlns:a="http://schemas.openxmlformats.org/drawingml/2006/main">
              <a:ext uri="{FF2B5EF4-FFF2-40B4-BE49-F238E27FC236}">
                <a16:creationId xmlns:a16="http://schemas.microsoft.com/office/drawing/2014/main" id="{9AACD8F8-0B16-46BE-8A79-04C73B892195}"/>
              </a:ext>
            </a:extLst>
          </p:cNvPr>
          <p:cNvSpPr>
            <a:spLocks xmlns:a="http://schemas.openxmlformats.org/drawingml/2006/main" noGrp="1"/>
          </p:cNvSpPr>
          <p:nvPr/>
        </p:nvSpPr>
        <p:spPr>
          <a:xfrm xmlns:a="http://schemas.openxmlformats.org/drawingml/2006/main">
            <a:off x="11028255" y="3409950"/>
            <a:ext cx="55414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الفقه</a:t>
            </a:r>
          </a:p>
        </p:txBody>
      </p:sp>
      <p:sp>
        <p:nvSpPr>
          <p:cNvPr id="23" name="text-144">
            <a:extLst xmlns:a="http://schemas.openxmlformats.org/drawingml/2006/main">
              <a:ext uri="{FF2B5EF4-FFF2-40B4-BE49-F238E27FC236}">
                <a16:creationId xmlns:a16="http://schemas.microsoft.com/office/drawing/2014/main" id="{21CA9457-68C9-470E-A88B-5D2A39659CE6}"/>
              </a:ext>
            </a:extLst>
          </p:cNvPr>
          <p:cNvSpPr>
            <a:spLocks xmlns:a="http://schemas.openxmlformats.org/drawingml/2006/main" noGrp="1"/>
          </p:cNvSpPr>
          <p:nvPr/>
        </p:nvSpPr>
        <p:spPr>
          <a:xfrm xmlns:a="http://schemas.openxmlformats.org/drawingml/2006/main">
            <a:off x="10263661" y="3409950"/>
            <a:ext cx="70925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وأحكام</a:t>
            </a:r>
          </a:p>
        </p:txBody>
      </p:sp>
      <p:sp>
        <p:nvSpPr>
          <p:cNvPr id="24" name="text-145">
            <a:extLst xmlns:a="http://schemas.openxmlformats.org/drawingml/2006/main">
              <a:ext uri="{FF2B5EF4-FFF2-40B4-BE49-F238E27FC236}">
                <a16:creationId xmlns:a16="http://schemas.microsoft.com/office/drawing/2014/main" id="{A1A95387-FD9B-49C2-9271-3370E7C071C7}"/>
              </a:ext>
            </a:extLst>
          </p:cNvPr>
          <p:cNvSpPr>
            <a:spLocks xmlns:a="http://schemas.openxmlformats.org/drawingml/2006/main" noGrp="1"/>
          </p:cNvSpPr>
          <p:nvPr/>
        </p:nvSpPr>
        <p:spPr>
          <a:xfrm xmlns:a="http://schemas.openxmlformats.org/drawingml/2006/main">
            <a:off x="9503482" y="3409950"/>
            <a:ext cx="70483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الأسرة</a:t>
            </a:r>
          </a:p>
        </p:txBody>
      </p:sp>
      <p:sp>
        <p:nvSpPr>
          <p:cNvPr id="25" name="text-146">
            <a:extLst xmlns:a="http://schemas.openxmlformats.org/drawingml/2006/main">
              <a:ext uri="{FF2B5EF4-FFF2-40B4-BE49-F238E27FC236}">
                <a16:creationId xmlns:a16="http://schemas.microsoft.com/office/drawing/2014/main" id="{A5B1792D-8DBB-400B-8B71-5B71EF26565C}"/>
              </a:ext>
            </a:extLst>
          </p:cNvPr>
          <p:cNvSpPr>
            <a:spLocks xmlns:a="http://schemas.openxmlformats.org/drawingml/2006/main" noGrp="1"/>
          </p:cNvSpPr>
          <p:nvPr/>
        </p:nvSpPr>
        <p:spPr>
          <a:xfrm xmlns:a="http://schemas.openxmlformats.org/drawingml/2006/main">
            <a:off x="10832257" y="4295775"/>
            <a:ext cx="750143"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DDC087"/>
                </a:solidFill>
                <a:latin typeface="Tahoma"/>
                <a:ea typeface="Tahoma"/>
                <a:cs typeface="Tahoma"/>
              </a:defRPr>
            </a:pPr>
            <a:r>
              <a:rPr sz="2250" b="1">
                <a:solidFill>
                  <a:srgbClr val="DDC087"/>
                </a:solidFill>
                <a:latin typeface="Tahoma"/>
                <a:ea typeface="Tahoma"/>
                <a:cs typeface="Tahoma"/>
              </a:rPr>
              <a:t>قبس</a:t>
            </a:r>
          </a:p>
        </p:txBody>
      </p:sp>
      <p:sp>
        <p:nvSpPr>
          <p:cNvPr id="26" name="text-147">
            <a:extLst xmlns:a="http://schemas.openxmlformats.org/drawingml/2006/main">
              <a:ext uri="{FF2B5EF4-FFF2-40B4-BE49-F238E27FC236}">
                <a16:creationId xmlns:a16="http://schemas.microsoft.com/office/drawing/2014/main" id="{038A2849-F5A7-4642-B7E1-D5467DBC07DA}"/>
              </a:ext>
            </a:extLst>
          </p:cNvPr>
          <p:cNvSpPr>
            <a:spLocks xmlns:a="http://schemas.openxmlformats.org/drawingml/2006/main" noGrp="1"/>
          </p:cNvSpPr>
          <p:nvPr/>
        </p:nvSpPr>
        <p:spPr>
          <a:xfrm xmlns:a="http://schemas.openxmlformats.org/drawingml/2006/main">
            <a:off x="10933483" y="4800600"/>
            <a:ext cx="64891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البحث</a:t>
            </a:r>
          </a:p>
        </p:txBody>
      </p:sp>
      <p:sp>
        <p:nvSpPr>
          <p:cNvPr id="27" name="text-148">
            <a:extLst xmlns:a="http://schemas.openxmlformats.org/drawingml/2006/main">
              <a:ext uri="{FF2B5EF4-FFF2-40B4-BE49-F238E27FC236}">
                <a16:creationId xmlns:a16="http://schemas.microsoft.com/office/drawing/2014/main" id="{A5F37EF5-83B2-47F0-A2AD-BF64E63D11FE}"/>
              </a:ext>
            </a:extLst>
          </p:cNvPr>
          <p:cNvSpPr>
            <a:spLocks xmlns:a="http://schemas.openxmlformats.org/drawingml/2006/main" noGrp="1"/>
          </p:cNvSpPr>
          <p:nvPr/>
        </p:nvSpPr>
        <p:spPr>
          <a:xfrm xmlns:a="http://schemas.openxmlformats.org/drawingml/2006/main">
            <a:off x="10407683" y="4800600"/>
            <a:ext cx="47046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وربط</a:t>
            </a:r>
          </a:p>
        </p:txBody>
      </p:sp>
      <p:sp>
        <p:nvSpPr>
          <p:cNvPr id="28" name="text-149">
            <a:extLst xmlns:a="http://schemas.openxmlformats.org/drawingml/2006/main">
              <a:ext uri="{FF2B5EF4-FFF2-40B4-BE49-F238E27FC236}">
                <a16:creationId xmlns:a16="http://schemas.microsoft.com/office/drawing/2014/main" id="{F7E809FB-4E4F-4FFB-BD48-3AA2A1545E5E}"/>
              </a:ext>
            </a:extLst>
          </p:cNvPr>
          <p:cNvSpPr>
            <a:spLocks xmlns:a="http://schemas.openxmlformats.org/drawingml/2006/main" noGrp="1"/>
          </p:cNvSpPr>
          <p:nvPr/>
        </p:nvSpPr>
        <p:spPr>
          <a:xfrm xmlns:a="http://schemas.openxmlformats.org/drawingml/2006/main">
            <a:off x="9781323" y="4800600"/>
            <a:ext cx="5710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الأدلة</a:t>
            </a:r>
          </a:p>
        </p:txBody>
      </p:sp>
    </p:spTree>
    <p:extLst>
      <p:ext uri="{BB962C8B-B14F-4D97-AF65-F5344CB8AC3E}">
        <p14:creationId xmlns:p14="http://schemas.microsoft.com/office/powerpoint/2010/main" val="1040253027"/>
      </p:ext>
    </p:extLst>
  </p:cSld>
</p:sld>
</file>

<file path=ppt/slides/slide5.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3" name="text-150">
            <a:extLst xmlns:a="http://schemas.openxmlformats.org/drawingml/2006/main">
              <a:ext uri="{FF2B5EF4-FFF2-40B4-BE49-F238E27FC236}">
                <a16:creationId xmlns:a16="http://schemas.microsoft.com/office/drawing/2014/main" id="{BA6A2F26-1B94-47D4-8B25-269A73264FDB}"/>
              </a:ext>
            </a:extLst>
          </p:cNvPr>
          <p:cNvSpPr>
            <a:spLocks xmlns:a="http://schemas.openxmlformats.org/drawingml/2006/main" noGrp="1"/>
          </p:cNvSpPr>
          <p:nvPr/>
        </p:nvSpPr>
        <p:spPr>
          <a:xfrm xmlns:a="http://schemas.openxmlformats.org/drawingml/2006/main">
            <a:off x="10694464" y="457200"/>
            <a:ext cx="887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كيف</a:t>
            </a:r>
          </a:p>
        </p:txBody>
      </p:sp>
      <p:sp>
        <p:nvSpPr>
          <p:cNvPr id="2" name="text-151">
            <a:extLst xmlns:a="http://schemas.openxmlformats.org/drawingml/2006/main">
              <a:ext uri="{FF2B5EF4-FFF2-40B4-BE49-F238E27FC236}">
                <a16:creationId xmlns:a16="http://schemas.microsoft.com/office/drawing/2014/main" id="{E6083A21-8F4C-4817-8406-0CB31377FC71}"/>
              </a:ext>
            </a:extLst>
          </p:cNvPr>
          <p:cNvSpPr>
            <a:spLocks xmlns:a="http://schemas.openxmlformats.org/drawingml/2006/main" noGrp="1"/>
          </p:cNvSpPr>
          <p:nvPr/>
        </p:nvSpPr>
        <p:spPr>
          <a:xfrm xmlns:a="http://schemas.openxmlformats.org/drawingml/2006/main">
            <a:off x="9628594" y="457200"/>
            <a:ext cx="96490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تبدأ؟</a:t>
            </a:r>
          </a:p>
        </p:txBody>
      </p:sp>
      <p:sp>
        <p:nvSpPr>
          <p:cNvPr id="3" name="text-152">
            <a:extLst xmlns:a="http://schemas.openxmlformats.org/drawingml/2006/main">
              <a:ext uri="{FF2B5EF4-FFF2-40B4-BE49-F238E27FC236}">
                <a16:creationId xmlns:a16="http://schemas.microsoft.com/office/drawing/2014/main" id="{68E4689F-C531-421C-B890-CDD26A7B08C1}"/>
              </a:ext>
            </a:extLst>
          </p:cNvPr>
          <p:cNvSpPr>
            <a:spLocks xmlns:a="http://schemas.openxmlformats.org/drawingml/2006/main" noGrp="1"/>
          </p:cNvSpPr>
          <p:nvPr/>
        </p:nvSpPr>
        <p:spPr>
          <a:xfrm xmlns:a="http://schemas.openxmlformats.org/drawingml/2006/main">
            <a:off x="7833345" y="457200"/>
            <a:ext cx="169428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شخصية</a:t>
            </a:r>
          </a:p>
        </p:txBody>
      </p:sp>
      <p:sp>
        <p:nvSpPr>
          <p:cNvPr id="4" name="text-153">
            <a:extLst xmlns:a="http://schemas.openxmlformats.org/drawingml/2006/main">
              <a:ext uri="{FF2B5EF4-FFF2-40B4-BE49-F238E27FC236}">
                <a16:creationId xmlns:a16="http://schemas.microsoft.com/office/drawing/2014/main" id="{77DDD4B3-F216-4EAB-99F6-104AF315457C}"/>
              </a:ext>
            </a:extLst>
          </p:cNvPr>
          <p:cNvSpPr>
            <a:spLocks xmlns:a="http://schemas.openxmlformats.org/drawingml/2006/main" noGrp="1"/>
          </p:cNvSpPr>
          <p:nvPr/>
        </p:nvSpPr>
        <p:spPr>
          <a:xfrm xmlns:a="http://schemas.openxmlformats.org/drawingml/2006/main">
            <a:off x="7234839" y="457200"/>
            <a:ext cx="4975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ثم</a:t>
            </a:r>
          </a:p>
        </p:txBody>
      </p:sp>
      <p:sp>
        <p:nvSpPr>
          <p:cNvPr id="5" name="text-154">
            <a:extLst xmlns:a="http://schemas.openxmlformats.org/drawingml/2006/main">
              <a:ext uri="{FF2B5EF4-FFF2-40B4-BE49-F238E27FC236}">
                <a16:creationId xmlns:a16="http://schemas.microsoft.com/office/drawing/2014/main" id="{0DA2D7FF-BDF1-43FD-854B-DDBB0A1653C8}"/>
              </a:ext>
            </a:extLst>
          </p:cNvPr>
          <p:cNvSpPr>
            <a:spLocks xmlns:a="http://schemas.openxmlformats.org/drawingml/2006/main" noGrp="1"/>
          </p:cNvSpPr>
          <p:nvPr/>
        </p:nvSpPr>
        <p:spPr>
          <a:xfrm xmlns:a="http://schemas.openxmlformats.org/drawingml/2006/main">
            <a:off x="5928947" y="457200"/>
            <a:ext cx="12049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سؤال</a:t>
            </a:r>
          </a:p>
        </p:txBody>
      </p:sp>
      <p:sp>
        <p:nvSpPr>
          <p:cNvPr id="6" name="shape-155">
            <a:extLst xmlns:a="http://schemas.openxmlformats.org/drawingml/2006/main">
              <a:ext uri="{FF2B5EF4-FFF2-40B4-BE49-F238E27FC236}">
                <a16:creationId xmlns:a16="http://schemas.microsoft.com/office/drawing/2014/main" id="{99C0857A-AB4B-4689-A4AA-2721756F7CB9}"/>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156">
            <a:extLst xmlns:a="http://schemas.openxmlformats.org/drawingml/2006/main">
              <a:ext uri="{FF2B5EF4-FFF2-40B4-BE49-F238E27FC236}">
                <a16:creationId xmlns:a16="http://schemas.microsoft.com/office/drawing/2014/main" id="{FE6183AF-48F6-42F4-8BB1-9F2E730D9730}"/>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157">
            <a:extLst xmlns:a="http://schemas.openxmlformats.org/drawingml/2006/main">
              <a:ext uri="{FF2B5EF4-FFF2-40B4-BE49-F238E27FC236}">
                <a16:creationId xmlns:a16="http://schemas.microsoft.com/office/drawing/2014/main" id="{56E6F9F0-CB5A-4F9B-B383-945F30BCD418}"/>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158">
            <a:extLst xmlns:a="http://schemas.openxmlformats.org/drawingml/2006/main">
              <a:ext uri="{FF2B5EF4-FFF2-40B4-BE49-F238E27FC236}">
                <a16:creationId xmlns:a16="http://schemas.microsoft.com/office/drawing/2014/main" id="{7469560A-2BB6-4074-B631-CA7C349B48B9}"/>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159">
            <a:extLst xmlns:a="http://schemas.openxmlformats.org/drawingml/2006/main">
              <a:ext uri="{FF2B5EF4-FFF2-40B4-BE49-F238E27FC236}">
                <a16:creationId xmlns:a16="http://schemas.microsoft.com/office/drawing/2014/main" id="{BE0BCF2B-BDC7-497A-BA19-81C395A43EFB}"/>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160">
            <a:extLst xmlns:a="http://schemas.openxmlformats.org/drawingml/2006/main">
              <a:ext uri="{FF2B5EF4-FFF2-40B4-BE49-F238E27FC236}">
                <a16:creationId xmlns:a16="http://schemas.microsoft.com/office/drawing/2014/main" id="{AD4F8670-4ADB-4267-A81F-7C0E3D3264DD}"/>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161">
            <a:extLst xmlns:a="http://schemas.openxmlformats.org/drawingml/2006/main">
              <a:ext uri="{FF2B5EF4-FFF2-40B4-BE49-F238E27FC236}">
                <a16:creationId xmlns:a16="http://schemas.microsoft.com/office/drawing/2014/main" id="{673F4E5E-3243-4B79-8034-B0BB789D76A8}"/>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162">
            <a:extLst xmlns:a="http://schemas.openxmlformats.org/drawingml/2006/main">
              <a:ext uri="{FF2B5EF4-FFF2-40B4-BE49-F238E27FC236}">
                <a16:creationId xmlns:a16="http://schemas.microsoft.com/office/drawing/2014/main" id="{34DBE0C1-D89E-42F7-A9B9-73BFC6C5F6D9}"/>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05</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da6010f178bc4041"/>
          <a:stretch xmlns:a="http://schemas.openxmlformats.org/drawingml/2006/main"/>
        </p:blipFill>
        <p:spPr>
          <a:xfrm xmlns:a="http://schemas.openxmlformats.org/drawingml/2006/main">
            <a:off x="609600" y="1477166"/>
            <a:ext cx="7477125" cy="4208469"/>
          </a:xfrm>
          <a:prstGeom xmlns:a="http://schemas.openxmlformats.org/drawingml/2006/main" prst="rect">
            <a:avLst/>
          </a:prstGeom>
        </p:spPr>
      </p:pic>
      <p:sp>
        <p:nvSpPr>
          <p:cNvPr id="15" name="text-163">
            <a:extLst xmlns:a="http://schemas.openxmlformats.org/drawingml/2006/main">
              <a:ext uri="{FF2B5EF4-FFF2-40B4-BE49-F238E27FC236}">
                <a16:creationId xmlns:a16="http://schemas.microsoft.com/office/drawing/2014/main" id="{3E7F8AE2-697C-4E4C-888F-27B00A7BAA92}"/>
              </a:ext>
            </a:extLst>
          </p:cNvPr>
          <p:cNvSpPr>
            <a:spLocks xmlns:a="http://schemas.openxmlformats.org/drawingml/2006/main" noGrp="1"/>
          </p:cNvSpPr>
          <p:nvPr/>
        </p:nvSpPr>
        <p:spPr>
          <a:xfrm xmlns:a="http://schemas.openxmlformats.org/drawingml/2006/main">
            <a:off x="10983224" y="1590675"/>
            <a:ext cx="59917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DDC087"/>
                </a:solidFill>
                <a:latin typeface="Tahoma"/>
                <a:ea typeface="Tahoma"/>
                <a:cs typeface="Tahoma"/>
              </a:defRPr>
            </a:pPr>
            <a:r>
              <a:rPr sz="2175" b="1">
                <a:solidFill>
                  <a:srgbClr val="DDC087"/>
                </a:solidFill>
                <a:latin typeface="Tahoma"/>
                <a:ea typeface="Tahoma"/>
                <a:cs typeface="Tahoma"/>
              </a:rPr>
              <a:t>اختر</a:t>
            </a:r>
          </a:p>
        </p:txBody>
      </p:sp>
      <p:sp>
        <p:nvSpPr>
          <p:cNvPr id="16" name="text-164">
            <a:extLst xmlns:a="http://schemas.openxmlformats.org/drawingml/2006/main">
              <a:ext uri="{FF2B5EF4-FFF2-40B4-BE49-F238E27FC236}">
                <a16:creationId xmlns:a16="http://schemas.microsoft.com/office/drawing/2014/main" id="{799542A3-FB03-4534-9B6D-BB031E0A1ADF}"/>
              </a:ext>
            </a:extLst>
          </p:cNvPr>
          <p:cNvSpPr>
            <a:spLocks xmlns:a="http://schemas.openxmlformats.org/drawingml/2006/main" noGrp="1"/>
          </p:cNvSpPr>
          <p:nvPr/>
        </p:nvSpPr>
        <p:spPr>
          <a:xfrm xmlns:a="http://schemas.openxmlformats.org/drawingml/2006/main">
            <a:off x="9567992" y="1590675"/>
            <a:ext cx="135332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DDC087"/>
                </a:solidFill>
                <a:latin typeface="Tahoma"/>
                <a:ea typeface="Tahoma"/>
                <a:cs typeface="Tahoma"/>
              </a:defRPr>
            </a:pPr>
            <a:r>
              <a:rPr sz="2175" b="1">
                <a:solidFill>
                  <a:srgbClr val="DDC087"/>
                </a:solidFill>
                <a:latin typeface="Tahoma"/>
                <a:ea typeface="Tahoma"/>
                <a:cs typeface="Tahoma"/>
              </a:rPr>
              <a:t>الشخصية</a:t>
            </a:r>
          </a:p>
        </p:txBody>
      </p:sp>
      <p:sp>
        <p:nvSpPr>
          <p:cNvPr id="17" name="text-165">
            <a:extLst xmlns:a="http://schemas.openxmlformats.org/drawingml/2006/main">
              <a:ext uri="{FF2B5EF4-FFF2-40B4-BE49-F238E27FC236}">
                <a16:creationId xmlns:a16="http://schemas.microsoft.com/office/drawing/2014/main" id="{B7199C50-417C-4DFF-AA86-AFA81CFB4186}"/>
              </a:ext>
            </a:extLst>
          </p:cNvPr>
          <p:cNvSpPr>
            <a:spLocks xmlns:a="http://schemas.openxmlformats.org/drawingml/2006/main" noGrp="1"/>
          </p:cNvSpPr>
          <p:nvPr/>
        </p:nvSpPr>
        <p:spPr>
          <a:xfrm xmlns:a="http://schemas.openxmlformats.org/drawingml/2006/main">
            <a:off x="11051506" y="2371725"/>
            <a:ext cx="53089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اكتب</a:t>
            </a:r>
          </a:p>
        </p:txBody>
      </p:sp>
      <p:sp>
        <p:nvSpPr>
          <p:cNvPr id="18" name="text-166">
            <a:extLst xmlns:a="http://schemas.openxmlformats.org/drawingml/2006/main">
              <a:ext uri="{FF2B5EF4-FFF2-40B4-BE49-F238E27FC236}">
                <a16:creationId xmlns:a16="http://schemas.microsoft.com/office/drawing/2014/main" id="{82CE2DD4-8E83-4FB9-BA06-3A92BDA044AD}"/>
              </a:ext>
            </a:extLst>
          </p:cNvPr>
          <p:cNvSpPr>
            <a:spLocks xmlns:a="http://schemas.openxmlformats.org/drawingml/2006/main" noGrp="1"/>
          </p:cNvSpPr>
          <p:nvPr/>
        </p:nvSpPr>
        <p:spPr>
          <a:xfrm xmlns:a="http://schemas.openxmlformats.org/drawingml/2006/main">
            <a:off x="10720940" y="2371725"/>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ثم</a:t>
            </a:r>
          </a:p>
        </p:txBody>
      </p:sp>
      <p:sp>
        <p:nvSpPr>
          <p:cNvPr id="19" name="text-167">
            <a:extLst xmlns:a="http://schemas.openxmlformats.org/drawingml/2006/main">
              <a:ext uri="{FF2B5EF4-FFF2-40B4-BE49-F238E27FC236}">
                <a16:creationId xmlns:a16="http://schemas.microsoft.com/office/drawing/2014/main" id="{281935AD-77CC-48E1-BD92-7F2DDD1210D0}"/>
              </a:ext>
            </a:extLst>
          </p:cNvPr>
          <p:cNvSpPr>
            <a:spLocks xmlns:a="http://schemas.openxmlformats.org/drawingml/2006/main" noGrp="1"/>
          </p:cNvSpPr>
          <p:nvPr/>
        </p:nvSpPr>
        <p:spPr>
          <a:xfrm xmlns:a="http://schemas.openxmlformats.org/drawingml/2006/main">
            <a:off x="10091342" y="2371725"/>
            <a:ext cx="5742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اضغط</a:t>
            </a:r>
          </a:p>
        </p:txBody>
      </p:sp>
      <p:sp>
        <p:nvSpPr>
          <p:cNvPr id="20" name="text-168">
            <a:extLst xmlns:a="http://schemas.openxmlformats.org/drawingml/2006/main">
              <a:ext uri="{FF2B5EF4-FFF2-40B4-BE49-F238E27FC236}">
                <a16:creationId xmlns:a16="http://schemas.microsoft.com/office/drawing/2014/main" id="{7E6642C7-9E8A-47DB-83A9-45697D243BFF}"/>
              </a:ext>
            </a:extLst>
          </p:cNvPr>
          <p:cNvSpPr>
            <a:spLocks xmlns:a="http://schemas.openxmlformats.org/drawingml/2006/main" noGrp="1"/>
          </p:cNvSpPr>
          <p:nvPr/>
        </p:nvSpPr>
        <p:spPr>
          <a:xfrm xmlns:a="http://schemas.openxmlformats.org/drawingml/2006/main">
            <a:off x="9229033" y="2371725"/>
            <a:ext cx="80696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الإرسال</a:t>
            </a:r>
          </a:p>
        </p:txBody>
      </p:sp>
      <p:sp>
        <p:nvSpPr>
          <p:cNvPr id="21" name="text-169">
            <a:extLst xmlns:a="http://schemas.openxmlformats.org/drawingml/2006/main">
              <a:ext uri="{FF2B5EF4-FFF2-40B4-BE49-F238E27FC236}">
                <a16:creationId xmlns:a16="http://schemas.microsoft.com/office/drawing/2014/main" id="{06A12310-F888-4281-97AB-2E2E92198CF2}"/>
              </a:ext>
            </a:extLst>
          </p:cNvPr>
          <p:cNvSpPr>
            <a:spLocks xmlns:a="http://schemas.openxmlformats.org/drawingml/2006/main" noGrp="1"/>
          </p:cNvSpPr>
          <p:nvPr/>
        </p:nvSpPr>
        <p:spPr>
          <a:xfrm xmlns:a="http://schemas.openxmlformats.org/drawingml/2006/main">
            <a:off x="11382815" y="3124200"/>
            <a:ext cx="1995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أو</a:t>
            </a:r>
          </a:p>
        </p:txBody>
      </p:sp>
      <p:sp>
        <p:nvSpPr>
          <p:cNvPr id="22" name="text-170">
            <a:extLst xmlns:a="http://schemas.openxmlformats.org/drawingml/2006/main">
              <a:ext uri="{FF2B5EF4-FFF2-40B4-BE49-F238E27FC236}">
                <a16:creationId xmlns:a16="http://schemas.microsoft.com/office/drawing/2014/main" id="{439FDE21-9365-45ED-9361-298771169FC2}"/>
              </a:ext>
            </a:extLst>
          </p:cNvPr>
          <p:cNvSpPr>
            <a:spLocks xmlns:a="http://schemas.openxmlformats.org/drawingml/2006/main" noGrp="1"/>
          </p:cNvSpPr>
          <p:nvPr/>
        </p:nvSpPr>
        <p:spPr>
          <a:xfrm xmlns:a="http://schemas.openxmlformats.org/drawingml/2006/main">
            <a:off x="10753217" y="3124200"/>
            <a:ext cx="5742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اضغط</a:t>
            </a:r>
          </a:p>
        </p:txBody>
      </p:sp>
      <p:sp>
        <p:nvSpPr>
          <p:cNvPr id="23" name="text-171">
            <a:extLst xmlns:a="http://schemas.openxmlformats.org/drawingml/2006/main">
              <a:ext uri="{FF2B5EF4-FFF2-40B4-BE49-F238E27FC236}">
                <a16:creationId xmlns:a16="http://schemas.microsoft.com/office/drawing/2014/main" id="{95D5BE26-C751-4EB0-A4A2-45AEBC008D59}"/>
              </a:ext>
            </a:extLst>
          </p:cNvPr>
          <p:cNvSpPr>
            <a:spLocks xmlns:a="http://schemas.openxmlformats.org/drawingml/2006/main" noGrp="1"/>
          </p:cNvSpPr>
          <p:nvPr/>
        </p:nvSpPr>
        <p:spPr>
          <a:xfrm xmlns:a="http://schemas.openxmlformats.org/drawingml/2006/main">
            <a:off x="10102036" y="3124200"/>
            <a:ext cx="59584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سؤالًا</a:t>
            </a:r>
          </a:p>
        </p:txBody>
      </p:sp>
      <p:sp>
        <p:nvSpPr>
          <p:cNvPr id="24" name="text-172">
            <a:extLst xmlns:a="http://schemas.openxmlformats.org/drawingml/2006/main">
              <a:ext uri="{FF2B5EF4-FFF2-40B4-BE49-F238E27FC236}">
                <a16:creationId xmlns:a16="http://schemas.microsoft.com/office/drawing/2014/main" id="{913D599D-3FEB-45B6-8D53-34EF6A322AAE}"/>
              </a:ext>
            </a:extLst>
          </p:cNvPr>
          <p:cNvSpPr>
            <a:spLocks xmlns:a="http://schemas.openxmlformats.org/drawingml/2006/main" noGrp="1"/>
          </p:cNvSpPr>
          <p:nvPr/>
        </p:nvSpPr>
        <p:spPr>
          <a:xfrm xmlns:a="http://schemas.openxmlformats.org/drawingml/2006/main">
            <a:off x="9337344" y="3124200"/>
            <a:ext cx="70935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مقترحًا</a:t>
            </a:r>
          </a:p>
        </p:txBody>
      </p:sp>
      <p:sp>
        <p:nvSpPr>
          <p:cNvPr id="25" name="text-173">
            <a:extLst xmlns:a="http://schemas.openxmlformats.org/drawingml/2006/main">
              <a:ext uri="{FF2B5EF4-FFF2-40B4-BE49-F238E27FC236}">
                <a16:creationId xmlns:a16="http://schemas.microsoft.com/office/drawing/2014/main" id="{14B33A8B-B095-4D47-8B2F-0F891D1667BF}"/>
              </a:ext>
            </a:extLst>
          </p:cNvPr>
          <p:cNvSpPr>
            <a:spLocks xmlns:a="http://schemas.openxmlformats.org/drawingml/2006/main" noGrp="1"/>
          </p:cNvSpPr>
          <p:nvPr/>
        </p:nvSpPr>
        <p:spPr>
          <a:xfrm xmlns:a="http://schemas.openxmlformats.org/drawingml/2006/main">
            <a:off x="11065830" y="3876675"/>
            <a:ext cx="51657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يظهر</a:t>
            </a:r>
          </a:p>
        </p:txBody>
      </p:sp>
      <p:sp>
        <p:nvSpPr>
          <p:cNvPr id="26" name="text-174">
            <a:extLst xmlns:a="http://schemas.openxmlformats.org/drawingml/2006/main">
              <a:ext uri="{FF2B5EF4-FFF2-40B4-BE49-F238E27FC236}">
                <a16:creationId xmlns:a16="http://schemas.microsoft.com/office/drawing/2014/main" id="{2FFC8782-7A8D-49B0-A735-98368FA54810}"/>
              </a:ext>
            </a:extLst>
          </p:cNvPr>
          <p:cNvSpPr>
            <a:spLocks xmlns:a="http://schemas.openxmlformats.org/drawingml/2006/main" noGrp="1"/>
          </p:cNvSpPr>
          <p:nvPr/>
        </p:nvSpPr>
        <p:spPr>
          <a:xfrm xmlns:a="http://schemas.openxmlformats.org/drawingml/2006/main">
            <a:off x="10311537" y="3876675"/>
            <a:ext cx="69895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الجواب</a:t>
            </a:r>
          </a:p>
        </p:txBody>
      </p:sp>
      <p:sp>
        <p:nvSpPr>
          <p:cNvPr id="27" name="text-175">
            <a:extLst xmlns:a="http://schemas.openxmlformats.org/drawingml/2006/main">
              <a:ext uri="{FF2B5EF4-FFF2-40B4-BE49-F238E27FC236}">
                <a16:creationId xmlns:a16="http://schemas.microsoft.com/office/drawing/2014/main" id="{E9D56BC1-CA24-4ED1-908C-26C041E3F8D4}"/>
              </a:ext>
            </a:extLst>
          </p:cNvPr>
          <p:cNvSpPr>
            <a:spLocks xmlns:a="http://schemas.openxmlformats.org/drawingml/2006/main" noGrp="1"/>
          </p:cNvSpPr>
          <p:nvPr/>
        </p:nvSpPr>
        <p:spPr>
          <a:xfrm xmlns:a="http://schemas.openxmlformats.org/drawingml/2006/main">
            <a:off x="9532718" y="3876675"/>
            <a:ext cx="72347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تدريجيًا</a:t>
            </a:r>
          </a:p>
        </p:txBody>
      </p:sp>
      <p:sp>
        <p:nvSpPr>
          <p:cNvPr id="28" name="text-176">
            <a:extLst xmlns:a="http://schemas.openxmlformats.org/drawingml/2006/main">
              <a:ext uri="{FF2B5EF4-FFF2-40B4-BE49-F238E27FC236}">
                <a16:creationId xmlns:a16="http://schemas.microsoft.com/office/drawing/2014/main" id="{6E877DF4-82DD-4099-95CA-BCE4E358D3C9}"/>
              </a:ext>
            </a:extLst>
          </p:cNvPr>
          <p:cNvSpPr>
            <a:spLocks xmlns:a="http://schemas.openxmlformats.org/drawingml/2006/main" noGrp="1"/>
          </p:cNvSpPr>
          <p:nvPr/>
        </p:nvSpPr>
        <p:spPr>
          <a:xfrm xmlns:a="http://schemas.openxmlformats.org/drawingml/2006/main">
            <a:off x="11055430" y="4629150"/>
            <a:ext cx="52697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انتظر</a:t>
            </a:r>
          </a:p>
        </p:txBody>
      </p:sp>
      <p:sp>
        <p:nvSpPr>
          <p:cNvPr id="29" name="text-177">
            <a:extLst xmlns:a="http://schemas.openxmlformats.org/drawingml/2006/main">
              <a:ext uri="{FF2B5EF4-FFF2-40B4-BE49-F238E27FC236}">
                <a16:creationId xmlns:a16="http://schemas.microsoft.com/office/drawing/2014/main" id="{9606AFBE-0B72-49A6-A522-3F9653FB6B97}"/>
              </a:ext>
            </a:extLst>
          </p:cNvPr>
          <p:cNvSpPr>
            <a:spLocks xmlns:a="http://schemas.openxmlformats.org/drawingml/2006/main" noGrp="1"/>
          </p:cNvSpPr>
          <p:nvPr/>
        </p:nvSpPr>
        <p:spPr>
          <a:xfrm xmlns:a="http://schemas.openxmlformats.org/drawingml/2006/main">
            <a:off x="10267879" y="4629150"/>
            <a:ext cx="73221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اكتماله</a:t>
            </a:r>
          </a:p>
        </p:txBody>
      </p:sp>
      <p:sp>
        <p:nvSpPr>
          <p:cNvPr id="30" name="text-178">
            <a:extLst xmlns:a="http://schemas.openxmlformats.org/drawingml/2006/main">
              <a:ext uri="{FF2B5EF4-FFF2-40B4-BE49-F238E27FC236}">
                <a16:creationId xmlns:a16="http://schemas.microsoft.com/office/drawing/2014/main" id="{07CEA58B-BBA6-4FA9-8DE4-7395A64FCE62}"/>
              </a:ext>
            </a:extLst>
          </p:cNvPr>
          <p:cNvSpPr>
            <a:spLocks xmlns:a="http://schemas.openxmlformats.org/drawingml/2006/main" noGrp="1"/>
          </p:cNvSpPr>
          <p:nvPr/>
        </p:nvSpPr>
        <p:spPr>
          <a:xfrm xmlns:a="http://schemas.openxmlformats.org/drawingml/2006/main">
            <a:off x="9937313" y="4629150"/>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ثم</a:t>
            </a:r>
          </a:p>
        </p:txBody>
      </p:sp>
      <p:sp>
        <p:nvSpPr>
          <p:cNvPr id="31" name="text-179">
            <a:extLst xmlns:a="http://schemas.openxmlformats.org/drawingml/2006/main">
              <a:ext uri="{FF2B5EF4-FFF2-40B4-BE49-F238E27FC236}">
                <a16:creationId xmlns:a16="http://schemas.microsoft.com/office/drawing/2014/main" id="{FF81E597-B363-42A7-BD3A-7D6705465265}"/>
              </a:ext>
            </a:extLst>
          </p:cNvPr>
          <p:cNvSpPr>
            <a:spLocks xmlns:a="http://schemas.openxmlformats.org/drawingml/2006/main" noGrp="1"/>
          </p:cNvSpPr>
          <p:nvPr/>
        </p:nvSpPr>
        <p:spPr>
          <a:xfrm xmlns:a="http://schemas.openxmlformats.org/drawingml/2006/main">
            <a:off x="9367463" y="4629150"/>
            <a:ext cx="51451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قيّمه</a:t>
            </a:r>
          </a:p>
        </p:txBody>
      </p:sp>
      <p:sp>
        <p:nvSpPr>
          <p:cNvPr id="32" name="text-180">
            <a:extLst xmlns:a="http://schemas.openxmlformats.org/drawingml/2006/main">
              <a:ext uri="{FF2B5EF4-FFF2-40B4-BE49-F238E27FC236}">
                <a16:creationId xmlns:a16="http://schemas.microsoft.com/office/drawing/2014/main" id="{28BF80E0-010D-49BC-8D89-03DB2917DF73}"/>
              </a:ext>
            </a:extLst>
          </p:cNvPr>
          <p:cNvSpPr>
            <a:spLocks xmlns:a="http://schemas.openxmlformats.org/drawingml/2006/main" noGrp="1"/>
          </p:cNvSpPr>
          <p:nvPr/>
        </p:nvSpPr>
        <p:spPr>
          <a:xfrm xmlns:a="http://schemas.openxmlformats.org/drawingml/2006/main">
            <a:off x="11394980" y="5676900"/>
            <a:ext cx="1874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لا</a:t>
            </a:r>
          </a:p>
        </p:txBody>
      </p:sp>
      <p:sp>
        <p:nvSpPr>
          <p:cNvPr id="33" name="text-181">
            <a:extLst xmlns:a="http://schemas.openxmlformats.org/drawingml/2006/main">
              <a:ext uri="{FF2B5EF4-FFF2-40B4-BE49-F238E27FC236}">
                <a16:creationId xmlns:a16="http://schemas.microsoft.com/office/drawing/2014/main" id="{C8A3F213-99CF-4DC6-B3AA-24E82D512913}"/>
              </a:ext>
            </a:extLst>
          </p:cNvPr>
          <p:cNvSpPr>
            <a:spLocks xmlns:a="http://schemas.openxmlformats.org/drawingml/2006/main" noGrp="1"/>
          </p:cNvSpPr>
          <p:nvPr/>
        </p:nvSpPr>
        <p:spPr>
          <a:xfrm xmlns:a="http://schemas.openxmlformats.org/drawingml/2006/main">
            <a:off x="10758025" y="5676900"/>
            <a:ext cx="5816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يحتاج</a:t>
            </a:r>
          </a:p>
        </p:txBody>
      </p:sp>
      <p:sp>
        <p:nvSpPr>
          <p:cNvPr id="34" name="text-182">
            <a:extLst xmlns:a="http://schemas.openxmlformats.org/drawingml/2006/main">
              <a:ext uri="{FF2B5EF4-FFF2-40B4-BE49-F238E27FC236}">
                <a16:creationId xmlns:a16="http://schemas.microsoft.com/office/drawing/2014/main" id="{429643B1-52AE-4409-ACF1-C07C06AC9F98}"/>
              </a:ext>
            </a:extLst>
          </p:cNvPr>
          <p:cNvSpPr>
            <a:spLocks xmlns:a="http://schemas.openxmlformats.org/drawingml/2006/main" noGrp="1"/>
          </p:cNvSpPr>
          <p:nvPr/>
        </p:nvSpPr>
        <p:spPr>
          <a:xfrm xmlns:a="http://schemas.openxmlformats.org/drawingml/2006/main">
            <a:off x="10204264" y="5676900"/>
            <a:ext cx="4984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الزائر</a:t>
            </a:r>
          </a:p>
        </p:txBody>
      </p:sp>
      <p:sp>
        <p:nvSpPr>
          <p:cNvPr id="35" name="text-183">
            <a:extLst xmlns:a="http://schemas.openxmlformats.org/drawingml/2006/main">
              <a:ext uri="{FF2B5EF4-FFF2-40B4-BE49-F238E27FC236}">
                <a16:creationId xmlns:a16="http://schemas.microsoft.com/office/drawing/2014/main" id="{DE4289F9-9AAB-4E1A-A656-7281BBAD8D9C}"/>
              </a:ext>
            </a:extLst>
          </p:cNvPr>
          <p:cNvSpPr>
            <a:spLocks xmlns:a="http://schemas.openxmlformats.org/drawingml/2006/main" noGrp="1"/>
          </p:cNvSpPr>
          <p:nvPr/>
        </p:nvSpPr>
        <p:spPr>
          <a:xfrm xmlns:a="http://schemas.openxmlformats.org/drawingml/2006/main">
            <a:off x="9469299" y="5676900"/>
            <a:ext cx="67962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مفتاحًا</a:t>
            </a:r>
          </a:p>
        </p:txBody>
      </p:sp>
      <p:sp>
        <p:nvSpPr>
          <p:cNvPr id="36" name="text-184">
            <a:extLst xmlns:a="http://schemas.openxmlformats.org/drawingml/2006/main">
              <a:ext uri="{FF2B5EF4-FFF2-40B4-BE49-F238E27FC236}">
                <a16:creationId xmlns:a16="http://schemas.microsoft.com/office/drawing/2014/main" id="{9FC303BD-FF4D-4E08-A932-52E51D932BEB}"/>
              </a:ext>
            </a:extLst>
          </p:cNvPr>
          <p:cNvSpPr>
            <a:spLocks xmlns:a="http://schemas.openxmlformats.org/drawingml/2006/main" noGrp="1"/>
          </p:cNvSpPr>
          <p:nvPr/>
        </p:nvSpPr>
        <p:spPr>
          <a:xfrm xmlns:a="http://schemas.openxmlformats.org/drawingml/2006/main">
            <a:off x="9289131" y="5676900"/>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a:t>
            </a:r>
          </a:p>
        </p:txBody>
      </p:sp>
      <p:sp>
        <p:nvSpPr>
          <p:cNvPr id="37" name="text-185">
            <a:extLst xmlns:a="http://schemas.openxmlformats.org/drawingml/2006/main">
              <a:ext uri="{FF2B5EF4-FFF2-40B4-BE49-F238E27FC236}">
                <a16:creationId xmlns:a16="http://schemas.microsoft.com/office/drawing/2014/main" id="{B27B6ECC-7ABE-422D-8540-FF85CFF91707}"/>
              </a:ext>
            </a:extLst>
          </p:cNvPr>
          <p:cNvSpPr>
            <a:spLocks xmlns:a="http://schemas.openxmlformats.org/drawingml/2006/main" noGrp="1"/>
          </p:cNvSpPr>
          <p:nvPr/>
        </p:nvSpPr>
        <p:spPr>
          <a:xfrm xmlns:a="http://schemas.openxmlformats.org/drawingml/2006/main">
            <a:off x="8818958" y="5676900"/>
            <a:ext cx="41483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لكل</a:t>
            </a:r>
          </a:p>
        </p:txBody>
      </p:sp>
      <p:sp>
        <p:nvSpPr>
          <p:cNvPr id="38" name="text-186">
            <a:extLst xmlns:a="http://schemas.openxmlformats.org/drawingml/2006/main">
              <a:ext uri="{FF2B5EF4-FFF2-40B4-BE49-F238E27FC236}">
                <a16:creationId xmlns:a16="http://schemas.microsoft.com/office/drawing/2014/main" id="{D0F25441-30DF-4CF3-BBBF-88D6EF2948C1}"/>
              </a:ext>
            </a:extLst>
          </p:cNvPr>
          <p:cNvSpPr>
            <a:spLocks xmlns:a="http://schemas.openxmlformats.org/drawingml/2006/main" noGrp="1"/>
          </p:cNvSpPr>
          <p:nvPr/>
        </p:nvSpPr>
        <p:spPr>
          <a:xfrm xmlns:a="http://schemas.openxmlformats.org/drawingml/2006/main">
            <a:off x="7903279" y="5676900"/>
            <a:ext cx="86033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شخصية</a:t>
            </a:r>
          </a:p>
        </p:txBody>
      </p:sp>
      <p:sp>
        <p:nvSpPr>
          <p:cNvPr id="39" name="text-187">
            <a:extLst xmlns:a="http://schemas.openxmlformats.org/drawingml/2006/main">
              <a:ext uri="{FF2B5EF4-FFF2-40B4-BE49-F238E27FC236}">
                <a16:creationId xmlns:a16="http://schemas.microsoft.com/office/drawing/2014/main" id="{D5526A2B-78B4-4271-9F2D-1DC1E85A5D65}"/>
              </a:ext>
            </a:extLst>
          </p:cNvPr>
          <p:cNvSpPr>
            <a:spLocks xmlns:a="http://schemas.openxmlformats.org/drawingml/2006/main" noGrp="1"/>
          </p:cNvSpPr>
          <p:nvPr/>
        </p:nvSpPr>
        <p:spPr>
          <a:xfrm xmlns:a="http://schemas.openxmlformats.org/drawingml/2006/main">
            <a:off x="6968567" y="5676900"/>
            <a:ext cx="87937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محادثتها</a:t>
            </a:r>
          </a:p>
        </p:txBody>
      </p:sp>
      <p:sp>
        <p:nvSpPr>
          <p:cNvPr id="40" name="text-188">
            <a:extLst xmlns:a="http://schemas.openxmlformats.org/drawingml/2006/main">
              <a:ext uri="{FF2B5EF4-FFF2-40B4-BE49-F238E27FC236}">
                <a16:creationId xmlns:a16="http://schemas.microsoft.com/office/drawing/2014/main" id="{40CF121A-4501-4F4D-8B9D-E5EF7DDD457F}"/>
              </a:ext>
            </a:extLst>
          </p:cNvPr>
          <p:cNvSpPr>
            <a:spLocks xmlns:a="http://schemas.openxmlformats.org/drawingml/2006/main" noGrp="1"/>
          </p:cNvSpPr>
          <p:nvPr/>
        </p:nvSpPr>
        <p:spPr>
          <a:xfrm xmlns:a="http://schemas.openxmlformats.org/drawingml/2006/main">
            <a:off x="6494960" y="5676900"/>
            <a:ext cx="41826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أثناء</a:t>
            </a:r>
          </a:p>
        </p:txBody>
      </p:sp>
      <p:sp>
        <p:nvSpPr>
          <p:cNvPr id="41" name="text-189">
            <a:extLst xmlns:a="http://schemas.openxmlformats.org/drawingml/2006/main">
              <a:ext uri="{FF2B5EF4-FFF2-40B4-BE49-F238E27FC236}">
                <a16:creationId xmlns:a16="http://schemas.microsoft.com/office/drawing/2014/main" id="{22E8052F-03E0-4FEA-B93F-2BBF97EEA3ED}"/>
              </a:ext>
            </a:extLst>
          </p:cNvPr>
          <p:cNvSpPr>
            <a:spLocks xmlns:a="http://schemas.openxmlformats.org/drawingml/2006/main" noGrp="1"/>
          </p:cNvSpPr>
          <p:nvPr/>
        </p:nvSpPr>
        <p:spPr>
          <a:xfrm xmlns:a="http://schemas.openxmlformats.org/drawingml/2006/main">
            <a:off x="6043035" y="5676900"/>
            <a:ext cx="3965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بقاء</a:t>
            </a:r>
          </a:p>
        </p:txBody>
      </p:sp>
      <p:sp>
        <p:nvSpPr>
          <p:cNvPr id="42" name="text-190">
            <a:extLst xmlns:a="http://schemas.openxmlformats.org/drawingml/2006/main">
              <a:ext uri="{FF2B5EF4-FFF2-40B4-BE49-F238E27FC236}">
                <a16:creationId xmlns:a16="http://schemas.microsoft.com/office/drawing/2014/main" id="{4B2A62EA-53F4-4CCF-8A10-62437BB50C9D}"/>
              </a:ext>
            </a:extLst>
          </p:cNvPr>
          <p:cNvSpPr>
            <a:spLocks xmlns:a="http://schemas.openxmlformats.org/drawingml/2006/main" noGrp="1"/>
          </p:cNvSpPr>
          <p:nvPr/>
        </p:nvSpPr>
        <p:spPr>
          <a:xfrm xmlns:a="http://schemas.openxmlformats.org/drawingml/2006/main">
            <a:off x="5202212" y="5676900"/>
            <a:ext cx="78548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الصفحة</a:t>
            </a:r>
          </a:p>
        </p:txBody>
      </p:sp>
    </p:spTree>
    <p:extLst>
      <p:ext uri="{BB962C8B-B14F-4D97-AF65-F5344CB8AC3E}">
        <p14:creationId xmlns:p14="http://schemas.microsoft.com/office/powerpoint/2010/main" val="1275659535"/>
      </p:ext>
    </p:extLst>
  </p:cSld>
</p:sld>
</file>

<file path=ppt/slides/slide6.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2" name="text-191">
            <a:extLst xmlns:a="http://schemas.openxmlformats.org/drawingml/2006/main">
              <a:ext uri="{FF2B5EF4-FFF2-40B4-BE49-F238E27FC236}">
                <a16:creationId xmlns:a16="http://schemas.microsoft.com/office/drawing/2014/main" id="{CFCD1A50-AEA7-4714-8D98-FC99FB9BF227}"/>
              </a:ext>
            </a:extLst>
          </p:cNvPr>
          <p:cNvSpPr>
            <a:spLocks xmlns:a="http://schemas.openxmlformats.org/drawingml/2006/main" noGrp="1"/>
          </p:cNvSpPr>
          <p:nvPr/>
        </p:nvSpPr>
        <p:spPr>
          <a:xfrm xmlns:a="http://schemas.openxmlformats.org/drawingml/2006/main">
            <a:off x="10694464" y="457200"/>
            <a:ext cx="887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كيف</a:t>
            </a:r>
          </a:p>
        </p:txBody>
      </p:sp>
      <p:sp>
        <p:nvSpPr>
          <p:cNvPr id="2" name="text-192">
            <a:extLst xmlns:a="http://schemas.openxmlformats.org/drawingml/2006/main">
              <a:ext uri="{FF2B5EF4-FFF2-40B4-BE49-F238E27FC236}">
                <a16:creationId xmlns:a16="http://schemas.microsoft.com/office/drawing/2014/main" id="{981B8830-6370-4C2E-9BF4-7CEEC7758792}"/>
              </a:ext>
            </a:extLst>
          </p:cNvPr>
          <p:cNvSpPr>
            <a:spLocks xmlns:a="http://schemas.openxmlformats.org/drawingml/2006/main" noGrp="1"/>
          </p:cNvSpPr>
          <p:nvPr/>
        </p:nvSpPr>
        <p:spPr>
          <a:xfrm xmlns:a="http://schemas.openxmlformats.org/drawingml/2006/main">
            <a:off x="8990251" y="457200"/>
            <a:ext cx="16032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تتحقق؟</a:t>
            </a:r>
          </a:p>
        </p:txBody>
      </p:sp>
      <p:sp>
        <p:nvSpPr>
          <p:cNvPr id="3" name="text-193">
            <a:extLst xmlns:a="http://schemas.openxmlformats.org/drawingml/2006/main">
              <a:ext uri="{FF2B5EF4-FFF2-40B4-BE49-F238E27FC236}">
                <a16:creationId xmlns:a16="http://schemas.microsoft.com/office/drawing/2014/main" id="{8373539E-D91C-49E7-9C03-F3AFFF5F6CEF}"/>
              </a:ext>
            </a:extLst>
          </p:cNvPr>
          <p:cNvSpPr>
            <a:spLocks xmlns:a="http://schemas.openxmlformats.org/drawingml/2006/main" noGrp="1"/>
          </p:cNvSpPr>
          <p:nvPr/>
        </p:nvSpPr>
        <p:spPr>
          <a:xfrm xmlns:a="http://schemas.openxmlformats.org/drawingml/2006/main">
            <a:off x="7988473" y="457200"/>
            <a:ext cx="90081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افتح</a:t>
            </a:r>
          </a:p>
        </p:txBody>
      </p:sp>
      <p:sp>
        <p:nvSpPr>
          <p:cNvPr id="4" name="text-194">
            <a:extLst xmlns:a="http://schemas.openxmlformats.org/drawingml/2006/main">
              <a:ext uri="{FF2B5EF4-FFF2-40B4-BE49-F238E27FC236}">
                <a16:creationId xmlns:a16="http://schemas.microsoft.com/office/drawing/2014/main" id="{98966BC9-5740-4A3B-8836-B9D705A24471}"/>
              </a:ext>
            </a:extLst>
          </p:cNvPr>
          <p:cNvSpPr>
            <a:spLocks xmlns:a="http://schemas.openxmlformats.org/drawingml/2006/main" noGrp="1"/>
          </p:cNvSpPr>
          <p:nvPr/>
        </p:nvSpPr>
        <p:spPr>
          <a:xfrm xmlns:a="http://schemas.openxmlformats.org/drawingml/2006/main">
            <a:off x="6468610" y="457200"/>
            <a:ext cx="14188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المرجع</a:t>
            </a:r>
          </a:p>
        </p:txBody>
      </p:sp>
      <p:sp>
        <p:nvSpPr>
          <p:cNvPr id="5" name="text-195">
            <a:extLst xmlns:a="http://schemas.openxmlformats.org/drawingml/2006/main">
              <a:ext uri="{FF2B5EF4-FFF2-40B4-BE49-F238E27FC236}">
                <a16:creationId xmlns:a16="http://schemas.microsoft.com/office/drawing/2014/main" id="{99381D2F-02B8-4B16-A8E5-496DDFEB2900}"/>
              </a:ext>
            </a:extLst>
          </p:cNvPr>
          <p:cNvSpPr>
            <a:spLocks xmlns:a="http://schemas.openxmlformats.org/drawingml/2006/main" noGrp="1"/>
          </p:cNvSpPr>
          <p:nvPr/>
        </p:nvSpPr>
        <p:spPr>
          <a:xfrm xmlns:a="http://schemas.openxmlformats.org/drawingml/2006/main">
            <a:off x="5870105" y="457200"/>
            <a:ext cx="4975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ثم</a:t>
            </a:r>
          </a:p>
        </p:txBody>
      </p:sp>
      <p:sp>
        <p:nvSpPr>
          <p:cNvPr id="6" name="text-196">
            <a:extLst xmlns:a="http://schemas.openxmlformats.org/drawingml/2006/main">
              <a:ext uri="{FF2B5EF4-FFF2-40B4-BE49-F238E27FC236}">
                <a16:creationId xmlns:a16="http://schemas.microsoft.com/office/drawing/2014/main" id="{F61ED6E6-2704-46BE-ABEF-18C85E95A747}"/>
              </a:ext>
            </a:extLst>
          </p:cNvPr>
          <p:cNvSpPr>
            <a:spLocks xmlns:a="http://schemas.openxmlformats.org/drawingml/2006/main" noGrp="1"/>
          </p:cNvSpPr>
          <p:nvPr/>
        </p:nvSpPr>
        <p:spPr>
          <a:xfrm xmlns:a="http://schemas.openxmlformats.org/drawingml/2006/main">
            <a:off x="5007704" y="457200"/>
            <a:ext cx="7614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تابع</a:t>
            </a:r>
          </a:p>
        </p:txBody>
      </p:sp>
      <p:sp>
        <p:nvSpPr>
          <p:cNvPr id="7" name="shape-197">
            <a:extLst xmlns:a="http://schemas.openxmlformats.org/drawingml/2006/main">
              <a:ext uri="{FF2B5EF4-FFF2-40B4-BE49-F238E27FC236}">
                <a16:creationId xmlns:a16="http://schemas.microsoft.com/office/drawing/2014/main" id="{62879834-BD03-4A6A-967B-EBCF6A0E13EE}"/>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8" name="text-198">
            <a:extLst xmlns:a="http://schemas.openxmlformats.org/drawingml/2006/main">
              <a:ext uri="{FF2B5EF4-FFF2-40B4-BE49-F238E27FC236}">
                <a16:creationId xmlns:a16="http://schemas.microsoft.com/office/drawing/2014/main" id="{983CEF46-75AA-4F23-844C-017A07B6B879}"/>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9" name="text-199">
            <a:extLst xmlns:a="http://schemas.openxmlformats.org/drawingml/2006/main">
              <a:ext uri="{FF2B5EF4-FFF2-40B4-BE49-F238E27FC236}">
                <a16:creationId xmlns:a16="http://schemas.microsoft.com/office/drawing/2014/main" id="{A61CF914-972E-4AA1-8CCE-1F3DE39BC4F2}"/>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10" name="text-200">
            <a:extLst xmlns:a="http://schemas.openxmlformats.org/drawingml/2006/main">
              <a:ext uri="{FF2B5EF4-FFF2-40B4-BE49-F238E27FC236}">
                <a16:creationId xmlns:a16="http://schemas.microsoft.com/office/drawing/2014/main" id="{E2FBECE4-C217-459D-AFA1-428F98398F71}"/>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1" name="text-201">
            <a:extLst xmlns:a="http://schemas.openxmlformats.org/drawingml/2006/main">
              <a:ext uri="{FF2B5EF4-FFF2-40B4-BE49-F238E27FC236}">
                <a16:creationId xmlns:a16="http://schemas.microsoft.com/office/drawing/2014/main" id="{A1378960-2492-4928-8401-9997C0F2240D}"/>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2" name="text-202">
            <a:extLst xmlns:a="http://schemas.openxmlformats.org/drawingml/2006/main">
              <a:ext uri="{FF2B5EF4-FFF2-40B4-BE49-F238E27FC236}">
                <a16:creationId xmlns:a16="http://schemas.microsoft.com/office/drawing/2014/main" id="{CE144A23-1AA4-4393-98CF-6D5A0E77052E}"/>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3" name="text-203">
            <a:extLst xmlns:a="http://schemas.openxmlformats.org/drawingml/2006/main">
              <a:ext uri="{FF2B5EF4-FFF2-40B4-BE49-F238E27FC236}">
                <a16:creationId xmlns:a16="http://schemas.microsoft.com/office/drawing/2014/main" id="{FBAA6818-2959-4917-B2B5-533A9E9B6623}"/>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4" name="text-204">
            <a:extLst xmlns:a="http://schemas.openxmlformats.org/drawingml/2006/main">
              <a:ext uri="{FF2B5EF4-FFF2-40B4-BE49-F238E27FC236}">
                <a16:creationId xmlns:a16="http://schemas.microsoft.com/office/drawing/2014/main" id="{E126B2C9-FFFF-4CD6-ADF6-320FB8045C4F}"/>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06</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bd8f43246810432d"/>
          <a:stretch xmlns:a="http://schemas.openxmlformats.org/drawingml/2006/main"/>
        </p:blipFill>
        <p:spPr>
          <a:xfrm xmlns:a="http://schemas.openxmlformats.org/drawingml/2006/main">
            <a:off x="609600" y="1400966"/>
            <a:ext cx="7477125" cy="4208469"/>
          </a:xfrm>
          <a:prstGeom xmlns:a="http://schemas.openxmlformats.org/drawingml/2006/main" prst="rect">
            <a:avLst/>
          </a:prstGeom>
        </p:spPr>
      </p:pic>
      <p:sp>
        <p:nvSpPr>
          <p:cNvPr id="16" name="text-205">
            <a:extLst xmlns:a="http://schemas.openxmlformats.org/drawingml/2006/main">
              <a:ext uri="{FF2B5EF4-FFF2-40B4-BE49-F238E27FC236}">
                <a16:creationId xmlns:a16="http://schemas.microsoft.com/office/drawing/2014/main" id="{4663333D-1DF0-4510-869A-35FA129937F9}"/>
              </a:ext>
            </a:extLst>
          </p:cNvPr>
          <p:cNvSpPr>
            <a:spLocks xmlns:a="http://schemas.openxmlformats.org/drawingml/2006/main" noGrp="1"/>
          </p:cNvSpPr>
          <p:nvPr/>
        </p:nvSpPr>
        <p:spPr>
          <a:xfrm xmlns:a="http://schemas.openxmlformats.org/drawingml/2006/main">
            <a:off x="10798774" y="1571625"/>
            <a:ext cx="78362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اضغط</a:t>
            </a:r>
          </a:p>
        </p:txBody>
      </p:sp>
      <p:sp>
        <p:nvSpPr>
          <p:cNvPr id="17" name="text-206">
            <a:extLst xmlns:a="http://schemas.openxmlformats.org/drawingml/2006/main">
              <a:ext uri="{FF2B5EF4-FFF2-40B4-BE49-F238E27FC236}">
                <a16:creationId xmlns:a16="http://schemas.microsoft.com/office/drawing/2014/main" id="{45508205-62D0-4449-8518-7F777E974B84}"/>
              </a:ext>
            </a:extLst>
          </p:cNvPr>
          <p:cNvSpPr>
            <a:spLocks xmlns:a="http://schemas.openxmlformats.org/drawingml/2006/main" noGrp="1"/>
          </p:cNvSpPr>
          <p:nvPr/>
        </p:nvSpPr>
        <p:spPr>
          <a:xfrm xmlns:a="http://schemas.openxmlformats.org/drawingml/2006/main">
            <a:off x="9777687" y="1571625"/>
            <a:ext cx="96203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المصدر</a:t>
            </a:r>
          </a:p>
        </p:txBody>
      </p:sp>
      <p:sp>
        <p:nvSpPr>
          <p:cNvPr id="18" name="text-207">
            <a:extLst xmlns:a="http://schemas.openxmlformats.org/drawingml/2006/main">
              <a:ext uri="{FF2B5EF4-FFF2-40B4-BE49-F238E27FC236}">
                <a16:creationId xmlns:a16="http://schemas.microsoft.com/office/drawing/2014/main" id="{74FC92EB-D6FA-44EE-ACE6-5F3894162D5F}"/>
              </a:ext>
            </a:extLst>
          </p:cNvPr>
          <p:cNvSpPr>
            <a:spLocks xmlns:a="http://schemas.openxmlformats.org/drawingml/2006/main" noGrp="1"/>
          </p:cNvSpPr>
          <p:nvPr/>
        </p:nvSpPr>
        <p:spPr>
          <a:xfrm xmlns:a="http://schemas.openxmlformats.org/drawingml/2006/main">
            <a:off x="11019719" y="2333625"/>
            <a:ext cx="56268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طابق</a:t>
            </a:r>
          </a:p>
        </p:txBody>
      </p:sp>
      <p:sp>
        <p:nvSpPr>
          <p:cNvPr id="19" name="text-208">
            <a:extLst xmlns:a="http://schemas.openxmlformats.org/drawingml/2006/main">
              <a:ext uri="{FF2B5EF4-FFF2-40B4-BE49-F238E27FC236}">
                <a16:creationId xmlns:a16="http://schemas.microsoft.com/office/drawing/2014/main" id="{692523D2-C3BD-407F-98BF-43EB0760B8E4}"/>
              </a:ext>
            </a:extLst>
          </p:cNvPr>
          <p:cNvSpPr>
            <a:spLocks xmlns:a="http://schemas.openxmlformats.org/drawingml/2006/main" noGrp="1"/>
          </p:cNvSpPr>
          <p:nvPr/>
        </p:nvSpPr>
        <p:spPr>
          <a:xfrm xmlns:a="http://schemas.openxmlformats.org/drawingml/2006/main">
            <a:off x="10426617" y="2333625"/>
            <a:ext cx="537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النص</a:t>
            </a:r>
          </a:p>
        </p:txBody>
      </p:sp>
      <p:sp>
        <p:nvSpPr>
          <p:cNvPr id="20" name="text-209">
            <a:extLst xmlns:a="http://schemas.openxmlformats.org/drawingml/2006/main">
              <a:ext uri="{FF2B5EF4-FFF2-40B4-BE49-F238E27FC236}">
                <a16:creationId xmlns:a16="http://schemas.microsoft.com/office/drawing/2014/main" id="{4076378B-9CCB-4158-8252-1E5D86975BCC}"/>
              </a:ext>
            </a:extLst>
          </p:cNvPr>
          <p:cNvSpPr>
            <a:spLocks xmlns:a="http://schemas.openxmlformats.org/drawingml/2006/main" noGrp="1"/>
          </p:cNvSpPr>
          <p:nvPr/>
        </p:nvSpPr>
        <p:spPr>
          <a:xfrm xmlns:a="http://schemas.openxmlformats.org/drawingml/2006/main">
            <a:off x="10064461" y="2333625"/>
            <a:ext cx="3068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مع</a:t>
            </a:r>
          </a:p>
        </p:txBody>
      </p:sp>
      <p:sp>
        <p:nvSpPr>
          <p:cNvPr id="21" name="text-210">
            <a:extLst xmlns:a="http://schemas.openxmlformats.org/drawingml/2006/main">
              <a:ext uri="{FF2B5EF4-FFF2-40B4-BE49-F238E27FC236}">
                <a16:creationId xmlns:a16="http://schemas.microsoft.com/office/drawing/2014/main" id="{6690CACF-4B0E-4B2E-9CFA-C02498FEEAB2}"/>
              </a:ext>
            </a:extLst>
          </p:cNvPr>
          <p:cNvSpPr>
            <a:spLocks xmlns:a="http://schemas.openxmlformats.org/drawingml/2006/main" noGrp="1"/>
          </p:cNvSpPr>
          <p:nvPr/>
        </p:nvSpPr>
        <p:spPr>
          <a:xfrm xmlns:a="http://schemas.openxmlformats.org/drawingml/2006/main">
            <a:off x="9310168" y="2333625"/>
            <a:ext cx="69895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الجواب</a:t>
            </a:r>
          </a:p>
        </p:txBody>
      </p:sp>
      <p:sp>
        <p:nvSpPr>
          <p:cNvPr id="22" name="text-211">
            <a:extLst xmlns:a="http://schemas.openxmlformats.org/drawingml/2006/main">
              <a:ext uri="{FF2B5EF4-FFF2-40B4-BE49-F238E27FC236}">
                <a16:creationId xmlns:a16="http://schemas.microsoft.com/office/drawing/2014/main" id="{40547C40-64CC-46C0-983A-9AF126B40069}"/>
              </a:ext>
            </a:extLst>
          </p:cNvPr>
          <p:cNvSpPr>
            <a:spLocks xmlns:a="http://schemas.openxmlformats.org/drawingml/2006/main" noGrp="1"/>
          </p:cNvSpPr>
          <p:nvPr/>
        </p:nvSpPr>
        <p:spPr>
          <a:xfrm xmlns:a="http://schemas.openxmlformats.org/drawingml/2006/main">
            <a:off x="11035514" y="3095625"/>
            <a:ext cx="54688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أغلق</a:t>
            </a:r>
          </a:p>
        </p:txBody>
      </p:sp>
      <p:sp>
        <p:nvSpPr>
          <p:cNvPr id="23" name="text-212">
            <a:extLst xmlns:a="http://schemas.openxmlformats.org/drawingml/2006/main">
              <a:ext uri="{FF2B5EF4-FFF2-40B4-BE49-F238E27FC236}">
                <a16:creationId xmlns:a16="http://schemas.microsoft.com/office/drawing/2014/main" id="{4F559979-7AA6-4A04-93C9-CDD69BA01DEE}"/>
              </a:ext>
            </a:extLst>
          </p:cNvPr>
          <p:cNvSpPr>
            <a:spLocks xmlns:a="http://schemas.openxmlformats.org/drawingml/2006/main" noGrp="1"/>
          </p:cNvSpPr>
          <p:nvPr/>
        </p:nvSpPr>
        <p:spPr>
          <a:xfrm xmlns:a="http://schemas.openxmlformats.org/drawingml/2006/main">
            <a:off x="10315265" y="3095625"/>
            <a:ext cx="66490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القارئ</a:t>
            </a:r>
          </a:p>
        </p:txBody>
      </p:sp>
      <p:sp>
        <p:nvSpPr>
          <p:cNvPr id="24" name="text-213">
            <a:extLst xmlns:a="http://schemas.openxmlformats.org/drawingml/2006/main">
              <a:ext uri="{FF2B5EF4-FFF2-40B4-BE49-F238E27FC236}">
                <a16:creationId xmlns:a16="http://schemas.microsoft.com/office/drawing/2014/main" id="{C170D611-E5F1-437C-A287-0C829FEBBA13}"/>
              </a:ext>
            </a:extLst>
          </p:cNvPr>
          <p:cNvSpPr>
            <a:spLocks xmlns:a="http://schemas.openxmlformats.org/drawingml/2006/main" noGrp="1"/>
          </p:cNvSpPr>
          <p:nvPr/>
        </p:nvSpPr>
        <p:spPr>
          <a:xfrm xmlns:a="http://schemas.openxmlformats.org/drawingml/2006/main">
            <a:off x="9766018" y="3095625"/>
            <a:ext cx="4939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وتابع</a:t>
            </a:r>
          </a:p>
        </p:txBody>
      </p:sp>
      <p:sp>
        <p:nvSpPr>
          <p:cNvPr id="25" name="text-214">
            <a:extLst xmlns:a="http://schemas.openxmlformats.org/drawingml/2006/main">
              <a:ext uri="{FF2B5EF4-FFF2-40B4-BE49-F238E27FC236}">
                <a16:creationId xmlns:a16="http://schemas.microsoft.com/office/drawing/2014/main" id="{74F8E804-D0A4-4795-917D-8774F4E4A6E1}"/>
              </a:ext>
            </a:extLst>
          </p:cNvPr>
          <p:cNvSpPr>
            <a:spLocks xmlns:a="http://schemas.openxmlformats.org/drawingml/2006/main" noGrp="1"/>
          </p:cNvSpPr>
          <p:nvPr/>
        </p:nvSpPr>
        <p:spPr>
          <a:xfrm xmlns:a="http://schemas.openxmlformats.org/drawingml/2006/main">
            <a:off x="11183068" y="3857625"/>
            <a:ext cx="39933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بدّل</a:t>
            </a:r>
          </a:p>
        </p:txBody>
      </p:sp>
      <p:sp>
        <p:nvSpPr>
          <p:cNvPr id="26" name="text-215">
            <a:extLst xmlns:a="http://schemas.openxmlformats.org/drawingml/2006/main">
              <a:ext uri="{FF2B5EF4-FFF2-40B4-BE49-F238E27FC236}">
                <a16:creationId xmlns:a16="http://schemas.microsoft.com/office/drawing/2014/main" id="{C9DD7BCF-6328-444A-BB4A-7ACD7C2CAC63}"/>
              </a:ext>
            </a:extLst>
          </p:cNvPr>
          <p:cNvSpPr>
            <a:spLocks xmlns:a="http://schemas.openxmlformats.org/drawingml/2006/main" noGrp="1"/>
          </p:cNvSpPr>
          <p:nvPr/>
        </p:nvSpPr>
        <p:spPr>
          <a:xfrm xmlns:a="http://schemas.openxmlformats.org/drawingml/2006/main">
            <a:off x="10119443" y="3857625"/>
            <a:ext cx="10082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الشخصية</a:t>
            </a:r>
          </a:p>
        </p:txBody>
      </p:sp>
      <p:sp>
        <p:nvSpPr>
          <p:cNvPr id="27" name="text-216">
            <a:extLst xmlns:a="http://schemas.openxmlformats.org/drawingml/2006/main">
              <a:ext uri="{FF2B5EF4-FFF2-40B4-BE49-F238E27FC236}">
                <a16:creationId xmlns:a16="http://schemas.microsoft.com/office/drawing/2014/main" id="{572F109D-E973-4F94-8F72-3BADEF0C061A}"/>
              </a:ext>
            </a:extLst>
          </p:cNvPr>
          <p:cNvSpPr>
            <a:spLocks xmlns:a="http://schemas.openxmlformats.org/drawingml/2006/main" noGrp="1"/>
          </p:cNvSpPr>
          <p:nvPr/>
        </p:nvSpPr>
        <p:spPr>
          <a:xfrm xmlns:a="http://schemas.openxmlformats.org/drawingml/2006/main">
            <a:off x="9788877" y="3857625"/>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ثم</a:t>
            </a:r>
          </a:p>
        </p:txBody>
      </p:sp>
      <p:sp>
        <p:nvSpPr>
          <p:cNvPr id="28" name="text-217">
            <a:extLst xmlns:a="http://schemas.openxmlformats.org/drawingml/2006/main">
              <a:ext uri="{FF2B5EF4-FFF2-40B4-BE49-F238E27FC236}">
                <a16:creationId xmlns:a16="http://schemas.microsoft.com/office/drawing/2014/main" id="{2631932B-C2BE-4814-9846-41AD3365ED57}"/>
              </a:ext>
            </a:extLst>
          </p:cNvPr>
          <p:cNvSpPr>
            <a:spLocks xmlns:a="http://schemas.openxmlformats.org/drawingml/2006/main" noGrp="1"/>
          </p:cNvSpPr>
          <p:nvPr/>
        </p:nvSpPr>
        <p:spPr>
          <a:xfrm xmlns:a="http://schemas.openxmlformats.org/drawingml/2006/main">
            <a:off x="9242180" y="3857625"/>
            <a:ext cx="49135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ارجع</a:t>
            </a:r>
          </a:p>
        </p:txBody>
      </p:sp>
      <p:sp>
        <p:nvSpPr>
          <p:cNvPr id="29" name="text-218">
            <a:extLst xmlns:a="http://schemas.openxmlformats.org/drawingml/2006/main">
              <a:ext uri="{FF2B5EF4-FFF2-40B4-BE49-F238E27FC236}">
                <a16:creationId xmlns:a16="http://schemas.microsoft.com/office/drawing/2014/main" id="{DAE2CBDF-EC1A-4E22-8BBE-FE0DB44F7234}"/>
              </a:ext>
            </a:extLst>
          </p:cNvPr>
          <p:cNvSpPr>
            <a:spLocks xmlns:a="http://schemas.openxmlformats.org/drawingml/2006/main" noGrp="1"/>
          </p:cNvSpPr>
          <p:nvPr/>
        </p:nvSpPr>
        <p:spPr>
          <a:xfrm xmlns:a="http://schemas.openxmlformats.org/drawingml/2006/main">
            <a:off x="10790932" y="4619625"/>
            <a:ext cx="79146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تستعيد</a:t>
            </a:r>
          </a:p>
        </p:txBody>
      </p:sp>
      <p:sp>
        <p:nvSpPr>
          <p:cNvPr id="30" name="text-219">
            <a:extLst xmlns:a="http://schemas.openxmlformats.org/drawingml/2006/main">
              <a:ext uri="{FF2B5EF4-FFF2-40B4-BE49-F238E27FC236}">
                <a16:creationId xmlns:a16="http://schemas.microsoft.com/office/drawing/2014/main" id="{1671B4BA-09DE-440B-979A-168DDD5586E7}"/>
              </a:ext>
            </a:extLst>
          </p:cNvPr>
          <p:cNvSpPr>
            <a:spLocks xmlns:a="http://schemas.openxmlformats.org/drawingml/2006/main" noGrp="1"/>
          </p:cNvSpPr>
          <p:nvPr/>
        </p:nvSpPr>
        <p:spPr>
          <a:xfrm xmlns:a="http://schemas.openxmlformats.org/drawingml/2006/main">
            <a:off x="10041644" y="4619625"/>
            <a:ext cx="69394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حوارها</a:t>
            </a:r>
          </a:p>
        </p:txBody>
      </p:sp>
      <p:sp>
        <p:nvSpPr>
          <p:cNvPr id="31" name="text-220">
            <a:extLst xmlns:a="http://schemas.openxmlformats.org/drawingml/2006/main">
              <a:ext uri="{FF2B5EF4-FFF2-40B4-BE49-F238E27FC236}">
                <a16:creationId xmlns:a16="http://schemas.microsoft.com/office/drawing/2014/main" id="{70E02FD6-9409-4054-BF2E-182153EDA570}"/>
              </a:ext>
            </a:extLst>
          </p:cNvPr>
          <p:cNvSpPr>
            <a:spLocks xmlns:a="http://schemas.openxmlformats.org/drawingml/2006/main" noGrp="1"/>
          </p:cNvSpPr>
          <p:nvPr/>
        </p:nvSpPr>
        <p:spPr>
          <a:xfrm xmlns:a="http://schemas.openxmlformats.org/drawingml/2006/main">
            <a:off x="9024031" y="4619625"/>
            <a:ext cx="96227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المستقل</a:t>
            </a:r>
          </a:p>
        </p:txBody>
      </p:sp>
      <p:sp>
        <p:nvSpPr>
          <p:cNvPr id="32" name="text-221">
            <a:extLst xmlns:a="http://schemas.openxmlformats.org/drawingml/2006/main">
              <a:ext uri="{FF2B5EF4-FFF2-40B4-BE49-F238E27FC236}">
                <a16:creationId xmlns:a16="http://schemas.microsoft.com/office/drawing/2014/main" id="{A8D59B79-62DA-4CBF-999B-EB07EB4B7C6C}"/>
              </a:ext>
            </a:extLst>
          </p:cNvPr>
          <p:cNvSpPr>
            <a:spLocks xmlns:a="http://schemas.openxmlformats.org/drawingml/2006/main" noGrp="1"/>
          </p:cNvSpPr>
          <p:nvPr/>
        </p:nvSpPr>
        <p:spPr>
          <a:xfrm xmlns:a="http://schemas.openxmlformats.org/drawingml/2006/main">
            <a:off x="10855683" y="5676900"/>
            <a:ext cx="72671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محادثة</a:t>
            </a:r>
          </a:p>
        </p:txBody>
      </p:sp>
      <p:sp>
        <p:nvSpPr>
          <p:cNvPr id="33" name="text-222">
            <a:extLst xmlns:a="http://schemas.openxmlformats.org/drawingml/2006/main">
              <a:ext uri="{FF2B5EF4-FFF2-40B4-BE49-F238E27FC236}">
                <a16:creationId xmlns:a16="http://schemas.microsoft.com/office/drawing/2014/main" id="{490FEDD5-3625-4E70-B2F4-5EB48DF2E80B}"/>
              </a:ext>
            </a:extLst>
          </p:cNvPr>
          <p:cNvSpPr>
            <a:spLocks xmlns:a="http://schemas.openxmlformats.org/drawingml/2006/main" noGrp="1"/>
          </p:cNvSpPr>
          <p:nvPr/>
        </p:nvSpPr>
        <p:spPr>
          <a:xfrm xmlns:a="http://schemas.openxmlformats.org/drawingml/2006/main">
            <a:off x="10148581" y="5676900"/>
            <a:ext cx="651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جديدة</a:t>
            </a:r>
          </a:p>
        </p:txBody>
      </p:sp>
      <p:sp>
        <p:nvSpPr>
          <p:cNvPr id="34" name="text-223">
            <a:extLst xmlns:a="http://schemas.openxmlformats.org/drawingml/2006/main">
              <a:ext uri="{FF2B5EF4-FFF2-40B4-BE49-F238E27FC236}">
                <a16:creationId xmlns:a16="http://schemas.microsoft.com/office/drawing/2014/main" id="{26995945-1B03-47DB-AB7D-84E33ABB52F9}"/>
              </a:ext>
            </a:extLst>
          </p:cNvPr>
          <p:cNvSpPr>
            <a:spLocks xmlns:a="http://schemas.openxmlformats.org/drawingml/2006/main" noGrp="1"/>
          </p:cNvSpPr>
          <p:nvPr/>
        </p:nvSpPr>
        <p:spPr>
          <a:xfrm xmlns:a="http://schemas.openxmlformats.org/drawingml/2006/main">
            <a:off x="9405669" y="5676900"/>
            <a:ext cx="68757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تمسح</a:t>
            </a:r>
          </a:p>
        </p:txBody>
      </p:sp>
      <p:sp>
        <p:nvSpPr>
          <p:cNvPr id="35" name="text-224">
            <a:extLst xmlns:a="http://schemas.openxmlformats.org/drawingml/2006/main">
              <a:ext uri="{FF2B5EF4-FFF2-40B4-BE49-F238E27FC236}">
                <a16:creationId xmlns:a16="http://schemas.microsoft.com/office/drawing/2014/main" id="{1CBEE300-DCA4-412B-A741-9A4E8F651037}"/>
              </a:ext>
            </a:extLst>
          </p:cNvPr>
          <p:cNvSpPr>
            <a:spLocks xmlns:a="http://schemas.openxmlformats.org/drawingml/2006/main" noGrp="1"/>
          </p:cNvSpPr>
          <p:nvPr/>
        </p:nvSpPr>
        <p:spPr>
          <a:xfrm xmlns:a="http://schemas.openxmlformats.org/drawingml/2006/main">
            <a:off x="8893800" y="5676900"/>
            <a:ext cx="45652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حوار</a:t>
            </a:r>
          </a:p>
        </p:txBody>
      </p:sp>
      <p:sp>
        <p:nvSpPr>
          <p:cNvPr id="36" name="text-225">
            <a:extLst xmlns:a="http://schemas.openxmlformats.org/drawingml/2006/main">
              <a:ext uri="{FF2B5EF4-FFF2-40B4-BE49-F238E27FC236}">
                <a16:creationId xmlns:a16="http://schemas.microsoft.com/office/drawing/2014/main" id="{D70C315F-F21C-474C-96F2-2321D3CA22A9}"/>
              </a:ext>
            </a:extLst>
          </p:cNvPr>
          <p:cNvSpPr>
            <a:spLocks xmlns:a="http://schemas.openxmlformats.org/drawingml/2006/main" noGrp="1"/>
          </p:cNvSpPr>
          <p:nvPr/>
        </p:nvSpPr>
        <p:spPr>
          <a:xfrm xmlns:a="http://schemas.openxmlformats.org/drawingml/2006/main">
            <a:off x="7830175" y="5676900"/>
            <a:ext cx="10082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الشخصية</a:t>
            </a:r>
          </a:p>
        </p:txBody>
      </p:sp>
      <p:sp>
        <p:nvSpPr>
          <p:cNvPr id="37" name="text-226">
            <a:extLst xmlns:a="http://schemas.openxmlformats.org/drawingml/2006/main">
              <a:ext uri="{FF2B5EF4-FFF2-40B4-BE49-F238E27FC236}">
                <a16:creationId xmlns:a16="http://schemas.microsoft.com/office/drawing/2014/main" id="{101C6484-8A0A-4C3C-95C9-98B32201D961}"/>
              </a:ext>
            </a:extLst>
          </p:cNvPr>
          <p:cNvSpPr>
            <a:spLocks xmlns:a="http://schemas.openxmlformats.org/drawingml/2006/main" noGrp="1"/>
          </p:cNvSpPr>
          <p:nvPr/>
        </p:nvSpPr>
        <p:spPr>
          <a:xfrm xmlns:a="http://schemas.openxmlformats.org/drawingml/2006/main">
            <a:off x="6929997" y="5676900"/>
            <a:ext cx="8448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المختارة</a:t>
            </a:r>
          </a:p>
        </p:txBody>
      </p:sp>
      <p:sp>
        <p:nvSpPr>
          <p:cNvPr id="38" name="text-227">
            <a:extLst xmlns:a="http://schemas.openxmlformats.org/drawingml/2006/main">
              <a:ext uri="{FF2B5EF4-FFF2-40B4-BE49-F238E27FC236}">
                <a16:creationId xmlns:a16="http://schemas.microsoft.com/office/drawing/2014/main" id="{91C1896A-B8C3-47B7-8EA5-2956590662F4}"/>
              </a:ext>
            </a:extLst>
          </p:cNvPr>
          <p:cNvSpPr>
            <a:spLocks xmlns:a="http://schemas.openxmlformats.org/drawingml/2006/main" noGrp="1"/>
          </p:cNvSpPr>
          <p:nvPr/>
        </p:nvSpPr>
        <p:spPr>
          <a:xfrm xmlns:a="http://schemas.openxmlformats.org/drawingml/2006/main">
            <a:off x="6439711" y="5676900"/>
            <a:ext cx="43494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فقط</a:t>
            </a:r>
          </a:p>
        </p:txBody>
      </p:sp>
      <p:sp>
        <p:nvSpPr>
          <p:cNvPr id="39" name="text-228">
            <a:extLst xmlns:a="http://schemas.openxmlformats.org/drawingml/2006/main">
              <a:ext uri="{FF2B5EF4-FFF2-40B4-BE49-F238E27FC236}">
                <a16:creationId xmlns:a16="http://schemas.microsoft.com/office/drawing/2014/main" id="{F952BF84-B2A6-458A-A754-FBC34B313313}"/>
              </a:ext>
            </a:extLst>
          </p:cNvPr>
          <p:cNvSpPr>
            <a:spLocks xmlns:a="http://schemas.openxmlformats.org/drawingml/2006/main" noGrp="1"/>
          </p:cNvSpPr>
          <p:nvPr/>
        </p:nvSpPr>
        <p:spPr>
          <a:xfrm xmlns:a="http://schemas.openxmlformats.org/drawingml/2006/main">
            <a:off x="6259544" y="5676900"/>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a:t>
            </a:r>
          </a:p>
        </p:txBody>
      </p:sp>
      <p:sp>
        <p:nvSpPr>
          <p:cNvPr id="40" name="text-229">
            <a:extLst xmlns:a="http://schemas.openxmlformats.org/drawingml/2006/main">
              <a:ext uri="{FF2B5EF4-FFF2-40B4-BE49-F238E27FC236}">
                <a16:creationId xmlns:a16="http://schemas.microsoft.com/office/drawing/2014/main" id="{F4277AF6-B842-4F1C-94B4-C9AB423B07D2}"/>
              </a:ext>
            </a:extLst>
          </p:cNvPr>
          <p:cNvSpPr>
            <a:spLocks xmlns:a="http://schemas.openxmlformats.org/drawingml/2006/main" noGrp="1"/>
          </p:cNvSpPr>
          <p:nvPr/>
        </p:nvSpPr>
        <p:spPr>
          <a:xfrm xmlns:a="http://schemas.openxmlformats.org/drawingml/2006/main">
            <a:off x="5575006" y="5676900"/>
            <a:ext cx="62919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الحفظ</a:t>
            </a:r>
          </a:p>
        </p:txBody>
      </p:sp>
      <p:sp>
        <p:nvSpPr>
          <p:cNvPr id="41" name="text-230">
            <a:extLst xmlns:a="http://schemas.openxmlformats.org/drawingml/2006/main">
              <a:ext uri="{FF2B5EF4-FFF2-40B4-BE49-F238E27FC236}">
                <a16:creationId xmlns:a16="http://schemas.microsoft.com/office/drawing/2014/main" id="{FBF58335-B65D-4EA4-9B01-AB8CE01A3154}"/>
              </a:ext>
            </a:extLst>
          </p:cNvPr>
          <p:cNvSpPr>
            <a:spLocks xmlns:a="http://schemas.openxmlformats.org/drawingml/2006/main" noGrp="1"/>
          </p:cNvSpPr>
          <p:nvPr/>
        </p:nvSpPr>
        <p:spPr>
          <a:xfrm xmlns:a="http://schemas.openxmlformats.org/drawingml/2006/main">
            <a:off x="4917252" y="5676900"/>
            <a:ext cx="60241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مؤقت</a:t>
            </a:r>
          </a:p>
        </p:txBody>
      </p:sp>
    </p:spTree>
    <p:extLst>
      <p:ext uri="{BB962C8B-B14F-4D97-AF65-F5344CB8AC3E}">
        <p14:creationId xmlns:p14="http://schemas.microsoft.com/office/powerpoint/2010/main" val="351157453"/>
      </p:ext>
    </p:extLst>
  </p:cSld>
</p:sld>
</file>

<file path=ppt/slides/slide7.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64" name="text-231">
            <a:extLst xmlns:a="http://schemas.openxmlformats.org/drawingml/2006/main">
              <a:ext uri="{FF2B5EF4-FFF2-40B4-BE49-F238E27FC236}">
                <a16:creationId xmlns:a16="http://schemas.microsoft.com/office/drawing/2014/main" id="{6316E84F-EFC4-4D1B-B4A5-2CDBAB29B0F9}"/>
              </a:ext>
            </a:extLst>
          </p:cNvPr>
          <p:cNvSpPr>
            <a:spLocks xmlns:a="http://schemas.openxmlformats.org/drawingml/2006/main" noGrp="1"/>
          </p:cNvSpPr>
          <p:nvPr/>
        </p:nvSpPr>
        <p:spPr>
          <a:xfrm xmlns:a="http://schemas.openxmlformats.org/drawingml/2006/main">
            <a:off x="9685538" y="457200"/>
            <a:ext cx="189686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المعمارية</a:t>
            </a:r>
          </a:p>
        </p:txBody>
      </p:sp>
      <p:sp>
        <p:nvSpPr>
          <p:cNvPr id="2" name="text-232">
            <a:extLst xmlns:a="http://schemas.openxmlformats.org/drawingml/2006/main">
              <a:ext uri="{FF2B5EF4-FFF2-40B4-BE49-F238E27FC236}">
                <a16:creationId xmlns:a16="http://schemas.microsoft.com/office/drawing/2014/main" id="{4A65738B-3B61-4489-B3F7-94ED328A48BA}"/>
              </a:ext>
            </a:extLst>
          </p:cNvPr>
          <p:cNvSpPr>
            <a:spLocks xmlns:a="http://schemas.openxmlformats.org/drawingml/2006/main" noGrp="1"/>
          </p:cNvSpPr>
          <p:nvPr/>
        </p:nvSpPr>
        <p:spPr>
          <a:xfrm xmlns:a="http://schemas.openxmlformats.org/drawingml/2006/main">
            <a:off x="8667514" y="457200"/>
            <a:ext cx="91705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ودور</a:t>
            </a:r>
          </a:p>
        </p:txBody>
      </p:sp>
      <p:sp>
        <p:nvSpPr>
          <p:cNvPr id="3" name="text-233">
            <a:extLst xmlns:a="http://schemas.openxmlformats.org/drawingml/2006/main">
              <a:ext uri="{FF2B5EF4-FFF2-40B4-BE49-F238E27FC236}">
                <a16:creationId xmlns:a16="http://schemas.microsoft.com/office/drawing/2014/main" id="{64CFB073-D027-4F66-9C80-1669C9F6A492}"/>
              </a:ext>
            </a:extLst>
          </p:cNvPr>
          <p:cNvSpPr>
            <a:spLocks xmlns:a="http://schemas.openxmlformats.org/drawingml/2006/main" noGrp="1"/>
          </p:cNvSpPr>
          <p:nvPr/>
        </p:nvSpPr>
        <p:spPr>
          <a:xfrm xmlns:a="http://schemas.openxmlformats.org/drawingml/2006/main">
            <a:off x="7600851" y="457200"/>
            <a:ext cx="96569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مزوّد</a:t>
            </a:r>
          </a:p>
        </p:txBody>
      </p:sp>
      <p:sp>
        <p:nvSpPr>
          <p:cNvPr id="4" name="text-234">
            <a:extLst xmlns:a="http://schemas.openxmlformats.org/drawingml/2006/main">
              <a:ext uri="{FF2B5EF4-FFF2-40B4-BE49-F238E27FC236}">
                <a16:creationId xmlns:a16="http://schemas.microsoft.com/office/drawing/2014/main" id="{D8562A00-DAB1-419A-A57E-0B49C40F2A2F}"/>
              </a:ext>
            </a:extLst>
          </p:cNvPr>
          <p:cNvSpPr>
            <a:spLocks xmlns:a="http://schemas.openxmlformats.org/drawingml/2006/main" noGrp="1"/>
          </p:cNvSpPr>
          <p:nvPr/>
        </p:nvSpPr>
        <p:spPr>
          <a:xfrm xmlns:a="http://schemas.openxmlformats.org/drawingml/2006/main">
            <a:off x="6084059" y="457200"/>
            <a:ext cx="141582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الخدمة</a:t>
            </a:r>
          </a:p>
        </p:txBody>
      </p:sp>
      <p:sp>
        <p:nvSpPr>
          <p:cNvPr id="5" name="shape-235">
            <a:extLst xmlns:a="http://schemas.openxmlformats.org/drawingml/2006/main">
              <a:ext uri="{FF2B5EF4-FFF2-40B4-BE49-F238E27FC236}">
                <a16:creationId xmlns:a16="http://schemas.microsoft.com/office/drawing/2014/main" id="{4709172B-8761-4375-8B71-8094C7876A63}"/>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6" name="text-236">
            <a:extLst xmlns:a="http://schemas.openxmlformats.org/drawingml/2006/main">
              <a:ext uri="{FF2B5EF4-FFF2-40B4-BE49-F238E27FC236}">
                <a16:creationId xmlns:a16="http://schemas.microsoft.com/office/drawing/2014/main" id="{B28BC185-5AF4-4800-A8DD-871635553F2D}"/>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7" name="text-237">
            <a:extLst xmlns:a="http://schemas.openxmlformats.org/drawingml/2006/main">
              <a:ext uri="{FF2B5EF4-FFF2-40B4-BE49-F238E27FC236}">
                <a16:creationId xmlns:a16="http://schemas.microsoft.com/office/drawing/2014/main" id="{9AB73BDC-D1C9-4B4A-BC36-A1737113A423}"/>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8" name="text-238">
            <a:extLst xmlns:a="http://schemas.openxmlformats.org/drawingml/2006/main">
              <a:ext uri="{FF2B5EF4-FFF2-40B4-BE49-F238E27FC236}">
                <a16:creationId xmlns:a16="http://schemas.microsoft.com/office/drawing/2014/main" id="{D810FB6A-F85C-4FB9-B1D5-03F32F1CCAC3}"/>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9" name="text-239">
            <a:extLst xmlns:a="http://schemas.openxmlformats.org/drawingml/2006/main">
              <a:ext uri="{FF2B5EF4-FFF2-40B4-BE49-F238E27FC236}">
                <a16:creationId xmlns:a16="http://schemas.microsoft.com/office/drawing/2014/main" id="{0F8027D0-757A-4C83-9EAC-5B49C47911FE}"/>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0" name="text-240">
            <a:extLst xmlns:a="http://schemas.openxmlformats.org/drawingml/2006/main">
              <a:ext uri="{FF2B5EF4-FFF2-40B4-BE49-F238E27FC236}">
                <a16:creationId xmlns:a16="http://schemas.microsoft.com/office/drawing/2014/main" id="{929A7E8B-5D3B-4920-9EFE-F833128C590B}"/>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1" name="text-241">
            <a:extLst xmlns:a="http://schemas.openxmlformats.org/drawingml/2006/main">
              <a:ext uri="{FF2B5EF4-FFF2-40B4-BE49-F238E27FC236}">
                <a16:creationId xmlns:a16="http://schemas.microsoft.com/office/drawing/2014/main" id="{4901943C-CC6C-42B3-99CC-D7B21D74954C}"/>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2" name="text-242">
            <a:extLst xmlns:a="http://schemas.openxmlformats.org/drawingml/2006/main">
              <a:ext uri="{FF2B5EF4-FFF2-40B4-BE49-F238E27FC236}">
                <a16:creationId xmlns:a16="http://schemas.microsoft.com/office/drawing/2014/main" id="{D5F04E7B-5824-4DBE-812A-F3ECB3AC79C1}"/>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07</a:t>
            </a:r>
          </a:p>
        </p:txBody>
      </p:sp>
      <p:sp>
        <p:nvSpPr>
          <p:cNvPr id="13" name="shape-243">
            <a:extLst xmlns:a="http://schemas.openxmlformats.org/drawingml/2006/main">
              <a:ext uri="{FF2B5EF4-FFF2-40B4-BE49-F238E27FC236}">
                <a16:creationId xmlns:a16="http://schemas.microsoft.com/office/drawing/2014/main" id="{B5B9F7AF-EFA0-46A6-BA05-B4905AA78FF4}"/>
              </a:ext>
            </a:extLst>
          </p:cNvPr>
          <p:cNvSpPr>
            <a:spLocks xmlns:a="http://schemas.openxmlformats.org/drawingml/2006/main" noGrp="1"/>
          </p:cNvSpPr>
          <p:nvPr/>
        </p:nvSpPr>
        <p:spPr>
          <a:xfrm xmlns:a="http://schemas.openxmlformats.org/drawingml/2006/main">
            <a:off x="9105900" y="1809750"/>
            <a:ext cx="2476500" cy="1371600"/>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14" name="text-244">
            <a:extLst xmlns:a="http://schemas.openxmlformats.org/drawingml/2006/main">
              <a:ext uri="{FF2B5EF4-FFF2-40B4-BE49-F238E27FC236}">
                <a16:creationId xmlns:a16="http://schemas.microsoft.com/office/drawing/2014/main" id="{EC3E1A7A-1003-425F-B446-C910EB185E13}"/>
              </a:ext>
            </a:extLst>
          </p:cNvPr>
          <p:cNvSpPr>
            <a:spLocks xmlns:a="http://schemas.openxmlformats.org/drawingml/2006/main" noGrp="1"/>
          </p:cNvSpPr>
          <p:nvPr/>
        </p:nvSpPr>
        <p:spPr>
          <a:xfrm xmlns:a="http://schemas.openxmlformats.org/drawingml/2006/main">
            <a:off x="9635315" y="2019300"/>
            <a:ext cx="137957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المستخدم</a:t>
            </a:r>
          </a:p>
        </p:txBody>
      </p:sp>
      <p:sp>
        <p:nvSpPr>
          <p:cNvPr id="15" name="text-245">
            <a:extLst xmlns:a="http://schemas.openxmlformats.org/drawingml/2006/main">
              <a:ext uri="{FF2B5EF4-FFF2-40B4-BE49-F238E27FC236}">
                <a16:creationId xmlns:a16="http://schemas.microsoft.com/office/drawing/2014/main" id="{D0AA623E-5920-4980-8E0E-A073559C6614}"/>
              </a:ext>
            </a:extLst>
          </p:cNvPr>
          <p:cNvSpPr>
            <a:spLocks xmlns:a="http://schemas.openxmlformats.org/drawingml/2006/main" noGrp="1"/>
          </p:cNvSpPr>
          <p:nvPr/>
        </p:nvSpPr>
        <p:spPr>
          <a:xfrm xmlns:a="http://schemas.openxmlformats.org/drawingml/2006/main">
            <a:off x="10551518" y="2628900"/>
            <a:ext cx="44367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يختار</a:t>
            </a:r>
          </a:p>
        </p:txBody>
      </p:sp>
      <p:sp>
        <p:nvSpPr>
          <p:cNvPr id="16" name="text-246">
            <a:extLst xmlns:a="http://schemas.openxmlformats.org/drawingml/2006/main">
              <a:ext uri="{FF2B5EF4-FFF2-40B4-BE49-F238E27FC236}">
                <a16:creationId xmlns:a16="http://schemas.microsoft.com/office/drawing/2014/main" id="{01956C17-78B4-4618-A236-72AFBD005E20}"/>
              </a:ext>
            </a:extLst>
          </p:cNvPr>
          <p:cNvSpPr>
            <a:spLocks xmlns:a="http://schemas.openxmlformats.org/drawingml/2006/main" noGrp="1"/>
          </p:cNvSpPr>
          <p:nvPr/>
        </p:nvSpPr>
        <p:spPr>
          <a:xfrm xmlns:a="http://schemas.openxmlformats.org/drawingml/2006/main">
            <a:off x="9655005" y="2628900"/>
            <a:ext cx="853079"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الشخصية</a:t>
            </a:r>
          </a:p>
        </p:txBody>
      </p:sp>
      <p:sp>
        <p:nvSpPr>
          <p:cNvPr id="17" name="text-247">
            <a:extLst xmlns:a="http://schemas.openxmlformats.org/drawingml/2006/main">
              <a:ext uri="{FF2B5EF4-FFF2-40B4-BE49-F238E27FC236}">
                <a16:creationId xmlns:a16="http://schemas.microsoft.com/office/drawing/2014/main" id="{349C4DF0-6481-48F3-8481-12FF8AFE21A3}"/>
              </a:ext>
            </a:extLst>
          </p:cNvPr>
          <p:cNvSpPr>
            <a:spLocks xmlns:a="http://schemas.openxmlformats.org/drawingml/2006/main" noGrp="1"/>
          </p:cNvSpPr>
          <p:nvPr/>
        </p:nvSpPr>
        <p:spPr>
          <a:xfrm xmlns:a="http://schemas.openxmlformats.org/drawingml/2006/main">
            <a:off x="878205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a:t>
            </a:r>
          </a:p>
        </p:txBody>
      </p:sp>
      <p:sp>
        <p:nvSpPr>
          <p:cNvPr id="18" name="shape-248">
            <a:extLst xmlns:a="http://schemas.openxmlformats.org/drawingml/2006/main">
              <a:ext uri="{FF2B5EF4-FFF2-40B4-BE49-F238E27FC236}">
                <a16:creationId xmlns:a16="http://schemas.microsoft.com/office/drawing/2014/main" id="{4828B69B-077E-4B69-9325-F32F0E6CC949}"/>
              </a:ext>
            </a:extLst>
          </p:cNvPr>
          <p:cNvSpPr>
            <a:spLocks xmlns:a="http://schemas.openxmlformats.org/drawingml/2006/main" noGrp="1"/>
          </p:cNvSpPr>
          <p:nvPr/>
        </p:nvSpPr>
        <p:spPr>
          <a:xfrm xmlns:a="http://schemas.openxmlformats.org/drawingml/2006/main">
            <a:off x="6305550" y="1809750"/>
            <a:ext cx="2476500" cy="1371600"/>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19" name="text-249">
            <a:extLst xmlns:a="http://schemas.openxmlformats.org/drawingml/2006/main">
              <a:ext uri="{FF2B5EF4-FFF2-40B4-BE49-F238E27FC236}">
                <a16:creationId xmlns:a16="http://schemas.microsoft.com/office/drawing/2014/main" id="{77E2D1C4-793B-49BD-BF11-4DC47F81704E}"/>
              </a:ext>
            </a:extLst>
          </p:cNvPr>
          <p:cNvSpPr>
            <a:spLocks xmlns:a="http://schemas.openxmlformats.org/drawingml/2006/main" noGrp="1"/>
          </p:cNvSpPr>
          <p:nvPr/>
        </p:nvSpPr>
        <p:spPr>
          <a:xfrm xmlns:a="http://schemas.openxmlformats.org/drawingml/2006/main">
            <a:off x="6963000" y="2019300"/>
            <a:ext cx="11235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المجلس</a:t>
            </a:r>
          </a:p>
        </p:txBody>
      </p:sp>
      <p:sp>
        <p:nvSpPr>
          <p:cNvPr id="20" name="text-250">
            <a:extLst xmlns:a="http://schemas.openxmlformats.org/drawingml/2006/main">
              <a:ext uri="{FF2B5EF4-FFF2-40B4-BE49-F238E27FC236}">
                <a16:creationId xmlns:a16="http://schemas.microsoft.com/office/drawing/2014/main" id="{47228F78-E37E-4394-ABB4-90257AE1D6B4}"/>
              </a:ext>
            </a:extLst>
          </p:cNvPr>
          <p:cNvSpPr>
            <a:spLocks xmlns:a="http://schemas.openxmlformats.org/drawingml/2006/main" noGrp="1"/>
          </p:cNvSpPr>
          <p:nvPr/>
        </p:nvSpPr>
        <p:spPr>
          <a:xfrm xmlns:a="http://schemas.openxmlformats.org/drawingml/2006/main">
            <a:off x="7789826" y="2628900"/>
            <a:ext cx="55257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سياق</a:t>
            </a:r>
          </a:p>
        </p:txBody>
      </p:sp>
      <p:sp>
        <p:nvSpPr>
          <p:cNvPr id="21" name="text-251">
            <a:extLst xmlns:a="http://schemas.openxmlformats.org/drawingml/2006/main">
              <a:ext uri="{FF2B5EF4-FFF2-40B4-BE49-F238E27FC236}">
                <a16:creationId xmlns:a16="http://schemas.microsoft.com/office/drawing/2014/main" id="{AFFEFCED-0A50-4364-A8EB-0D5B54474B24}"/>
              </a:ext>
            </a:extLst>
          </p:cNvPr>
          <p:cNvSpPr>
            <a:spLocks xmlns:a="http://schemas.openxmlformats.org/drawingml/2006/main" noGrp="1"/>
          </p:cNvSpPr>
          <p:nvPr/>
        </p:nvSpPr>
        <p:spPr>
          <a:xfrm xmlns:a="http://schemas.openxmlformats.org/drawingml/2006/main">
            <a:off x="7371685" y="2628900"/>
            <a:ext cx="374707"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وبث</a:t>
            </a:r>
          </a:p>
        </p:txBody>
      </p:sp>
      <p:sp>
        <p:nvSpPr>
          <p:cNvPr id="22" name="text-252">
            <a:extLst xmlns:a="http://schemas.openxmlformats.org/drawingml/2006/main">
              <a:ext uri="{FF2B5EF4-FFF2-40B4-BE49-F238E27FC236}">
                <a16:creationId xmlns:a16="http://schemas.microsoft.com/office/drawing/2014/main" id="{B0FDC7D2-6173-40BD-8CD9-70DAF00B6F10}"/>
              </a:ext>
            </a:extLst>
          </p:cNvPr>
          <p:cNvSpPr>
            <a:spLocks xmlns:a="http://schemas.openxmlformats.org/drawingml/2006/main" noGrp="1"/>
          </p:cNvSpPr>
          <p:nvPr/>
        </p:nvSpPr>
        <p:spPr>
          <a:xfrm xmlns:a="http://schemas.openxmlformats.org/drawingml/2006/main">
            <a:off x="6707098" y="2628900"/>
            <a:ext cx="621153"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ومراجع</a:t>
            </a:r>
          </a:p>
        </p:txBody>
      </p:sp>
      <p:sp>
        <p:nvSpPr>
          <p:cNvPr id="23" name="text-253">
            <a:extLst xmlns:a="http://schemas.openxmlformats.org/drawingml/2006/main">
              <a:ext uri="{FF2B5EF4-FFF2-40B4-BE49-F238E27FC236}">
                <a16:creationId xmlns:a16="http://schemas.microsoft.com/office/drawing/2014/main" id="{356CD678-F184-4D34-B603-BDB640E7F611}"/>
              </a:ext>
            </a:extLst>
          </p:cNvPr>
          <p:cNvSpPr>
            <a:spLocks xmlns:a="http://schemas.openxmlformats.org/drawingml/2006/main" noGrp="1"/>
          </p:cNvSpPr>
          <p:nvPr/>
        </p:nvSpPr>
        <p:spPr>
          <a:xfrm xmlns:a="http://schemas.openxmlformats.org/drawingml/2006/main">
            <a:off x="598170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a:t>
            </a:r>
          </a:p>
        </p:txBody>
      </p:sp>
      <p:sp>
        <p:nvSpPr>
          <p:cNvPr id="24" name="shape-254">
            <a:extLst xmlns:a="http://schemas.openxmlformats.org/drawingml/2006/main">
              <a:ext uri="{FF2B5EF4-FFF2-40B4-BE49-F238E27FC236}">
                <a16:creationId xmlns:a16="http://schemas.microsoft.com/office/drawing/2014/main" id="{A08B33F7-150D-4365-8D32-1BF664BBD7AF}"/>
              </a:ext>
            </a:extLst>
          </p:cNvPr>
          <p:cNvSpPr>
            <a:spLocks xmlns:a="http://schemas.openxmlformats.org/drawingml/2006/main" noGrp="1"/>
          </p:cNvSpPr>
          <p:nvPr/>
        </p:nvSpPr>
        <p:spPr>
          <a:xfrm xmlns:a="http://schemas.openxmlformats.org/drawingml/2006/main">
            <a:off x="3505200" y="1809750"/>
            <a:ext cx="2476500" cy="1371600"/>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25" name="text-255">
            <a:extLst xmlns:a="http://schemas.openxmlformats.org/drawingml/2006/main">
              <a:ext uri="{FF2B5EF4-FFF2-40B4-BE49-F238E27FC236}">
                <a16:creationId xmlns:a16="http://schemas.microsoft.com/office/drawing/2014/main" id="{1D8BC9A9-4AF3-4AA0-B1C4-AA962D24C3DC}"/>
              </a:ext>
            </a:extLst>
          </p:cNvPr>
          <p:cNvSpPr>
            <a:spLocks xmlns:a="http://schemas.openxmlformats.org/drawingml/2006/main" noGrp="1"/>
          </p:cNvSpPr>
          <p:nvPr/>
        </p:nvSpPr>
        <p:spPr>
          <a:xfrm xmlns:a="http://schemas.openxmlformats.org/drawingml/2006/main">
            <a:off x="4896425" y="2019300"/>
            <a:ext cx="9233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خدمات</a:t>
            </a:r>
          </a:p>
        </p:txBody>
      </p:sp>
      <p:sp>
        <p:nvSpPr>
          <p:cNvPr id="26" name="text-256">
            <a:extLst xmlns:a="http://schemas.openxmlformats.org/drawingml/2006/main">
              <a:ext uri="{FF2B5EF4-FFF2-40B4-BE49-F238E27FC236}">
                <a16:creationId xmlns:a16="http://schemas.microsoft.com/office/drawing/2014/main" id="{A6FBFD3A-5DD3-48D1-9948-4A4A8F62FE55}"/>
              </a:ext>
            </a:extLst>
          </p:cNvPr>
          <p:cNvSpPr>
            <a:spLocks xmlns:a="http://schemas.openxmlformats.org/drawingml/2006/main" noGrp="1"/>
          </p:cNvSpPr>
          <p:nvPr/>
        </p:nvSpPr>
        <p:spPr>
          <a:xfrm xmlns:a="http://schemas.openxmlformats.org/drawingml/2006/main">
            <a:off x="3629075" y="2019300"/>
            <a:ext cx="120829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سلسبيل</a:t>
            </a:r>
          </a:p>
        </p:txBody>
      </p:sp>
      <p:sp>
        <p:nvSpPr>
          <p:cNvPr id="27" name="text-257">
            <a:extLst xmlns:a="http://schemas.openxmlformats.org/drawingml/2006/main">
              <a:ext uri="{FF2B5EF4-FFF2-40B4-BE49-F238E27FC236}">
                <a16:creationId xmlns:a16="http://schemas.microsoft.com/office/drawing/2014/main" id="{75D575A7-B704-4E0A-A36B-BC2D15AF4942}"/>
              </a:ext>
            </a:extLst>
          </p:cNvPr>
          <p:cNvSpPr>
            <a:spLocks xmlns:a="http://schemas.openxmlformats.org/drawingml/2006/main" noGrp="1"/>
          </p:cNvSpPr>
          <p:nvPr/>
        </p:nvSpPr>
        <p:spPr>
          <a:xfrm xmlns:a="http://schemas.openxmlformats.org/drawingml/2006/main">
            <a:off x="5067717" y="2628900"/>
            <a:ext cx="50352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نماذج</a:t>
            </a:r>
          </a:p>
        </p:txBody>
      </p:sp>
      <p:sp>
        <p:nvSpPr>
          <p:cNvPr id="28" name="text-258">
            <a:extLst xmlns:a="http://schemas.openxmlformats.org/drawingml/2006/main">
              <a:ext uri="{FF2B5EF4-FFF2-40B4-BE49-F238E27FC236}">
                <a16:creationId xmlns:a16="http://schemas.microsoft.com/office/drawing/2014/main" id="{611E4A1B-D61C-4ECF-80E5-4D0351E87454}"/>
              </a:ext>
            </a:extLst>
          </p:cNvPr>
          <p:cNvSpPr>
            <a:spLocks xmlns:a="http://schemas.openxmlformats.org/drawingml/2006/main" noGrp="1"/>
          </p:cNvSpPr>
          <p:nvPr/>
        </p:nvSpPr>
        <p:spPr>
          <a:xfrm xmlns:a="http://schemas.openxmlformats.org/drawingml/2006/main">
            <a:off x="4452282" y="2628900"/>
            <a:ext cx="572001"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وأدوات</a:t>
            </a:r>
          </a:p>
        </p:txBody>
      </p:sp>
      <p:sp>
        <p:nvSpPr>
          <p:cNvPr id="29" name="text-259">
            <a:extLst xmlns:a="http://schemas.openxmlformats.org/drawingml/2006/main">
              <a:ext uri="{FF2B5EF4-FFF2-40B4-BE49-F238E27FC236}">
                <a16:creationId xmlns:a16="http://schemas.microsoft.com/office/drawing/2014/main" id="{C719623F-38EA-456C-83B5-965F17E037A6}"/>
              </a:ext>
            </a:extLst>
          </p:cNvPr>
          <p:cNvSpPr>
            <a:spLocks xmlns:a="http://schemas.openxmlformats.org/drawingml/2006/main" noGrp="1"/>
          </p:cNvSpPr>
          <p:nvPr/>
        </p:nvSpPr>
        <p:spPr>
          <a:xfrm xmlns:a="http://schemas.openxmlformats.org/drawingml/2006/main">
            <a:off x="3877561" y="2628900"/>
            <a:ext cx="53128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معرفة</a:t>
            </a:r>
          </a:p>
        </p:txBody>
      </p:sp>
      <p:sp>
        <p:nvSpPr>
          <p:cNvPr id="30" name="text-260">
            <a:extLst xmlns:a="http://schemas.openxmlformats.org/drawingml/2006/main">
              <a:ext uri="{FF2B5EF4-FFF2-40B4-BE49-F238E27FC236}">
                <a16:creationId xmlns:a16="http://schemas.microsoft.com/office/drawing/2014/main" id="{E254AB5C-A0F7-49A8-ADB7-1793A859CC45}"/>
              </a:ext>
            </a:extLst>
          </p:cNvPr>
          <p:cNvSpPr>
            <a:spLocks xmlns:a="http://schemas.openxmlformats.org/drawingml/2006/main" noGrp="1"/>
          </p:cNvSpPr>
          <p:nvPr/>
        </p:nvSpPr>
        <p:spPr>
          <a:xfrm xmlns:a="http://schemas.openxmlformats.org/drawingml/2006/main">
            <a:off x="318135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a:t>
            </a:r>
          </a:p>
        </p:txBody>
      </p:sp>
      <p:sp>
        <p:nvSpPr>
          <p:cNvPr id="31" name="shape-261">
            <a:extLst xmlns:a="http://schemas.openxmlformats.org/drawingml/2006/main">
              <a:ext uri="{FF2B5EF4-FFF2-40B4-BE49-F238E27FC236}">
                <a16:creationId xmlns:a16="http://schemas.microsoft.com/office/drawing/2014/main" id="{4A14F92E-84BA-4E1B-AE9B-40BB40D5EC90}"/>
              </a:ext>
            </a:extLst>
          </p:cNvPr>
          <p:cNvSpPr>
            <a:spLocks xmlns:a="http://schemas.openxmlformats.org/drawingml/2006/main" noGrp="1"/>
          </p:cNvSpPr>
          <p:nvPr/>
        </p:nvSpPr>
        <p:spPr>
          <a:xfrm xmlns:a="http://schemas.openxmlformats.org/drawingml/2006/main">
            <a:off x="704850" y="1809750"/>
            <a:ext cx="2476500" cy="1371600"/>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32" name="text-262">
            <a:extLst xmlns:a="http://schemas.openxmlformats.org/drawingml/2006/main">
              <a:ext uri="{FF2B5EF4-FFF2-40B4-BE49-F238E27FC236}">
                <a16:creationId xmlns:a16="http://schemas.microsoft.com/office/drawing/2014/main" id="{A30BF15F-E53F-430A-8296-CCCC61AC97D0}"/>
              </a:ext>
            </a:extLst>
          </p:cNvPr>
          <p:cNvSpPr>
            <a:spLocks xmlns:a="http://schemas.openxmlformats.org/drawingml/2006/main" noGrp="1"/>
          </p:cNvSpPr>
          <p:nvPr/>
        </p:nvSpPr>
        <p:spPr>
          <a:xfrm xmlns:a="http://schemas.openxmlformats.org/drawingml/2006/main">
            <a:off x="1461607" y="2019300"/>
            <a:ext cx="92488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الجواب</a:t>
            </a:r>
          </a:p>
        </p:txBody>
      </p:sp>
      <p:sp>
        <p:nvSpPr>
          <p:cNvPr id="33" name="text-263">
            <a:extLst xmlns:a="http://schemas.openxmlformats.org/drawingml/2006/main">
              <a:ext uri="{FF2B5EF4-FFF2-40B4-BE49-F238E27FC236}">
                <a16:creationId xmlns:a16="http://schemas.microsoft.com/office/drawing/2014/main" id="{B2CA5832-C966-475C-AB5A-15E79C81904C}"/>
              </a:ext>
            </a:extLst>
          </p:cNvPr>
          <p:cNvSpPr>
            <a:spLocks xmlns:a="http://schemas.openxmlformats.org/drawingml/2006/main" noGrp="1"/>
          </p:cNvSpPr>
          <p:nvPr/>
        </p:nvSpPr>
        <p:spPr>
          <a:xfrm xmlns:a="http://schemas.openxmlformats.org/drawingml/2006/main">
            <a:off x="2364003" y="2628900"/>
            <a:ext cx="33556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نص</a:t>
            </a:r>
          </a:p>
        </p:txBody>
      </p:sp>
      <p:sp>
        <p:nvSpPr>
          <p:cNvPr id="34" name="text-264">
            <a:extLst xmlns:a="http://schemas.openxmlformats.org/drawingml/2006/main">
              <a:ext uri="{FF2B5EF4-FFF2-40B4-BE49-F238E27FC236}">
                <a16:creationId xmlns:a16="http://schemas.microsoft.com/office/drawing/2014/main" id="{C6F3C61B-FEE9-4386-935B-883D2B7506A5}"/>
              </a:ext>
            </a:extLst>
          </p:cNvPr>
          <p:cNvSpPr>
            <a:spLocks xmlns:a="http://schemas.openxmlformats.org/drawingml/2006/main" noGrp="1"/>
          </p:cNvSpPr>
          <p:nvPr/>
        </p:nvSpPr>
        <p:spPr>
          <a:xfrm xmlns:a="http://schemas.openxmlformats.org/drawingml/2006/main">
            <a:off x="1746507" y="2628900"/>
            <a:ext cx="574061"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ومصدر</a:t>
            </a:r>
          </a:p>
        </p:txBody>
      </p:sp>
      <p:sp>
        <p:nvSpPr>
          <p:cNvPr id="35" name="text-265">
            <a:extLst xmlns:a="http://schemas.openxmlformats.org/drawingml/2006/main">
              <a:ext uri="{FF2B5EF4-FFF2-40B4-BE49-F238E27FC236}">
                <a16:creationId xmlns:a16="http://schemas.microsoft.com/office/drawing/2014/main" id="{4B300993-BF70-4829-AE6A-307BCC0DD982}"/>
              </a:ext>
            </a:extLst>
          </p:cNvPr>
          <p:cNvSpPr>
            <a:spLocks xmlns:a="http://schemas.openxmlformats.org/drawingml/2006/main" noGrp="1"/>
          </p:cNvSpPr>
          <p:nvPr/>
        </p:nvSpPr>
        <p:spPr>
          <a:xfrm xmlns:a="http://schemas.openxmlformats.org/drawingml/2006/main">
            <a:off x="1148535" y="2628900"/>
            <a:ext cx="554538"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وحدود</a:t>
            </a:r>
          </a:p>
        </p:txBody>
      </p:sp>
      <p:sp>
        <p:nvSpPr>
          <p:cNvPr id="36" name="text-266">
            <a:extLst xmlns:a="http://schemas.openxmlformats.org/drawingml/2006/main">
              <a:ext uri="{FF2B5EF4-FFF2-40B4-BE49-F238E27FC236}">
                <a16:creationId xmlns:a16="http://schemas.microsoft.com/office/drawing/2014/main" id="{114EC6AA-0583-473A-A8F1-B831F251A981}"/>
              </a:ext>
            </a:extLst>
          </p:cNvPr>
          <p:cNvSpPr>
            <a:spLocks xmlns:a="http://schemas.openxmlformats.org/drawingml/2006/main" noGrp="1"/>
          </p:cNvSpPr>
          <p:nvPr/>
        </p:nvSpPr>
        <p:spPr>
          <a:xfrm xmlns:a="http://schemas.openxmlformats.org/drawingml/2006/main">
            <a:off x="10980054" y="3943350"/>
            <a:ext cx="602346"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برق</a:t>
            </a:r>
          </a:p>
        </p:txBody>
      </p:sp>
      <p:sp>
        <p:nvSpPr>
          <p:cNvPr id="37" name="text-267">
            <a:extLst xmlns:a="http://schemas.openxmlformats.org/drawingml/2006/main">
              <a:ext uri="{FF2B5EF4-FFF2-40B4-BE49-F238E27FC236}">
                <a16:creationId xmlns:a16="http://schemas.microsoft.com/office/drawing/2014/main" id="{17597008-65FE-422E-8ECF-71B4B8AC4F40}"/>
              </a:ext>
            </a:extLst>
          </p:cNvPr>
          <p:cNvSpPr>
            <a:spLocks xmlns:a="http://schemas.openxmlformats.org/drawingml/2006/main" noGrp="1"/>
          </p:cNvSpPr>
          <p:nvPr/>
        </p:nvSpPr>
        <p:spPr>
          <a:xfrm xmlns:a="http://schemas.openxmlformats.org/drawingml/2006/main">
            <a:off x="10044394" y="3943350"/>
            <a:ext cx="86822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الفتى</a:t>
            </a:r>
          </a:p>
        </p:txBody>
      </p:sp>
      <p:sp>
        <p:nvSpPr>
          <p:cNvPr id="38" name="text-268">
            <a:extLst xmlns:a="http://schemas.openxmlformats.org/drawingml/2006/main">
              <a:ext uri="{FF2B5EF4-FFF2-40B4-BE49-F238E27FC236}">
                <a16:creationId xmlns:a16="http://schemas.microsoft.com/office/drawing/2014/main" id="{D1F2A424-1469-43FE-B8F1-B6D435429E05}"/>
              </a:ext>
            </a:extLst>
          </p:cNvPr>
          <p:cNvSpPr>
            <a:spLocks xmlns:a="http://schemas.openxmlformats.org/drawingml/2006/main" noGrp="1"/>
          </p:cNvSpPr>
          <p:nvPr/>
        </p:nvSpPr>
        <p:spPr>
          <a:xfrm xmlns:a="http://schemas.openxmlformats.org/drawingml/2006/main">
            <a:off x="9077531" y="3943350"/>
            <a:ext cx="89942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نموذج</a:t>
            </a:r>
          </a:p>
        </p:txBody>
      </p:sp>
      <p:sp>
        <p:nvSpPr>
          <p:cNvPr id="39" name="text-269">
            <a:extLst xmlns:a="http://schemas.openxmlformats.org/drawingml/2006/main">
              <a:ext uri="{FF2B5EF4-FFF2-40B4-BE49-F238E27FC236}">
                <a16:creationId xmlns:a16="http://schemas.microsoft.com/office/drawing/2014/main" id="{31AAF2D4-B335-48B7-B359-05952113CA4F}"/>
              </a:ext>
            </a:extLst>
          </p:cNvPr>
          <p:cNvSpPr>
            <a:spLocks xmlns:a="http://schemas.openxmlformats.org/drawingml/2006/main" noGrp="1"/>
          </p:cNvSpPr>
          <p:nvPr/>
        </p:nvSpPr>
        <p:spPr>
          <a:xfrm xmlns:a="http://schemas.openxmlformats.org/drawingml/2006/main">
            <a:off x="8150885" y="3943350"/>
            <a:ext cx="85920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عربي</a:t>
            </a:r>
          </a:p>
        </p:txBody>
      </p:sp>
      <p:sp>
        <p:nvSpPr>
          <p:cNvPr id="40" name="text-270">
            <a:extLst xmlns:a="http://schemas.openxmlformats.org/drawingml/2006/main">
              <a:ext uri="{FF2B5EF4-FFF2-40B4-BE49-F238E27FC236}">
                <a16:creationId xmlns:a16="http://schemas.microsoft.com/office/drawing/2014/main" id="{08972563-2AF5-456C-A2DA-E98A1EFF04FB}"/>
              </a:ext>
            </a:extLst>
          </p:cNvPr>
          <p:cNvSpPr>
            <a:spLocks xmlns:a="http://schemas.openxmlformats.org/drawingml/2006/main" noGrp="1"/>
          </p:cNvSpPr>
          <p:nvPr/>
        </p:nvSpPr>
        <p:spPr>
          <a:xfrm xmlns:a="http://schemas.openxmlformats.org/drawingml/2006/main">
            <a:off x="7019285" y="3943350"/>
            <a:ext cx="106416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سيادي</a:t>
            </a:r>
          </a:p>
        </p:txBody>
      </p:sp>
      <p:sp>
        <p:nvSpPr>
          <p:cNvPr id="41" name="text-271">
            <a:extLst xmlns:a="http://schemas.openxmlformats.org/drawingml/2006/main">
              <a:ext uri="{FF2B5EF4-FFF2-40B4-BE49-F238E27FC236}">
                <a16:creationId xmlns:a16="http://schemas.microsoft.com/office/drawing/2014/main" id="{EBF92F13-0E7A-49AA-BF57-47A982DFF49D}"/>
              </a:ext>
            </a:extLst>
          </p:cNvPr>
          <p:cNvSpPr>
            <a:spLocks xmlns:a="http://schemas.openxmlformats.org/drawingml/2006/main" noGrp="1"/>
          </p:cNvSpPr>
          <p:nvPr/>
        </p:nvSpPr>
        <p:spPr>
          <a:xfrm xmlns:a="http://schemas.openxmlformats.org/drawingml/2006/main">
            <a:off x="6210818" y="3943350"/>
            <a:ext cx="74103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نملك</a:t>
            </a:r>
          </a:p>
        </p:txBody>
      </p:sp>
      <p:sp>
        <p:nvSpPr>
          <p:cNvPr id="42" name="text-272">
            <a:extLst xmlns:a="http://schemas.openxmlformats.org/drawingml/2006/main">
              <a:ext uri="{FF2B5EF4-FFF2-40B4-BE49-F238E27FC236}">
                <a16:creationId xmlns:a16="http://schemas.microsoft.com/office/drawing/2014/main" id="{B47D914A-F9CF-4237-BFA9-463A7AC2BECD}"/>
              </a:ext>
            </a:extLst>
          </p:cNvPr>
          <p:cNvSpPr>
            <a:spLocks xmlns:a="http://schemas.openxmlformats.org/drawingml/2006/main" noGrp="1"/>
          </p:cNvSpPr>
          <p:nvPr/>
        </p:nvSpPr>
        <p:spPr>
          <a:xfrm xmlns:a="http://schemas.openxmlformats.org/drawingml/2006/main">
            <a:off x="5304084" y="3943350"/>
            <a:ext cx="83929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أوزانه</a:t>
            </a:r>
          </a:p>
        </p:txBody>
      </p:sp>
      <p:sp>
        <p:nvSpPr>
          <p:cNvPr id="43" name="text-273">
            <a:extLst xmlns:a="http://schemas.openxmlformats.org/drawingml/2006/main">
              <a:ext uri="{FF2B5EF4-FFF2-40B4-BE49-F238E27FC236}">
                <a16:creationId xmlns:a16="http://schemas.microsoft.com/office/drawing/2014/main" id="{25AF7EE3-286B-4E5C-B147-2D77B913F3B2}"/>
              </a:ext>
            </a:extLst>
          </p:cNvPr>
          <p:cNvSpPr>
            <a:spLocks xmlns:a="http://schemas.openxmlformats.org/drawingml/2006/main" noGrp="1"/>
          </p:cNvSpPr>
          <p:nvPr/>
        </p:nvSpPr>
        <p:spPr>
          <a:xfrm xmlns:a="http://schemas.openxmlformats.org/drawingml/2006/main">
            <a:off x="11131856" y="4543425"/>
            <a:ext cx="45054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لينة</a:t>
            </a:r>
          </a:p>
        </p:txBody>
      </p:sp>
      <p:sp>
        <p:nvSpPr>
          <p:cNvPr id="44" name="text-274">
            <a:extLst xmlns:a="http://schemas.openxmlformats.org/drawingml/2006/main">
              <a:ext uri="{FF2B5EF4-FFF2-40B4-BE49-F238E27FC236}">
                <a16:creationId xmlns:a16="http://schemas.microsoft.com/office/drawing/2014/main" id="{E019D416-7ADF-4E57-BDE4-6EE3E0906880}"/>
              </a:ext>
            </a:extLst>
          </p:cNvPr>
          <p:cNvSpPr>
            <a:spLocks xmlns:a="http://schemas.openxmlformats.org/drawingml/2006/main" noGrp="1"/>
          </p:cNvSpPr>
          <p:nvPr/>
        </p:nvSpPr>
        <p:spPr>
          <a:xfrm xmlns:a="http://schemas.openxmlformats.org/drawingml/2006/main">
            <a:off x="10377351" y="4543425"/>
            <a:ext cx="69316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وقبس</a:t>
            </a:r>
          </a:p>
        </p:txBody>
      </p:sp>
      <p:sp>
        <p:nvSpPr>
          <p:cNvPr id="45" name="text-275">
            <a:extLst xmlns:a="http://schemas.openxmlformats.org/drawingml/2006/main">
              <a:ext uri="{FF2B5EF4-FFF2-40B4-BE49-F238E27FC236}">
                <a16:creationId xmlns:a16="http://schemas.microsoft.com/office/drawing/2014/main" id="{2438D1C7-EA49-4CB5-86CF-5013BBE85006}"/>
              </a:ext>
            </a:extLst>
          </p:cNvPr>
          <p:cNvSpPr>
            <a:spLocks xmlns:a="http://schemas.openxmlformats.org/drawingml/2006/main" noGrp="1"/>
          </p:cNvSpPr>
          <p:nvPr/>
        </p:nvSpPr>
        <p:spPr>
          <a:xfrm xmlns:a="http://schemas.openxmlformats.org/drawingml/2006/main">
            <a:off x="9219429" y="4543425"/>
            <a:ext cx="109658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تستفيدان</a:t>
            </a:r>
          </a:p>
        </p:txBody>
      </p:sp>
      <p:sp>
        <p:nvSpPr>
          <p:cNvPr id="46" name="text-276">
            <a:extLst xmlns:a="http://schemas.openxmlformats.org/drawingml/2006/main">
              <a:ext uri="{FF2B5EF4-FFF2-40B4-BE49-F238E27FC236}">
                <a16:creationId xmlns:a16="http://schemas.microsoft.com/office/drawing/2014/main" id="{C6D0F696-8942-40A4-8257-3A0413DE418B}"/>
              </a:ext>
            </a:extLst>
          </p:cNvPr>
          <p:cNvSpPr>
            <a:spLocks xmlns:a="http://schemas.openxmlformats.org/drawingml/2006/main" noGrp="1"/>
          </p:cNvSpPr>
          <p:nvPr/>
        </p:nvSpPr>
        <p:spPr>
          <a:xfrm xmlns:a="http://schemas.openxmlformats.org/drawingml/2006/main">
            <a:off x="8785539" y="4543425"/>
            <a:ext cx="37254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من</a:t>
            </a:r>
          </a:p>
        </p:txBody>
      </p:sp>
      <p:sp>
        <p:nvSpPr>
          <p:cNvPr id="47" name="text-277">
            <a:extLst xmlns:a="http://schemas.openxmlformats.org/drawingml/2006/main">
              <a:ext uri="{FF2B5EF4-FFF2-40B4-BE49-F238E27FC236}">
                <a16:creationId xmlns:a16="http://schemas.microsoft.com/office/drawing/2014/main" id="{7F3BDE00-6775-4762-91CD-2CE672421440}"/>
              </a:ext>
            </a:extLst>
          </p:cNvPr>
          <p:cNvSpPr>
            <a:spLocks xmlns:a="http://schemas.openxmlformats.org/drawingml/2006/main" noGrp="1"/>
          </p:cNvSpPr>
          <p:nvPr/>
        </p:nvSpPr>
        <p:spPr>
          <a:xfrm xmlns:a="http://schemas.openxmlformats.org/drawingml/2006/main">
            <a:off x="8110109" y="4543425"/>
            <a:ext cx="61408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أدوات</a:t>
            </a:r>
          </a:p>
        </p:txBody>
      </p:sp>
      <p:sp>
        <p:nvSpPr>
          <p:cNvPr id="48" name="text-278">
            <a:extLst xmlns:a="http://schemas.openxmlformats.org/drawingml/2006/main">
              <a:ext uri="{FF2B5EF4-FFF2-40B4-BE49-F238E27FC236}">
                <a16:creationId xmlns:a16="http://schemas.microsoft.com/office/drawing/2014/main" id="{690098FF-09B4-4035-9FE5-5EAECC021B62}"/>
              </a:ext>
            </a:extLst>
          </p:cNvPr>
          <p:cNvSpPr>
            <a:spLocks xmlns:a="http://schemas.openxmlformats.org/drawingml/2006/main" noGrp="1"/>
          </p:cNvSpPr>
          <p:nvPr/>
        </p:nvSpPr>
        <p:spPr>
          <a:xfrm xmlns:a="http://schemas.openxmlformats.org/drawingml/2006/main">
            <a:off x="6999474" y="4543425"/>
            <a:ext cx="104929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سلسبيل</a:t>
            </a:r>
          </a:p>
        </p:txBody>
      </p:sp>
      <p:sp>
        <p:nvSpPr>
          <p:cNvPr id="49" name="text-279">
            <a:extLst xmlns:a="http://schemas.openxmlformats.org/drawingml/2006/main">
              <a:ext uri="{FF2B5EF4-FFF2-40B4-BE49-F238E27FC236}">
                <a16:creationId xmlns:a16="http://schemas.microsoft.com/office/drawing/2014/main" id="{9028E329-610D-4A34-AF64-93C61FCE8B85}"/>
              </a:ext>
            </a:extLst>
          </p:cNvPr>
          <p:cNvSpPr>
            <a:spLocks xmlns:a="http://schemas.openxmlformats.org/drawingml/2006/main" noGrp="1"/>
          </p:cNvSpPr>
          <p:nvPr/>
        </p:nvSpPr>
        <p:spPr>
          <a:xfrm xmlns:a="http://schemas.openxmlformats.org/drawingml/2006/main">
            <a:off x="6291865" y="4543425"/>
            <a:ext cx="64626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لقراءة</a:t>
            </a:r>
          </a:p>
        </p:txBody>
      </p:sp>
      <p:sp>
        <p:nvSpPr>
          <p:cNvPr id="50" name="text-280">
            <a:extLst xmlns:a="http://schemas.openxmlformats.org/drawingml/2006/main">
              <a:ext uri="{FF2B5EF4-FFF2-40B4-BE49-F238E27FC236}">
                <a16:creationId xmlns:a16="http://schemas.microsoft.com/office/drawing/2014/main" id="{8E0E232F-4E61-4213-8689-DE525ECEBD33}"/>
              </a:ext>
            </a:extLst>
          </p:cNvPr>
          <p:cNvSpPr>
            <a:spLocks xmlns:a="http://schemas.openxmlformats.org/drawingml/2006/main" noGrp="1"/>
          </p:cNvSpPr>
          <p:nvPr/>
        </p:nvSpPr>
        <p:spPr>
          <a:xfrm xmlns:a="http://schemas.openxmlformats.org/drawingml/2006/main">
            <a:off x="5392063" y="4543425"/>
            <a:ext cx="83846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المصادر</a:t>
            </a:r>
          </a:p>
        </p:txBody>
      </p:sp>
      <p:sp>
        <p:nvSpPr>
          <p:cNvPr id="51" name="text-281">
            <a:extLst xmlns:a="http://schemas.openxmlformats.org/drawingml/2006/main">
              <a:ext uri="{FF2B5EF4-FFF2-40B4-BE49-F238E27FC236}">
                <a16:creationId xmlns:a16="http://schemas.microsoft.com/office/drawing/2014/main" id="{56A79206-BC50-4B65-BCD6-96FC7A90C673}"/>
              </a:ext>
            </a:extLst>
          </p:cNvPr>
          <p:cNvSpPr>
            <a:spLocks xmlns:a="http://schemas.openxmlformats.org/drawingml/2006/main" noGrp="1"/>
          </p:cNvSpPr>
          <p:nvPr/>
        </p:nvSpPr>
        <p:spPr>
          <a:xfrm xmlns:a="http://schemas.openxmlformats.org/drawingml/2006/main">
            <a:off x="4825728" y="4543425"/>
            <a:ext cx="50499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وربط</a:t>
            </a:r>
          </a:p>
        </p:txBody>
      </p:sp>
      <p:sp>
        <p:nvSpPr>
          <p:cNvPr id="52" name="text-282">
            <a:extLst xmlns:a="http://schemas.openxmlformats.org/drawingml/2006/main">
              <a:ext uri="{FF2B5EF4-FFF2-40B4-BE49-F238E27FC236}">
                <a16:creationId xmlns:a16="http://schemas.microsoft.com/office/drawing/2014/main" id="{1F8131BB-FF10-41B8-9611-FF5F1C731FA3}"/>
              </a:ext>
            </a:extLst>
          </p:cNvPr>
          <p:cNvSpPr>
            <a:spLocks xmlns:a="http://schemas.openxmlformats.org/drawingml/2006/main" noGrp="1"/>
          </p:cNvSpPr>
          <p:nvPr/>
        </p:nvSpPr>
        <p:spPr>
          <a:xfrm xmlns:a="http://schemas.openxmlformats.org/drawingml/2006/main">
            <a:off x="4150690" y="4543425"/>
            <a:ext cx="61369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الأدلة</a:t>
            </a:r>
          </a:p>
        </p:txBody>
      </p:sp>
      <p:sp>
        <p:nvSpPr>
          <p:cNvPr id="53" name="text-283">
            <a:extLst xmlns:a="http://schemas.openxmlformats.org/drawingml/2006/main">
              <a:ext uri="{FF2B5EF4-FFF2-40B4-BE49-F238E27FC236}">
                <a16:creationId xmlns:a16="http://schemas.microsoft.com/office/drawing/2014/main" id="{C095FD87-6F69-42EA-B556-9BC8F24F7D5A}"/>
              </a:ext>
            </a:extLst>
          </p:cNvPr>
          <p:cNvSpPr>
            <a:spLocks xmlns:a="http://schemas.openxmlformats.org/drawingml/2006/main" noGrp="1"/>
          </p:cNvSpPr>
          <p:nvPr/>
        </p:nvSpPr>
        <p:spPr>
          <a:xfrm xmlns:a="http://schemas.openxmlformats.org/drawingml/2006/main">
            <a:off x="10987638" y="5324475"/>
            <a:ext cx="594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مفتاح</a:t>
            </a:r>
          </a:p>
        </p:txBody>
      </p:sp>
      <p:sp>
        <p:nvSpPr>
          <p:cNvPr id="54" name="text-284">
            <a:extLst xmlns:a="http://schemas.openxmlformats.org/drawingml/2006/main">
              <a:ext uri="{FF2B5EF4-FFF2-40B4-BE49-F238E27FC236}">
                <a16:creationId xmlns:a16="http://schemas.microsoft.com/office/drawing/2014/main" id="{1037C1BA-1895-4250-8867-66D6EBAB2967}"/>
              </a:ext>
            </a:extLst>
          </p:cNvPr>
          <p:cNvSpPr>
            <a:spLocks xmlns:a="http://schemas.openxmlformats.org/drawingml/2006/main" noGrp="1"/>
          </p:cNvSpPr>
          <p:nvPr/>
        </p:nvSpPr>
        <p:spPr>
          <a:xfrm xmlns:a="http://schemas.openxmlformats.org/drawingml/2006/main">
            <a:off x="10199597" y="5324475"/>
            <a:ext cx="7327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الخدمة</a:t>
            </a:r>
          </a:p>
        </p:txBody>
      </p:sp>
      <p:sp>
        <p:nvSpPr>
          <p:cNvPr id="55" name="text-285">
            <a:extLst xmlns:a="http://schemas.openxmlformats.org/drawingml/2006/main">
              <a:ext uri="{FF2B5EF4-FFF2-40B4-BE49-F238E27FC236}">
                <a16:creationId xmlns:a16="http://schemas.microsoft.com/office/drawing/2014/main" id="{85F9D4CD-16B4-45F6-9FF7-7285E0ECEC30}"/>
              </a:ext>
            </a:extLst>
          </p:cNvPr>
          <p:cNvSpPr>
            <a:spLocks xmlns:a="http://schemas.openxmlformats.org/drawingml/2006/main" noGrp="1"/>
          </p:cNvSpPr>
          <p:nvPr/>
        </p:nvSpPr>
        <p:spPr>
          <a:xfrm xmlns:a="http://schemas.openxmlformats.org/drawingml/2006/main">
            <a:off x="9761014" y="5324475"/>
            <a:ext cx="38324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في</a:t>
            </a:r>
          </a:p>
        </p:txBody>
      </p:sp>
      <p:sp>
        <p:nvSpPr>
          <p:cNvPr id="56" name="text-286">
            <a:extLst xmlns:a="http://schemas.openxmlformats.org/drawingml/2006/main">
              <a:ext uri="{FF2B5EF4-FFF2-40B4-BE49-F238E27FC236}">
                <a16:creationId xmlns:a16="http://schemas.microsoft.com/office/drawing/2014/main" id="{8F5A6FC9-D792-40A3-A5F4-835769F896B9}"/>
              </a:ext>
            </a:extLst>
          </p:cNvPr>
          <p:cNvSpPr>
            <a:spLocks xmlns:a="http://schemas.openxmlformats.org/drawingml/2006/main" noGrp="1"/>
          </p:cNvSpPr>
          <p:nvPr/>
        </p:nvSpPr>
        <p:spPr>
          <a:xfrm xmlns:a="http://schemas.openxmlformats.org/drawingml/2006/main">
            <a:off x="9040471" y="5324475"/>
            <a:ext cx="66520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الخادم</a:t>
            </a:r>
          </a:p>
        </p:txBody>
      </p:sp>
      <p:sp>
        <p:nvSpPr>
          <p:cNvPr id="57" name="text-287">
            <a:extLst xmlns:a="http://schemas.openxmlformats.org/drawingml/2006/main">
              <a:ext uri="{FF2B5EF4-FFF2-40B4-BE49-F238E27FC236}">
                <a16:creationId xmlns:a16="http://schemas.microsoft.com/office/drawing/2014/main" id="{B4466BC9-0C80-4FB3-808A-B438C7242E03}"/>
              </a:ext>
            </a:extLst>
          </p:cNvPr>
          <p:cNvSpPr>
            <a:spLocks xmlns:a="http://schemas.openxmlformats.org/drawingml/2006/main" noGrp="1"/>
          </p:cNvSpPr>
          <p:nvPr/>
        </p:nvSpPr>
        <p:spPr>
          <a:xfrm xmlns:a="http://schemas.openxmlformats.org/drawingml/2006/main">
            <a:off x="8860304" y="5324475"/>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a:t>
            </a:r>
          </a:p>
        </p:txBody>
      </p:sp>
      <p:sp>
        <p:nvSpPr>
          <p:cNvPr id="58" name="text-288">
            <a:extLst xmlns:a="http://schemas.openxmlformats.org/drawingml/2006/main">
              <a:ext uri="{FF2B5EF4-FFF2-40B4-BE49-F238E27FC236}">
                <a16:creationId xmlns:a16="http://schemas.microsoft.com/office/drawing/2014/main" id="{A4A7B575-8D8D-4621-A90A-89D2359B9EE6}"/>
              </a:ext>
            </a:extLst>
          </p:cNvPr>
          <p:cNvSpPr>
            <a:spLocks xmlns:a="http://schemas.openxmlformats.org/drawingml/2006/main" noGrp="1"/>
          </p:cNvSpPr>
          <p:nvPr/>
        </p:nvSpPr>
        <p:spPr>
          <a:xfrm xmlns:a="http://schemas.openxmlformats.org/drawingml/2006/main">
            <a:off x="8295162" y="5324475"/>
            <a:ext cx="5098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أوزان</a:t>
            </a:r>
          </a:p>
        </p:txBody>
      </p:sp>
      <p:sp>
        <p:nvSpPr>
          <p:cNvPr id="59" name="text-289">
            <a:extLst xmlns:a="http://schemas.openxmlformats.org/drawingml/2006/main">
              <a:ext uri="{FF2B5EF4-FFF2-40B4-BE49-F238E27FC236}">
                <a16:creationId xmlns:a16="http://schemas.microsoft.com/office/drawing/2014/main" id="{71BB8CE2-1B59-4C76-A42F-622282B8B0D0}"/>
              </a:ext>
            </a:extLst>
          </p:cNvPr>
          <p:cNvSpPr>
            <a:spLocks xmlns:a="http://schemas.openxmlformats.org/drawingml/2006/main" noGrp="1"/>
          </p:cNvSpPr>
          <p:nvPr/>
        </p:nvSpPr>
        <p:spPr>
          <a:xfrm xmlns:a="http://schemas.openxmlformats.org/drawingml/2006/main">
            <a:off x="7465818" y="5324475"/>
            <a:ext cx="77400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النموذج</a:t>
            </a:r>
          </a:p>
        </p:txBody>
      </p:sp>
      <p:sp>
        <p:nvSpPr>
          <p:cNvPr id="60" name="text-290">
            <a:extLst xmlns:a="http://schemas.openxmlformats.org/drawingml/2006/main">
              <a:ext uri="{FF2B5EF4-FFF2-40B4-BE49-F238E27FC236}">
                <a16:creationId xmlns:a16="http://schemas.microsoft.com/office/drawing/2014/main" id="{258A1CB9-5FF9-45B1-BA21-267E5D3779FE}"/>
              </a:ext>
            </a:extLst>
          </p:cNvPr>
          <p:cNvSpPr>
            <a:spLocks xmlns:a="http://schemas.openxmlformats.org/drawingml/2006/main" noGrp="1"/>
          </p:cNvSpPr>
          <p:nvPr/>
        </p:nvSpPr>
        <p:spPr>
          <a:xfrm xmlns:a="http://schemas.openxmlformats.org/drawingml/2006/main">
            <a:off x="6611554" y="5324475"/>
            <a:ext cx="79892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ومصنعه</a:t>
            </a:r>
          </a:p>
        </p:txBody>
      </p:sp>
      <p:sp>
        <p:nvSpPr>
          <p:cNvPr id="61" name="text-291">
            <a:extLst xmlns:a="http://schemas.openxmlformats.org/drawingml/2006/main">
              <a:ext uri="{FF2B5EF4-FFF2-40B4-BE49-F238E27FC236}">
                <a16:creationId xmlns:a16="http://schemas.microsoft.com/office/drawing/2014/main" id="{9AAC64D4-2641-4BD0-BA9F-1327B4DFBFEB}"/>
              </a:ext>
            </a:extLst>
          </p:cNvPr>
          <p:cNvSpPr>
            <a:spLocks xmlns:a="http://schemas.openxmlformats.org/drawingml/2006/main" noGrp="1"/>
          </p:cNvSpPr>
          <p:nvPr/>
        </p:nvSpPr>
        <p:spPr>
          <a:xfrm xmlns:a="http://schemas.openxmlformats.org/drawingml/2006/main">
            <a:off x="6045824" y="5324475"/>
            <a:ext cx="51038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خارج</a:t>
            </a:r>
          </a:p>
        </p:txBody>
      </p:sp>
      <p:sp>
        <p:nvSpPr>
          <p:cNvPr id="62" name="text-292">
            <a:extLst xmlns:a="http://schemas.openxmlformats.org/drawingml/2006/main">
              <a:ext uri="{FF2B5EF4-FFF2-40B4-BE49-F238E27FC236}">
                <a16:creationId xmlns:a16="http://schemas.microsoft.com/office/drawing/2014/main" id="{9C7B5E5F-993F-4F0B-BC1D-7B517588312D}"/>
              </a:ext>
            </a:extLst>
          </p:cNvPr>
          <p:cNvSpPr>
            <a:spLocks xmlns:a="http://schemas.openxmlformats.org/drawingml/2006/main" noGrp="1"/>
          </p:cNvSpPr>
          <p:nvPr/>
        </p:nvSpPr>
        <p:spPr>
          <a:xfrm xmlns:a="http://schemas.openxmlformats.org/drawingml/2006/main">
            <a:off x="5425056" y="5324475"/>
            <a:ext cx="56542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نطاق</a:t>
            </a:r>
          </a:p>
        </p:txBody>
      </p:sp>
      <p:sp>
        <p:nvSpPr>
          <p:cNvPr id="63" name="text-293">
            <a:extLst xmlns:a="http://schemas.openxmlformats.org/drawingml/2006/main">
              <a:ext uri="{FF2B5EF4-FFF2-40B4-BE49-F238E27FC236}">
                <a16:creationId xmlns:a16="http://schemas.microsoft.com/office/drawing/2014/main" id="{E59CB800-8DCE-439E-99AE-22BCCA3AE144}"/>
              </a:ext>
            </a:extLst>
          </p:cNvPr>
          <p:cNvSpPr>
            <a:spLocks xmlns:a="http://schemas.openxmlformats.org/drawingml/2006/main" noGrp="1"/>
          </p:cNvSpPr>
          <p:nvPr/>
        </p:nvSpPr>
        <p:spPr>
          <a:xfrm xmlns:a="http://schemas.openxmlformats.org/drawingml/2006/main">
            <a:off x="4516539" y="5324475"/>
            <a:ext cx="85317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التسليم</a:t>
            </a:r>
          </a:p>
        </p:txBody>
      </p:sp>
    </p:spTree>
    <p:extLst>
      <p:ext uri="{BB962C8B-B14F-4D97-AF65-F5344CB8AC3E}">
        <p14:creationId xmlns:p14="http://schemas.microsoft.com/office/powerpoint/2010/main" val="353199003"/>
      </p:ext>
    </p:extLst>
  </p:cSld>
</p:sld>
</file>

<file path=ppt/slides/slide8.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0" name="text-294">
            <a:extLst xmlns:a="http://schemas.openxmlformats.org/drawingml/2006/main">
              <a:ext uri="{FF2B5EF4-FFF2-40B4-BE49-F238E27FC236}">
                <a16:creationId xmlns:a16="http://schemas.microsoft.com/office/drawing/2014/main" id="{7C9D3713-CC06-4E09-8362-B2FA4B941A90}"/>
              </a:ext>
            </a:extLst>
          </p:cNvPr>
          <p:cNvSpPr>
            <a:spLocks xmlns:a="http://schemas.openxmlformats.org/drawingml/2006/main" noGrp="1"/>
          </p:cNvSpPr>
          <p:nvPr/>
        </p:nvSpPr>
        <p:spPr>
          <a:xfrm xmlns:a="http://schemas.openxmlformats.org/drawingml/2006/main">
            <a:off x="10207981" y="457200"/>
            <a:ext cx="137441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الذاكرة</a:t>
            </a:r>
          </a:p>
        </p:txBody>
      </p:sp>
      <p:sp>
        <p:nvSpPr>
          <p:cNvPr id="2" name="text-295">
            <a:extLst xmlns:a="http://schemas.openxmlformats.org/drawingml/2006/main">
              <a:ext uri="{FF2B5EF4-FFF2-40B4-BE49-F238E27FC236}">
                <a16:creationId xmlns:a16="http://schemas.microsoft.com/office/drawing/2014/main" id="{4E84ED8D-FA4C-4803-B314-1965D9BE4419}"/>
              </a:ext>
            </a:extLst>
          </p:cNvPr>
          <p:cNvSpPr>
            <a:spLocks xmlns:a="http://schemas.openxmlformats.org/drawingml/2006/main" noGrp="1"/>
          </p:cNvSpPr>
          <p:nvPr/>
        </p:nvSpPr>
        <p:spPr>
          <a:xfrm xmlns:a="http://schemas.openxmlformats.org/drawingml/2006/main">
            <a:off x="8397080" y="457200"/>
            <a:ext cx="1709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المهيكلة</a:t>
            </a:r>
          </a:p>
        </p:txBody>
      </p:sp>
      <p:sp>
        <p:nvSpPr>
          <p:cNvPr id="3" name="text-296">
            <a:extLst xmlns:a="http://schemas.openxmlformats.org/drawingml/2006/main">
              <a:ext uri="{FF2B5EF4-FFF2-40B4-BE49-F238E27FC236}">
                <a16:creationId xmlns:a16="http://schemas.microsoft.com/office/drawing/2014/main" id="{D1D8C920-E46D-483F-893D-73DFB8476088}"/>
              </a:ext>
            </a:extLst>
          </p:cNvPr>
          <p:cNvSpPr>
            <a:spLocks xmlns:a="http://schemas.openxmlformats.org/drawingml/2006/main" noGrp="1"/>
          </p:cNvSpPr>
          <p:nvPr/>
        </p:nvSpPr>
        <p:spPr>
          <a:xfrm xmlns:a="http://schemas.openxmlformats.org/drawingml/2006/main">
            <a:off x="7184601" y="457200"/>
            <a:ext cx="111151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النص</a:t>
            </a:r>
          </a:p>
        </p:txBody>
      </p:sp>
      <p:sp>
        <p:nvSpPr>
          <p:cNvPr id="4" name="text-297">
            <a:extLst xmlns:a="http://schemas.openxmlformats.org/drawingml/2006/main">
              <a:ext uri="{FF2B5EF4-FFF2-40B4-BE49-F238E27FC236}">
                <a16:creationId xmlns:a16="http://schemas.microsoft.com/office/drawing/2014/main" id="{66CAC4A7-5364-4F67-A5E9-BD73DC4766F9}"/>
              </a:ext>
            </a:extLst>
          </p:cNvPr>
          <p:cNvSpPr>
            <a:spLocks xmlns:a="http://schemas.openxmlformats.org/drawingml/2006/main" noGrp="1"/>
          </p:cNvSpPr>
          <p:nvPr/>
        </p:nvSpPr>
        <p:spPr>
          <a:xfrm xmlns:a="http://schemas.openxmlformats.org/drawingml/2006/main">
            <a:off x="6431958" y="457200"/>
            <a:ext cx="6516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من</a:t>
            </a:r>
          </a:p>
        </p:txBody>
      </p:sp>
      <p:sp>
        <p:nvSpPr>
          <p:cNvPr id="5" name="text-298">
            <a:extLst xmlns:a="http://schemas.openxmlformats.org/drawingml/2006/main">
              <a:ext uri="{FF2B5EF4-FFF2-40B4-BE49-F238E27FC236}">
                <a16:creationId xmlns:a16="http://schemas.microsoft.com/office/drawing/2014/main" id="{D061C800-F3C4-42BB-B1F2-2807532E381A}"/>
              </a:ext>
            </a:extLst>
          </p:cNvPr>
          <p:cNvSpPr>
            <a:spLocks xmlns:a="http://schemas.openxmlformats.org/drawingml/2006/main" noGrp="1"/>
          </p:cNvSpPr>
          <p:nvPr/>
        </p:nvSpPr>
        <p:spPr>
          <a:xfrm xmlns:a="http://schemas.openxmlformats.org/drawingml/2006/main">
            <a:off x="5317251" y="457200"/>
            <a:ext cx="101374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أصله</a:t>
            </a:r>
          </a:p>
        </p:txBody>
      </p:sp>
      <p:sp>
        <p:nvSpPr>
          <p:cNvPr id="6" name="shape-299">
            <a:extLst xmlns:a="http://schemas.openxmlformats.org/drawingml/2006/main">
              <a:ext uri="{FF2B5EF4-FFF2-40B4-BE49-F238E27FC236}">
                <a16:creationId xmlns:a16="http://schemas.microsoft.com/office/drawing/2014/main" id="{A8A738A0-43FC-48F6-93CA-CC13682E1F49}"/>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300">
            <a:extLst xmlns:a="http://schemas.openxmlformats.org/drawingml/2006/main">
              <a:ext uri="{FF2B5EF4-FFF2-40B4-BE49-F238E27FC236}">
                <a16:creationId xmlns:a16="http://schemas.microsoft.com/office/drawing/2014/main" id="{11442058-EE40-4A6F-9631-D708C799BB4F}"/>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301">
            <a:extLst xmlns:a="http://schemas.openxmlformats.org/drawingml/2006/main">
              <a:ext uri="{FF2B5EF4-FFF2-40B4-BE49-F238E27FC236}">
                <a16:creationId xmlns:a16="http://schemas.microsoft.com/office/drawing/2014/main" id="{997DA1C7-F841-4A31-A7EF-3DF784E2F8B2}"/>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302">
            <a:extLst xmlns:a="http://schemas.openxmlformats.org/drawingml/2006/main">
              <a:ext uri="{FF2B5EF4-FFF2-40B4-BE49-F238E27FC236}">
                <a16:creationId xmlns:a16="http://schemas.microsoft.com/office/drawing/2014/main" id="{EAA34FF3-6ACB-4FA6-86B9-8B824EFD1F53}"/>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303">
            <a:extLst xmlns:a="http://schemas.openxmlformats.org/drawingml/2006/main">
              <a:ext uri="{FF2B5EF4-FFF2-40B4-BE49-F238E27FC236}">
                <a16:creationId xmlns:a16="http://schemas.microsoft.com/office/drawing/2014/main" id="{B60A5275-D31E-46ED-A82B-FB832BFEC111}"/>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304">
            <a:extLst xmlns:a="http://schemas.openxmlformats.org/drawingml/2006/main">
              <a:ext uri="{FF2B5EF4-FFF2-40B4-BE49-F238E27FC236}">
                <a16:creationId xmlns:a16="http://schemas.microsoft.com/office/drawing/2014/main" id="{30195633-62D1-4358-841F-61315B176CBE}"/>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305">
            <a:extLst xmlns:a="http://schemas.openxmlformats.org/drawingml/2006/main">
              <a:ext uri="{FF2B5EF4-FFF2-40B4-BE49-F238E27FC236}">
                <a16:creationId xmlns:a16="http://schemas.microsoft.com/office/drawing/2014/main" id="{D6F26ED9-7983-43DC-8F2A-0B3562B25213}"/>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306">
            <a:extLst xmlns:a="http://schemas.openxmlformats.org/drawingml/2006/main">
              <a:ext uri="{FF2B5EF4-FFF2-40B4-BE49-F238E27FC236}">
                <a16:creationId xmlns:a16="http://schemas.microsoft.com/office/drawing/2014/main" id="{F045F5F1-75BF-4E00-B46C-861BC3A0B40E}"/>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08</a:t>
            </a:r>
          </a:p>
        </p:txBody>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d4ec5d05e66a4eb5"/>
          <a:stretch xmlns:a="http://schemas.openxmlformats.org/drawingml/2006/main"/>
        </p:blipFill>
        <p:spPr>
          <a:xfrm xmlns:a="http://schemas.openxmlformats.org/drawingml/2006/main">
            <a:off x="609600" y="1453692"/>
            <a:ext cx="7239000" cy="4074441"/>
          </a:xfrm>
          <a:prstGeom xmlns:a="http://schemas.openxmlformats.org/drawingml/2006/main" prst="rect">
            <a:avLst/>
          </a:prstGeom>
        </p:spPr>
      </p:pic>
      <p:sp>
        <p:nvSpPr>
          <p:cNvPr id="15" name="text-307">
            <a:extLst xmlns:a="http://schemas.openxmlformats.org/drawingml/2006/main">
              <a:ext uri="{FF2B5EF4-FFF2-40B4-BE49-F238E27FC236}">
                <a16:creationId xmlns:a16="http://schemas.microsoft.com/office/drawing/2014/main" id="{78E77111-8973-4804-9908-3315D4DE4D6E}"/>
              </a:ext>
            </a:extLst>
          </p:cNvPr>
          <p:cNvSpPr>
            <a:spLocks xmlns:a="http://schemas.openxmlformats.org/drawingml/2006/main" noGrp="1"/>
          </p:cNvSpPr>
          <p:nvPr/>
        </p:nvSpPr>
        <p:spPr>
          <a:xfrm xmlns:a="http://schemas.openxmlformats.org/drawingml/2006/main">
            <a:off x="10394312" y="1762125"/>
            <a:ext cx="118808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استلهمنا</a:t>
            </a:r>
          </a:p>
        </p:txBody>
      </p:sp>
      <p:sp>
        <p:nvSpPr>
          <p:cNvPr id="16" name="text-308">
            <a:extLst xmlns:a="http://schemas.openxmlformats.org/drawingml/2006/main">
              <a:ext uri="{FF2B5EF4-FFF2-40B4-BE49-F238E27FC236}">
                <a16:creationId xmlns:a16="http://schemas.microsoft.com/office/drawing/2014/main" id="{7924320D-3CDB-4FE5-82E6-D8A859819CAB}"/>
              </a:ext>
            </a:extLst>
          </p:cNvPr>
          <p:cNvSpPr>
            <a:spLocks xmlns:a="http://schemas.openxmlformats.org/drawingml/2006/main" noGrp="1"/>
          </p:cNvSpPr>
          <p:nvPr/>
        </p:nvSpPr>
        <p:spPr>
          <a:xfrm xmlns:a="http://schemas.openxmlformats.org/drawingml/2006/main">
            <a:off x="9811466" y="1762125"/>
            <a:ext cx="52379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دقة</a:t>
            </a:r>
          </a:p>
        </p:txBody>
      </p:sp>
      <p:sp>
        <p:nvSpPr>
          <p:cNvPr id="17" name="text-309">
            <a:extLst xmlns:a="http://schemas.openxmlformats.org/drawingml/2006/main">
              <a:ext uri="{FF2B5EF4-FFF2-40B4-BE49-F238E27FC236}">
                <a16:creationId xmlns:a16="http://schemas.microsoft.com/office/drawing/2014/main" id="{FF04964B-E2E7-4522-AD52-8EE94DEBD181}"/>
              </a:ext>
            </a:extLst>
          </p:cNvPr>
          <p:cNvSpPr>
            <a:spLocks xmlns:a="http://schemas.openxmlformats.org/drawingml/2006/main" noGrp="1"/>
          </p:cNvSpPr>
          <p:nvPr/>
        </p:nvSpPr>
        <p:spPr>
          <a:xfrm xmlns:a="http://schemas.openxmlformats.org/drawingml/2006/main">
            <a:off x="8928964" y="1762125"/>
            <a:ext cx="82344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الحفظ</a:t>
            </a:r>
          </a:p>
        </p:txBody>
      </p:sp>
      <p:sp>
        <p:nvSpPr>
          <p:cNvPr id="18" name="text-310">
            <a:extLst xmlns:a="http://schemas.openxmlformats.org/drawingml/2006/main">
              <a:ext uri="{FF2B5EF4-FFF2-40B4-BE49-F238E27FC236}">
                <a16:creationId xmlns:a16="http://schemas.microsoft.com/office/drawing/2014/main" id="{01165E84-EAE5-42CF-B710-C1B75870CFBE}"/>
              </a:ext>
            </a:extLst>
          </p:cNvPr>
          <p:cNvSpPr>
            <a:spLocks xmlns:a="http://schemas.openxmlformats.org/drawingml/2006/main" noGrp="1"/>
          </p:cNvSpPr>
          <p:nvPr/>
        </p:nvSpPr>
        <p:spPr>
          <a:xfrm xmlns:a="http://schemas.openxmlformats.org/drawingml/2006/main">
            <a:off x="11100756" y="2667000"/>
            <a:ext cx="48164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يعود</a:t>
            </a:r>
          </a:p>
        </p:txBody>
      </p:sp>
      <p:sp>
        <p:nvSpPr>
          <p:cNvPr id="19" name="text-311">
            <a:extLst xmlns:a="http://schemas.openxmlformats.org/drawingml/2006/main">
              <a:ext uri="{FF2B5EF4-FFF2-40B4-BE49-F238E27FC236}">
                <a16:creationId xmlns:a16="http://schemas.microsoft.com/office/drawing/2014/main" id="{D853EF90-2708-4914-9451-0A6ED30E0929}"/>
              </a:ext>
            </a:extLst>
          </p:cNvPr>
          <p:cNvSpPr>
            <a:spLocks xmlns:a="http://schemas.openxmlformats.org/drawingml/2006/main" noGrp="1"/>
          </p:cNvSpPr>
          <p:nvPr/>
        </p:nvSpPr>
        <p:spPr>
          <a:xfrm xmlns:a="http://schemas.openxmlformats.org/drawingml/2006/main">
            <a:off x="10461724" y="2667000"/>
            <a:ext cx="57769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النص</a:t>
            </a:r>
          </a:p>
        </p:txBody>
      </p:sp>
      <p:sp>
        <p:nvSpPr>
          <p:cNvPr id="20" name="text-312">
            <a:extLst xmlns:a="http://schemas.openxmlformats.org/drawingml/2006/main">
              <a:ext uri="{FF2B5EF4-FFF2-40B4-BE49-F238E27FC236}">
                <a16:creationId xmlns:a16="http://schemas.microsoft.com/office/drawing/2014/main" id="{1AB160F7-D0AB-4340-B5C6-66012E1D7B2D}"/>
              </a:ext>
            </a:extLst>
          </p:cNvPr>
          <p:cNvSpPr>
            <a:spLocks xmlns:a="http://schemas.openxmlformats.org/drawingml/2006/main" noGrp="1"/>
          </p:cNvSpPr>
          <p:nvPr/>
        </p:nvSpPr>
        <p:spPr>
          <a:xfrm xmlns:a="http://schemas.openxmlformats.org/drawingml/2006/main">
            <a:off x="9833680" y="2667000"/>
            <a:ext cx="56670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كاملًا</a:t>
            </a:r>
          </a:p>
        </p:txBody>
      </p:sp>
      <p:sp>
        <p:nvSpPr>
          <p:cNvPr id="21" name="text-313">
            <a:extLst xmlns:a="http://schemas.openxmlformats.org/drawingml/2006/main">
              <a:ext uri="{FF2B5EF4-FFF2-40B4-BE49-F238E27FC236}">
                <a16:creationId xmlns:a16="http://schemas.microsoft.com/office/drawing/2014/main" id="{F1C64EE8-7394-4F28-A805-7E0F88E99805}"/>
              </a:ext>
            </a:extLst>
          </p:cNvPr>
          <p:cNvSpPr>
            <a:spLocks xmlns:a="http://schemas.openxmlformats.org/drawingml/2006/main" noGrp="1"/>
          </p:cNvSpPr>
          <p:nvPr/>
        </p:nvSpPr>
        <p:spPr>
          <a:xfrm xmlns:a="http://schemas.openxmlformats.org/drawingml/2006/main">
            <a:off x="10741977" y="3181350"/>
            <a:ext cx="84042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بموضعه</a:t>
            </a:r>
          </a:p>
        </p:txBody>
      </p:sp>
      <p:sp>
        <p:nvSpPr>
          <p:cNvPr id="22" name="text-314">
            <a:extLst xmlns:a="http://schemas.openxmlformats.org/drawingml/2006/main">
              <a:ext uri="{FF2B5EF4-FFF2-40B4-BE49-F238E27FC236}">
                <a16:creationId xmlns:a16="http://schemas.microsoft.com/office/drawing/2014/main" id="{661B7EAC-D025-4347-B98B-4A4F0E9EBA4E}"/>
              </a:ext>
            </a:extLst>
          </p:cNvPr>
          <p:cNvSpPr>
            <a:spLocks xmlns:a="http://schemas.openxmlformats.org/drawingml/2006/main" noGrp="1"/>
          </p:cNvSpPr>
          <p:nvPr/>
        </p:nvSpPr>
        <p:spPr>
          <a:xfrm xmlns:a="http://schemas.openxmlformats.org/drawingml/2006/main">
            <a:off x="10064790" y="3181350"/>
            <a:ext cx="61879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النحل</a:t>
            </a:r>
          </a:p>
        </p:txBody>
      </p:sp>
      <p:sp>
        <p:nvSpPr>
          <p:cNvPr id="23" name="text-315">
            <a:extLst xmlns:a="http://schemas.openxmlformats.org/drawingml/2006/main">
              <a:ext uri="{FF2B5EF4-FFF2-40B4-BE49-F238E27FC236}">
                <a16:creationId xmlns:a16="http://schemas.microsoft.com/office/drawing/2014/main" id="{468BC14D-6A63-4C88-9ED6-0472008B4C80}"/>
              </a:ext>
            </a:extLst>
          </p:cNvPr>
          <p:cNvSpPr>
            <a:spLocks xmlns:a="http://schemas.openxmlformats.org/drawingml/2006/main" noGrp="1"/>
          </p:cNvSpPr>
          <p:nvPr/>
        </p:nvSpPr>
        <p:spPr>
          <a:xfrm xmlns:a="http://schemas.openxmlformats.org/drawingml/2006/main">
            <a:off x="9676629" y="3181350"/>
            <a:ext cx="32977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٩٠</a:t>
            </a:r>
          </a:p>
        </p:txBody>
      </p:sp>
      <p:sp>
        <p:nvSpPr>
          <p:cNvPr id="24" name="text-316">
            <a:extLst xmlns:a="http://schemas.openxmlformats.org/drawingml/2006/main">
              <a:ext uri="{FF2B5EF4-FFF2-40B4-BE49-F238E27FC236}">
                <a16:creationId xmlns:a16="http://schemas.microsoft.com/office/drawing/2014/main" id="{8CCFA6CF-9DE8-4642-A178-814AAADBADEE}"/>
              </a:ext>
            </a:extLst>
          </p:cNvPr>
          <p:cNvSpPr>
            <a:spLocks xmlns:a="http://schemas.openxmlformats.org/drawingml/2006/main" noGrp="1"/>
          </p:cNvSpPr>
          <p:nvPr/>
        </p:nvSpPr>
        <p:spPr>
          <a:xfrm xmlns:a="http://schemas.openxmlformats.org/drawingml/2006/main">
            <a:off x="10932207" y="4086225"/>
            <a:ext cx="65019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افحص</a:t>
            </a:r>
          </a:p>
        </p:txBody>
      </p:sp>
      <p:sp>
        <p:nvSpPr>
          <p:cNvPr id="25" name="text-317">
            <a:extLst xmlns:a="http://schemas.openxmlformats.org/drawingml/2006/main">
              <a:ext uri="{FF2B5EF4-FFF2-40B4-BE49-F238E27FC236}">
                <a16:creationId xmlns:a16="http://schemas.microsoft.com/office/drawing/2014/main" id="{6ECD01D5-32E9-4A34-A485-F5835A55F693}"/>
              </a:ext>
            </a:extLst>
          </p:cNvPr>
          <p:cNvSpPr>
            <a:spLocks xmlns:a="http://schemas.openxmlformats.org/drawingml/2006/main" noGrp="1"/>
          </p:cNvSpPr>
          <p:nvPr/>
        </p:nvSpPr>
        <p:spPr>
          <a:xfrm xmlns:a="http://schemas.openxmlformats.org/drawingml/2006/main">
            <a:off x="9983564" y="4086225"/>
            <a:ext cx="89330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المطابقة</a:t>
            </a:r>
          </a:p>
        </p:txBody>
      </p:sp>
      <p:sp>
        <p:nvSpPr>
          <p:cNvPr id="26" name="text-318">
            <a:extLst xmlns:a="http://schemas.openxmlformats.org/drawingml/2006/main">
              <a:ext uri="{FF2B5EF4-FFF2-40B4-BE49-F238E27FC236}">
                <a16:creationId xmlns:a16="http://schemas.microsoft.com/office/drawing/2014/main" id="{8E86F928-BFA9-49A4-BF0F-AC97CEAD6DAE}"/>
              </a:ext>
            </a:extLst>
          </p:cNvPr>
          <p:cNvSpPr>
            <a:spLocks xmlns:a="http://schemas.openxmlformats.org/drawingml/2006/main" noGrp="1"/>
          </p:cNvSpPr>
          <p:nvPr/>
        </p:nvSpPr>
        <p:spPr>
          <a:xfrm xmlns:a="http://schemas.openxmlformats.org/drawingml/2006/main">
            <a:off x="9366916" y="4086225"/>
            <a:ext cx="5613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حرفيًا</a:t>
            </a:r>
          </a:p>
        </p:txBody>
      </p:sp>
      <p:sp>
        <p:nvSpPr>
          <p:cNvPr id="27" name="text-319">
            <a:extLst xmlns:a="http://schemas.openxmlformats.org/drawingml/2006/main">
              <a:ext uri="{FF2B5EF4-FFF2-40B4-BE49-F238E27FC236}">
                <a16:creationId xmlns:a16="http://schemas.microsoft.com/office/drawing/2014/main" id="{6A301B5C-635F-423E-84B6-C29724A38F22}"/>
              </a:ext>
            </a:extLst>
          </p:cNvPr>
          <p:cNvSpPr>
            <a:spLocks xmlns:a="http://schemas.openxmlformats.org/drawingml/2006/main" noGrp="1"/>
          </p:cNvSpPr>
          <p:nvPr/>
        </p:nvSpPr>
        <p:spPr>
          <a:xfrm xmlns:a="http://schemas.openxmlformats.org/drawingml/2006/main">
            <a:off x="7915275" y="4638675"/>
            <a:ext cx="3667125"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1">
                <a:solidFill>
                  <a:srgbClr val="DDC087"/>
                </a:solidFill>
                <a:latin typeface="Tahoma"/>
                <a:ea typeface="Tahoma"/>
                <a:cs typeface="Tahoma"/>
              </a:defRPr>
            </a:pPr>
            <a:r>
              <a:rPr sz="1725" b="1">
                <a:solidFill>
                  <a:srgbClr val="DDC087"/>
                </a:solidFill>
                <a:latin typeface="Tahoma"/>
                <a:ea typeface="Tahoma"/>
                <a:cs typeface="Tahoma"/>
              </a:rPr>
              <a:t>NMN · SA 1020268774</a:t>
            </a:r>
          </a:p>
        </p:txBody>
      </p:sp>
      <p:sp>
        <p:nvSpPr>
          <p:cNvPr id="28" name="text-320">
            <a:extLst xmlns:a="http://schemas.openxmlformats.org/drawingml/2006/main">
              <a:ext uri="{FF2B5EF4-FFF2-40B4-BE49-F238E27FC236}">
                <a16:creationId xmlns:a16="http://schemas.microsoft.com/office/drawing/2014/main" id="{B79CFA2C-4736-40E5-947E-4E3DE255C713}"/>
              </a:ext>
            </a:extLst>
          </p:cNvPr>
          <p:cNvSpPr>
            <a:spLocks xmlns:a="http://schemas.openxmlformats.org/drawingml/2006/main" noGrp="1"/>
          </p:cNvSpPr>
          <p:nvPr/>
        </p:nvSpPr>
        <p:spPr>
          <a:xfrm xmlns:a="http://schemas.openxmlformats.org/drawingml/2006/main">
            <a:off x="11058570" y="5610225"/>
            <a:ext cx="52383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لقطة</a:t>
            </a:r>
          </a:p>
        </p:txBody>
      </p:sp>
      <p:sp>
        <p:nvSpPr>
          <p:cNvPr id="29" name="text-321">
            <a:extLst xmlns:a="http://schemas.openxmlformats.org/drawingml/2006/main">
              <a:ext uri="{FF2B5EF4-FFF2-40B4-BE49-F238E27FC236}">
                <a16:creationId xmlns:a16="http://schemas.microsoft.com/office/drawing/2014/main" id="{D3E84531-9E29-4CB2-828D-C8E6DCB165C1}"/>
              </a:ext>
            </a:extLst>
          </p:cNvPr>
          <p:cNvSpPr>
            <a:spLocks xmlns:a="http://schemas.openxmlformats.org/drawingml/2006/main" noGrp="1"/>
          </p:cNvSpPr>
          <p:nvPr/>
        </p:nvSpPr>
        <p:spPr>
          <a:xfrm xmlns:a="http://schemas.openxmlformats.org/drawingml/2006/main">
            <a:off x="10594979" y="5610225"/>
            <a:ext cx="4112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حية</a:t>
            </a:r>
          </a:p>
        </p:txBody>
      </p:sp>
      <p:sp>
        <p:nvSpPr>
          <p:cNvPr id="30" name="text-322">
            <a:extLst xmlns:a="http://schemas.openxmlformats.org/drawingml/2006/main">
              <a:ext uri="{FF2B5EF4-FFF2-40B4-BE49-F238E27FC236}">
                <a16:creationId xmlns:a16="http://schemas.microsoft.com/office/drawing/2014/main" id="{3A9E16EE-5CCC-4F15-BA28-C7622E694F9B}"/>
              </a:ext>
            </a:extLst>
          </p:cNvPr>
          <p:cNvSpPr>
            <a:spLocks xmlns:a="http://schemas.openxmlformats.org/drawingml/2006/main" noGrp="1"/>
          </p:cNvSpPr>
          <p:nvPr/>
        </p:nvSpPr>
        <p:spPr>
          <a:xfrm xmlns:a="http://schemas.openxmlformats.org/drawingml/2006/main">
            <a:off x="10207226" y="5610225"/>
            <a:ext cx="33536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من</a:t>
            </a:r>
          </a:p>
        </p:txBody>
      </p:sp>
      <p:sp>
        <p:nvSpPr>
          <p:cNvPr id="31" name="text-323">
            <a:extLst xmlns:a="http://schemas.openxmlformats.org/drawingml/2006/main">
              <a:ext uri="{FF2B5EF4-FFF2-40B4-BE49-F238E27FC236}">
                <a16:creationId xmlns:a16="http://schemas.microsoft.com/office/drawing/2014/main" id="{B097CDF1-86F3-4FAB-B38F-904FB2A95B2A}"/>
              </a:ext>
            </a:extLst>
          </p:cNvPr>
          <p:cNvSpPr>
            <a:spLocks xmlns:a="http://schemas.openxmlformats.org/drawingml/2006/main" noGrp="1"/>
          </p:cNvSpPr>
          <p:nvPr/>
        </p:nvSpPr>
        <p:spPr>
          <a:xfrm xmlns:a="http://schemas.openxmlformats.org/drawingml/2006/main">
            <a:off x="9303231" y="5610225"/>
            <a:ext cx="85160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المجلس</a:t>
            </a:r>
          </a:p>
        </p:txBody>
      </p:sp>
      <p:sp>
        <p:nvSpPr>
          <p:cNvPr id="32" name="text-324">
            <a:extLst xmlns:a="http://schemas.openxmlformats.org/drawingml/2006/main">
              <a:ext uri="{FF2B5EF4-FFF2-40B4-BE49-F238E27FC236}">
                <a16:creationId xmlns:a16="http://schemas.microsoft.com/office/drawing/2014/main" id="{B46FC527-B722-4083-B06C-2E41D36AD71F}"/>
              </a:ext>
            </a:extLst>
          </p:cNvPr>
          <p:cNvSpPr>
            <a:spLocks xmlns:a="http://schemas.openxmlformats.org/drawingml/2006/main" noGrp="1"/>
          </p:cNvSpPr>
          <p:nvPr/>
        </p:nvSpPr>
        <p:spPr>
          <a:xfrm xmlns:a="http://schemas.openxmlformats.org/drawingml/2006/main">
            <a:off x="9078140" y="5610225"/>
            <a:ext cx="1727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٦</a:t>
            </a:r>
          </a:p>
        </p:txBody>
      </p:sp>
      <p:sp>
        <p:nvSpPr>
          <p:cNvPr id="33" name="text-325">
            <a:extLst xmlns:a="http://schemas.openxmlformats.org/drawingml/2006/main">
              <a:ext uri="{FF2B5EF4-FFF2-40B4-BE49-F238E27FC236}">
                <a16:creationId xmlns:a16="http://schemas.microsoft.com/office/drawing/2014/main" id="{3E415669-151A-456D-AE0E-30D70156FBB4}"/>
              </a:ext>
            </a:extLst>
          </p:cNvPr>
          <p:cNvSpPr>
            <a:spLocks xmlns:a="http://schemas.openxmlformats.org/drawingml/2006/main" noGrp="1"/>
          </p:cNvSpPr>
          <p:nvPr/>
        </p:nvSpPr>
        <p:spPr>
          <a:xfrm xmlns:a="http://schemas.openxmlformats.org/drawingml/2006/main">
            <a:off x="8466604" y="5610225"/>
            <a:ext cx="55914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أكتوبر</a:t>
            </a:r>
          </a:p>
        </p:txBody>
      </p:sp>
      <p:sp>
        <p:nvSpPr>
          <p:cNvPr id="34" name="text-326">
            <a:extLst xmlns:a="http://schemas.openxmlformats.org/drawingml/2006/main">
              <a:ext uri="{FF2B5EF4-FFF2-40B4-BE49-F238E27FC236}">
                <a16:creationId xmlns:a16="http://schemas.microsoft.com/office/drawing/2014/main" id="{D26C57D5-CB6B-4D30-B4C8-73C76F258AF5}"/>
              </a:ext>
            </a:extLst>
          </p:cNvPr>
          <p:cNvSpPr>
            <a:spLocks xmlns:a="http://schemas.openxmlformats.org/drawingml/2006/main" noGrp="1"/>
          </p:cNvSpPr>
          <p:nvPr/>
        </p:nvSpPr>
        <p:spPr>
          <a:xfrm xmlns:a="http://schemas.openxmlformats.org/drawingml/2006/main">
            <a:off x="8292921" y="5610225"/>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a:t>
            </a:r>
          </a:p>
        </p:txBody>
      </p:sp>
      <p:sp>
        <p:nvSpPr>
          <p:cNvPr id="35" name="text-327">
            <a:extLst xmlns:a="http://schemas.openxmlformats.org/drawingml/2006/main">
              <a:ext uri="{FF2B5EF4-FFF2-40B4-BE49-F238E27FC236}">
                <a16:creationId xmlns:a16="http://schemas.microsoft.com/office/drawing/2014/main" id="{9E936089-990C-430D-98B6-04750CDF38C1}"/>
              </a:ext>
            </a:extLst>
          </p:cNvPr>
          <p:cNvSpPr>
            <a:spLocks xmlns:a="http://schemas.openxmlformats.org/drawingml/2006/main" noGrp="1"/>
          </p:cNvSpPr>
          <p:nvPr/>
        </p:nvSpPr>
        <p:spPr>
          <a:xfrm xmlns:a="http://schemas.openxmlformats.org/drawingml/2006/main">
            <a:off x="7342031" y="5610225"/>
            <a:ext cx="8985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استكمال</a:t>
            </a:r>
          </a:p>
        </p:txBody>
      </p:sp>
      <p:sp>
        <p:nvSpPr>
          <p:cNvPr id="36" name="text-328">
            <a:extLst xmlns:a="http://schemas.openxmlformats.org/drawingml/2006/main">
              <a:ext uri="{FF2B5EF4-FFF2-40B4-BE49-F238E27FC236}">
                <a16:creationId xmlns:a16="http://schemas.microsoft.com/office/drawing/2014/main" id="{CE14E5B0-6CDB-4107-93A9-69A3E05199DA}"/>
              </a:ext>
            </a:extLst>
          </p:cNvPr>
          <p:cNvSpPr>
            <a:spLocks xmlns:a="http://schemas.openxmlformats.org/drawingml/2006/main" noGrp="1"/>
          </p:cNvSpPr>
          <p:nvPr/>
        </p:nvSpPr>
        <p:spPr>
          <a:xfrm xmlns:a="http://schemas.openxmlformats.org/drawingml/2006/main">
            <a:off x="6850284" y="5610225"/>
            <a:ext cx="43936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الآية</a:t>
            </a:r>
          </a:p>
        </p:txBody>
      </p:sp>
      <p:sp>
        <p:nvSpPr>
          <p:cNvPr id="37" name="text-329">
            <a:extLst xmlns:a="http://schemas.openxmlformats.org/drawingml/2006/main">
              <a:ext uri="{FF2B5EF4-FFF2-40B4-BE49-F238E27FC236}">
                <a16:creationId xmlns:a16="http://schemas.microsoft.com/office/drawing/2014/main" id="{88161EAA-E163-4A2E-BC41-F771EBE7D64C}"/>
              </a:ext>
            </a:extLst>
          </p:cNvPr>
          <p:cNvSpPr>
            <a:spLocks xmlns:a="http://schemas.openxmlformats.org/drawingml/2006/main" noGrp="1"/>
          </p:cNvSpPr>
          <p:nvPr/>
        </p:nvSpPr>
        <p:spPr>
          <a:xfrm xmlns:a="http://schemas.openxmlformats.org/drawingml/2006/main">
            <a:off x="6501774" y="5610225"/>
            <a:ext cx="29612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مع</a:t>
            </a:r>
          </a:p>
        </p:txBody>
      </p:sp>
      <p:sp>
        <p:nvSpPr>
          <p:cNvPr id="38" name="text-330">
            <a:extLst xmlns:a="http://schemas.openxmlformats.org/drawingml/2006/main">
              <a:ext uri="{FF2B5EF4-FFF2-40B4-BE49-F238E27FC236}">
                <a16:creationId xmlns:a16="http://schemas.microsoft.com/office/drawing/2014/main" id="{A1E316CF-6D78-44A8-8F93-007DC13404D3}"/>
              </a:ext>
            </a:extLst>
          </p:cNvPr>
          <p:cNvSpPr>
            <a:spLocks xmlns:a="http://schemas.openxmlformats.org/drawingml/2006/main" noGrp="1"/>
          </p:cNvSpPr>
          <p:nvPr/>
        </p:nvSpPr>
        <p:spPr>
          <a:xfrm xmlns:a="http://schemas.openxmlformats.org/drawingml/2006/main">
            <a:off x="5737876" y="5610225"/>
            <a:ext cx="71151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السورة</a:t>
            </a:r>
          </a:p>
        </p:txBody>
      </p:sp>
      <p:sp>
        <p:nvSpPr>
          <p:cNvPr id="39" name="text-331">
            <a:extLst xmlns:a="http://schemas.openxmlformats.org/drawingml/2006/main">
              <a:ext uri="{FF2B5EF4-FFF2-40B4-BE49-F238E27FC236}">
                <a16:creationId xmlns:a16="http://schemas.microsoft.com/office/drawing/2014/main" id="{38EA7A67-36FC-42AD-AB83-9FC81A50FD9C}"/>
              </a:ext>
            </a:extLst>
          </p:cNvPr>
          <p:cNvSpPr>
            <a:spLocks xmlns:a="http://schemas.openxmlformats.org/drawingml/2006/main" noGrp="1"/>
          </p:cNvSpPr>
          <p:nvPr/>
        </p:nvSpPr>
        <p:spPr>
          <a:xfrm xmlns:a="http://schemas.openxmlformats.org/drawingml/2006/main">
            <a:off x="5069732" y="5610225"/>
            <a:ext cx="61575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والرقم</a:t>
            </a:r>
          </a:p>
        </p:txBody>
      </p:sp>
    </p:spTree>
    <p:extLst>
      <p:ext uri="{BB962C8B-B14F-4D97-AF65-F5344CB8AC3E}">
        <p14:creationId xmlns:p14="http://schemas.microsoft.com/office/powerpoint/2010/main" val="2022321649"/>
      </p:ext>
    </p:extLst>
  </p:cSld>
</p:sld>
</file>

<file path=ppt/slides/slide9.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4" name="text-332">
            <a:extLst xmlns:a="http://schemas.openxmlformats.org/drawingml/2006/main">
              <a:ext uri="{FF2B5EF4-FFF2-40B4-BE49-F238E27FC236}">
                <a16:creationId xmlns:a16="http://schemas.microsoft.com/office/drawing/2014/main" id="{1E93B9F0-531C-457F-95D3-16B4E79324F8}"/>
              </a:ext>
            </a:extLst>
          </p:cNvPr>
          <p:cNvSpPr>
            <a:spLocks xmlns:a="http://schemas.openxmlformats.org/drawingml/2006/main" noGrp="1"/>
          </p:cNvSpPr>
          <p:nvPr/>
        </p:nvSpPr>
        <p:spPr>
          <a:xfrm xmlns:a="http://schemas.openxmlformats.org/drawingml/2006/main">
            <a:off x="9935962" y="457200"/>
            <a:ext cx="164643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المتجاور</a:t>
            </a:r>
          </a:p>
        </p:txBody>
      </p:sp>
      <p:sp>
        <p:nvSpPr>
          <p:cNvPr id="2" name="text-333">
            <a:extLst xmlns:a="http://schemas.openxmlformats.org/drawingml/2006/main">
              <a:ext uri="{FF2B5EF4-FFF2-40B4-BE49-F238E27FC236}">
                <a16:creationId xmlns:a16="http://schemas.microsoft.com/office/drawing/2014/main" id="{4F855E09-C55A-4845-8A4A-5E530FB35A1C}"/>
              </a:ext>
            </a:extLst>
          </p:cNvPr>
          <p:cNvSpPr>
            <a:spLocks xmlns:a="http://schemas.openxmlformats.org/drawingml/2006/main" noGrp="1"/>
          </p:cNvSpPr>
          <p:nvPr/>
        </p:nvSpPr>
        <p:spPr>
          <a:xfrm xmlns:a="http://schemas.openxmlformats.org/drawingml/2006/main">
            <a:off x="9078316" y="457200"/>
            <a:ext cx="75668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في</a:t>
            </a:r>
          </a:p>
        </p:txBody>
      </p:sp>
      <p:sp>
        <p:nvSpPr>
          <p:cNvPr id="3" name="text-334">
            <a:extLst xmlns:a="http://schemas.openxmlformats.org/drawingml/2006/main">
              <a:ext uri="{FF2B5EF4-FFF2-40B4-BE49-F238E27FC236}">
                <a16:creationId xmlns:a16="http://schemas.microsoft.com/office/drawing/2014/main" id="{20A7D196-761B-4979-A9C4-7675A1987083}"/>
              </a:ext>
            </a:extLst>
          </p:cNvPr>
          <p:cNvSpPr>
            <a:spLocks xmlns:a="http://schemas.openxmlformats.org/drawingml/2006/main" noGrp="1"/>
          </p:cNvSpPr>
          <p:nvPr/>
        </p:nvSpPr>
        <p:spPr>
          <a:xfrm xmlns:a="http://schemas.openxmlformats.org/drawingml/2006/main">
            <a:off x="7742110" y="457200"/>
            <a:ext cx="12352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القرآن</a:t>
            </a:r>
          </a:p>
        </p:txBody>
      </p:sp>
      <p:sp>
        <p:nvSpPr>
          <p:cNvPr id="4" name="text-335">
            <a:extLst xmlns:a="http://schemas.openxmlformats.org/drawingml/2006/main">
              <a:ext uri="{FF2B5EF4-FFF2-40B4-BE49-F238E27FC236}">
                <a16:creationId xmlns:a16="http://schemas.microsoft.com/office/drawing/2014/main" id="{72D12E49-CC17-4046-AD7A-9BC5452CE681}"/>
              </a:ext>
            </a:extLst>
          </p:cNvPr>
          <p:cNvSpPr>
            <a:spLocks xmlns:a="http://schemas.openxmlformats.org/drawingml/2006/main" noGrp="1"/>
          </p:cNvSpPr>
          <p:nvPr/>
        </p:nvSpPr>
        <p:spPr>
          <a:xfrm xmlns:a="http://schemas.openxmlformats.org/drawingml/2006/main">
            <a:off x="6699717" y="457200"/>
            <a:ext cx="9414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بحث</a:t>
            </a:r>
          </a:p>
        </p:txBody>
      </p:sp>
      <p:sp>
        <p:nvSpPr>
          <p:cNvPr id="5" name="text-336">
            <a:extLst xmlns:a="http://schemas.openxmlformats.org/drawingml/2006/main">
              <a:ext uri="{FF2B5EF4-FFF2-40B4-BE49-F238E27FC236}">
                <a16:creationId xmlns:a16="http://schemas.microsoft.com/office/drawing/2014/main" id="{47750862-49FA-4826-8916-210828F414F6}"/>
              </a:ext>
            </a:extLst>
          </p:cNvPr>
          <p:cNvSpPr>
            <a:spLocks xmlns:a="http://schemas.openxmlformats.org/drawingml/2006/main" noGrp="1"/>
          </p:cNvSpPr>
          <p:nvPr/>
        </p:nvSpPr>
        <p:spPr>
          <a:xfrm xmlns:a="http://schemas.openxmlformats.org/drawingml/2006/main">
            <a:off x="5361630" y="457200"/>
            <a:ext cx="123712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يتحوّل</a:t>
            </a:r>
          </a:p>
        </p:txBody>
      </p:sp>
      <p:sp>
        <p:nvSpPr>
          <p:cNvPr id="6" name="text-337">
            <a:extLst xmlns:a="http://schemas.openxmlformats.org/drawingml/2006/main">
              <a:ext uri="{FF2B5EF4-FFF2-40B4-BE49-F238E27FC236}">
                <a16:creationId xmlns:a16="http://schemas.microsoft.com/office/drawing/2014/main" id="{8DCB7DC3-CE8C-4D31-AD86-A052DF62D01E}"/>
              </a:ext>
            </a:extLst>
          </p:cNvPr>
          <p:cNvSpPr>
            <a:spLocks xmlns:a="http://schemas.openxmlformats.org/drawingml/2006/main" noGrp="1"/>
          </p:cNvSpPr>
          <p:nvPr/>
        </p:nvSpPr>
        <p:spPr>
          <a:xfrm xmlns:a="http://schemas.openxmlformats.org/drawingml/2006/main">
            <a:off x="4479615" y="457200"/>
            <a:ext cx="78105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إلى</a:t>
            </a:r>
          </a:p>
        </p:txBody>
      </p:sp>
      <p:sp>
        <p:nvSpPr>
          <p:cNvPr id="7" name="text-338">
            <a:extLst xmlns:a="http://schemas.openxmlformats.org/drawingml/2006/main">
              <a:ext uri="{FF2B5EF4-FFF2-40B4-BE49-F238E27FC236}">
                <a16:creationId xmlns:a16="http://schemas.microsoft.com/office/drawing/2014/main" id="{CB407C00-DFCB-464F-9E3E-D23EA9CDF0F7}"/>
              </a:ext>
            </a:extLst>
          </p:cNvPr>
          <p:cNvSpPr>
            <a:spLocks xmlns:a="http://schemas.openxmlformats.org/drawingml/2006/main" noGrp="1"/>
          </p:cNvSpPr>
          <p:nvPr/>
        </p:nvSpPr>
        <p:spPr>
          <a:xfrm xmlns:a="http://schemas.openxmlformats.org/drawingml/2006/main">
            <a:off x="3616322" y="457200"/>
            <a:ext cx="7623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أداة</a:t>
            </a:r>
          </a:p>
        </p:txBody>
      </p:sp>
      <p:sp>
        <p:nvSpPr>
          <p:cNvPr id="8" name="shape-339">
            <a:extLst xmlns:a="http://schemas.openxmlformats.org/drawingml/2006/main">
              <a:ext uri="{FF2B5EF4-FFF2-40B4-BE49-F238E27FC236}">
                <a16:creationId xmlns:a16="http://schemas.microsoft.com/office/drawing/2014/main" id="{CCEF85FF-A193-4A2A-9F11-C2EC0444ACC4}"/>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9" name="text-340">
            <a:extLst xmlns:a="http://schemas.openxmlformats.org/drawingml/2006/main">
              <a:ext uri="{FF2B5EF4-FFF2-40B4-BE49-F238E27FC236}">
                <a16:creationId xmlns:a16="http://schemas.microsoft.com/office/drawing/2014/main" id="{8E7324A3-781E-478A-90DA-2169E1BAC86D}"/>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10" name="text-341">
            <a:extLst xmlns:a="http://schemas.openxmlformats.org/drawingml/2006/main">
              <a:ext uri="{FF2B5EF4-FFF2-40B4-BE49-F238E27FC236}">
                <a16:creationId xmlns:a16="http://schemas.microsoft.com/office/drawing/2014/main" id="{56D20724-6186-434E-8E8B-D6AD8E1A2C8B}"/>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11" name="text-342">
            <a:extLst xmlns:a="http://schemas.openxmlformats.org/drawingml/2006/main">
              <a:ext uri="{FF2B5EF4-FFF2-40B4-BE49-F238E27FC236}">
                <a16:creationId xmlns:a16="http://schemas.microsoft.com/office/drawing/2014/main" id="{27595FDC-4E9D-4D20-A9B7-41BBCF7FB168}"/>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2" name="text-343">
            <a:extLst xmlns:a="http://schemas.openxmlformats.org/drawingml/2006/main">
              <a:ext uri="{FF2B5EF4-FFF2-40B4-BE49-F238E27FC236}">
                <a16:creationId xmlns:a16="http://schemas.microsoft.com/office/drawing/2014/main" id="{538E77D3-7941-4295-8E79-DE28DD797366}"/>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3" name="text-344">
            <a:extLst xmlns:a="http://schemas.openxmlformats.org/drawingml/2006/main">
              <a:ext uri="{FF2B5EF4-FFF2-40B4-BE49-F238E27FC236}">
                <a16:creationId xmlns:a16="http://schemas.microsoft.com/office/drawing/2014/main" id="{8794CA0C-579F-4CA2-A5F5-16537CE40696}"/>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4" name="text-345">
            <a:extLst xmlns:a="http://schemas.openxmlformats.org/drawingml/2006/main">
              <a:ext uri="{FF2B5EF4-FFF2-40B4-BE49-F238E27FC236}">
                <a16:creationId xmlns:a16="http://schemas.microsoft.com/office/drawing/2014/main" id="{7D2E28A6-A8B2-48E6-99E4-0DEB7BFCA42C}"/>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5" name="text-346">
            <a:extLst xmlns:a="http://schemas.openxmlformats.org/drawingml/2006/main">
              <a:ext uri="{FF2B5EF4-FFF2-40B4-BE49-F238E27FC236}">
                <a16:creationId xmlns:a16="http://schemas.microsoft.com/office/drawing/2014/main" id="{B09E075C-8A81-434A-B0E0-625FB3DD8617}"/>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09</a:t>
            </a:r>
          </a:p>
        </p:txBody>
      </p:sp>
      <p:pic>
        <p:nvPicPr>
          <p:cNvPr id="59" name=""/>
          <p:cNvPicPr>
            <a:picLocks xmlns:a="http://schemas.openxmlformats.org/drawingml/2006/main" noChangeAspect="1"/>
          </p:cNvPicPr>
          <p:nvPr/>
        </p:nvPicPr>
        <p:blipFill>
          <a:blip xmlns:r="http://schemas.openxmlformats.org/officeDocument/2006/relationships" xmlns:a="http://schemas.openxmlformats.org/drawingml/2006/main" r:embed="R2d9d3ce2956a44c5"/>
          <a:stretch xmlns:a="http://schemas.openxmlformats.org/drawingml/2006/main"/>
        </p:blipFill>
        <p:spPr>
          <a:xfrm xmlns:a="http://schemas.openxmlformats.org/drawingml/2006/main">
            <a:off x="1352670" y="1362075"/>
            <a:ext cx="7276859" cy="4095750"/>
          </a:xfrm>
          <a:prstGeom xmlns:a="http://schemas.openxmlformats.org/drawingml/2006/main" prst="rect">
            <a:avLst/>
          </a:prstGeom>
        </p:spPr>
      </p:pic>
      <p:sp>
        <p:nvSpPr>
          <p:cNvPr id="17" name="text-347">
            <a:extLst xmlns:a="http://schemas.openxmlformats.org/drawingml/2006/main">
              <a:ext uri="{FF2B5EF4-FFF2-40B4-BE49-F238E27FC236}">
                <a16:creationId xmlns:a16="http://schemas.microsoft.com/office/drawing/2014/main" id="{DEDD95E0-8E3D-4420-9543-056BB6AFF529}"/>
              </a:ext>
            </a:extLst>
          </p:cNvPr>
          <p:cNvSpPr>
            <a:spLocks xmlns:a="http://schemas.openxmlformats.org/drawingml/2006/main" noGrp="1"/>
          </p:cNvSpPr>
          <p:nvPr/>
        </p:nvSpPr>
        <p:spPr>
          <a:xfrm xmlns:a="http://schemas.openxmlformats.org/drawingml/2006/main">
            <a:off x="10509420" y="1762125"/>
            <a:ext cx="107298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DDC087"/>
                </a:solidFill>
                <a:latin typeface="Tahoma"/>
                <a:ea typeface="Tahoma"/>
                <a:cs typeface="Tahoma"/>
              </a:defRPr>
            </a:pPr>
            <a:r>
              <a:rPr sz="2550" b="1">
                <a:solidFill>
                  <a:srgbClr val="DDC087"/>
                </a:solidFill>
                <a:latin typeface="Tahoma"/>
                <a:ea typeface="Tahoma"/>
                <a:cs typeface="Tahoma"/>
              </a:rPr>
              <a:t>النفس</a:t>
            </a:r>
          </a:p>
        </p:txBody>
      </p:sp>
      <p:sp>
        <p:nvSpPr>
          <p:cNvPr id="18" name="text-348">
            <a:extLst xmlns:a="http://schemas.openxmlformats.org/drawingml/2006/main">
              <a:ext uri="{FF2B5EF4-FFF2-40B4-BE49-F238E27FC236}">
                <a16:creationId xmlns:a16="http://schemas.microsoft.com/office/drawing/2014/main" id="{E6F8FDC7-D85D-4731-B22C-D7D8F5F67BAC}"/>
              </a:ext>
            </a:extLst>
          </p:cNvPr>
          <p:cNvSpPr>
            <a:spLocks xmlns:a="http://schemas.openxmlformats.org/drawingml/2006/main" noGrp="1"/>
          </p:cNvSpPr>
          <p:nvPr/>
        </p:nvSpPr>
        <p:spPr>
          <a:xfrm xmlns:a="http://schemas.openxmlformats.org/drawingml/2006/main">
            <a:off x="10564498" y="2352675"/>
            <a:ext cx="101790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DDC087"/>
                </a:solidFill>
                <a:latin typeface="Tahoma"/>
                <a:ea typeface="Tahoma"/>
                <a:cs typeface="Tahoma"/>
              </a:defRPr>
            </a:pPr>
            <a:r>
              <a:rPr sz="2550" b="1">
                <a:solidFill>
                  <a:srgbClr val="DDC087"/>
                </a:solidFill>
                <a:latin typeface="Tahoma"/>
                <a:ea typeface="Tahoma"/>
                <a:cs typeface="Tahoma"/>
              </a:rPr>
              <a:t>والروح</a:t>
            </a:r>
          </a:p>
        </p:txBody>
      </p:sp>
      <p:sp>
        <p:nvSpPr>
          <p:cNvPr id="19" name="text-349">
            <a:extLst xmlns:a="http://schemas.openxmlformats.org/drawingml/2006/main">
              <a:ext uri="{FF2B5EF4-FFF2-40B4-BE49-F238E27FC236}">
                <a16:creationId xmlns:a16="http://schemas.microsoft.com/office/drawing/2014/main" id="{1C131C67-CF4D-4536-80E8-2A3A48B005A9}"/>
              </a:ext>
            </a:extLst>
          </p:cNvPr>
          <p:cNvSpPr>
            <a:spLocks xmlns:a="http://schemas.openxmlformats.org/drawingml/2006/main" noGrp="1"/>
          </p:cNvSpPr>
          <p:nvPr/>
        </p:nvSpPr>
        <p:spPr>
          <a:xfrm xmlns:a="http://schemas.openxmlformats.org/drawingml/2006/main">
            <a:off x="11028941" y="3419475"/>
            <a:ext cx="55345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قرائن</a:t>
            </a:r>
          </a:p>
        </p:txBody>
      </p:sp>
      <p:sp>
        <p:nvSpPr>
          <p:cNvPr id="20" name="text-350">
            <a:extLst xmlns:a="http://schemas.openxmlformats.org/drawingml/2006/main">
              <a:ext uri="{FF2B5EF4-FFF2-40B4-BE49-F238E27FC236}">
                <a16:creationId xmlns:a16="http://schemas.microsoft.com/office/drawing/2014/main" id="{EF9165E5-57BC-49E3-8F6D-6F90A737E461}"/>
              </a:ext>
            </a:extLst>
          </p:cNvPr>
          <p:cNvSpPr>
            <a:spLocks xmlns:a="http://schemas.openxmlformats.org/drawingml/2006/main" noGrp="1"/>
          </p:cNvSpPr>
          <p:nvPr/>
        </p:nvSpPr>
        <p:spPr>
          <a:xfrm xmlns:a="http://schemas.openxmlformats.org/drawingml/2006/main">
            <a:off x="10640394" y="3419475"/>
            <a:ext cx="3332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كل</a:t>
            </a:r>
          </a:p>
        </p:txBody>
      </p:sp>
      <p:sp>
        <p:nvSpPr>
          <p:cNvPr id="21" name="text-351">
            <a:extLst xmlns:a="http://schemas.openxmlformats.org/drawingml/2006/main">
              <a:ext uri="{FF2B5EF4-FFF2-40B4-BE49-F238E27FC236}">
                <a16:creationId xmlns:a16="http://schemas.microsoft.com/office/drawing/2014/main" id="{2DBEB85B-13D2-40A4-BC02-72316CDFDE06}"/>
              </a:ext>
            </a:extLst>
          </p:cNvPr>
          <p:cNvSpPr>
            <a:spLocks xmlns:a="http://schemas.openxmlformats.org/drawingml/2006/main" noGrp="1"/>
          </p:cNvSpPr>
          <p:nvPr/>
        </p:nvSpPr>
        <p:spPr>
          <a:xfrm xmlns:a="http://schemas.openxmlformats.org/drawingml/2006/main">
            <a:off x="10181797" y="3419475"/>
            <a:ext cx="40325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لفظ</a:t>
            </a:r>
          </a:p>
        </p:txBody>
      </p:sp>
      <p:sp>
        <p:nvSpPr>
          <p:cNvPr id="22" name="text-352">
            <a:extLst xmlns:a="http://schemas.openxmlformats.org/drawingml/2006/main">
              <a:ext uri="{FF2B5EF4-FFF2-40B4-BE49-F238E27FC236}">
                <a16:creationId xmlns:a16="http://schemas.microsoft.com/office/drawing/2014/main" id="{82543873-DC7F-4446-A5A3-739566158DC1}"/>
              </a:ext>
            </a:extLst>
          </p:cNvPr>
          <p:cNvSpPr>
            <a:spLocks xmlns:a="http://schemas.openxmlformats.org/drawingml/2006/main" noGrp="1"/>
          </p:cNvSpPr>
          <p:nvPr/>
        </p:nvSpPr>
        <p:spPr>
          <a:xfrm xmlns:a="http://schemas.openxmlformats.org/drawingml/2006/main">
            <a:off x="11275584" y="3895725"/>
            <a:ext cx="3068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مع</a:t>
            </a:r>
          </a:p>
        </p:txBody>
      </p:sp>
      <p:sp>
        <p:nvSpPr>
          <p:cNvPr id="23" name="text-353">
            <a:extLst xmlns:a="http://schemas.openxmlformats.org/drawingml/2006/main">
              <a:ext uri="{FF2B5EF4-FFF2-40B4-BE49-F238E27FC236}">
                <a16:creationId xmlns:a16="http://schemas.microsoft.com/office/drawing/2014/main" id="{AC20AB5E-2773-4D3B-B430-F934FDB8AA0F}"/>
              </a:ext>
            </a:extLst>
          </p:cNvPr>
          <p:cNvSpPr>
            <a:spLocks xmlns:a="http://schemas.openxmlformats.org/drawingml/2006/main" noGrp="1"/>
          </p:cNvSpPr>
          <p:nvPr/>
        </p:nvSpPr>
        <p:spPr>
          <a:xfrm xmlns:a="http://schemas.openxmlformats.org/drawingml/2006/main">
            <a:off x="10327136" y="3895725"/>
            <a:ext cx="8931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الشواهد</a:t>
            </a:r>
          </a:p>
        </p:txBody>
      </p:sp>
      <p:sp>
        <p:nvSpPr>
          <p:cNvPr id="24" name="text-354">
            <a:extLst xmlns:a="http://schemas.openxmlformats.org/drawingml/2006/main">
              <a:ext uri="{FF2B5EF4-FFF2-40B4-BE49-F238E27FC236}">
                <a16:creationId xmlns:a16="http://schemas.microsoft.com/office/drawing/2014/main" id="{0382E1FC-ABB5-4B2F-94A0-B09FD6030165}"/>
              </a:ext>
            </a:extLst>
          </p:cNvPr>
          <p:cNvSpPr>
            <a:spLocks xmlns:a="http://schemas.openxmlformats.org/drawingml/2006/main" noGrp="1"/>
          </p:cNvSpPr>
          <p:nvPr/>
        </p:nvSpPr>
        <p:spPr>
          <a:xfrm xmlns:a="http://schemas.openxmlformats.org/drawingml/2006/main">
            <a:off x="11163937" y="5410200"/>
            <a:ext cx="41846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العدّ</a:t>
            </a:r>
          </a:p>
        </p:txBody>
      </p:sp>
      <p:sp>
        <p:nvSpPr>
          <p:cNvPr id="25" name="text-355">
            <a:extLst xmlns:a="http://schemas.openxmlformats.org/drawingml/2006/main">
              <a:ext uri="{FF2B5EF4-FFF2-40B4-BE49-F238E27FC236}">
                <a16:creationId xmlns:a16="http://schemas.microsoft.com/office/drawing/2014/main" id="{6336D84B-1840-4EF6-9F41-502EB833F258}"/>
              </a:ext>
            </a:extLst>
          </p:cNvPr>
          <p:cNvSpPr>
            <a:spLocks xmlns:a="http://schemas.openxmlformats.org/drawingml/2006/main" noGrp="1"/>
          </p:cNvSpPr>
          <p:nvPr/>
        </p:nvSpPr>
        <p:spPr>
          <a:xfrm xmlns:a="http://schemas.openxmlformats.org/drawingml/2006/main">
            <a:off x="10519133" y="5410200"/>
            <a:ext cx="58946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يجيب</a:t>
            </a:r>
          </a:p>
        </p:txBody>
      </p:sp>
      <p:sp>
        <p:nvSpPr>
          <p:cNvPr id="26" name="text-356">
            <a:extLst xmlns:a="http://schemas.openxmlformats.org/drawingml/2006/main">
              <a:ext uri="{FF2B5EF4-FFF2-40B4-BE49-F238E27FC236}">
                <a16:creationId xmlns:a16="http://schemas.microsoft.com/office/drawing/2014/main" id="{5F2ED515-DE3D-419F-82CD-1FD06F71BF82}"/>
              </a:ext>
            </a:extLst>
          </p:cNvPr>
          <p:cNvSpPr>
            <a:spLocks xmlns:a="http://schemas.openxmlformats.org/drawingml/2006/main" noGrp="1"/>
          </p:cNvSpPr>
          <p:nvPr/>
        </p:nvSpPr>
        <p:spPr>
          <a:xfrm xmlns:a="http://schemas.openxmlformats.org/drawingml/2006/main">
            <a:off x="10139513" y="5410200"/>
            <a:ext cx="32428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كم</a:t>
            </a:r>
          </a:p>
        </p:txBody>
      </p:sp>
      <p:sp>
        <p:nvSpPr>
          <p:cNvPr id="27" name="text-357">
            <a:extLst xmlns:a="http://schemas.openxmlformats.org/drawingml/2006/main">
              <a:ext uri="{FF2B5EF4-FFF2-40B4-BE49-F238E27FC236}">
                <a16:creationId xmlns:a16="http://schemas.microsoft.com/office/drawing/2014/main" id="{845907E8-DCEE-43AA-BD3C-10B74B5312AA}"/>
              </a:ext>
            </a:extLst>
          </p:cNvPr>
          <p:cNvSpPr>
            <a:spLocks xmlns:a="http://schemas.openxmlformats.org/drawingml/2006/main" noGrp="1"/>
          </p:cNvSpPr>
          <p:nvPr/>
        </p:nvSpPr>
        <p:spPr>
          <a:xfrm xmlns:a="http://schemas.openxmlformats.org/drawingml/2006/main">
            <a:off x="9586930" y="5410200"/>
            <a:ext cx="49724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مرة؟</a:t>
            </a:r>
          </a:p>
        </p:txBody>
      </p:sp>
      <p:sp>
        <p:nvSpPr>
          <p:cNvPr id="28" name="text-358">
            <a:extLst xmlns:a="http://schemas.openxmlformats.org/drawingml/2006/main">
              <a:ext uri="{FF2B5EF4-FFF2-40B4-BE49-F238E27FC236}">
                <a16:creationId xmlns:a16="http://schemas.microsoft.com/office/drawing/2014/main" id="{B0FB26E9-CD08-4755-B42C-DA73BEF7E12A}"/>
              </a:ext>
            </a:extLst>
          </p:cNvPr>
          <p:cNvSpPr>
            <a:spLocks xmlns:a="http://schemas.openxmlformats.org/drawingml/2006/main" noGrp="1"/>
          </p:cNvSpPr>
          <p:nvPr/>
        </p:nvSpPr>
        <p:spPr>
          <a:xfrm xmlns:a="http://schemas.openxmlformats.org/drawingml/2006/main">
            <a:off x="8746695" y="5410200"/>
            <a:ext cx="78489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والتجاور</a:t>
            </a:r>
          </a:p>
        </p:txBody>
      </p:sp>
      <p:sp>
        <p:nvSpPr>
          <p:cNvPr id="29" name="text-359">
            <a:extLst xmlns:a="http://schemas.openxmlformats.org/drawingml/2006/main">
              <a:ext uri="{FF2B5EF4-FFF2-40B4-BE49-F238E27FC236}">
                <a16:creationId xmlns:a16="http://schemas.microsoft.com/office/drawing/2014/main" id="{9E370B1A-B2A2-40CD-BD08-75920A9D9C35}"/>
              </a:ext>
            </a:extLst>
          </p:cNvPr>
          <p:cNvSpPr>
            <a:spLocks xmlns:a="http://schemas.openxmlformats.org/drawingml/2006/main" noGrp="1"/>
          </p:cNvSpPr>
          <p:nvPr/>
        </p:nvSpPr>
        <p:spPr>
          <a:xfrm xmlns:a="http://schemas.openxmlformats.org/drawingml/2006/main">
            <a:off x="8137307" y="5410200"/>
            <a:ext cx="55404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يقارن</a:t>
            </a:r>
          </a:p>
        </p:txBody>
      </p:sp>
      <p:sp>
        <p:nvSpPr>
          <p:cNvPr id="30" name="text-360">
            <a:extLst xmlns:a="http://schemas.openxmlformats.org/drawingml/2006/main">
              <a:ext uri="{FF2B5EF4-FFF2-40B4-BE49-F238E27FC236}">
                <a16:creationId xmlns:a16="http://schemas.microsoft.com/office/drawing/2014/main" id="{2A320EA7-9259-4FC0-8777-99FA12D356E1}"/>
              </a:ext>
            </a:extLst>
          </p:cNvPr>
          <p:cNvSpPr>
            <a:spLocks xmlns:a="http://schemas.openxmlformats.org/drawingml/2006/main" noGrp="1"/>
          </p:cNvSpPr>
          <p:nvPr/>
        </p:nvSpPr>
        <p:spPr>
          <a:xfrm xmlns:a="http://schemas.openxmlformats.org/drawingml/2006/main">
            <a:off x="7528509" y="5410200"/>
            <a:ext cx="55345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قرائن</a:t>
            </a:r>
          </a:p>
        </p:txBody>
      </p:sp>
      <p:sp>
        <p:nvSpPr>
          <p:cNvPr id="31" name="text-361">
            <a:extLst xmlns:a="http://schemas.openxmlformats.org/drawingml/2006/main">
              <a:ext uri="{FF2B5EF4-FFF2-40B4-BE49-F238E27FC236}">
                <a16:creationId xmlns:a16="http://schemas.microsoft.com/office/drawing/2014/main" id="{0C0B7182-EA4A-4937-9526-7074101C6B14}"/>
              </a:ext>
            </a:extLst>
          </p:cNvPr>
          <p:cNvSpPr>
            <a:spLocks xmlns:a="http://schemas.openxmlformats.org/drawingml/2006/main" noGrp="1"/>
          </p:cNvSpPr>
          <p:nvPr/>
        </p:nvSpPr>
        <p:spPr>
          <a:xfrm xmlns:a="http://schemas.openxmlformats.org/drawingml/2006/main">
            <a:off x="6401506" y="5410200"/>
            <a:ext cx="10716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الاستعمال</a:t>
            </a:r>
          </a:p>
        </p:txBody>
      </p:sp>
      <p:sp>
        <p:nvSpPr>
          <p:cNvPr id="32" name="text-362">
            <a:extLst xmlns:a="http://schemas.openxmlformats.org/drawingml/2006/main">
              <a:ext uri="{FF2B5EF4-FFF2-40B4-BE49-F238E27FC236}">
                <a16:creationId xmlns:a16="http://schemas.microsoft.com/office/drawing/2014/main" id="{8758EC2C-D30C-45D8-A62B-1772D43C2EA0}"/>
              </a:ext>
            </a:extLst>
          </p:cNvPr>
          <p:cNvSpPr>
            <a:spLocks xmlns:a="http://schemas.openxmlformats.org/drawingml/2006/main" noGrp="1"/>
          </p:cNvSpPr>
          <p:nvPr/>
        </p:nvSpPr>
        <p:spPr>
          <a:xfrm xmlns:a="http://schemas.openxmlformats.org/drawingml/2006/main">
            <a:off x="11098990" y="5781675"/>
            <a:ext cx="48341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لقطة</a:t>
            </a:r>
          </a:p>
        </p:txBody>
      </p:sp>
      <p:sp>
        <p:nvSpPr>
          <p:cNvPr id="33" name="text-363">
            <a:extLst xmlns:a="http://schemas.openxmlformats.org/drawingml/2006/main">
              <a:ext uri="{FF2B5EF4-FFF2-40B4-BE49-F238E27FC236}">
                <a16:creationId xmlns:a16="http://schemas.microsoft.com/office/drawing/2014/main" id="{FFC66EAE-3BA0-4972-8DD3-E48DAB8151B0}"/>
              </a:ext>
            </a:extLst>
          </p:cNvPr>
          <p:cNvSpPr>
            <a:spLocks xmlns:a="http://schemas.openxmlformats.org/drawingml/2006/main" noGrp="1"/>
          </p:cNvSpPr>
          <p:nvPr/>
        </p:nvSpPr>
        <p:spPr>
          <a:xfrm xmlns:a="http://schemas.openxmlformats.org/drawingml/2006/main">
            <a:off x="10672405" y="5781675"/>
            <a:ext cx="38010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حية</a:t>
            </a:r>
          </a:p>
        </p:txBody>
      </p:sp>
      <p:sp>
        <p:nvSpPr>
          <p:cNvPr id="34" name="text-364">
            <a:extLst xmlns:a="http://schemas.openxmlformats.org/drawingml/2006/main">
              <a:ext uri="{FF2B5EF4-FFF2-40B4-BE49-F238E27FC236}">
                <a16:creationId xmlns:a16="http://schemas.microsoft.com/office/drawing/2014/main" id="{A453E2C5-799E-4B42-AE43-A3D473DA6EF4}"/>
              </a:ext>
            </a:extLst>
          </p:cNvPr>
          <p:cNvSpPr>
            <a:spLocks xmlns:a="http://schemas.openxmlformats.org/drawingml/2006/main" noGrp="1"/>
          </p:cNvSpPr>
          <p:nvPr/>
        </p:nvSpPr>
        <p:spPr>
          <a:xfrm xmlns:a="http://schemas.openxmlformats.org/drawingml/2006/main">
            <a:off x="10315281" y="5781675"/>
            <a:ext cx="31064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من</a:t>
            </a:r>
          </a:p>
        </p:txBody>
      </p:sp>
      <p:sp>
        <p:nvSpPr>
          <p:cNvPr id="35" name="text-365">
            <a:extLst xmlns:a="http://schemas.openxmlformats.org/drawingml/2006/main">
              <a:ext uri="{FF2B5EF4-FFF2-40B4-BE49-F238E27FC236}">
                <a16:creationId xmlns:a16="http://schemas.microsoft.com/office/drawing/2014/main" id="{2C2C9AFC-FD90-4CD1-913D-1667B33D8687}"/>
              </a:ext>
            </a:extLst>
          </p:cNvPr>
          <p:cNvSpPr>
            <a:spLocks xmlns:a="http://schemas.openxmlformats.org/drawingml/2006/main" noGrp="1"/>
          </p:cNvSpPr>
          <p:nvPr/>
        </p:nvSpPr>
        <p:spPr>
          <a:xfrm xmlns:a="http://schemas.openxmlformats.org/drawingml/2006/main">
            <a:off x="9484984" y="5781675"/>
            <a:ext cx="78381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المجلس</a:t>
            </a:r>
          </a:p>
        </p:txBody>
      </p:sp>
      <p:sp>
        <p:nvSpPr>
          <p:cNvPr id="36" name="text-366">
            <a:extLst xmlns:a="http://schemas.openxmlformats.org/drawingml/2006/main">
              <a:ext uri="{FF2B5EF4-FFF2-40B4-BE49-F238E27FC236}">
                <a16:creationId xmlns:a16="http://schemas.microsoft.com/office/drawing/2014/main" id="{E03C3219-A1B7-4E05-BAED-7FE3F3CA03F0}"/>
              </a:ext>
            </a:extLst>
          </p:cNvPr>
          <p:cNvSpPr>
            <a:spLocks xmlns:a="http://schemas.openxmlformats.org/drawingml/2006/main" noGrp="1"/>
          </p:cNvSpPr>
          <p:nvPr/>
        </p:nvSpPr>
        <p:spPr>
          <a:xfrm xmlns:a="http://schemas.openxmlformats.org/drawingml/2006/main">
            <a:off x="9276982" y="5781675"/>
            <a:ext cx="16151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٦</a:t>
            </a:r>
          </a:p>
        </p:txBody>
      </p:sp>
      <p:sp>
        <p:nvSpPr>
          <p:cNvPr id="37" name="text-367">
            <a:extLst xmlns:a="http://schemas.openxmlformats.org/drawingml/2006/main">
              <a:ext uri="{FF2B5EF4-FFF2-40B4-BE49-F238E27FC236}">
                <a16:creationId xmlns:a16="http://schemas.microsoft.com/office/drawing/2014/main" id="{2A712CB4-F58D-47C6-9330-4E8E257F010C}"/>
              </a:ext>
            </a:extLst>
          </p:cNvPr>
          <p:cNvSpPr>
            <a:spLocks xmlns:a="http://schemas.openxmlformats.org/drawingml/2006/main" noGrp="1"/>
          </p:cNvSpPr>
          <p:nvPr/>
        </p:nvSpPr>
        <p:spPr>
          <a:xfrm xmlns:a="http://schemas.openxmlformats.org/drawingml/2006/main">
            <a:off x="8714813" y="5781675"/>
            <a:ext cx="515687"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أكتوبر</a:t>
            </a:r>
          </a:p>
        </p:txBody>
      </p:sp>
      <p:sp>
        <p:nvSpPr>
          <p:cNvPr id="38" name="text-368">
            <a:extLst xmlns:a="http://schemas.openxmlformats.org/drawingml/2006/main">
              <a:ext uri="{FF2B5EF4-FFF2-40B4-BE49-F238E27FC236}">
                <a16:creationId xmlns:a16="http://schemas.microsoft.com/office/drawing/2014/main" id="{349CC97E-4A9D-48F4-BDB7-B260CEFCBEFE}"/>
              </a:ext>
            </a:extLst>
          </p:cNvPr>
          <p:cNvSpPr>
            <a:spLocks xmlns:a="http://schemas.openxmlformats.org/drawingml/2006/main" noGrp="1"/>
          </p:cNvSpPr>
          <p:nvPr/>
        </p:nvSpPr>
        <p:spPr>
          <a:xfrm xmlns:a="http://schemas.openxmlformats.org/drawingml/2006/main">
            <a:off x="8553903" y="5781675"/>
            <a:ext cx="11442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a:t>
            </a:r>
          </a:p>
        </p:txBody>
      </p:sp>
      <p:sp>
        <p:nvSpPr>
          <p:cNvPr id="39" name="text-369">
            <a:extLst xmlns:a="http://schemas.openxmlformats.org/drawingml/2006/main">
              <a:ext uri="{FF2B5EF4-FFF2-40B4-BE49-F238E27FC236}">
                <a16:creationId xmlns:a16="http://schemas.microsoft.com/office/drawing/2014/main" id="{CF29C0CE-4D3F-4BD3-83AB-C5F40E8E86AB}"/>
              </a:ext>
            </a:extLst>
          </p:cNvPr>
          <p:cNvSpPr>
            <a:spLocks xmlns:a="http://schemas.openxmlformats.org/drawingml/2006/main" noGrp="1"/>
          </p:cNvSpPr>
          <p:nvPr/>
        </p:nvSpPr>
        <p:spPr>
          <a:xfrm xmlns:a="http://schemas.openxmlformats.org/drawingml/2006/main">
            <a:off x="8005273" y="5781675"/>
            <a:ext cx="50214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نطاق</a:t>
            </a:r>
          </a:p>
        </p:txBody>
      </p:sp>
      <p:sp>
        <p:nvSpPr>
          <p:cNvPr id="40" name="text-370">
            <a:extLst xmlns:a="http://schemas.openxmlformats.org/drawingml/2006/main">
              <a:ext uri="{FF2B5EF4-FFF2-40B4-BE49-F238E27FC236}">
                <a16:creationId xmlns:a16="http://schemas.microsoft.com/office/drawing/2014/main" id="{A2BD58A3-BA57-4AFF-8626-34A71BB37370}"/>
              </a:ext>
            </a:extLst>
          </p:cNvPr>
          <p:cNvSpPr>
            <a:spLocks xmlns:a="http://schemas.openxmlformats.org/drawingml/2006/main" noGrp="1"/>
          </p:cNvSpPr>
          <p:nvPr/>
        </p:nvSpPr>
        <p:spPr>
          <a:xfrm xmlns:a="http://schemas.openxmlformats.org/drawingml/2006/main">
            <a:off x="7397778" y="5781675"/>
            <a:ext cx="56101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الدليل</a:t>
            </a:r>
          </a:p>
        </p:txBody>
      </p:sp>
      <p:sp>
        <p:nvSpPr>
          <p:cNvPr id="41" name="text-371">
            <a:extLst xmlns:a="http://schemas.openxmlformats.org/drawingml/2006/main">
              <a:ext uri="{FF2B5EF4-FFF2-40B4-BE49-F238E27FC236}">
                <a16:creationId xmlns:a16="http://schemas.microsoft.com/office/drawing/2014/main" id="{419CEFDC-9BC8-4068-B0B4-CB51CBBAB864}"/>
              </a:ext>
            </a:extLst>
          </p:cNvPr>
          <p:cNvSpPr>
            <a:spLocks xmlns:a="http://schemas.openxmlformats.org/drawingml/2006/main" noGrp="1"/>
          </p:cNvSpPr>
          <p:nvPr/>
        </p:nvSpPr>
        <p:spPr>
          <a:xfrm xmlns:a="http://schemas.openxmlformats.org/drawingml/2006/main">
            <a:off x="7028586" y="5781675"/>
            <a:ext cx="32271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هنا</a:t>
            </a:r>
          </a:p>
        </p:txBody>
      </p:sp>
      <p:sp>
        <p:nvSpPr>
          <p:cNvPr id="42" name="text-372">
            <a:extLst xmlns:a="http://schemas.openxmlformats.org/drawingml/2006/main">
              <a:ext uri="{FF2B5EF4-FFF2-40B4-BE49-F238E27FC236}">
                <a16:creationId xmlns:a16="http://schemas.microsoft.com/office/drawing/2014/main" id="{94094A4C-5FE0-40AF-A55F-1E2283CA4738}"/>
              </a:ext>
            </a:extLst>
          </p:cNvPr>
          <p:cNvSpPr>
            <a:spLocks xmlns:a="http://schemas.openxmlformats.org/drawingml/2006/main" noGrp="1"/>
          </p:cNvSpPr>
          <p:nvPr/>
        </p:nvSpPr>
        <p:spPr>
          <a:xfrm xmlns:a="http://schemas.openxmlformats.org/drawingml/2006/main">
            <a:off x="6335051" y="5781675"/>
            <a:ext cx="64705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البصمة</a:t>
            </a:r>
          </a:p>
        </p:txBody>
      </p:sp>
      <p:sp>
        <p:nvSpPr>
          <p:cNvPr id="43" name="text-373">
            <a:extLst xmlns:a="http://schemas.openxmlformats.org/drawingml/2006/main">
              <a:ext uri="{FF2B5EF4-FFF2-40B4-BE49-F238E27FC236}">
                <a16:creationId xmlns:a16="http://schemas.microsoft.com/office/drawing/2014/main" id="{00EC9BE7-B4EA-434F-B146-F0F71F906C28}"/>
              </a:ext>
            </a:extLst>
          </p:cNvPr>
          <p:cNvSpPr>
            <a:spLocks xmlns:a="http://schemas.openxmlformats.org/drawingml/2006/main" noGrp="1"/>
          </p:cNvSpPr>
          <p:nvPr/>
        </p:nvSpPr>
        <p:spPr>
          <a:xfrm xmlns:a="http://schemas.openxmlformats.org/drawingml/2006/main">
            <a:off x="5498965" y="5781675"/>
            <a:ext cx="78960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التجاورية</a:t>
            </a:r>
          </a:p>
        </p:txBody>
      </p:sp>
    </p:spTree>
    <p:extLst>
      <p:ext uri="{BB962C8B-B14F-4D97-AF65-F5344CB8AC3E}">
        <p14:creationId xmlns:p14="http://schemas.microsoft.com/office/powerpoint/2010/main" val="1267487819"/>
      </p:ext>
    </p:extLst>
  </p:cSld>
</p:sld>
</file>

<file path=ppt/slides/slide10.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65" name="text-374">
            <a:extLst xmlns:a="http://schemas.openxmlformats.org/drawingml/2006/main">
              <a:ext uri="{FF2B5EF4-FFF2-40B4-BE49-F238E27FC236}">
                <a16:creationId xmlns:a16="http://schemas.microsoft.com/office/drawing/2014/main" id="{5DA3878D-495C-47ED-A2A9-F2B72721146B}"/>
              </a:ext>
            </a:extLst>
          </p:cNvPr>
          <p:cNvSpPr>
            <a:spLocks xmlns:a="http://schemas.openxmlformats.org/drawingml/2006/main" noGrp="1"/>
          </p:cNvSpPr>
          <p:nvPr/>
        </p:nvSpPr>
        <p:spPr>
          <a:xfrm xmlns:a="http://schemas.openxmlformats.org/drawingml/2006/main">
            <a:off x="10000648" y="457200"/>
            <a:ext cx="158175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إضافتان</a:t>
            </a:r>
          </a:p>
        </p:txBody>
      </p:sp>
      <p:sp>
        <p:nvSpPr>
          <p:cNvPr id="2" name="text-375">
            <a:extLst xmlns:a="http://schemas.openxmlformats.org/drawingml/2006/main">
              <a:ext uri="{FF2B5EF4-FFF2-40B4-BE49-F238E27FC236}">
                <a16:creationId xmlns:a16="http://schemas.microsoft.com/office/drawing/2014/main" id="{67557171-DE07-4E16-9E98-83291C5AEC24}"/>
              </a:ext>
            </a:extLst>
          </p:cNvPr>
          <p:cNvSpPr>
            <a:spLocks xmlns:a="http://schemas.openxmlformats.org/drawingml/2006/main" noGrp="1"/>
          </p:cNvSpPr>
          <p:nvPr/>
        </p:nvSpPr>
        <p:spPr>
          <a:xfrm xmlns:a="http://schemas.openxmlformats.org/drawingml/2006/main">
            <a:off x="8821255" y="457200"/>
            <a:ext cx="10784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يمكن</a:t>
            </a:r>
          </a:p>
        </p:txBody>
      </p:sp>
      <p:sp>
        <p:nvSpPr>
          <p:cNvPr id="3" name="text-376">
            <a:extLst xmlns:a="http://schemas.openxmlformats.org/drawingml/2006/main">
              <a:ext uri="{FF2B5EF4-FFF2-40B4-BE49-F238E27FC236}">
                <a16:creationId xmlns:a16="http://schemas.microsoft.com/office/drawing/2014/main" id="{59234110-0853-4470-BE1C-EEB98727BEEB}"/>
              </a:ext>
            </a:extLst>
          </p:cNvPr>
          <p:cNvSpPr>
            <a:spLocks xmlns:a="http://schemas.openxmlformats.org/drawingml/2006/main" noGrp="1"/>
          </p:cNvSpPr>
          <p:nvPr/>
        </p:nvSpPr>
        <p:spPr>
          <a:xfrm xmlns:a="http://schemas.openxmlformats.org/drawingml/2006/main">
            <a:off x="7038091" y="457200"/>
            <a:ext cx="168219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فحصهما</a:t>
            </a:r>
          </a:p>
        </p:txBody>
      </p:sp>
      <p:sp>
        <p:nvSpPr>
          <p:cNvPr id="4" name="text-377">
            <a:extLst xmlns:a="http://schemas.openxmlformats.org/drawingml/2006/main">
              <a:ext uri="{FF2B5EF4-FFF2-40B4-BE49-F238E27FC236}">
                <a16:creationId xmlns:a16="http://schemas.microsoft.com/office/drawing/2014/main" id="{4CB899D0-CB9E-404E-B353-6668A6DD4F72}"/>
              </a:ext>
            </a:extLst>
          </p:cNvPr>
          <p:cNvSpPr>
            <a:spLocks xmlns:a="http://schemas.openxmlformats.org/drawingml/2006/main" noGrp="1"/>
          </p:cNvSpPr>
          <p:nvPr/>
        </p:nvSpPr>
        <p:spPr>
          <a:xfrm xmlns:a="http://schemas.openxmlformats.org/drawingml/2006/main">
            <a:off x="5419169" y="457200"/>
            <a:ext cx="151795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مباشرة</a:t>
            </a:r>
          </a:p>
        </p:txBody>
      </p:sp>
      <p:sp>
        <p:nvSpPr>
          <p:cNvPr id="5" name="shape-378">
            <a:extLst xmlns:a="http://schemas.openxmlformats.org/drawingml/2006/main">
              <a:ext uri="{FF2B5EF4-FFF2-40B4-BE49-F238E27FC236}">
                <a16:creationId xmlns:a16="http://schemas.microsoft.com/office/drawing/2014/main" id="{DF6F1B01-FDF6-4C79-BA55-4BCB449BEF70}"/>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6" name="text-379">
            <a:extLst xmlns:a="http://schemas.openxmlformats.org/drawingml/2006/main">
              <a:ext uri="{FF2B5EF4-FFF2-40B4-BE49-F238E27FC236}">
                <a16:creationId xmlns:a16="http://schemas.microsoft.com/office/drawing/2014/main" id="{3C0202FD-C2BE-40E2-A210-F22B22D27393}"/>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7" name="text-380">
            <a:extLst xmlns:a="http://schemas.openxmlformats.org/drawingml/2006/main">
              <a:ext uri="{FF2B5EF4-FFF2-40B4-BE49-F238E27FC236}">
                <a16:creationId xmlns:a16="http://schemas.microsoft.com/office/drawing/2014/main" id="{9E13E42A-C981-41B7-BA2F-14D8244411A0}"/>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8" name="text-381">
            <a:extLst xmlns:a="http://schemas.openxmlformats.org/drawingml/2006/main">
              <a:ext uri="{FF2B5EF4-FFF2-40B4-BE49-F238E27FC236}">
                <a16:creationId xmlns:a16="http://schemas.microsoft.com/office/drawing/2014/main" id="{79252556-3EA7-4B59-9C9F-7D6F76C56686}"/>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9" name="text-382">
            <a:extLst xmlns:a="http://schemas.openxmlformats.org/drawingml/2006/main">
              <a:ext uri="{FF2B5EF4-FFF2-40B4-BE49-F238E27FC236}">
                <a16:creationId xmlns:a16="http://schemas.microsoft.com/office/drawing/2014/main" id="{0BFE28D1-F2C7-46B5-BA8C-014FBB2C43DF}"/>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0" name="text-383">
            <a:extLst xmlns:a="http://schemas.openxmlformats.org/drawingml/2006/main">
              <a:ext uri="{FF2B5EF4-FFF2-40B4-BE49-F238E27FC236}">
                <a16:creationId xmlns:a16="http://schemas.microsoft.com/office/drawing/2014/main" id="{402FC72C-0956-472A-A9B9-4E6E1D553B46}"/>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1" name="text-384">
            <a:extLst xmlns:a="http://schemas.openxmlformats.org/drawingml/2006/main">
              <a:ext uri="{FF2B5EF4-FFF2-40B4-BE49-F238E27FC236}">
                <a16:creationId xmlns:a16="http://schemas.microsoft.com/office/drawing/2014/main" id="{5A2BDD4B-976A-40AC-91CD-37C093D1BF2C}"/>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2" name="text-385">
            <a:extLst xmlns:a="http://schemas.openxmlformats.org/drawingml/2006/main">
              <a:ext uri="{FF2B5EF4-FFF2-40B4-BE49-F238E27FC236}">
                <a16:creationId xmlns:a16="http://schemas.microsoft.com/office/drawing/2014/main" id="{3EE5C952-9A13-4319-85E2-55117F7A1789}"/>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10</a:t>
            </a:r>
          </a:p>
        </p:txBody>
      </p:sp>
      <p:sp>
        <p:nvSpPr>
          <p:cNvPr id="13" name="shape-386">
            <a:extLst xmlns:a="http://schemas.openxmlformats.org/drawingml/2006/main">
              <a:ext uri="{FF2B5EF4-FFF2-40B4-BE49-F238E27FC236}">
                <a16:creationId xmlns:a16="http://schemas.microsoft.com/office/drawing/2014/main" id="{54AC053C-C38B-49E0-B88D-E882BB69E7C0}"/>
              </a:ext>
            </a:extLst>
          </p:cNvPr>
          <p:cNvSpPr>
            <a:spLocks xmlns:a="http://schemas.openxmlformats.org/drawingml/2006/main" noGrp="1"/>
          </p:cNvSpPr>
          <p:nvPr/>
        </p:nvSpPr>
        <p:spPr>
          <a:xfrm xmlns:a="http://schemas.openxmlformats.org/drawingml/2006/main">
            <a:off x="6181725" y="1409700"/>
            <a:ext cx="5400675" cy="3076575"/>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14" name="shape-387">
            <a:extLst xmlns:a="http://schemas.openxmlformats.org/drawingml/2006/main">
              <a:ext uri="{FF2B5EF4-FFF2-40B4-BE49-F238E27FC236}">
                <a16:creationId xmlns:a16="http://schemas.microsoft.com/office/drawing/2014/main" id="{B1F8ACB0-8699-4349-B751-9B3E61AB22B1}"/>
              </a:ext>
            </a:extLst>
          </p:cNvPr>
          <p:cNvSpPr>
            <a:spLocks xmlns:a="http://schemas.openxmlformats.org/drawingml/2006/main" noGrp="1"/>
          </p:cNvSpPr>
          <p:nvPr/>
        </p:nvSpPr>
        <p:spPr>
          <a:xfrm xmlns:a="http://schemas.openxmlformats.org/drawingml/2006/main">
            <a:off x="609600" y="1409700"/>
            <a:ext cx="5286375" cy="3076575"/>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15" name="text-388">
            <a:extLst xmlns:a="http://schemas.openxmlformats.org/drawingml/2006/main">
              <a:ext uri="{FF2B5EF4-FFF2-40B4-BE49-F238E27FC236}">
                <a16:creationId xmlns:a16="http://schemas.microsoft.com/office/drawing/2014/main" id="{14A00E1C-DBF8-4F60-B58A-E8093CFAEDF9}"/>
              </a:ext>
            </a:extLst>
          </p:cNvPr>
          <p:cNvSpPr>
            <a:spLocks xmlns:a="http://schemas.openxmlformats.org/drawingml/2006/main" noGrp="1"/>
          </p:cNvSpPr>
          <p:nvPr/>
        </p:nvSpPr>
        <p:spPr>
          <a:xfrm xmlns:a="http://schemas.openxmlformats.org/drawingml/2006/main">
            <a:off x="6467475" y="1647825"/>
            <a:ext cx="4829175" cy="69246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850" b="1">
                <a:solidFill>
                  <a:srgbClr val="DDC087"/>
                </a:solidFill>
                <a:latin typeface="Tahoma"/>
                <a:ea typeface="Tahoma"/>
                <a:cs typeface="Tahoma"/>
              </a:defRPr>
            </a:pPr>
            <a:r>
              <a:rPr sz="2850" b="1">
                <a:solidFill>
                  <a:srgbClr val="DDC087"/>
                </a:solidFill>
                <a:latin typeface="Tahoma"/>
                <a:ea typeface="Tahoma"/>
                <a:cs typeface="Tahoma"/>
              </a:rPr>
              <a:t>NMN</a:t>
            </a:r>
          </a:p>
        </p:txBody>
      </p:sp>
      <p:sp>
        <p:nvSpPr>
          <p:cNvPr id="16" name="text-389">
            <a:extLst xmlns:a="http://schemas.openxmlformats.org/drawingml/2006/main">
              <a:ext uri="{FF2B5EF4-FFF2-40B4-BE49-F238E27FC236}">
                <a16:creationId xmlns:a16="http://schemas.microsoft.com/office/drawing/2014/main" id="{EFF3664F-E709-4296-9DEB-CD3A240CF90A}"/>
              </a:ext>
            </a:extLst>
          </p:cNvPr>
          <p:cNvSpPr>
            <a:spLocks xmlns:a="http://schemas.openxmlformats.org/drawingml/2006/main" noGrp="1"/>
          </p:cNvSpPr>
          <p:nvPr/>
        </p:nvSpPr>
        <p:spPr>
          <a:xfrm xmlns:a="http://schemas.openxmlformats.org/drawingml/2006/main">
            <a:off x="10911642" y="2409825"/>
            <a:ext cx="38500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من</a:t>
            </a:r>
          </a:p>
        </p:txBody>
      </p:sp>
      <p:sp>
        <p:nvSpPr>
          <p:cNvPr id="17" name="text-390">
            <a:extLst xmlns:a="http://schemas.openxmlformats.org/drawingml/2006/main">
              <a:ext uri="{FF2B5EF4-FFF2-40B4-BE49-F238E27FC236}">
                <a16:creationId xmlns:a16="http://schemas.microsoft.com/office/drawing/2014/main" id="{B9C4DF5F-A590-439D-8CB9-8818B14454E3}"/>
              </a:ext>
            </a:extLst>
          </p:cNvPr>
          <p:cNvSpPr>
            <a:spLocks xmlns:a="http://schemas.openxmlformats.org/drawingml/2006/main" noGrp="1"/>
          </p:cNvSpPr>
          <p:nvPr/>
        </p:nvSpPr>
        <p:spPr>
          <a:xfrm xmlns:a="http://schemas.openxmlformats.org/drawingml/2006/main">
            <a:off x="10185383" y="2409825"/>
            <a:ext cx="66196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إكمال</a:t>
            </a:r>
          </a:p>
        </p:txBody>
      </p:sp>
      <p:sp>
        <p:nvSpPr>
          <p:cNvPr id="18" name="text-391">
            <a:extLst xmlns:a="http://schemas.openxmlformats.org/drawingml/2006/main">
              <a:ext uri="{FF2B5EF4-FFF2-40B4-BE49-F238E27FC236}">
                <a16:creationId xmlns:a16="http://schemas.microsoft.com/office/drawing/2014/main" id="{31AEA73B-D3A8-4E8F-B373-A4E5C7619BAD}"/>
              </a:ext>
            </a:extLst>
          </p:cNvPr>
          <p:cNvSpPr>
            <a:spLocks xmlns:a="http://schemas.openxmlformats.org/drawingml/2006/main" noGrp="1"/>
          </p:cNvSpPr>
          <p:nvPr/>
        </p:nvSpPr>
        <p:spPr>
          <a:xfrm xmlns:a="http://schemas.openxmlformats.org/drawingml/2006/main">
            <a:off x="9140176" y="2409825"/>
            <a:ext cx="98091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احتمالي</a:t>
            </a:r>
          </a:p>
        </p:txBody>
      </p:sp>
      <p:sp>
        <p:nvSpPr>
          <p:cNvPr id="19" name="text-392">
            <a:extLst xmlns:a="http://schemas.openxmlformats.org/drawingml/2006/main">
              <a:ext uri="{FF2B5EF4-FFF2-40B4-BE49-F238E27FC236}">
                <a16:creationId xmlns:a16="http://schemas.microsoft.com/office/drawing/2014/main" id="{967AAFA3-B901-42EA-A8BE-C1503B799D60}"/>
              </a:ext>
            </a:extLst>
          </p:cNvPr>
          <p:cNvSpPr>
            <a:spLocks xmlns:a="http://schemas.openxmlformats.org/drawingml/2006/main" noGrp="1"/>
          </p:cNvSpPr>
          <p:nvPr/>
        </p:nvSpPr>
        <p:spPr>
          <a:xfrm xmlns:a="http://schemas.openxmlformats.org/drawingml/2006/main">
            <a:off x="10826386" y="3057525"/>
            <a:ext cx="47026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إلى</a:t>
            </a:r>
          </a:p>
        </p:txBody>
      </p:sp>
      <p:sp>
        <p:nvSpPr>
          <p:cNvPr id="20" name="text-393">
            <a:extLst xmlns:a="http://schemas.openxmlformats.org/drawingml/2006/main">
              <a:ext uri="{FF2B5EF4-FFF2-40B4-BE49-F238E27FC236}">
                <a16:creationId xmlns:a16="http://schemas.microsoft.com/office/drawing/2014/main" id="{9DD37511-FB0E-48AA-8DD4-5CBF20162664}"/>
              </a:ext>
            </a:extLst>
          </p:cNvPr>
          <p:cNvSpPr>
            <a:spLocks xmlns:a="http://schemas.openxmlformats.org/drawingml/2006/main" noGrp="1"/>
          </p:cNvSpPr>
          <p:nvPr/>
        </p:nvSpPr>
        <p:spPr>
          <a:xfrm xmlns:a="http://schemas.openxmlformats.org/drawingml/2006/main">
            <a:off x="10310264" y="3057525"/>
            <a:ext cx="44887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نص</a:t>
            </a:r>
          </a:p>
        </p:txBody>
      </p:sp>
      <p:sp>
        <p:nvSpPr>
          <p:cNvPr id="21" name="text-394">
            <a:extLst xmlns:a="http://schemas.openxmlformats.org/drawingml/2006/main">
              <a:ext uri="{FF2B5EF4-FFF2-40B4-BE49-F238E27FC236}">
                <a16:creationId xmlns:a16="http://schemas.microsoft.com/office/drawing/2014/main" id="{3CD35731-EE39-4008-A242-9BCA36F0BA24}"/>
              </a:ext>
            </a:extLst>
          </p:cNvPr>
          <p:cNvSpPr>
            <a:spLocks xmlns:a="http://schemas.openxmlformats.org/drawingml/2006/main" noGrp="1"/>
          </p:cNvSpPr>
          <p:nvPr/>
        </p:nvSpPr>
        <p:spPr>
          <a:xfrm xmlns:a="http://schemas.openxmlformats.org/drawingml/2006/main">
            <a:off x="9599594" y="3057525"/>
            <a:ext cx="64342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بهوية</a:t>
            </a:r>
          </a:p>
        </p:txBody>
      </p:sp>
      <p:sp>
        <p:nvSpPr>
          <p:cNvPr id="22" name="text-395">
            <a:extLst xmlns:a="http://schemas.openxmlformats.org/drawingml/2006/main">
              <a:ext uri="{FF2B5EF4-FFF2-40B4-BE49-F238E27FC236}">
                <a16:creationId xmlns:a16="http://schemas.microsoft.com/office/drawing/2014/main" id="{DBD076B1-FB05-4F31-AB0A-35439E559C6C}"/>
              </a:ext>
            </a:extLst>
          </p:cNvPr>
          <p:cNvSpPr>
            <a:spLocks xmlns:a="http://schemas.openxmlformats.org/drawingml/2006/main" noGrp="1"/>
          </p:cNvSpPr>
          <p:nvPr/>
        </p:nvSpPr>
        <p:spPr>
          <a:xfrm xmlns:a="http://schemas.openxmlformats.org/drawingml/2006/main">
            <a:off x="8721945" y="3057525"/>
            <a:ext cx="81040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وموضع</a:t>
            </a:r>
          </a:p>
        </p:txBody>
      </p:sp>
      <p:sp>
        <p:nvSpPr>
          <p:cNvPr id="23" name="text-396">
            <a:extLst xmlns:a="http://schemas.openxmlformats.org/drawingml/2006/main">
              <a:ext uri="{FF2B5EF4-FFF2-40B4-BE49-F238E27FC236}">
                <a16:creationId xmlns:a16="http://schemas.microsoft.com/office/drawing/2014/main" id="{2FBBDCD6-CC87-4A3D-B6C9-2AA10245FE38}"/>
              </a:ext>
            </a:extLst>
          </p:cNvPr>
          <p:cNvSpPr>
            <a:spLocks xmlns:a="http://schemas.openxmlformats.org/drawingml/2006/main" noGrp="1"/>
          </p:cNvSpPr>
          <p:nvPr/>
        </p:nvSpPr>
        <p:spPr>
          <a:xfrm xmlns:a="http://schemas.openxmlformats.org/drawingml/2006/main">
            <a:off x="10646457" y="3810000"/>
            <a:ext cx="65019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افحص</a:t>
            </a:r>
          </a:p>
        </p:txBody>
      </p:sp>
      <p:sp>
        <p:nvSpPr>
          <p:cNvPr id="24" name="text-397">
            <a:extLst xmlns:a="http://schemas.openxmlformats.org/drawingml/2006/main">
              <a:ext uri="{FF2B5EF4-FFF2-40B4-BE49-F238E27FC236}">
                <a16:creationId xmlns:a16="http://schemas.microsoft.com/office/drawing/2014/main" id="{07340005-78F8-482D-9A8E-830158FC0E99}"/>
              </a:ext>
            </a:extLst>
          </p:cNvPr>
          <p:cNvSpPr>
            <a:spLocks xmlns:a="http://schemas.openxmlformats.org/drawingml/2006/main" noGrp="1"/>
          </p:cNvSpPr>
          <p:nvPr/>
        </p:nvSpPr>
        <p:spPr>
          <a:xfrm xmlns:a="http://schemas.openxmlformats.org/drawingml/2006/main">
            <a:off x="9994687" y="3810000"/>
            <a:ext cx="59643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النحل</a:t>
            </a:r>
          </a:p>
        </p:txBody>
      </p:sp>
      <p:sp>
        <p:nvSpPr>
          <p:cNvPr id="25" name="text-398">
            <a:extLst xmlns:a="http://schemas.openxmlformats.org/drawingml/2006/main">
              <a:ext uri="{FF2B5EF4-FFF2-40B4-BE49-F238E27FC236}">
                <a16:creationId xmlns:a16="http://schemas.microsoft.com/office/drawing/2014/main" id="{01065D15-7063-462E-969E-EFDE58A76730}"/>
              </a:ext>
            </a:extLst>
          </p:cNvPr>
          <p:cNvSpPr>
            <a:spLocks xmlns:a="http://schemas.openxmlformats.org/drawingml/2006/main" noGrp="1"/>
          </p:cNvSpPr>
          <p:nvPr/>
        </p:nvSpPr>
        <p:spPr>
          <a:xfrm xmlns:a="http://schemas.openxmlformats.org/drawingml/2006/main">
            <a:off x="9620758" y="3810000"/>
            <a:ext cx="31858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٩٠</a:t>
            </a:r>
          </a:p>
        </p:txBody>
      </p:sp>
      <p:sp>
        <p:nvSpPr>
          <p:cNvPr id="26" name="text-399">
            <a:extLst xmlns:a="http://schemas.openxmlformats.org/drawingml/2006/main">
              <a:ext uri="{FF2B5EF4-FFF2-40B4-BE49-F238E27FC236}">
                <a16:creationId xmlns:a16="http://schemas.microsoft.com/office/drawing/2014/main" id="{AEE2A1FA-91F4-4351-94D5-C9D11B6F5F7A}"/>
              </a:ext>
            </a:extLst>
          </p:cNvPr>
          <p:cNvSpPr>
            <a:spLocks xmlns:a="http://schemas.openxmlformats.org/drawingml/2006/main" noGrp="1"/>
          </p:cNvSpPr>
          <p:nvPr/>
        </p:nvSpPr>
        <p:spPr>
          <a:xfrm xmlns:a="http://schemas.openxmlformats.org/drawingml/2006/main">
            <a:off x="9004110" y="3810000"/>
            <a:ext cx="5613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حرفيًا</a:t>
            </a:r>
          </a:p>
        </p:txBody>
      </p:sp>
      <p:sp>
        <p:nvSpPr>
          <p:cNvPr id="27" name="text-400">
            <a:extLst xmlns:a="http://schemas.openxmlformats.org/drawingml/2006/main">
              <a:ext uri="{FF2B5EF4-FFF2-40B4-BE49-F238E27FC236}">
                <a16:creationId xmlns:a16="http://schemas.microsoft.com/office/drawing/2014/main" id="{C043419D-29AA-4C18-B428-23F4B11787AC}"/>
              </a:ext>
            </a:extLst>
          </p:cNvPr>
          <p:cNvSpPr>
            <a:spLocks xmlns:a="http://schemas.openxmlformats.org/drawingml/2006/main" noGrp="1"/>
          </p:cNvSpPr>
          <p:nvPr/>
        </p:nvSpPr>
        <p:spPr>
          <a:xfrm xmlns:a="http://schemas.openxmlformats.org/drawingml/2006/main">
            <a:off x="4300393" y="1647825"/>
            <a:ext cx="130983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DDC087"/>
                </a:solidFill>
                <a:latin typeface="Tahoma"/>
                <a:ea typeface="Tahoma"/>
                <a:cs typeface="Tahoma"/>
              </a:defRPr>
            </a:pPr>
            <a:r>
              <a:rPr sz="2550" b="1">
                <a:solidFill>
                  <a:srgbClr val="DDC087"/>
                </a:solidFill>
                <a:latin typeface="Tahoma"/>
                <a:ea typeface="Tahoma"/>
                <a:cs typeface="Tahoma"/>
              </a:rPr>
              <a:t>المتجاور</a:t>
            </a:r>
          </a:p>
        </p:txBody>
      </p:sp>
      <p:sp>
        <p:nvSpPr>
          <p:cNvPr id="28" name="text-401">
            <a:extLst xmlns:a="http://schemas.openxmlformats.org/drawingml/2006/main">
              <a:ext uri="{FF2B5EF4-FFF2-40B4-BE49-F238E27FC236}">
                <a16:creationId xmlns:a16="http://schemas.microsoft.com/office/drawing/2014/main" id="{F9D8D2A7-57F1-44A6-94F0-36685B45A0E1}"/>
              </a:ext>
            </a:extLst>
          </p:cNvPr>
          <p:cNvSpPr>
            <a:spLocks xmlns:a="http://schemas.openxmlformats.org/drawingml/2006/main" noGrp="1"/>
          </p:cNvSpPr>
          <p:nvPr/>
        </p:nvSpPr>
        <p:spPr>
          <a:xfrm xmlns:a="http://schemas.openxmlformats.org/drawingml/2006/main">
            <a:off x="3618266" y="1647825"/>
            <a:ext cx="606308"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DDC087"/>
                </a:solidFill>
                <a:latin typeface="Tahoma"/>
                <a:ea typeface="Tahoma"/>
                <a:cs typeface="Tahoma"/>
              </a:defRPr>
            </a:pPr>
            <a:r>
              <a:rPr sz="2550" b="1">
                <a:solidFill>
                  <a:srgbClr val="DDC087"/>
                </a:solidFill>
                <a:latin typeface="Tahoma"/>
                <a:ea typeface="Tahoma"/>
                <a:cs typeface="Tahoma"/>
              </a:rPr>
              <a:t>في</a:t>
            </a:r>
          </a:p>
        </p:txBody>
      </p:sp>
      <p:sp>
        <p:nvSpPr>
          <p:cNvPr id="29" name="text-402">
            <a:extLst xmlns:a="http://schemas.openxmlformats.org/drawingml/2006/main">
              <a:ext uri="{FF2B5EF4-FFF2-40B4-BE49-F238E27FC236}">
                <a16:creationId xmlns:a16="http://schemas.microsoft.com/office/drawing/2014/main" id="{FE660A2D-2792-4EE3-884C-1D8BBFED0099}"/>
              </a:ext>
            </a:extLst>
          </p:cNvPr>
          <p:cNvSpPr>
            <a:spLocks xmlns:a="http://schemas.openxmlformats.org/drawingml/2006/main" noGrp="1"/>
          </p:cNvSpPr>
          <p:nvPr/>
        </p:nvSpPr>
        <p:spPr>
          <a:xfrm xmlns:a="http://schemas.openxmlformats.org/drawingml/2006/main">
            <a:off x="2557729" y="1647825"/>
            <a:ext cx="984717"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DDC087"/>
                </a:solidFill>
                <a:latin typeface="Tahoma"/>
                <a:ea typeface="Tahoma"/>
                <a:cs typeface="Tahoma"/>
              </a:defRPr>
            </a:pPr>
            <a:r>
              <a:rPr sz="2550" b="1">
                <a:solidFill>
                  <a:srgbClr val="DDC087"/>
                </a:solidFill>
                <a:latin typeface="Tahoma"/>
                <a:ea typeface="Tahoma"/>
                <a:cs typeface="Tahoma"/>
              </a:rPr>
              <a:t>القرآن</a:t>
            </a:r>
          </a:p>
        </p:txBody>
      </p:sp>
      <p:sp>
        <p:nvSpPr>
          <p:cNvPr id="30" name="text-403">
            <a:extLst xmlns:a="http://schemas.openxmlformats.org/drawingml/2006/main">
              <a:ext uri="{FF2B5EF4-FFF2-40B4-BE49-F238E27FC236}">
                <a16:creationId xmlns:a16="http://schemas.microsoft.com/office/drawing/2014/main" id="{76C0F105-6AD2-4D0B-8C93-185553175ED4}"/>
              </a:ext>
            </a:extLst>
          </p:cNvPr>
          <p:cNvSpPr>
            <a:spLocks xmlns:a="http://schemas.openxmlformats.org/drawingml/2006/main" noGrp="1"/>
          </p:cNvSpPr>
          <p:nvPr/>
        </p:nvSpPr>
        <p:spPr>
          <a:xfrm xmlns:a="http://schemas.openxmlformats.org/drawingml/2006/main">
            <a:off x="5225217" y="2409825"/>
            <a:ext cx="38500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من</a:t>
            </a:r>
          </a:p>
        </p:txBody>
      </p:sp>
      <p:sp>
        <p:nvSpPr>
          <p:cNvPr id="31" name="text-404">
            <a:extLst xmlns:a="http://schemas.openxmlformats.org/drawingml/2006/main">
              <a:ext uri="{FF2B5EF4-FFF2-40B4-BE49-F238E27FC236}">
                <a16:creationId xmlns:a16="http://schemas.microsoft.com/office/drawing/2014/main" id="{4532D9E1-F265-4FF4-97AF-5C978518C3CC}"/>
              </a:ext>
            </a:extLst>
          </p:cNvPr>
          <p:cNvSpPr>
            <a:spLocks xmlns:a="http://schemas.openxmlformats.org/drawingml/2006/main" noGrp="1"/>
          </p:cNvSpPr>
          <p:nvPr/>
        </p:nvSpPr>
        <p:spPr>
          <a:xfrm xmlns:a="http://schemas.openxmlformats.org/drawingml/2006/main">
            <a:off x="4619532" y="2409825"/>
            <a:ext cx="54139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تكرار</a:t>
            </a:r>
          </a:p>
        </p:txBody>
      </p:sp>
      <p:sp>
        <p:nvSpPr>
          <p:cNvPr id="32" name="text-405">
            <a:extLst xmlns:a="http://schemas.openxmlformats.org/drawingml/2006/main">
              <a:ext uri="{FF2B5EF4-FFF2-40B4-BE49-F238E27FC236}">
                <a16:creationId xmlns:a16="http://schemas.microsoft.com/office/drawing/2014/main" id="{71BB5AFF-A8D3-4507-B8BE-289BB5C010A1}"/>
              </a:ext>
            </a:extLst>
          </p:cNvPr>
          <p:cNvSpPr>
            <a:spLocks xmlns:a="http://schemas.openxmlformats.org/drawingml/2006/main" noGrp="1"/>
          </p:cNvSpPr>
          <p:nvPr/>
        </p:nvSpPr>
        <p:spPr>
          <a:xfrm xmlns:a="http://schemas.openxmlformats.org/drawingml/2006/main">
            <a:off x="4108128" y="2409825"/>
            <a:ext cx="44711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لفظ</a:t>
            </a:r>
          </a:p>
        </p:txBody>
      </p:sp>
      <p:sp>
        <p:nvSpPr>
          <p:cNvPr id="33" name="text-406">
            <a:extLst xmlns:a="http://schemas.openxmlformats.org/drawingml/2006/main">
              <a:ext uri="{FF2B5EF4-FFF2-40B4-BE49-F238E27FC236}">
                <a16:creationId xmlns:a16="http://schemas.microsoft.com/office/drawing/2014/main" id="{76EE5384-B714-4E27-B351-12531A632860}"/>
              </a:ext>
            </a:extLst>
          </p:cNvPr>
          <p:cNvSpPr>
            <a:spLocks xmlns:a="http://schemas.openxmlformats.org/drawingml/2006/main" noGrp="1"/>
          </p:cNvSpPr>
          <p:nvPr/>
        </p:nvSpPr>
        <p:spPr>
          <a:xfrm xmlns:a="http://schemas.openxmlformats.org/drawingml/2006/main">
            <a:off x="3387755" y="2409825"/>
            <a:ext cx="65607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منفرد</a:t>
            </a:r>
          </a:p>
        </p:txBody>
      </p:sp>
      <p:sp>
        <p:nvSpPr>
          <p:cNvPr id="34" name="text-407">
            <a:extLst xmlns:a="http://schemas.openxmlformats.org/drawingml/2006/main">
              <a:ext uri="{FF2B5EF4-FFF2-40B4-BE49-F238E27FC236}">
                <a16:creationId xmlns:a16="http://schemas.microsoft.com/office/drawing/2014/main" id="{4E89CD2B-5922-4F7B-83A4-0A44F736108C}"/>
              </a:ext>
            </a:extLst>
          </p:cNvPr>
          <p:cNvSpPr>
            <a:spLocks xmlns:a="http://schemas.openxmlformats.org/drawingml/2006/main" noGrp="1"/>
          </p:cNvSpPr>
          <p:nvPr/>
        </p:nvSpPr>
        <p:spPr>
          <a:xfrm xmlns:a="http://schemas.openxmlformats.org/drawingml/2006/main">
            <a:off x="5154874" y="3057525"/>
            <a:ext cx="45535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3F0E6"/>
                </a:solidFill>
                <a:latin typeface="Tahoma"/>
                <a:ea typeface="Tahoma"/>
                <a:cs typeface="Tahoma"/>
              </a:defRPr>
            </a:pPr>
            <a:r>
              <a:rPr sz="2100" b="0">
                <a:solidFill>
                  <a:srgbClr val="F3F0E6"/>
                </a:solidFill>
                <a:latin typeface="Tahoma"/>
                <a:ea typeface="Tahoma"/>
                <a:cs typeface="Tahoma"/>
              </a:rPr>
              <a:t>إلى</a:t>
            </a:r>
          </a:p>
        </p:txBody>
      </p:sp>
      <p:sp>
        <p:nvSpPr>
          <p:cNvPr id="35" name="text-408">
            <a:extLst xmlns:a="http://schemas.openxmlformats.org/drawingml/2006/main">
              <a:ext uri="{FF2B5EF4-FFF2-40B4-BE49-F238E27FC236}">
                <a16:creationId xmlns:a16="http://schemas.microsoft.com/office/drawing/2014/main" id="{93501E37-FB5E-49AB-8C80-EBD70844F81A}"/>
              </a:ext>
            </a:extLst>
          </p:cNvPr>
          <p:cNvSpPr>
            <a:spLocks xmlns:a="http://schemas.openxmlformats.org/drawingml/2006/main" noGrp="1"/>
          </p:cNvSpPr>
          <p:nvPr/>
        </p:nvSpPr>
        <p:spPr>
          <a:xfrm xmlns:a="http://schemas.openxmlformats.org/drawingml/2006/main">
            <a:off x="4475314" y="3057525"/>
            <a:ext cx="61526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3F0E6"/>
                </a:solidFill>
                <a:latin typeface="Tahoma"/>
                <a:ea typeface="Tahoma"/>
                <a:cs typeface="Tahoma"/>
              </a:defRPr>
            </a:pPr>
            <a:r>
              <a:rPr sz="2100" b="0">
                <a:solidFill>
                  <a:srgbClr val="F3F0E6"/>
                </a:solidFill>
                <a:latin typeface="Tahoma"/>
                <a:ea typeface="Tahoma"/>
                <a:cs typeface="Tahoma"/>
              </a:rPr>
              <a:t>قرائن</a:t>
            </a:r>
          </a:p>
        </p:txBody>
      </p:sp>
      <p:sp>
        <p:nvSpPr>
          <p:cNvPr id="36" name="text-409">
            <a:extLst xmlns:a="http://schemas.openxmlformats.org/drawingml/2006/main">
              <a:ext uri="{FF2B5EF4-FFF2-40B4-BE49-F238E27FC236}">
                <a16:creationId xmlns:a16="http://schemas.microsoft.com/office/drawing/2014/main" id="{C1A5692B-5F09-46A7-AD47-639D3114C23D}"/>
              </a:ext>
            </a:extLst>
          </p:cNvPr>
          <p:cNvSpPr>
            <a:spLocks xmlns:a="http://schemas.openxmlformats.org/drawingml/2006/main" noGrp="1"/>
          </p:cNvSpPr>
          <p:nvPr/>
        </p:nvSpPr>
        <p:spPr>
          <a:xfrm xmlns:a="http://schemas.openxmlformats.org/drawingml/2006/main">
            <a:off x="3679202" y="3057525"/>
            <a:ext cx="73181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3F0E6"/>
                </a:solidFill>
                <a:latin typeface="Tahoma"/>
                <a:ea typeface="Tahoma"/>
                <a:cs typeface="Tahoma"/>
              </a:defRPr>
            </a:pPr>
            <a:r>
              <a:rPr sz="2100" b="0">
                <a:solidFill>
                  <a:srgbClr val="F3F0E6"/>
                </a:solidFill>
                <a:latin typeface="Tahoma"/>
                <a:ea typeface="Tahoma"/>
                <a:cs typeface="Tahoma"/>
              </a:rPr>
              <a:t>مقارنة</a:t>
            </a:r>
          </a:p>
        </p:txBody>
      </p:sp>
      <p:sp>
        <p:nvSpPr>
          <p:cNvPr id="37" name="text-410">
            <a:extLst xmlns:a="http://schemas.openxmlformats.org/drawingml/2006/main">
              <a:ext uri="{FF2B5EF4-FFF2-40B4-BE49-F238E27FC236}">
                <a16:creationId xmlns:a16="http://schemas.microsoft.com/office/drawing/2014/main" id="{5249852C-4F78-4D1E-9565-A47E52702A89}"/>
              </a:ext>
            </a:extLst>
          </p:cNvPr>
          <p:cNvSpPr>
            <a:spLocks xmlns:a="http://schemas.openxmlformats.org/drawingml/2006/main" noGrp="1"/>
          </p:cNvSpPr>
          <p:nvPr/>
        </p:nvSpPr>
        <p:spPr>
          <a:xfrm xmlns:a="http://schemas.openxmlformats.org/drawingml/2006/main">
            <a:off x="2670393" y="3057525"/>
            <a:ext cx="94451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3F0E6"/>
                </a:solidFill>
                <a:latin typeface="Tahoma"/>
                <a:ea typeface="Tahoma"/>
                <a:cs typeface="Tahoma"/>
              </a:defRPr>
            </a:pPr>
            <a:r>
              <a:rPr sz="2100" b="0">
                <a:solidFill>
                  <a:srgbClr val="F3F0E6"/>
                </a:solidFill>
                <a:latin typeface="Tahoma"/>
                <a:ea typeface="Tahoma"/>
                <a:cs typeface="Tahoma"/>
              </a:rPr>
              <a:t>وشواهد</a:t>
            </a:r>
          </a:p>
        </p:txBody>
      </p:sp>
      <p:sp>
        <p:nvSpPr>
          <p:cNvPr id="38" name="text-411">
            <a:extLst xmlns:a="http://schemas.openxmlformats.org/drawingml/2006/main">
              <a:ext uri="{FF2B5EF4-FFF2-40B4-BE49-F238E27FC236}">
                <a16:creationId xmlns:a16="http://schemas.microsoft.com/office/drawing/2014/main" id="{FD993F1A-D9B8-4F62-9D86-133754CFA3FD}"/>
              </a:ext>
            </a:extLst>
          </p:cNvPr>
          <p:cNvSpPr>
            <a:spLocks xmlns:a="http://schemas.openxmlformats.org/drawingml/2006/main" noGrp="1"/>
          </p:cNvSpPr>
          <p:nvPr/>
        </p:nvSpPr>
        <p:spPr>
          <a:xfrm xmlns:a="http://schemas.openxmlformats.org/drawingml/2006/main">
            <a:off x="5147810" y="3810000"/>
            <a:ext cx="46241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قارن</a:t>
            </a:r>
          </a:p>
        </p:txBody>
      </p:sp>
      <p:sp>
        <p:nvSpPr>
          <p:cNvPr id="39" name="text-412">
            <a:extLst xmlns:a="http://schemas.openxmlformats.org/drawingml/2006/main">
              <a:ext uri="{FF2B5EF4-FFF2-40B4-BE49-F238E27FC236}">
                <a16:creationId xmlns:a16="http://schemas.microsoft.com/office/drawing/2014/main" id="{423C5AAD-E41A-41EF-BC8E-0BBDC36BA875}"/>
              </a:ext>
            </a:extLst>
          </p:cNvPr>
          <p:cNvSpPr>
            <a:spLocks xmlns:a="http://schemas.openxmlformats.org/drawingml/2006/main" noGrp="1"/>
          </p:cNvSpPr>
          <p:nvPr/>
        </p:nvSpPr>
        <p:spPr>
          <a:xfrm xmlns:a="http://schemas.openxmlformats.org/drawingml/2006/main">
            <a:off x="4399012" y="3810000"/>
            <a:ext cx="6934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النفس</a:t>
            </a:r>
          </a:p>
        </p:txBody>
      </p:sp>
      <p:sp>
        <p:nvSpPr>
          <p:cNvPr id="40" name="text-413">
            <a:extLst xmlns:a="http://schemas.openxmlformats.org/drawingml/2006/main">
              <a:ext uri="{FF2B5EF4-FFF2-40B4-BE49-F238E27FC236}">
                <a16:creationId xmlns:a16="http://schemas.microsoft.com/office/drawing/2014/main" id="{814FF4F0-982E-4E0C-80F4-4D17F789F41C}"/>
              </a:ext>
            </a:extLst>
          </p:cNvPr>
          <p:cNvSpPr>
            <a:spLocks xmlns:a="http://schemas.openxmlformats.org/drawingml/2006/main" noGrp="1"/>
          </p:cNvSpPr>
          <p:nvPr/>
        </p:nvSpPr>
        <p:spPr>
          <a:xfrm xmlns:a="http://schemas.openxmlformats.org/drawingml/2006/main">
            <a:off x="3721341" y="3810000"/>
            <a:ext cx="62233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والروح</a:t>
            </a:r>
          </a:p>
        </p:txBody>
      </p:sp>
      <p:sp>
        <p:nvSpPr>
          <p:cNvPr id="41" name="text-414">
            <a:extLst xmlns:a="http://schemas.openxmlformats.org/drawingml/2006/main">
              <a:ext uri="{FF2B5EF4-FFF2-40B4-BE49-F238E27FC236}">
                <a16:creationId xmlns:a16="http://schemas.microsoft.com/office/drawing/2014/main" id="{0DB988BC-5B9E-4B77-8C49-B7E23CF4AFD1}"/>
              </a:ext>
            </a:extLst>
          </p:cNvPr>
          <p:cNvSpPr>
            <a:spLocks xmlns:a="http://schemas.openxmlformats.org/drawingml/2006/main" noGrp="1"/>
          </p:cNvSpPr>
          <p:nvPr/>
        </p:nvSpPr>
        <p:spPr>
          <a:xfrm xmlns:a="http://schemas.openxmlformats.org/drawingml/2006/main">
            <a:off x="10949670" y="4705350"/>
            <a:ext cx="63273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مقارنة</a:t>
            </a:r>
          </a:p>
        </p:txBody>
      </p:sp>
      <p:sp>
        <p:nvSpPr>
          <p:cNvPr id="42" name="text-415">
            <a:extLst xmlns:a="http://schemas.openxmlformats.org/drawingml/2006/main">
              <a:ext uri="{FF2B5EF4-FFF2-40B4-BE49-F238E27FC236}">
                <a16:creationId xmlns:a16="http://schemas.microsoft.com/office/drawing/2014/main" id="{75DBF6E6-2D62-4E95-889B-02C8BDFE086A}"/>
              </a:ext>
            </a:extLst>
          </p:cNvPr>
          <p:cNvSpPr>
            <a:spLocks xmlns:a="http://schemas.openxmlformats.org/drawingml/2006/main" noGrp="1"/>
          </p:cNvSpPr>
          <p:nvPr/>
        </p:nvSpPr>
        <p:spPr>
          <a:xfrm xmlns:a="http://schemas.openxmlformats.org/drawingml/2006/main">
            <a:off x="10183124" y="4705350"/>
            <a:ext cx="71415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وظيفية</a:t>
            </a:r>
          </a:p>
        </p:txBody>
      </p:sp>
      <p:sp>
        <p:nvSpPr>
          <p:cNvPr id="43" name="text-416">
            <a:extLst xmlns:a="http://schemas.openxmlformats.org/drawingml/2006/main">
              <a:ext uri="{FF2B5EF4-FFF2-40B4-BE49-F238E27FC236}">
                <a16:creationId xmlns:a16="http://schemas.microsoft.com/office/drawing/2014/main" id="{C14E1C71-3DB4-41B6-9255-EDEF255999A8}"/>
              </a:ext>
            </a:extLst>
          </p:cNvPr>
          <p:cNvSpPr>
            <a:spLocks xmlns:a="http://schemas.openxmlformats.org/drawingml/2006/main" noGrp="1"/>
          </p:cNvSpPr>
          <p:nvPr/>
        </p:nvSpPr>
        <p:spPr>
          <a:xfrm xmlns:a="http://schemas.openxmlformats.org/drawingml/2006/main">
            <a:off x="10009441" y="470535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a:t>
            </a:r>
          </a:p>
        </p:txBody>
      </p:sp>
      <p:sp>
        <p:nvSpPr>
          <p:cNvPr id="44" name="text-417">
            <a:extLst xmlns:a="http://schemas.openxmlformats.org/drawingml/2006/main">
              <a:ext uri="{FF2B5EF4-FFF2-40B4-BE49-F238E27FC236}">
                <a16:creationId xmlns:a16="http://schemas.microsoft.com/office/drawing/2014/main" id="{DBEC3CB2-B1B5-46E3-948E-ACB67AF0105A}"/>
              </a:ext>
            </a:extLst>
          </p:cNvPr>
          <p:cNvSpPr>
            <a:spLocks xmlns:a="http://schemas.openxmlformats.org/drawingml/2006/main" noGrp="1"/>
          </p:cNvSpPr>
          <p:nvPr/>
        </p:nvSpPr>
        <p:spPr>
          <a:xfrm xmlns:a="http://schemas.openxmlformats.org/drawingml/2006/main">
            <a:off x="9284395" y="4705350"/>
            <a:ext cx="67265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أفضلية</a:t>
            </a:r>
          </a:p>
        </p:txBody>
      </p:sp>
      <p:sp>
        <p:nvSpPr>
          <p:cNvPr id="45" name="text-418">
            <a:extLst xmlns:a="http://schemas.openxmlformats.org/drawingml/2006/main">
              <a:ext uri="{FF2B5EF4-FFF2-40B4-BE49-F238E27FC236}">
                <a16:creationId xmlns:a16="http://schemas.microsoft.com/office/drawing/2014/main" id="{B4DF52B2-FE68-4F10-BDAE-995B244465EE}"/>
              </a:ext>
            </a:extLst>
          </p:cNvPr>
          <p:cNvSpPr>
            <a:spLocks xmlns:a="http://schemas.openxmlformats.org/drawingml/2006/main" noGrp="1"/>
          </p:cNvSpPr>
          <p:nvPr/>
        </p:nvSpPr>
        <p:spPr>
          <a:xfrm xmlns:a="http://schemas.openxmlformats.org/drawingml/2006/main">
            <a:off x="8736922" y="4705350"/>
            <a:ext cx="49508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الأداء</a:t>
            </a:r>
          </a:p>
        </p:txBody>
      </p:sp>
      <p:sp>
        <p:nvSpPr>
          <p:cNvPr id="46" name="text-419">
            <a:extLst xmlns:a="http://schemas.openxmlformats.org/drawingml/2006/main">
              <a:ext uri="{FF2B5EF4-FFF2-40B4-BE49-F238E27FC236}">
                <a16:creationId xmlns:a16="http://schemas.microsoft.com/office/drawing/2014/main" id="{AF81ADA9-0593-4C3C-8B5E-5624F79CA36A}"/>
              </a:ext>
            </a:extLst>
          </p:cNvPr>
          <p:cNvSpPr>
            <a:spLocks xmlns:a="http://schemas.openxmlformats.org/drawingml/2006/main" noGrp="1"/>
          </p:cNvSpPr>
          <p:nvPr/>
        </p:nvSpPr>
        <p:spPr>
          <a:xfrm xmlns:a="http://schemas.openxmlformats.org/drawingml/2006/main">
            <a:off x="7826354" y="4705350"/>
            <a:ext cx="85818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المقاسة</a:t>
            </a:r>
          </a:p>
        </p:txBody>
      </p:sp>
      <p:sp>
        <p:nvSpPr>
          <p:cNvPr id="47" name="text-420">
            <a:extLst xmlns:a="http://schemas.openxmlformats.org/drawingml/2006/main">
              <a:ext uri="{FF2B5EF4-FFF2-40B4-BE49-F238E27FC236}">
                <a16:creationId xmlns:a16="http://schemas.microsoft.com/office/drawing/2014/main" id="{7CE9EA19-7240-4D2F-97A4-4D2DA6BDF2F6}"/>
              </a:ext>
            </a:extLst>
          </p:cNvPr>
          <p:cNvSpPr>
            <a:spLocks xmlns:a="http://schemas.openxmlformats.org/drawingml/2006/main" noGrp="1"/>
          </p:cNvSpPr>
          <p:nvPr/>
        </p:nvSpPr>
        <p:spPr>
          <a:xfrm xmlns:a="http://schemas.openxmlformats.org/drawingml/2006/main">
            <a:off x="7214131" y="4705350"/>
            <a:ext cx="55983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تحتاج</a:t>
            </a:r>
          </a:p>
        </p:txBody>
      </p:sp>
      <p:sp>
        <p:nvSpPr>
          <p:cNvPr id="48" name="text-421">
            <a:extLst xmlns:a="http://schemas.openxmlformats.org/drawingml/2006/main">
              <a:ext uri="{FF2B5EF4-FFF2-40B4-BE49-F238E27FC236}">
                <a16:creationId xmlns:a16="http://schemas.microsoft.com/office/drawing/2014/main" id="{D80A3897-2A35-4F21-9A06-044C6DCAC78E}"/>
              </a:ext>
            </a:extLst>
          </p:cNvPr>
          <p:cNvSpPr>
            <a:spLocks xmlns:a="http://schemas.openxmlformats.org/drawingml/2006/main" noGrp="1"/>
          </p:cNvSpPr>
          <p:nvPr/>
        </p:nvSpPr>
        <p:spPr>
          <a:xfrm xmlns:a="http://schemas.openxmlformats.org/drawingml/2006/main">
            <a:off x="6534606" y="4705350"/>
            <a:ext cx="62713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اختبارًا</a:t>
            </a:r>
          </a:p>
        </p:txBody>
      </p:sp>
      <p:sp>
        <p:nvSpPr>
          <p:cNvPr id="49" name="text-422">
            <a:extLst xmlns:a="http://schemas.openxmlformats.org/drawingml/2006/main">
              <a:ext uri="{FF2B5EF4-FFF2-40B4-BE49-F238E27FC236}">
                <a16:creationId xmlns:a16="http://schemas.microsoft.com/office/drawing/2014/main" id="{6DD0CD39-50B3-434D-BCB9-99E9DD6E0DB4}"/>
              </a:ext>
            </a:extLst>
          </p:cNvPr>
          <p:cNvSpPr>
            <a:spLocks xmlns:a="http://schemas.openxmlformats.org/drawingml/2006/main" noGrp="1"/>
          </p:cNvSpPr>
          <p:nvPr/>
        </p:nvSpPr>
        <p:spPr>
          <a:xfrm xmlns:a="http://schemas.openxmlformats.org/drawingml/2006/main">
            <a:off x="5727934" y="4705350"/>
            <a:ext cx="75428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مضبوطًا</a:t>
            </a:r>
          </a:p>
        </p:txBody>
      </p:sp>
      <p:sp>
        <p:nvSpPr>
          <p:cNvPr id="50" name="text-423">
            <a:extLst xmlns:a="http://schemas.openxmlformats.org/drawingml/2006/main">
              <a:ext uri="{FF2B5EF4-FFF2-40B4-BE49-F238E27FC236}">
                <a16:creationId xmlns:a16="http://schemas.microsoft.com/office/drawing/2014/main" id="{9A44DF3F-690A-4C80-A0C5-5520312C6D4F}"/>
              </a:ext>
            </a:extLst>
          </p:cNvPr>
          <p:cNvSpPr>
            <a:spLocks xmlns:a="http://schemas.openxmlformats.org/drawingml/2006/main" noGrp="1"/>
          </p:cNvSpPr>
          <p:nvPr/>
        </p:nvSpPr>
        <p:spPr>
          <a:xfrm xmlns:a="http://schemas.openxmlformats.org/drawingml/2006/main">
            <a:off x="6381750" y="5172075"/>
            <a:ext cx="520065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1">
                <a:solidFill>
                  <a:srgbClr val="DDC087"/>
                </a:solidFill>
                <a:latin typeface="Tahoma"/>
                <a:ea typeface="Tahoma"/>
                <a:cs typeface="Tahoma"/>
              </a:defRPr>
            </a:pPr>
            <a:r>
              <a:rPr sz="1650" b="1">
                <a:solidFill>
                  <a:srgbClr val="DDC087"/>
                </a:solidFill>
                <a:latin typeface="Tahoma"/>
                <a:ea typeface="Tahoma"/>
                <a:cs typeface="Tahoma"/>
              </a:rPr>
              <a:t>NMN · SA 1020268774</a:t>
            </a:r>
          </a:p>
        </p:txBody>
      </p:sp>
      <p:sp>
        <p:nvSpPr>
          <p:cNvPr id="51" name="text-424">
            <a:extLst xmlns:a="http://schemas.openxmlformats.org/drawingml/2006/main">
              <a:ext uri="{FF2B5EF4-FFF2-40B4-BE49-F238E27FC236}">
                <a16:creationId xmlns:a16="http://schemas.microsoft.com/office/drawing/2014/main" id="{960BF9B5-9D7E-49C8-A44C-20DFFC7905DD}"/>
              </a:ext>
            </a:extLst>
          </p:cNvPr>
          <p:cNvSpPr>
            <a:spLocks xmlns:a="http://schemas.openxmlformats.org/drawingml/2006/main" noGrp="1"/>
          </p:cNvSpPr>
          <p:nvPr/>
        </p:nvSpPr>
        <p:spPr>
          <a:xfrm xmlns:a="http://schemas.openxmlformats.org/drawingml/2006/main">
            <a:off x="5128595" y="5172075"/>
            <a:ext cx="76738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1">
                <a:solidFill>
                  <a:srgbClr val="DDC087"/>
                </a:solidFill>
                <a:latin typeface="Tahoma"/>
                <a:ea typeface="Tahoma"/>
                <a:cs typeface="Tahoma"/>
              </a:defRPr>
            </a:pPr>
            <a:r>
              <a:rPr sz="1650" b="1">
                <a:solidFill>
                  <a:srgbClr val="DDC087"/>
                </a:solidFill>
                <a:latin typeface="Tahoma"/>
                <a:ea typeface="Tahoma"/>
                <a:cs typeface="Tahoma"/>
              </a:rPr>
              <a:t>المنصة</a:t>
            </a:r>
          </a:p>
        </p:txBody>
      </p:sp>
      <p:sp>
        <p:nvSpPr>
          <p:cNvPr id="52" name="text-425">
            <a:extLst xmlns:a="http://schemas.openxmlformats.org/drawingml/2006/main">
              <a:ext uri="{FF2B5EF4-FFF2-40B4-BE49-F238E27FC236}">
                <a16:creationId xmlns:a16="http://schemas.microsoft.com/office/drawing/2014/main" id="{A921CE5A-388E-4FD9-9287-85FF278CECA5}"/>
              </a:ext>
            </a:extLst>
          </p:cNvPr>
          <p:cNvSpPr>
            <a:spLocks xmlns:a="http://schemas.openxmlformats.org/drawingml/2006/main" noGrp="1"/>
          </p:cNvSpPr>
          <p:nvPr/>
        </p:nvSpPr>
        <p:spPr>
          <a:xfrm xmlns:a="http://schemas.openxmlformats.org/drawingml/2006/main">
            <a:off x="609600" y="5172075"/>
            <a:ext cx="366712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1">
                <a:solidFill>
                  <a:srgbClr val="DDC087"/>
                </a:solidFill>
                <a:latin typeface="Tahoma"/>
                <a:ea typeface="Tahoma"/>
                <a:cs typeface="Tahoma"/>
              </a:defRPr>
            </a:pPr>
            <a:r>
              <a:rPr sz="1650" b="1">
                <a:solidFill>
                  <a:srgbClr val="DDC087"/>
                </a:solidFill>
                <a:latin typeface="Tahoma"/>
                <a:ea typeface="Tahoma"/>
                <a:cs typeface="Tahoma"/>
              </a:rPr>
              <a:t>SA 1020261862</a:t>
            </a:r>
          </a:p>
        </p:txBody>
      </p:sp>
      <p:sp>
        <p:nvSpPr>
          <p:cNvPr id="53" name="text-426">
            <a:extLst xmlns:a="http://schemas.openxmlformats.org/drawingml/2006/main">
              <a:ext uri="{FF2B5EF4-FFF2-40B4-BE49-F238E27FC236}">
                <a16:creationId xmlns:a16="http://schemas.microsoft.com/office/drawing/2014/main" id="{C808019F-E0E6-40F0-BA10-621FFFD92229}"/>
              </a:ext>
            </a:extLst>
          </p:cNvPr>
          <p:cNvSpPr>
            <a:spLocks xmlns:a="http://schemas.openxmlformats.org/drawingml/2006/main" noGrp="1"/>
          </p:cNvSpPr>
          <p:nvPr/>
        </p:nvSpPr>
        <p:spPr>
          <a:xfrm xmlns:a="http://schemas.openxmlformats.org/drawingml/2006/main">
            <a:off x="11183461" y="5657850"/>
            <a:ext cx="39893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طلبا</a:t>
            </a:r>
          </a:p>
        </p:txBody>
      </p:sp>
      <p:sp>
        <p:nvSpPr>
          <p:cNvPr id="54" name="text-427">
            <a:extLst xmlns:a="http://schemas.openxmlformats.org/drawingml/2006/main">
              <a:ext uri="{FF2B5EF4-FFF2-40B4-BE49-F238E27FC236}">
                <a16:creationId xmlns:a16="http://schemas.microsoft.com/office/drawing/2014/main" id="{221E9772-31DB-4E77-814C-3B91E388261D}"/>
              </a:ext>
            </a:extLst>
          </p:cNvPr>
          <p:cNvSpPr>
            <a:spLocks xmlns:a="http://schemas.openxmlformats.org/drawingml/2006/main" noGrp="1"/>
          </p:cNvSpPr>
          <p:nvPr/>
        </p:nvSpPr>
        <p:spPr>
          <a:xfrm xmlns:a="http://schemas.openxmlformats.org/drawingml/2006/main">
            <a:off x="10712335" y="5657850"/>
            <a:ext cx="42464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براءة</a:t>
            </a:r>
          </a:p>
        </p:txBody>
      </p:sp>
      <p:sp>
        <p:nvSpPr>
          <p:cNvPr id="55" name="text-428">
            <a:extLst xmlns:a="http://schemas.openxmlformats.org/drawingml/2006/main">
              <a:ext uri="{FF2B5EF4-FFF2-40B4-BE49-F238E27FC236}">
                <a16:creationId xmlns:a16="http://schemas.microsoft.com/office/drawing/2014/main" id="{134B3379-8F5D-472D-9399-9F2EF2698E49}"/>
              </a:ext>
            </a:extLst>
          </p:cNvPr>
          <p:cNvSpPr>
            <a:spLocks xmlns:a="http://schemas.openxmlformats.org/drawingml/2006/main" noGrp="1"/>
          </p:cNvSpPr>
          <p:nvPr/>
        </p:nvSpPr>
        <p:spPr>
          <a:xfrm xmlns:a="http://schemas.openxmlformats.org/drawingml/2006/main">
            <a:off x="10084826" y="5657850"/>
            <a:ext cx="581027"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اختراع</a:t>
            </a:r>
          </a:p>
        </p:txBody>
      </p:sp>
      <p:sp>
        <p:nvSpPr>
          <p:cNvPr id="56" name="text-429">
            <a:extLst xmlns:a="http://schemas.openxmlformats.org/drawingml/2006/main">
              <a:ext uri="{FF2B5EF4-FFF2-40B4-BE49-F238E27FC236}">
                <a16:creationId xmlns:a16="http://schemas.microsoft.com/office/drawing/2014/main" id="{9C25265B-F32B-402B-B0EF-6235C389B614}"/>
              </a:ext>
            </a:extLst>
          </p:cNvPr>
          <p:cNvSpPr>
            <a:spLocks xmlns:a="http://schemas.openxmlformats.org/drawingml/2006/main" noGrp="1"/>
          </p:cNvSpPr>
          <p:nvPr/>
        </p:nvSpPr>
        <p:spPr>
          <a:xfrm xmlns:a="http://schemas.openxmlformats.org/drawingml/2006/main">
            <a:off x="9218229" y="5657850"/>
            <a:ext cx="82011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مسجّلان</a:t>
            </a:r>
          </a:p>
        </p:txBody>
      </p:sp>
      <p:sp>
        <p:nvSpPr>
          <p:cNvPr id="57" name="text-430">
            <a:extLst xmlns:a="http://schemas.openxmlformats.org/drawingml/2006/main">
              <a:ext uri="{FF2B5EF4-FFF2-40B4-BE49-F238E27FC236}">
                <a16:creationId xmlns:a16="http://schemas.microsoft.com/office/drawing/2014/main" id="{D7FB53FE-719F-4425-8AE0-17D0962844FF}"/>
              </a:ext>
            </a:extLst>
          </p:cNvPr>
          <p:cNvSpPr>
            <a:spLocks xmlns:a="http://schemas.openxmlformats.org/drawingml/2006/main" noGrp="1"/>
          </p:cNvSpPr>
          <p:nvPr/>
        </p:nvSpPr>
        <p:spPr>
          <a:xfrm xmlns:a="http://schemas.openxmlformats.org/drawingml/2006/main">
            <a:off x="8495164" y="5657850"/>
            <a:ext cx="67658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بحسب</a:t>
            </a:r>
          </a:p>
        </p:txBody>
      </p:sp>
      <p:sp>
        <p:nvSpPr>
          <p:cNvPr id="58" name="text-431">
            <a:extLst xmlns:a="http://schemas.openxmlformats.org/drawingml/2006/main">
              <a:ext uri="{FF2B5EF4-FFF2-40B4-BE49-F238E27FC236}">
                <a16:creationId xmlns:a16="http://schemas.microsoft.com/office/drawing/2014/main" id="{BEC95321-4196-401D-8827-80F3A343F9FB}"/>
              </a:ext>
            </a:extLst>
          </p:cNvPr>
          <p:cNvSpPr>
            <a:spLocks xmlns:a="http://schemas.openxmlformats.org/drawingml/2006/main" noGrp="1"/>
          </p:cNvSpPr>
          <p:nvPr/>
        </p:nvSpPr>
        <p:spPr>
          <a:xfrm xmlns:a="http://schemas.openxmlformats.org/drawingml/2006/main">
            <a:off x="7896204" y="5657850"/>
            <a:ext cx="55247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سجل</a:t>
            </a:r>
          </a:p>
        </p:txBody>
      </p:sp>
      <p:sp>
        <p:nvSpPr>
          <p:cNvPr id="59" name="text-432">
            <a:extLst xmlns:a="http://schemas.openxmlformats.org/drawingml/2006/main">
              <a:ext uri="{FF2B5EF4-FFF2-40B4-BE49-F238E27FC236}">
                <a16:creationId xmlns:a16="http://schemas.microsoft.com/office/drawing/2014/main" id="{5D4DBE49-4D55-491A-A059-A4F4150A6D95}"/>
              </a:ext>
            </a:extLst>
          </p:cNvPr>
          <p:cNvSpPr>
            <a:spLocks xmlns:a="http://schemas.openxmlformats.org/drawingml/2006/main" noGrp="1"/>
          </p:cNvSpPr>
          <p:nvPr/>
        </p:nvSpPr>
        <p:spPr>
          <a:xfrm xmlns:a="http://schemas.openxmlformats.org/drawingml/2006/main">
            <a:off x="7270853" y="5657850"/>
            <a:ext cx="57886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المالك</a:t>
            </a:r>
          </a:p>
        </p:txBody>
      </p:sp>
      <p:sp>
        <p:nvSpPr>
          <p:cNvPr id="60" name="text-433">
            <a:extLst xmlns:a="http://schemas.openxmlformats.org/drawingml/2006/main">
              <a:ext uri="{FF2B5EF4-FFF2-40B4-BE49-F238E27FC236}">
                <a16:creationId xmlns:a16="http://schemas.microsoft.com/office/drawing/2014/main" id="{5BDD2ED6-3163-40CA-BB92-DCD38475ACDC}"/>
              </a:ext>
            </a:extLst>
          </p:cNvPr>
          <p:cNvSpPr>
            <a:spLocks xmlns:a="http://schemas.openxmlformats.org/drawingml/2006/main" noGrp="1"/>
          </p:cNvSpPr>
          <p:nvPr/>
        </p:nvSpPr>
        <p:spPr>
          <a:xfrm xmlns:a="http://schemas.openxmlformats.org/drawingml/2006/main">
            <a:off x="7109944" y="5657850"/>
            <a:ext cx="11442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a:t>
            </a:r>
          </a:p>
        </p:txBody>
      </p:sp>
      <p:sp>
        <p:nvSpPr>
          <p:cNvPr id="61" name="text-434">
            <a:extLst xmlns:a="http://schemas.openxmlformats.org/drawingml/2006/main">
              <a:ext uri="{FF2B5EF4-FFF2-40B4-BE49-F238E27FC236}">
                <a16:creationId xmlns:a16="http://schemas.microsoft.com/office/drawing/2014/main" id="{DD6AD9E3-0C06-46B1-92FD-41DA89722124}"/>
              </a:ext>
            </a:extLst>
          </p:cNvPr>
          <p:cNvSpPr>
            <a:spLocks xmlns:a="http://schemas.openxmlformats.org/drawingml/2006/main" noGrp="1"/>
          </p:cNvSpPr>
          <p:nvPr/>
        </p:nvSpPr>
        <p:spPr>
          <a:xfrm xmlns:a="http://schemas.openxmlformats.org/drawingml/2006/main">
            <a:off x="6556408" y="5657850"/>
            <a:ext cx="50705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الأدلة</a:t>
            </a:r>
          </a:p>
        </p:txBody>
      </p:sp>
      <p:sp>
        <p:nvSpPr>
          <p:cNvPr id="62" name="text-435">
            <a:extLst xmlns:a="http://schemas.openxmlformats.org/drawingml/2006/main">
              <a:ext uri="{FF2B5EF4-FFF2-40B4-BE49-F238E27FC236}">
                <a16:creationId xmlns:a16="http://schemas.microsoft.com/office/drawing/2014/main" id="{40E86E04-A78D-4828-A3D4-C710C7A63D4B}"/>
              </a:ext>
            </a:extLst>
          </p:cNvPr>
          <p:cNvSpPr>
            <a:spLocks xmlns:a="http://schemas.openxmlformats.org/drawingml/2006/main" noGrp="1"/>
          </p:cNvSpPr>
          <p:nvPr/>
        </p:nvSpPr>
        <p:spPr>
          <a:xfrm xmlns:a="http://schemas.openxmlformats.org/drawingml/2006/main">
            <a:off x="6168085" y="5657850"/>
            <a:ext cx="34184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في</a:t>
            </a:r>
          </a:p>
        </p:txBody>
      </p:sp>
      <p:sp>
        <p:nvSpPr>
          <p:cNvPr id="63" name="text-436">
            <a:extLst xmlns:a="http://schemas.openxmlformats.org/drawingml/2006/main">
              <a:ext uri="{FF2B5EF4-FFF2-40B4-BE49-F238E27FC236}">
                <a16:creationId xmlns:a16="http://schemas.microsoft.com/office/drawing/2014/main" id="{FF8CE08F-45A4-4552-8C48-F7D8DA16E907}"/>
              </a:ext>
            </a:extLst>
          </p:cNvPr>
          <p:cNvSpPr>
            <a:spLocks xmlns:a="http://schemas.openxmlformats.org/drawingml/2006/main" noGrp="1"/>
          </p:cNvSpPr>
          <p:nvPr/>
        </p:nvSpPr>
        <p:spPr>
          <a:xfrm xmlns:a="http://schemas.openxmlformats.org/drawingml/2006/main">
            <a:off x="5540478" y="5657850"/>
            <a:ext cx="58112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صفحة</a:t>
            </a:r>
          </a:p>
        </p:txBody>
      </p:sp>
      <p:sp>
        <p:nvSpPr>
          <p:cNvPr id="64" name="text-437">
            <a:extLst xmlns:a="http://schemas.openxmlformats.org/drawingml/2006/main">
              <a:ext uri="{FF2B5EF4-FFF2-40B4-BE49-F238E27FC236}">
                <a16:creationId xmlns:a16="http://schemas.microsoft.com/office/drawing/2014/main" id="{E889A6F0-2A2D-4CB2-8023-C98EA0BA76AF}"/>
              </a:ext>
            </a:extLst>
          </p:cNvPr>
          <p:cNvSpPr>
            <a:spLocks xmlns:a="http://schemas.openxmlformats.org/drawingml/2006/main" noGrp="1"/>
          </p:cNvSpPr>
          <p:nvPr/>
        </p:nvSpPr>
        <p:spPr>
          <a:xfrm xmlns:a="http://schemas.openxmlformats.org/drawingml/2006/main">
            <a:off x="4879417" y="5657850"/>
            <a:ext cx="61458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الابتكار</a:t>
            </a:r>
          </a:p>
        </p:txBody>
      </p:sp>
    </p:spTree>
    <p:extLst>
      <p:ext uri="{BB962C8B-B14F-4D97-AF65-F5344CB8AC3E}">
        <p14:creationId xmlns:p14="http://schemas.microsoft.com/office/powerpoint/2010/main" val="1458520011"/>
      </p:ext>
    </p:extLst>
  </p:cSld>
</p:sld>
</file>

<file path=ppt/slides/slide11.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32" name="text-438">
            <a:extLst xmlns:a="http://schemas.openxmlformats.org/drawingml/2006/main">
              <a:ext uri="{FF2B5EF4-FFF2-40B4-BE49-F238E27FC236}">
                <a16:creationId xmlns:a16="http://schemas.microsoft.com/office/drawing/2014/main" id="{8F6A2A5D-91D8-4D5A-9B78-DFA7BA848407}"/>
              </a:ext>
            </a:extLst>
          </p:cNvPr>
          <p:cNvSpPr>
            <a:spLocks xmlns:a="http://schemas.openxmlformats.org/drawingml/2006/main" noGrp="1"/>
          </p:cNvSpPr>
          <p:nvPr/>
        </p:nvSpPr>
        <p:spPr>
          <a:xfrm xmlns:a="http://schemas.openxmlformats.org/drawingml/2006/main">
            <a:off x="9899904" y="457200"/>
            <a:ext cx="168249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الفرائض</a:t>
            </a:r>
          </a:p>
        </p:txBody>
      </p:sp>
      <p:sp>
        <p:nvSpPr>
          <p:cNvPr id="2" name="text-439">
            <a:extLst xmlns:a="http://schemas.openxmlformats.org/drawingml/2006/main">
              <a:ext uri="{FF2B5EF4-FFF2-40B4-BE49-F238E27FC236}">
                <a16:creationId xmlns:a16="http://schemas.microsoft.com/office/drawing/2014/main" id="{A9077BFE-D932-4E77-A673-7D22020780E5}"/>
              </a:ext>
            </a:extLst>
          </p:cNvPr>
          <p:cNvSpPr>
            <a:spLocks xmlns:a="http://schemas.openxmlformats.org/drawingml/2006/main" noGrp="1"/>
          </p:cNvSpPr>
          <p:nvPr/>
        </p:nvSpPr>
        <p:spPr>
          <a:xfrm xmlns:a="http://schemas.openxmlformats.org/drawingml/2006/main">
            <a:off x="8616300" y="457200"/>
            <a:ext cx="118263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أنصبة</a:t>
            </a:r>
          </a:p>
        </p:txBody>
      </p:sp>
      <p:sp>
        <p:nvSpPr>
          <p:cNvPr id="3" name="text-440">
            <a:extLst xmlns:a="http://schemas.openxmlformats.org/drawingml/2006/main">
              <a:ext uri="{FF2B5EF4-FFF2-40B4-BE49-F238E27FC236}">
                <a16:creationId xmlns:a16="http://schemas.microsoft.com/office/drawing/2014/main" id="{FC187BC4-F808-41FB-A130-122A0F5FA764}"/>
              </a:ext>
            </a:extLst>
          </p:cNvPr>
          <p:cNvSpPr>
            <a:spLocks xmlns:a="http://schemas.openxmlformats.org/drawingml/2006/main" noGrp="1"/>
          </p:cNvSpPr>
          <p:nvPr/>
        </p:nvSpPr>
        <p:spPr>
          <a:xfrm xmlns:a="http://schemas.openxmlformats.org/drawingml/2006/main">
            <a:off x="7254933" y="457200"/>
            <a:ext cx="126040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ومبالغ</a:t>
            </a:r>
          </a:p>
        </p:txBody>
      </p:sp>
      <p:sp>
        <p:nvSpPr>
          <p:cNvPr id="4" name="text-441">
            <a:extLst xmlns:a="http://schemas.openxmlformats.org/drawingml/2006/main">
              <a:ext uri="{FF2B5EF4-FFF2-40B4-BE49-F238E27FC236}">
                <a16:creationId xmlns:a16="http://schemas.microsoft.com/office/drawing/2014/main" id="{B24ABF16-E12C-4346-90E9-92213B74053B}"/>
              </a:ext>
            </a:extLst>
          </p:cNvPr>
          <p:cNvSpPr>
            <a:spLocks xmlns:a="http://schemas.openxmlformats.org/drawingml/2006/main" noGrp="1"/>
          </p:cNvSpPr>
          <p:nvPr/>
        </p:nvSpPr>
        <p:spPr>
          <a:xfrm xmlns:a="http://schemas.openxmlformats.org/drawingml/2006/main">
            <a:off x="6574109" y="457200"/>
            <a:ext cx="57985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مع</a:t>
            </a:r>
          </a:p>
        </p:txBody>
      </p:sp>
      <p:sp>
        <p:nvSpPr>
          <p:cNvPr id="5" name="text-442">
            <a:extLst xmlns:a="http://schemas.openxmlformats.org/drawingml/2006/main">
              <a:ext uri="{FF2B5EF4-FFF2-40B4-BE49-F238E27FC236}">
                <a16:creationId xmlns:a16="http://schemas.microsoft.com/office/drawing/2014/main" id="{EF0D1F0D-43FA-46CF-9EA6-8D1E7E6A5B46}"/>
              </a:ext>
            </a:extLst>
          </p:cNvPr>
          <p:cNvSpPr>
            <a:spLocks xmlns:a="http://schemas.openxmlformats.org/drawingml/2006/main" noGrp="1"/>
          </p:cNvSpPr>
          <p:nvPr/>
        </p:nvSpPr>
        <p:spPr>
          <a:xfrm xmlns:a="http://schemas.openxmlformats.org/drawingml/2006/main">
            <a:off x="5544891" y="457200"/>
            <a:ext cx="92825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دليل</a:t>
            </a:r>
          </a:p>
        </p:txBody>
      </p:sp>
      <p:sp>
        <p:nvSpPr>
          <p:cNvPr id="6" name="shape-443">
            <a:extLst xmlns:a="http://schemas.openxmlformats.org/drawingml/2006/main">
              <a:ext uri="{FF2B5EF4-FFF2-40B4-BE49-F238E27FC236}">
                <a16:creationId xmlns:a16="http://schemas.microsoft.com/office/drawing/2014/main" id="{036F0FB5-C630-48F8-AD9C-A99AEF334AA2}"/>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444">
            <a:extLst xmlns:a="http://schemas.openxmlformats.org/drawingml/2006/main">
              <a:ext uri="{FF2B5EF4-FFF2-40B4-BE49-F238E27FC236}">
                <a16:creationId xmlns:a16="http://schemas.microsoft.com/office/drawing/2014/main" id="{161C8744-4B0E-410F-94E4-D1157FA7B186}"/>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445">
            <a:extLst xmlns:a="http://schemas.openxmlformats.org/drawingml/2006/main">
              <a:ext uri="{FF2B5EF4-FFF2-40B4-BE49-F238E27FC236}">
                <a16:creationId xmlns:a16="http://schemas.microsoft.com/office/drawing/2014/main" id="{D663308A-68E2-4C23-9061-362D5793ABDF}"/>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446">
            <a:extLst xmlns:a="http://schemas.openxmlformats.org/drawingml/2006/main">
              <a:ext uri="{FF2B5EF4-FFF2-40B4-BE49-F238E27FC236}">
                <a16:creationId xmlns:a16="http://schemas.microsoft.com/office/drawing/2014/main" id="{D5D037C4-F509-4CFD-8D92-4E78E2DEBC7F}"/>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447">
            <a:extLst xmlns:a="http://schemas.openxmlformats.org/drawingml/2006/main">
              <a:ext uri="{FF2B5EF4-FFF2-40B4-BE49-F238E27FC236}">
                <a16:creationId xmlns:a16="http://schemas.microsoft.com/office/drawing/2014/main" id="{DFD672FF-412B-4D4F-8D11-301C05416FE9}"/>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448">
            <a:extLst xmlns:a="http://schemas.openxmlformats.org/drawingml/2006/main">
              <a:ext uri="{FF2B5EF4-FFF2-40B4-BE49-F238E27FC236}">
                <a16:creationId xmlns:a16="http://schemas.microsoft.com/office/drawing/2014/main" id="{DDFDBE2A-B643-4E48-BCD7-F57781F92783}"/>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449">
            <a:extLst xmlns:a="http://schemas.openxmlformats.org/drawingml/2006/main">
              <a:ext uri="{FF2B5EF4-FFF2-40B4-BE49-F238E27FC236}">
                <a16:creationId xmlns:a16="http://schemas.microsoft.com/office/drawing/2014/main" id="{B8F87234-435A-4120-B70D-F07CD2320DC3}"/>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450">
            <a:extLst xmlns:a="http://schemas.openxmlformats.org/drawingml/2006/main">
              <a:ext uri="{FF2B5EF4-FFF2-40B4-BE49-F238E27FC236}">
                <a16:creationId xmlns:a16="http://schemas.microsoft.com/office/drawing/2014/main" id="{71C52D4B-550B-4E7E-BA54-93D88E2E8976}"/>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11</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f25d21b3f3864b26"/>
          <a:stretch xmlns:a="http://schemas.openxmlformats.org/drawingml/2006/main"/>
        </p:blipFill>
        <p:spPr>
          <a:xfrm xmlns:a="http://schemas.openxmlformats.org/drawingml/2006/main">
            <a:off x="1997612" y="1314450"/>
            <a:ext cx="8196775" cy="4162425"/>
          </a:xfrm>
          <a:prstGeom xmlns:a="http://schemas.openxmlformats.org/drawingml/2006/main" prst="rect">
            <a:avLst/>
          </a:prstGeom>
        </p:spPr>
      </p:pic>
      <p:sp>
        <p:nvSpPr>
          <p:cNvPr id="15" name="text-451">
            <a:extLst xmlns:a="http://schemas.openxmlformats.org/drawingml/2006/main">
              <a:ext uri="{FF2B5EF4-FFF2-40B4-BE49-F238E27FC236}">
                <a16:creationId xmlns:a16="http://schemas.microsoft.com/office/drawing/2014/main" id="{06D5BB23-215A-44C3-A221-773D41E643BD}"/>
              </a:ext>
            </a:extLst>
          </p:cNvPr>
          <p:cNvSpPr>
            <a:spLocks xmlns:a="http://schemas.openxmlformats.org/drawingml/2006/main" noGrp="1"/>
          </p:cNvSpPr>
          <p:nvPr/>
        </p:nvSpPr>
        <p:spPr>
          <a:xfrm xmlns:a="http://schemas.openxmlformats.org/drawingml/2006/main">
            <a:off x="11132347" y="5448300"/>
            <a:ext cx="45005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ومن</a:t>
            </a:r>
          </a:p>
        </p:txBody>
      </p:sp>
      <p:sp>
        <p:nvSpPr>
          <p:cNvPr id="16" name="text-452">
            <a:extLst xmlns:a="http://schemas.openxmlformats.org/drawingml/2006/main">
              <a:ext uri="{FF2B5EF4-FFF2-40B4-BE49-F238E27FC236}">
                <a16:creationId xmlns:a16="http://schemas.microsoft.com/office/drawing/2014/main" id="{F511C23A-83B6-46D9-B53D-15BFD0118090}"/>
              </a:ext>
            </a:extLst>
          </p:cNvPr>
          <p:cNvSpPr>
            <a:spLocks xmlns:a="http://schemas.openxmlformats.org/drawingml/2006/main" noGrp="1"/>
          </p:cNvSpPr>
          <p:nvPr/>
        </p:nvSpPr>
        <p:spPr>
          <a:xfrm xmlns:a="http://schemas.openxmlformats.org/drawingml/2006/main">
            <a:off x="10505594" y="5448300"/>
            <a:ext cx="57141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أدوات</a:t>
            </a:r>
          </a:p>
        </p:txBody>
      </p:sp>
      <p:sp>
        <p:nvSpPr>
          <p:cNvPr id="17" name="text-453">
            <a:extLst xmlns:a="http://schemas.openxmlformats.org/drawingml/2006/main">
              <a:ext uri="{FF2B5EF4-FFF2-40B4-BE49-F238E27FC236}">
                <a16:creationId xmlns:a16="http://schemas.microsoft.com/office/drawing/2014/main" id="{4F343B42-5EAB-4791-9D6B-7CC1A060F594}"/>
              </a:ext>
            </a:extLst>
          </p:cNvPr>
          <p:cNvSpPr>
            <a:spLocks xmlns:a="http://schemas.openxmlformats.org/drawingml/2006/main" noGrp="1"/>
          </p:cNvSpPr>
          <p:nvPr/>
        </p:nvSpPr>
        <p:spPr>
          <a:xfrm xmlns:a="http://schemas.openxmlformats.org/drawingml/2006/main">
            <a:off x="10027867" y="5448300"/>
            <a:ext cx="42238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برق</a:t>
            </a:r>
          </a:p>
        </p:txBody>
      </p:sp>
      <p:sp>
        <p:nvSpPr>
          <p:cNvPr id="18" name="text-454">
            <a:extLst xmlns:a="http://schemas.openxmlformats.org/drawingml/2006/main">
              <a:ext uri="{FF2B5EF4-FFF2-40B4-BE49-F238E27FC236}">
                <a16:creationId xmlns:a16="http://schemas.microsoft.com/office/drawing/2014/main" id="{0B4160F4-1BD0-4C70-9A97-15BC60AF37EC}"/>
              </a:ext>
            </a:extLst>
          </p:cNvPr>
          <p:cNvSpPr>
            <a:spLocks xmlns:a="http://schemas.openxmlformats.org/drawingml/2006/main" noGrp="1"/>
          </p:cNvSpPr>
          <p:nvPr/>
        </p:nvSpPr>
        <p:spPr>
          <a:xfrm xmlns:a="http://schemas.openxmlformats.org/drawingml/2006/main">
            <a:off x="8832189" y="5448300"/>
            <a:ext cx="11403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الاشتقاقات</a:t>
            </a:r>
          </a:p>
        </p:txBody>
      </p:sp>
      <p:sp>
        <p:nvSpPr>
          <p:cNvPr id="19" name="text-455">
            <a:extLst xmlns:a="http://schemas.openxmlformats.org/drawingml/2006/main">
              <a:ext uri="{FF2B5EF4-FFF2-40B4-BE49-F238E27FC236}">
                <a16:creationId xmlns:a16="http://schemas.microsoft.com/office/drawing/2014/main" id="{29FB772E-5F35-49B8-88CF-713930A6074D}"/>
              </a:ext>
            </a:extLst>
          </p:cNvPr>
          <p:cNvSpPr>
            <a:spLocks xmlns:a="http://schemas.openxmlformats.org/drawingml/2006/main" noGrp="1"/>
          </p:cNvSpPr>
          <p:nvPr/>
        </p:nvSpPr>
        <p:spPr>
          <a:xfrm xmlns:a="http://schemas.openxmlformats.org/drawingml/2006/main">
            <a:off x="7850091" y="5448300"/>
            <a:ext cx="9267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والتفسير</a:t>
            </a:r>
          </a:p>
        </p:txBody>
      </p:sp>
      <p:sp>
        <p:nvSpPr>
          <p:cNvPr id="20" name="text-456">
            <a:extLst xmlns:a="http://schemas.openxmlformats.org/drawingml/2006/main">
              <a:ext uri="{FF2B5EF4-FFF2-40B4-BE49-F238E27FC236}">
                <a16:creationId xmlns:a16="http://schemas.microsoft.com/office/drawing/2014/main" id="{AB34667C-2C79-43CA-B0E9-8486CF284461}"/>
              </a:ext>
            </a:extLst>
          </p:cNvPr>
          <p:cNvSpPr>
            <a:spLocks xmlns:a="http://schemas.openxmlformats.org/drawingml/2006/main" noGrp="1"/>
          </p:cNvSpPr>
          <p:nvPr/>
        </p:nvSpPr>
        <p:spPr>
          <a:xfrm xmlns:a="http://schemas.openxmlformats.org/drawingml/2006/main">
            <a:off x="6927151" y="5448300"/>
            <a:ext cx="86759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والحديث</a:t>
            </a:r>
          </a:p>
        </p:txBody>
      </p:sp>
      <p:sp>
        <p:nvSpPr>
          <p:cNvPr id="21" name="text-457">
            <a:extLst xmlns:a="http://schemas.openxmlformats.org/drawingml/2006/main">
              <a:ext uri="{FF2B5EF4-FFF2-40B4-BE49-F238E27FC236}">
                <a16:creationId xmlns:a16="http://schemas.microsoft.com/office/drawing/2014/main" id="{A77D43D2-A259-4D11-BA7B-3839B76774B2}"/>
              </a:ext>
            </a:extLst>
          </p:cNvPr>
          <p:cNvSpPr>
            <a:spLocks xmlns:a="http://schemas.openxmlformats.org/drawingml/2006/main" noGrp="1"/>
          </p:cNvSpPr>
          <p:nvPr/>
        </p:nvSpPr>
        <p:spPr>
          <a:xfrm xmlns:a="http://schemas.openxmlformats.org/drawingml/2006/main">
            <a:off x="11139508" y="5857875"/>
            <a:ext cx="442892"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لقطة</a:t>
            </a:r>
          </a:p>
        </p:txBody>
      </p:sp>
      <p:sp>
        <p:nvSpPr>
          <p:cNvPr id="22" name="text-458">
            <a:extLst xmlns:a="http://schemas.openxmlformats.org/drawingml/2006/main">
              <a:ext uri="{FF2B5EF4-FFF2-40B4-BE49-F238E27FC236}">
                <a16:creationId xmlns:a16="http://schemas.microsoft.com/office/drawing/2014/main" id="{5339E1B1-9FC4-4CE2-8BAD-EC40B383ACC1}"/>
              </a:ext>
            </a:extLst>
          </p:cNvPr>
          <p:cNvSpPr>
            <a:spLocks xmlns:a="http://schemas.openxmlformats.org/drawingml/2006/main" noGrp="1"/>
          </p:cNvSpPr>
          <p:nvPr/>
        </p:nvSpPr>
        <p:spPr>
          <a:xfrm xmlns:a="http://schemas.openxmlformats.org/drawingml/2006/main">
            <a:off x="10750025" y="5857875"/>
            <a:ext cx="349003"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حية</a:t>
            </a:r>
          </a:p>
        </p:txBody>
      </p:sp>
      <p:sp>
        <p:nvSpPr>
          <p:cNvPr id="23" name="text-459">
            <a:extLst xmlns:a="http://schemas.openxmlformats.org/drawingml/2006/main">
              <a:ext uri="{FF2B5EF4-FFF2-40B4-BE49-F238E27FC236}">
                <a16:creationId xmlns:a16="http://schemas.microsoft.com/office/drawing/2014/main" id="{D51C76D7-6ECC-4E70-805D-6BCEA2855361}"/>
              </a:ext>
            </a:extLst>
          </p:cNvPr>
          <p:cNvSpPr>
            <a:spLocks xmlns:a="http://schemas.openxmlformats.org/drawingml/2006/main" noGrp="1"/>
          </p:cNvSpPr>
          <p:nvPr/>
        </p:nvSpPr>
        <p:spPr>
          <a:xfrm xmlns:a="http://schemas.openxmlformats.org/drawingml/2006/main">
            <a:off x="10423722" y="5857875"/>
            <a:ext cx="285821"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من</a:t>
            </a:r>
          </a:p>
        </p:txBody>
      </p:sp>
      <p:sp>
        <p:nvSpPr>
          <p:cNvPr id="24" name="text-460">
            <a:extLst xmlns:a="http://schemas.openxmlformats.org/drawingml/2006/main">
              <a:ext uri="{FF2B5EF4-FFF2-40B4-BE49-F238E27FC236}">
                <a16:creationId xmlns:a16="http://schemas.microsoft.com/office/drawing/2014/main" id="{1C48BB65-A5DC-433C-B889-C2AEE585AA8A}"/>
              </a:ext>
            </a:extLst>
          </p:cNvPr>
          <p:cNvSpPr>
            <a:spLocks xmlns:a="http://schemas.openxmlformats.org/drawingml/2006/main" noGrp="1"/>
          </p:cNvSpPr>
          <p:nvPr/>
        </p:nvSpPr>
        <p:spPr>
          <a:xfrm xmlns:a="http://schemas.openxmlformats.org/drawingml/2006/main">
            <a:off x="9667218" y="5857875"/>
            <a:ext cx="716023"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المجلس</a:t>
            </a:r>
          </a:p>
        </p:txBody>
      </p:sp>
      <p:sp>
        <p:nvSpPr>
          <p:cNvPr id="25" name="text-461">
            <a:extLst xmlns:a="http://schemas.openxmlformats.org/drawingml/2006/main">
              <a:ext uri="{FF2B5EF4-FFF2-40B4-BE49-F238E27FC236}">
                <a16:creationId xmlns:a16="http://schemas.microsoft.com/office/drawing/2014/main" id="{F11DD22F-68BE-4A00-86EF-90DED4767A99}"/>
              </a:ext>
            </a:extLst>
          </p:cNvPr>
          <p:cNvSpPr>
            <a:spLocks xmlns:a="http://schemas.openxmlformats.org/drawingml/2006/main" noGrp="1"/>
          </p:cNvSpPr>
          <p:nvPr/>
        </p:nvSpPr>
        <p:spPr>
          <a:xfrm xmlns:a="http://schemas.openxmlformats.org/drawingml/2006/main">
            <a:off x="9476402" y="5857875"/>
            <a:ext cx="15033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٦</a:t>
            </a:r>
          </a:p>
        </p:txBody>
      </p:sp>
      <p:sp>
        <p:nvSpPr>
          <p:cNvPr id="26" name="text-462">
            <a:extLst xmlns:a="http://schemas.openxmlformats.org/drawingml/2006/main">
              <a:ext uri="{FF2B5EF4-FFF2-40B4-BE49-F238E27FC236}">
                <a16:creationId xmlns:a16="http://schemas.microsoft.com/office/drawing/2014/main" id="{CC1BF5E8-3073-4E02-92AC-3D31BB9EB001}"/>
              </a:ext>
            </a:extLst>
          </p:cNvPr>
          <p:cNvSpPr>
            <a:spLocks xmlns:a="http://schemas.openxmlformats.org/drawingml/2006/main" noGrp="1"/>
          </p:cNvSpPr>
          <p:nvPr/>
        </p:nvSpPr>
        <p:spPr>
          <a:xfrm xmlns:a="http://schemas.openxmlformats.org/drawingml/2006/main">
            <a:off x="8963597" y="5857875"/>
            <a:ext cx="472324"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أكتوبر</a:t>
            </a:r>
          </a:p>
        </p:txBody>
      </p:sp>
      <p:sp>
        <p:nvSpPr>
          <p:cNvPr id="27" name="text-463">
            <a:extLst xmlns:a="http://schemas.openxmlformats.org/drawingml/2006/main">
              <a:ext uri="{FF2B5EF4-FFF2-40B4-BE49-F238E27FC236}">
                <a16:creationId xmlns:a16="http://schemas.microsoft.com/office/drawing/2014/main" id="{F63B37F8-4375-407C-B1CC-BFCBEA615FAB}"/>
              </a:ext>
            </a:extLst>
          </p:cNvPr>
          <p:cNvSpPr>
            <a:spLocks xmlns:a="http://schemas.openxmlformats.org/drawingml/2006/main" noGrp="1"/>
          </p:cNvSpPr>
          <p:nvPr/>
        </p:nvSpPr>
        <p:spPr>
          <a:xfrm xmlns:a="http://schemas.openxmlformats.org/drawingml/2006/main">
            <a:off x="8815653" y="5857875"/>
            <a:ext cx="107462"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a:t>
            </a:r>
          </a:p>
        </p:txBody>
      </p:sp>
      <p:sp>
        <p:nvSpPr>
          <p:cNvPr id="28" name="text-464">
            <a:extLst xmlns:a="http://schemas.openxmlformats.org/drawingml/2006/main">
              <a:ext uri="{FF2B5EF4-FFF2-40B4-BE49-F238E27FC236}">
                <a16:creationId xmlns:a16="http://schemas.microsoft.com/office/drawing/2014/main" id="{5BB63D45-9A7B-4B0A-8904-84E81656C6EE}"/>
              </a:ext>
            </a:extLst>
          </p:cNvPr>
          <p:cNvSpPr>
            <a:spLocks xmlns:a="http://schemas.openxmlformats.org/drawingml/2006/main" noGrp="1"/>
          </p:cNvSpPr>
          <p:nvPr/>
        </p:nvSpPr>
        <p:spPr>
          <a:xfrm xmlns:a="http://schemas.openxmlformats.org/drawingml/2006/main">
            <a:off x="8203073" y="5857875"/>
            <a:ext cx="572099"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مسألة</a:t>
            </a:r>
          </a:p>
        </p:txBody>
      </p:sp>
      <p:sp>
        <p:nvSpPr>
          <p:cNvPr id="29" name="text-465">
            <a:extLst xmlns:a="http://schemas.openxmlformats.org/drawingml/2006/main">
              <a:ext uri="{FF2B5EF4-FFF2-40B4-BE49-F238E27FC236}">
                <a16:creationId xmlns:a16="http://schemas.microsoft.com/office/drawing/2014/main" id="{980B0BBD-4886-4068-A5EA-B51C389CB598}"/>
              </a:ext>
            </a:extLst>
          </p:cNvPr>
          <p:cNvSpPr>
            <a:spLocks xmlns:a="http://schemas.openxmlformats.org/drawingml/2006/main" noGrp="1"/>
          </p:cNvSpPr>
          <p:nvPr/>
        </p:nvSpPr>
        <p:spPr>
          <a:xfrm xmlns:a="http://schemas.openxmlformats.org/drawingml/2006/main">
            <a:off x="7536435" y="5857875"/>
            <a:ext cx="626156"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تعليمية</a:t>
            </a:r>
          </a:p>
        </p:txBody>
      </p:sp>
      <p:sp>
        <p:nvSpPr>
          <p:cNvPr id="30" name="text-466">
            <a:extLst xmlns:a="http://schemas.openxmlformats.org/drawingml/2006/main">
              <a:ext uri="{FF2B5EF4-FFF2-40B4-BE49-F238E27FC236}">
                <a16:creationId xmlns:a16="http://schemas.microsoft.com/office/drawing/2014/main" id="{41ACBB6B-40CE-4B01-BE34-CF8D523BA673}"/>
              </a:ext>
            </a:extLst>
          </p:cNvPr>
          <p:cNvSpPr>
            <a:spLocks xmlns:a="http://schemas.openxmlformats.org/drawingml/2006/main" noGrp="1"/>
          </p:cNvSpPr>
          <p:nvPr/>
        </p:nvSpPr>
        <p:spPr>
          <a:xfrm xmlns:a="http://schemas.openxmlformats.org/drawingml/2006/main">
            <a:off x="6883827" y="5857875"/>
            <a:ext cx="612127"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مكتملة</a:t>
            </a:r>
          </a:p>
        </p:txBody>
      </p:sp>
      <p:sp>
        <p:nvSpPr>
          <p:cNvPr id="31" name="text-467">
            <a:extLst xmlns:a="http://schemas.openxmlformats.org/drawingml/2006/main">
              <a:ext uri="{FF2B5EF4-FFF2-40B4-BE49-F238E27FC236}">
                <a16:creationId xmlns:a16="http://schemas.microsoft.com/office/drawing/2014/main" id="{1DB32D53-AB0B-4509-B8F2-B146342C02DD}"/>
              </a:ext>
            </a:extLst>
          </p:cNvPr>
          <p:cNvSpPr>
            <a:spLocks xmlns:a="http://schemas.openxmlformats.org/drawingml/2006/main" noGrp="1"/>
          </p:cNvSpPr>
          <p:nvPr/>
        </p:nvSpPr>
        <p:spPr>
          <a:xfrm xmlns:a="http://schemas.openxmlformats.org/drawingml/2006/main">
            <a:off x="6065515" y="5857875"/>
            <a:ext cx="777831"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المعطيات</a:t>
            </a:r>
          </a:p>
        </p:txBody>
      </p:sp>
    </p:spTree>
    <p:extLst>
      <p:ext uri="{BB962C8B-B14F-4D97-AF65-F5344CB8AC3E}">
        <p14:creationId xmlns:p14="http://schemas.microsoft.com/office/powerpoint/2010/main" val="128604469"/>
      </p:ext>
    </p:extLst>
  </p:cSld>
</p:sld>
</file>

<file path=ppt/slides/slide12.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58" name="text-468">
            <a:extLst xmlns:a="http://schemas.openxmlformats.org/drawingml/2006/main">
              <a:ext uri="{FF2B5EF4-FFF2-40B4-BE49-F238E27FC236}">
                <a16:creationId xmlns:a16="http://schemas.microsoft.com/office/drawing/2014/main" id="{3C44829D-EEBE-45AE-A107-D2222C66D555}"/>
              </a:ext>
            </a:extLst>
          </p:cNvPr>
          <p:cNvSpPr>
            <a:spLocks xmlns:a="http://schemas.openxmlformats.org/drawingml/2006/main" noGrp="1"/>
          </p:cNvSpPr>
          <p:nvPr/>
        </p:nvSpPr>
        <p:spPr>
          <a:xfrm xmlns:a="http://schemas.openxmlformats.org/drawingml/2006/main">
            <a:off x="9565279" y="457200"/>
            <a:ext cx="201712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التخصيص</a:t>
            </a:r>
          </a:p>
        </p:txBody>
      </p:sp>
      <p:sp>
        <p:nvSpPr>
          <p:cNvPr id="2" name="text-469">
            <a:extLst xmlns:a="http://schemas.openxmlformats.org/drawingml/2006/main">
              <a:ext uri="{FF2B5EF4-FFF2-40B4-BE49-F238E27FC236}">
                <a16:creationId xmlns:a16="http://schemas.microsoft.com/office/drawing/2014/main" id="{CE156C10-B212-4090-8AAF-8285A636FCB2}"/>
              </a:ext>
            </a:extLst>
          </p:cNvPr>
          <p:cNvSpPr>
            <a:spLocks xmlns:a="http://schemas.openxmlformats.org/drawingml/2006/main" noGrp="1"/>
          </p:cNvSpPr>
          <p:nvPr/>
        </p:nvSpPr>
        <p:spPr>
          <a:xfrm xmlns:a="http://schemas.openxmlformats.org/drawingml/2006/main">
            <a:off x="7683254" y="457200"/>
            <a:ext cx="178106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المعرفي</a:t>
            </a:r>
          </a:p>
        </p:txBody>
      </p:sp>
      <p:sp>
        <p:nvSpPr>
          <p:cNvPr id="3" name="text-470">
            <a:extLst xmlns:a="http://schemas.openxmlformats.org/drawingml/2006/main">
              <a:ext uri="{FF2B5EF4-FFF2-40B4-BE49-F238E27FC236}">
                <a16:creationId xmlns:a16="http://schemas.microsoft.com/office/drawing/2014/main" id="{E595C255-D2F5-424D-9095-DC1336BF145B}"/>
              </a:ext>
            </a:extLst>
          </p:cNvPr>
          <p:cNvSpPr>
            <a:spLocks xmlns:a="http://schemas.openxmlformats.org/drawingml/2006/main" noGrp="1"/>
          </p:cNvSpPr>
          <p:nvPr/>
        </p:nvSpPr>
        <p:spPr>
          <a:xfrm xmlns:a="http://schemas.openxmlformats.org/drawingml/2006/main">
            <a:off x="6593708" y="457200"/>
            <a:ext cx="98858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بأدلة</a:t>
            </a:r>
          </a:p>
        </p:txBody>
      </p:sp>
      <p:sp>
        <p:nvSpPr>
          <p:cNvPr id="4" name="text-471">
            <a:extLst xmlns:a="http://schemas.openxmlformats.org/drawingml/2006/main">
              <a:ext uri="{FF2B5EF4-FFF2-40B4-BE49-F238E27FC236}">
                <a16:creationId xmlns:a16="http://schemas.microsoft.com/office/drawing/2014/main" id="{FCCAA33A-149F-4093-BC6A-8DDBA8DE0033}"/>
              </a:ext>
            </a:extLst>
          </p:cNvPr>
          <p:cNvSpPr>
            <a:spLocks xmlns:a="http://schemas.openxmlformats.org/drawingml/2006/main" noGrp="1"/>
          </p:cNvSpPr>
          <p:nvPr/>
        </p:nvSpPr>
        <p:spPr>
          <a:xfrm xmlns:a="http://schemas.openxmlformats.org/drawingml/2006/main">
            <a:off x="5484350" y="457200"/>
            <a:ext cx="10083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قابلة</a:t>
            </a:r>
          </a:p>
        </p:txBody>
      </p:sp>
      <p:sp>
        <p:nvSpPr>
          <p:cNvPr id="5" name="text-472">
            <a:extLst xmlns:a="http://schemas.openxmlformats.org/drawingml/2006/main">
              <a:ext uri="{FF2B5EF4-FFF2-40B4-BE49-F238E27FC236}">
                <a16:creationId xmlns:a16="http://schemas.microsoft.com/office/drawing/2014/main" id="{76EF26BA-CADB-4519-B961-45F6AF709580}"/>
              </a:ext>
            </a:extLst>
          </p:cNvPr>
          <p:cNvSpPr>
            <a:spLocks xmlns:a="http://schemas.openxmlformats.org/drawingml/2006/main" noGrp="1"/>
          </p:cNvSpPr>
          <p:nvPr/>
        </p:nvSpPr>
        <p:spPr>
          <a:xfrm xmlns:a="http://schemas.openxmlformats.org/drawingml/2006/main">
            <a:off x="3837988" y="457200"/>
            <a:ext cx="15453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للفحص</a:t>
            </a:r>
          </a:p>
        </p:txBody>
      </p:sp>
      <p:sp>
        <p:nvSpPr>
          <p:cNvPr id="6" name="shape-473">
            <a:extLst xmlns:a="http://schemas.openxmlformats.org/drawingml/2006/main">
              <a:ext uri="{FF2B5EF4-FFF2-40B4-BE49-F238E27FC236}">
                <a16:creationId xmlns:a16="http://schemas.microsoft.com/office/drawing/2014/main" id="{5D35B608-8C58-4734-BADE-DDFB0AFCBDEB}"/>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474">
            <a:extLst xmlns:a="http://schemas.openxmlformats.org/drawingml/2006/main">
              <a:ext uri="{FF2B5EF4-FFF2-40B4-BE49-F238E27FC236}">
                <a16:creationId xmlns:a16="http://schemas.microsoft.com/office/drawing/2014/main" id="{6D079D57-EB57-4196-B41D-6D79CBE2CACA}"/>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475">
            <a:extLst xmlns:a="http://schemas.openxmlformats.org/drawingml/2006/main">
              <a:ext uri="{FF2B5EF4-FFF2-40B4-BE49-F238E27FC236}">
                <a16:creationId xmlns:a16="http://schemas.microsoft.com/office/drawing/2014/main" id="{DBC93432-FCF5-48EE-8E26-8CEC1227CAED}"/>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476">
            <a:extLst xmlns:a="http://schemas.openxmlformats.org/drawingml/2006/main">
              <a:ext uri="{FF2B5EF4-FFF2-40B4-BE49-F238E27FC236}">
                <a16:creationId xmlns:a16="http://schemas.microsoft.com/office/drawing/2014/main" id="{27271041-A218-4322-9A7A-31BB7DD3D6BB}"/>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477">
            <a:extLst xmlns:a="http://schemas.openxmlformats.org/drawingml/2006/main">
              <a:ext uri="{FF2B5EF4-FFF2-40B4-BE49-F238E27FC236}">
                <a16:creationId xmlns:a16="http://schemas.microsoft.com/office/drawing/2014/main" id="{51D824DA-6631-472A-AA93-C5890EB7F205}"/>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478">
            <a:extLst xmlns:a="http://schemas.openxmlformats.org/drawingml/2006/main">
              <a:ext uri="{FF2B5EF4-FFF2-40B4-BE49-F238E27FC236}">
                <a16:creationId xmlns:a16="http://schemas.microsoft.com/office/drawing/2014/main" id="{96283682-DEB6-41D2-A1E0-C74712EF3C45}"/>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479">
            <a:extLst xmlns:a="http://schemas.openxmlformats.org/drawingml/2006/main">
              <a:ext uri="{FF2B5EF4-FFF2-40B4-BE49-F238E27FC236}">
                <a16:creationId xmlns:a16="http://schemas.microsoft.com/office/drawing/2014/main" id="{9182E36B-B44F-4F1F-9C0F-5E87C024D046}"/>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480">
            <a:extLst xmlns:a="http://schemas.openxmlformats.org/drawingml/2006/main">
              <a:ext uri="{FF2B5EF4-FFF2-40B4-BE49-F238E27FC236}">
                <a16:creationId xmlns:a16="http://schemas.microsoft.com/office/drawing/2014/main" id="{117377E4-3F11-41C0-BCAF-421691D608FC}"/>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12</a:t>
            </a:r>
          </a:p>
        </p:txBody>
      </p:sp>
      <p:sp>
        <p:nvSpPr>
          <p:cNvPr id="14" name="text-481">
            <a:extLst xmlns:a="http://schemas.openxmlformats.org/drawingml/2006/main">
              <a:ext uri="{FF2B5EF4-FFF2-40B4-BE49-F238E27FC236}">
                <a16:creationId xmlns:a16="http://schemas.microsoft.com/office/drawing/2014/main" id="{7681C10F-3998-41EF-A056-117699D1BEE3}"/>
              </a:ext>
            </a:extLst>
          </p:cNvPr>
          <p:cNvSpPr>
            <a:spLocks xmlns:a="http://schemas.openxmlformats.org/drawingml/2006/main" noGrp="1"/>
          </p:cNvSpPr>
          <p:nvPr/>
        </p:nvSpPr>
        <p:spPr>
          <a:xfrm xmlns:a="http://schemas.openxmlformats.org/drawingml/2006/main">
            <a:off x="8956358" y="1647825"/>
            <a:ext cx="2626043" cy="12896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5700" b="1">
                <a:solidFill>
                  <a:srgbClr val="DDC087"/>
                </a:solidFill>
                <a:latin typeface="Tahoma"/>
                <a:ea typeface="Tahoma"/>
                <a:cs typeface="Tahoma"/>
              </a:defRPr>
            </a:pPr>
            <a:r>
              <a:rPr sz="5700" b="1">
                <a:solidFill>
                  <a:srgbClr val="DDC087"/>
                </a:solidFill>
                <a:latin typeface="Tahoma"/>
                <a:ea typeface="Tahoma"/>
                <a:cs typeface="Tahoma"/>
              </a:rPr>
              <a:t>٢٠٬٦٢٢</a:t>
            </a:r>
          </a:p>
        </p:txBody>
      </p:sp>
      <p:sp>
        <p:nvSpPr>
          <p:cNvPr id="15" name="text-482">
            <a:extLst xmlns:a="http://schemas.openxmlformats.org/drawingml/2006/main">
              <a:ext uri="{FF2B5EF4-FFF2-40B4-BE49-F238E27FC236}">
                <a16:creationId xmlns:a16="http://schemas.microsoft.com/office/drawing/2014/main" id="{F5647C03-E937-4D19-AD31-38CAF3EF839F}"/>
              </a:ext>
            </a:extLst>
          </p:cNvPr>
          <p:cNvSpPr>
            <a:spLocks xmlns:a="http://schemas.openxmlformats.org/drawingml/2006/main" noGrp="1"/>
          </p:cNvSpPr>
          <p:nvPr/>
        </p:nvSpPr>
        <p:spPr>
          <a:xfrm xmlns:a="http://schemas.openxmlformats.org/drawingml/2006/main">
            <a:off x="10948787" y="2714625"/>
            <a:ext cx="63361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وحدة</a:t>
            </a:r>
          </a:p>
        </p:txBody>
      </p:sp>
      <p:sp>
        <p:nvSpPr>
          <p:cNvPr id="16" name="text-483">
            <a:extLst xmlns:a="http://schemas.openxmlformats.org/drawingml/2006/main">
              <a:ext uri="{FF2B5EF4-FFF2-40B4-BE49-F238E27FC236}">
                <a16:creationId xmlns:a16="http://schemas.microsoft.com/office/drawing/2014/main" id="{9F1BD068-2C74-4257-BC8D-4721F72408B7}"/>
              </a:ext>
            </a:extLst>
          </p:cNvPr>
          <p:cNvSpPr>
            <a:spLocks xmlns:a="http://schemas.openxmlformats.org/drawingml/2006/main" noGrp="1"/>
          </p:cNvSpPr>
          <p:nvPr/>
        </p:nvSpPr>
        <p:spPr>
          <a:xfrm xmlns:a="http://schemas.openxmlformats.org/drawingml/2006/main">
            <a:off x="10443064" y="2714625"/>
            <a:ext cx="43847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في</a:t>
            </a:r>
          </a:p>
        </p:txBody>
      </p:sp>
      <p:sp>
        <p:nvSpPr>
          <p:cNvPr id="17" name="text-484">
            <a:extLst xmlns:a="http://schemas.openxmlformats.org/drawingml/2006/main">
              <a:ext uri="{FF2B5EF4-FFF2-40B4-BE49-F238E27FC236}">
                <a16:creationId xmlns:a16="http://schemas.microsoft.com/office/drawing/2014/main" id="{3B1C1922-21CE-4DDB-9440-0047C67B99D9}"/>
              </a:ext>
            </a:extLst>
          </p:cNvPr>
          <p:cNvSpPr>
            <a:spLocks xmlns:a="http://schemas.openxmlformats.org/drawingml/2006/main" noGrp="1"/>
          </p:cNvSpPr>
          <p:nvPr/>
        </p:nvSpPr>
        <p:spPr>
          <a:xfrm xmlns:a="http://schemas.openxmlformats.org/drawingml/2006/main">
            <a:off x="9702962" y="2714625"/>
            <a:ext cx="67285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إيصال</a:t>
            </a:r>
          </a:p>
        </p:txBody>
      </p:sp>
      <p:sp>
        <p:nvSpPr>
          <p:cNvPr id="18" name="text-485">
            <a:extLst xmlns:a="http://schemas.openxmlformats.org/drawingml/2006/main">
              <a:ext uri="{FF2B5EF4-FFF2-40B4-BE49-F238E27FC236}">
                <a16:creationId xmlns:a16="http://schemas.microsoft.com/office/drawing/2014/main" id="{9478F710-77CD-45D7-93B2-16F1C7532D31}"/>
              </a:ext>
            </a:extLst>
          </p:cNvPr>
          <p:cNvSpPr>
            <a:spLocks xmlns:a="http://schemas.openxmlformats.org/drawingml/2006/main" noGrp="1"/>
          </p:cNvSpPr>
          <p:nvPr/>
        </p:nvSpPr>
        <p:spPr>
          <a:xfrm xmlns:a="http://schemas.openxmlformats.org/drawingml/2006/main">
            <a:off x="8812952" y="2714625"/>
            <a:ext cx="82276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تضمين</a:t>
            </a:r>
          </a:p>
        </p:txBody>
      </p:sp>
      <p:sp>
        <p:nvSpPr>
          <p:cNvPr id="19" name="text-486">
            <a:extLst xmlns:a="http://schemas.openxmlformats.org/drawingml/2006/main">
              <a:ext uri="{FF2B5EF4-FFF2-40B4-BE49-F238E27FC236}">
                <a16:creationId xmlns:a16="http://schemas.microsoft.com/office/drawing/2014/main" id="{C8A7F1B9-1B37-40F3-A89E-A347F124FDA6}"/>
              </a:ext>
            </a:extLst>
          </p:cNvPr>
          <p:cNvSpPr>
            <a:spLocks xmlns:a="http://schemas.openxmlformats.org/drawingml/2006/main" noGrp="1"/>
          </p:cNvSpPr>
          <p:nvPr/>
        </p:nvSpPr>
        <p:spPr>
          <a:xfrm xmlns:a="http://schemas.openxmlformats.org/drawingml/2006/main">
            <a:off x="7884091" y="2714625"/>
            <a:ext cx="86161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تاريخي</a:t>
            </a:r>
          </a:p>
        </p:txBody>
      </p:sp>
      <p:sp>
        <p:nvSpPr>
          <p:cNvPr id="20" name="text-487">
            <a:extLst xmlns:a="http://schemas.openxmlformats.org/drawingml/2006/main">
              <a:ext uri="{FF2B5EF4-FFF2-40B4-BE49-F238E27FC236}">
                <a16:creationId xmlns:a16="http://schemas.microsoft.com/office/drawing/2014/main" id="{8BD25BD8-D3D2-45C4-83CC-DB578905D0F4}"/>
              </a:ext>
            </a:extLst>
          </p:cNvPr>
          <p:cNvSpPr>
            <a:spLocks xmlns:a="http://schemas.openxmlformats.org/drawingml/2006/main" noGrp="1"/>
          </p:cNvSpPr>
          <p:nvPr/>
        </p:nvSpPr>
        <p:spPr>
          <a:xfrm xmlns:a="http://schemas.openxmlformats.org/drawingml/2006/main">
            <a:off x="10859019" y="3362325"/>
            <a:ext cx="72338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فهرس</a:t>
            </a:r>
          </a:p>
        </p:txBody>
      </p:sp>
      <p:sp>
        <p:nvSpPr>
          <p:cNvPr id="21" name="text-488">
            <a:extLst xmlns:a="http://schemas.openxmlformats.org/drawingml/2006/main">
              <a:ext uri="{FF2B5EF4-FFF2-40B4-BE49-F238E27FC236}">
                <a16:creationId xmlns:a16="http://schemas.microsoft.com/office/drawing/2014/main" id="{4793E7FA-802D-4B7E-8EB6-6A9BE284121B}"/>
              </a:ext>
            </a:extLst>
          </p:cNvPr>
          <p:cNvSpPr>
            <a:spLocks xmlns:a="http://schemas.openxmlformats.org/drawingml/2006/main" noGrp="1"/>
          </p:cNvSpPr>
          <p:nvPr/>
        </p:nvSpPr>
        <p:spPr>
          <a:xfrm xmlns:a="http://schemas.openxmlformats.org/drawingml/2006/main">
            <a:off x="9913597" y="3362325"/>
            <a:ext cx="88408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متجهات</a:t>
            </a:r>
          </a:p>
        </p:txBody>
      </p:sp>
      <p:sp>
        <p:nvSpPr>
          <p:cNvPr id="22" name="text-489">
            <a:extLst xmlns:a="http://schemas.openxmlformats.org/drawingml/2006/main">
              <a:ext uri="{FF2B5EF4-FFF2-40B4-BE49-F238E27FC236}">
                <a16:creationId xmlns:a16="http://schemas.microsoft.com/office/drawing/2014/main" id="{77A8BAB5-93B7-47C2-814C-0FBDDBA0E4A5}"/>
              </a:ext>
            </a:extLst>
          </p:cNvPr>
          <p:cNvSpPr>
            <a:spLocks xmlns:a="http://schemas.openxmlformats.org/drawingml/2006/main" noGrp="1"/>
          </p:cNvSpPr>
          <p:nvPr/>
        </p:nvSpPr>
        <p:spPr>
          <a:xfrm xmlns:a="http://schemas.openxmlformats.org/drawingml/2006/main">
            <a:off x="9018406" y="3362325"/>
            <a:ext cx="83385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وفهرس</a:t>
            </a:r>
          </a:p>
        </p:txBody>
      </p:sp>
      <p:sp>
        <p:nvSpPr>
          <p:cNvPr id="23" name="text-490">
            <a:extLst xmlns:a="http://schemas.openxmlformats.org/drawingml/2006/main">
              <a:ext uri="{FF2B5EF4-FFF2-40B4-BE49-F238E27FC236}">
                <a16:creationId xmlns:a16="http://schemas.microsoft.com/office/drawing/2014/main" id="{CEABAF1D-3787-47BA-8538-35ACFD1255CC}"/>
              </a:ext>
            </a:extLst>
          </p:cNvPr>
          <p:cNvSpPr>
            <a:spLocks xmlns:a="http://schemas.openxmlformats.org/drawingml/2006/main" noGrp="1"/>
          </p:cNvSpPr>
          <p:nvPr/>
        </p:nvSpPr>
        <p:spPr>
          <a:xfrm xmlns:a="http://schemas.openxmlformats.org/drawingml/2006/main">
            <a:off x="8377510" y="3362325"/>
            <a:ext cx="57955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نصي</a:t>
            </a:r>
          </a:p>
        </p:txBody>
      </p:sp>
      <p:sp>
        <p:nvSpPr>
          <p:cNvPr id="24" name="text-491">
            <a:extLst xmlns:a="http://schemas.openxmlformats.org/drawingml/2006/main">
              <a:ext uri="{FF2B5EF4-FFF2-40B4-BE49-F238E27FC236}">
                <a16:creationId xmlns:a16="http://schemas.microsoft.com/office/drawing/2014/main" id="{E8B56D21-E526-4BA8-899E-5CDE048FE82D}"/>
              </a:ext>
            </a:extLst>
          </p:cNvPr>
          <p:cNvSpPr>
            <a:spLocks xmlns:a="http://schemas.openxmlformats.org/drawingml/2006/main" noGrp="1"/>
          </p:cNvSpPr>
          <p:nvPr/>
        </p:nvSpPr>
        <p:spPr>
          <a:xfrm xmlns:a="http://schemas.openxmlformats.org/drawingml/2006/main">
            <a:off x="7610251" y="3362325"/>
            <a:ext cx="70591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مثبتان</a:t>
            </a:r>
          </a:p>
        </p:txBody>
      </p:sp>
      <p:sp>
        <p:nvSpPr>
          <p:cNvPr id="25" name="text-492">
            <a:extLst xmlns:a="http://schemas.openxmlformats.org/drawingml/2006/main">
              <a:ext uri="{FF2B5EF4-FFF2-40B4-BE49-F238E27FC236}">
                <a16:creationId xmlns:a16="http://schemas.microsoft.com/office/drawing/2014/main" id="{CA7DF003-3C30-43FC-AFED-BFBEF78864FC}"/>
              </a:ext>
            </a:extLst>
          </p:cNvPr>
          <p:cNvSpPr>
            <a:spLocks xmlns:a="http://schemas.openxmlformats.org/drawingml/2006/main" noGrp="1"/>
          </p:cNvSpPr>
          <p:nvPr/>
        </p:nvSpPr>
        <p:spPr>
          <a:xfrm xmlns:a="http://schemas.openxmlformats.org/drawingml/2006/main">
            <a:off x="4203916" y="1647825"/>
            <a:ext cx="977684" cy="12896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5700" b="1">
                <a:solidFill>
                  <a:srgbClr val="DDC087"/>
                </a:solidFill>
                <a:latin typeface="Tahoma"/>
                <a:ea typeface="Tahoma"/>
                <a:cs typeface="Tahoma"/>
              </a:defRPr>
            </a:pPr>
            <a:r>
              <a:rPr sz="5700" b="1">
                <a:solidFill>
                  <a:srgbClr val="DDC087"/>
                </a:solidFill>
                <a:latin typeface="Tahoma"/>
                <a:ea typeface="Tahoma"/>
                <a:cs typeface="Tahoma"/>
              </a:rPr>
              <a:t>٢٣</a:t>
            </a:r>
          </a:p>
        </p:txBody>
      </p:sp>
      <p:sp>
        <p:nvSpPr>
          <p:cNvPr id="26" name="text-493">
            <a:extLst xmlns:a="http://schemas.openxmlformats.org/drawingml/2006/main">
              <a:ext uri="{FF2B5EF4-FFF2-40B4-BE49-F238E27FC236}">
                <a16:creationId xmlns:a16="http://schemas.microsoft.com/office/drawing/2014/main" id="{734692CB-6F9A-45BE-9D1B-C99AA337552B}"/>
              </a:ext>
            </a:extLst>
          </p:cNvPr>
          <p:cNvSpPr>
            <a:spLocks xmlns:a="http://schemas.openxmlformats.org/drawingml/2006/main" noGrp="1"/>
          </p:cNvSpPr>
          <p:nvPr/>
        </p:nvSpPr>
        <p:spPr>
          <a:xfrm xmlns:a="http://schemas.openxmlformats.org/drawingml/2006/main">
            <a:off x="4641190" y="2714625"/>
            <a:ext cx="54041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مثالًا</a:t>
            </a:r>
          </a:p>
        </p:txBody>
      </p:sp>
      <p:sp>
        <p:nvSpPr>
          <p:cNvPr id="27" name="text-494">
            <a:extLst xmlns:a="http://schemas.openxmlformats.org/drawingml/2006/main">
              <a:ext uri="{FF2B5EF4-FFF2-40B4-BE49-F238E27FC236}">
                <a16:creationId xmlns:a16="http://schemas.microsoft.com/office/drawing/2014/main" id="{8E0E0C4E-7975-4C5E-AC5D-110AF2FEFA37}"/>
              </a:ext>
            </a:extLst>
          </p:cNvPr>
          <p:cNvSpPr>
            <a:spLocks xmlns:a="http://schemas.openxmlformats.org/drawingml/2006/main" noGrp="1"/>
          </p:cNvSpPr>
          <p:nvPr/>
        </p:nvSpPr>
        <p:spPr>
          <a:xfrm xmlns:a="http://schemas.openxmlformats.org/drawingml/2006/main">
            <a:off x="3764031" y="2714625"/>
            <a:ext cx="80991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منتقى</a:t>
            </a:r>
          </a:p>
        </p:txBody>
      </p:sp>
      <p:sp>
        <p:nvSpPr>
          <p:cNvPr id="28" name="text-495">
            <a:extLst xmlns:a="http://schemas.openxmlformats.org/drawingml/2006/main">
              <a:ext uri="{FF2B5EF4-FFF2-40B4-BE49-F238E27FC236}">
                <a16:creationId xmlns:a16="http://schemas.microsoft.com/office/drawing/2014/main" id="{3E55B6F7-3C40-438A-98B9-8A87C89AC2A3}"/>
              </a:ext>
            </a:extLst>
          </p:cNvPr>
          <p:cNvSpPr>
            <a:spLocks xmlns:a="http://schemas.openxmlformats.org/drawingml/2006/main" noGrp="1"/>
          </p:cNvSpPr>
          <p:nvPr/>
        </p:nvSpPr>
        <p:spPr>
          <a:xfrm xmlns:a="http://schemas.openxmlformats.org/drawingml/2006/main">
            <a:off x="3299415" y="2714625"/>
            <a:ext cx="39737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من</a:t>
            </a:r>
          </a:p>
        </p:txBody>
      </p:sp>
      <p:sp>
        <p:nvSpPr>
          <p:cNvPr id="29" name="text-496">
            <a:extLst xmlns:a="http://schemas.openxmlformats.org/drawingml/2006/main">
              <a:ext uri="{FF2B5EF4-FFF2-40B4-BE49-F238E27FC236}">
                <a16:creationId xmlns:a16="http://schemas.microsoft.com/office/drawing/2014/main" id="{3D846C70-08D8-47D3-9571-BB6E84689BBA}"/>
              </a:ext>
            </a:extLst>
          </p:cNvPr>
          <p:cNvSpPr>
            <a:spLocks xmlns:a="http://schemas.openxmlformats.org/drawingml/2006/main" noGrp="1"/>
          </p:cNvSpPr>
          <p:nvPr/>
        </p:nvSpPr>
        <p:spPr>
          <a:xfrm xmlns:a="http://schemas.openxmlformats.org/drawingml/2006/main">
            <a:off x="2271662" y="2714625"/>
            <a:ext cx="96050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تخصيص</a:t>
            </a:r>
          </a:p>
        </p:txBody>
      </p:sp>
      <p:sp>
        <p:nvSpPr>
          <p:cNvPr id="30" name="text-497">
            <a:extLst xmlns:a="http://schemas.openxmlformats.org/drawingml/2006/main">
              <a:ext uri="{FF2B5EF4-FFF2-40B4-BE49-F238E27FC236}">
                <a16:creationId xmlns:a16="http://schemas.microsoft.com/office/drawing/2014/main" id="{4CCDDDF6-9C07-4D69-A425-90C176AEF7A5}"/>
              </a:ext>
            </a:extLst>
          </p:cNvPr>
          <p:cNvSpPr>
            <a:spLocks xmlns:a="http://schemas.openxmlformats.org/drawingml/2006/main" noGrp="1"/>
          </p:cNvSpPr>
          <p:nvPr/>
        </p:nvSpPr>
        <p:spPr>
          <a:xfrm xmlns:a="http://schemas.openxmlformats.org/drawingml/2006/main">
            <a:off x="1654685" y="2714625"/>
            <a:ext cx="54973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النية</a:t>
            </a:r>
          </a:p>
        </p:txBody>
      </p:sp>
      <p:sp>
        <p:nvSpPr>
          <p:cNvPr id="31" name="text-498">
            <a:extLst xmlns:a="http://schemas.openxmlformats.org/drawingml/2006/main">
              <a:ext uri="{FF2B5EF4-FFF2-40B4-BE49-F238E27FC236}">
                <a16:creationId xmlns:a16="http://schemas.microsoft.com/office/drawing/2014/main" id="{155ACBDF-7648-4E61-9992-776BAEDEC594}"/>
              </a:ext>
            </a:extLst>
          </p:cNvPr>
          <p:cNvSpPr>
            <a:spLocks xmlns:a="http://schemas.openxmlformats.org/drawingml/2006/main" noGrp="1"/>
          </p:cNvSpPr>
          <p:nvPr/>
        </p:nvSpPr>
        <p:spPr>
          <a:xfrm xmlns:a="http://schemas.openxmlformats.org/drawingml/2006/main">
            <a:off x="4863992" y="3362325"/>
            <a:ext cx="31760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مع</a:t>
            </a:r>
          </a:p>
        </p:txBody>
      </p:sp>
      <p:sp>
        <p:nvSpPr>
          <p:cNvPr id="32" name="text-499">
            <a:extLst xmlns:a="http://schemas.openxmlformats.org/drawingml/2006/main">
              <a:ext uri="{FF2B5EF4-FFF2-40B4-BE49-F238E27FC236}">
                <a16:creationId xmlns:a16="http://schemas.microsoft.com/office/drawing/2014/main" id="{2AB87A87-D83B-4686-9F80-9C1C1B557999}"/>
              </a:ext>
            </a:extLst>
          </p:cNvPr>
          <p:cNvSpPr>
            <a:spLocks xmlns:a="http://schemas.openxmlformats.org/drawingml/2006/main" noGrp="1"/>
          </p:cNvSpPr>
          <p:nvPr/>
        </p:nvSpPr>
        <p:spPr>
          <a:xfrm xmlns:a="http://schemas.openxmlformats.org/drawingml/2006/main">
            <a:off x="4201816" y="3362325"/>
            <a:ext cx="60378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منشأ</a:t>
            </a:r>
          </a:p>
        </p:txBody>
      </p:sp>
      <p:sp>
        <p:nvSpPr>
          <p:cNvPr id="33" name="text-500">
            <a:extLst xmlns:a="http://schemas.openxmlformats.org/drawingml/2006/main">
              <a:ext uri="{FF2B5EF4-FFF2-40B4-BE49-F238E27FC236}">
                <a16:creationId xmlns:a16="http://schemas.microsoft.com/office/drawing/2014/main" id="{1A8BCE3F-7842-4F02-8C16-4138E77837ED}"/>
              </a:ext>
            </a:extLst>
          </p:cNvPr>
          <p:cNvSpPr>
            <a:spLocks xmlns:a="http://schemas.openxmlformats.org/drawingml/2006/main" noGrp="1"/>
          </p:cNvSpPr>
          <p:nvPr/>
        </p:nvSpPr>
        <p:spPr>
          <a:xfrm xmlns:a="http://schemas.openxmlformats.org/drawingml/2006/main">
            <a:off x="3565540" y="3362325"/>
            <a:ext cx="57788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واضح</a:t>
            </a:r>
          </a:p>
        </p:txBody>
      </p:sp>
      <p:sp>
        <p:nvSpPr>
          <p:cNvPr id="34" name="text-501">
            <a:extLst xmlns:a="http://schemas.openxmlformats.org/drawingml/2006/main">
              <a:ext uri="{FF2B5EF4-FFF2-40B4-BE49-F238E27FC236}">
                <a16:creationId xmlns:a16="http://schemas.microsoft.com/office/drawing/2014/main" id="{F3F14DCC-28A2-48C6-9147-A710257EF58F}"/>
              </a:ext>
            </a:extLst>
          </p:cNvPr>
          <p:cNvSpPr>
            <a:spLocks xmlns:a="http://schemas.openxmlformats.org/drawingml/2006/main" noGrp="1"/>
          </p:cNvSpPr>
          <p:nvPr/>
        </p:nvSpPr>
        <p:spPr>
          <a:xfrm xmlns:a="http://schemas.openxmlformats.org/drawingml/2006/main">
            <a:off x="2876286" y="3362325"/>
            <a:ext cx="63086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ونتائج</a:t>
            </a:r>
          </a:p>
        </p:txBody>
      </p:sp>
      <p:sp>
        <p:nvSpPr>
          <p:cNvPr id="35" name="text-502">
            <a:extLst xmlns:a="http://schemas.openxmlformats.org/drawingml/2006/main">
              <a:ext uri="{FF2B5EF4-FFF2-40B4-BE49-F238E27FC236}">
                <a16:creationId xmlns:a16="http://schemas.microsoft.com/office/drawing/2014/main" id="{D135C14D-EC51-40D7-9EC8-80B436600ABD}"/>
              </a:ext>
            </a:extLst>
          </p:cNvPr>
          <p:cNvSpPr>
            <a:spLocks xmlns:a="http://schemas.openxmlformats.org/drawingml/2006/main" noGrp="1"/>
          </p:cNvSpPr>
          <p:nvPr/>
        </p:nvSpPr>
        <p:spPr>
          <a:xfrm xmlns:a="http://schemas.openxmlformats.org/drawingml/2006/main">
            <a:off x="2140333" y="3362325"/>
            <a:ext cx="67756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وحدود</a:t>
            </a:r>
          </a:p>
        </p:txBody>
      </p:sp>
      <p:sp>
        <p:nvSpPr>
          <p:cNvPr id="36" name="text-503">
            <a:extLst xmlns:a="http://schemas.openxmlformats.org/drawingml/2006/main">
              <a:ext uri="{FF2B5EF4-FFF2-40B4-BE49-F238E27FC236}">
                <a16:creationId xmlns:a16="http://schemas.microsoft.com/office/drawing/2014/main" id="{147927AE-F7DA-4801-98F6-58434129FC3C}"/>
              </a:ext>
            </a:extLst>
          </p:cNvPr>
          <p:cNvSpPr>
            <a:spLocks xmlns:a="http://schemas.openxmlformats.org/drawingml/2006/main" noGrp="1"/>
          </p:cNvSpPr>
          <p:nvPr/>
        </p:nvSpPr>
        <p:spPr>
          <a:xfrm xmlns:a="http://schemas.openxmlformats.org/drawingml/2006/main">
            <a:off x="1465011" y="3362325"/>
            <a:ext cx="61693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معلنة</a:t>
            </a:r>
          </a:p>
        </p:txBody>
      </p:sp>
      <p:sp>
        <p:nvSpPr>
          <p:cNvPr id="37" name="text-504">
            <a:extLst xmlns:a="http://schemas.openxmlformats.org/drawingml/2006/main">
              <a:ext uri="{FF2B5EF4-FFF2-40B4-BE49-F238E27FC236}">
                <a16:creationId xmlns:a16="http://schemas.microsoft.com/office/drawing/2014/main" id="{436D0E40-0C0C-42D0-8766-F93DB711F923}"/>
              </a:ext>
            </a:extLst>
          </p:cNvPr>
          <p:cNvSpPr>
            <a:spLocks xmlns:a="http://schemas.openxmlformats.org/drawingml/2006/main" noGrp="1"/>
          </p:cNvSpPr>
          <p:nvPr/>
        </p:nvSpPr>
        <p:spPr>
          <a:xfrm xmlns:a="http://schemas.openxmlformats.org/drawingml/2006/main">
            <a:off x="10863140" y="4657725"/>
            <a:ext cx="71926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جودة</a:t>
            </a:r>
          </a:p>
        </p:txBody>
      </p:sp>
      <p:sp>
        <p:nvSpPr>
          <p:cNvPr id="38" name="text-505">
            <a:extLst xmlns:a="http://schemas.openxmlformats.org/drawingml/2006/main">
              <a:ext uri="{FF2B5EF4-FFF2-40B4-BE49-F238E27FC236}">
                <a16:creationId xmlns:a16="http://schemas.microsoft.com/office/drawing/2014/main" id="{66E7119B-7659-44BC-B746-6064D89430AE}"/>
              </a:ext>
            </a:extLst>
          </p:cNvPr>
          <p:cNvSpPr>
            <a:spLocks xmlns:a="http://schemas.openxmlformats.org/drawingml/2006/main" noGrp="1"/>
          </p:cNvSpPr>
          <p:nvPr/>
        </p:nvSpPr>
        <p:spPr>
          <a:xfrm xmlns:a="http://schemas.openxmlformats.org/drawingml/2006/main">
            <a:off x="9355501" y="4657725"/>
            <a:ext cx="1425438"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الاسترجاع</a:t>
            </a:r>
          </a:p>
        </p:txBody>
      </p:sp>
      <p:sp>
        <p:nvSpPr>
          <p:cNvPr id="39" name="text-506">
            <a:extLst xmlns:a="http://schemas.openxmlformats.org/drawingml/2006/main">
              <a:ext uri="{FF2B5EF4-FFF2-40B4-BE49-F238E27FC236}">
                <a16:creationId xmlns:a16="http://schemas.microsoft.com/office/drawing/2014/main" id="{AAF38341-06BE-46F4-A7D3-C97538BFB01C}"/>
              </a:ext>
            </a:extLst>
          </p:cNvPr>
          <p:cNvSpPr>
            <a:spLocks xmlns:a="http://schemas.openxmlformats.org/drawingml/2006/main" noGrp="1"/>
          </p:cNvSpPr>
          <p:nvPr/>
        </p:nvSpPr>
        <p:spPr>
          <a:xfrm xmlns:a="http://schemas.openxmlformats.org/drawingml/2006/main">
            <a:off x="8471531" y="4657725"/>
            <a:ext cx="801769"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تُقاس</a:t>
            </a:r>
          </a:p>
        </p:txBody>
      </p:sp>
      <p:sp>
        <p:nvSpPr>
          <p:cNvPr id="40" name="text-507">
            <a:extLst xmlns:a="http://schemas.openxmlformats.org/drawingml/2006/main">
              <a:ext uri="{FF2B5EF4-FFF2-40B4-BE49-F238E27FC236}">
                <a16:creationId xmlns:a16="http://schemas.microsoft.com/office/drawing/2014/main" id="{FBAD7C55-B805-4A9F-951E-C057BD166E3E}"/>
              </a:ext>
            </a:extLst>
          </p:cNvPr>
          <p:cNvSpPr>
            <a:spLocks xmlns:a="http://schemas.openxmlformats.org/drawingml/2006/main" noGrp="1"/>
          </p:cNvSpPr>
          <p:nvPr/>
        </p:nvSpPr>
        <p:spPr>
          <a:xfrm xmlns:a="http://schemas.openxmlformats.org/drawingml/2006/main">
            <a:off x="7233394" y="4657725"/>
            <a:ext cx="1155937"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مستقلة</a:t>
            </a:r>
          </a:p>
        </p:txBody>
      </p:sp>
      <p:sp>
        <p:nvSpPr>
          <p:cNvPr id="41" name="text-508">
            <a:extLst xmlns:a="http://schemas.openxmlformats.org/drawingml/2006/main">
              <a:ext uri="{FF2B5EF4-FFF2-40B4-BE49-F238E27FC236}">
                <a16:creationId xmlns:a16="http://schemas.microsoft.com/office/drawing/2014/main" id="{9F1D61FA-E910-4412-A4A0-E933FDC0F783}"/>
              </a:ext>
            </a:extLst>
          </p:cNvPr>
          <p:cNvSpPr>
            <a:spLocks xmlns:a="http://schemas.openxmlformats.org/drawingml/2006/main" noGrp="1"/>
          </p:cNvSpPr>
          <p:nvPr/>
        </p:nvSpPr>
        <p:spPr>
          <a:xfrm xmlns:a="http://schemas.openxmlformats.org/drawingml/2006/main">
            <a:off x="6664251" y="4657725"/>
            <a:ext cx="48694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عن</a:t>
            </a:r>
          </a:p>
        </p:txBody>
      </p:sp>
      <p:sp>
        <p:nvSpPr>
          <p:cNvPr id="42" name="text-509">
            <a:extLst xmlns:a="http://schemas.openxmlformats.org/drawingml/2006/main">
              <a:ext uri="{FF2B5EF4-FFF2-40B4-BE49-F238E27FC236}">
                <a16:creationId xmlns:a16="http://schemas.microsoft.com/office/drawing/2014/main" id="{7BC0E628-2E23-43C1-9BD1-F22F9684CEDB}"/>
              </a:ext>
            </a:extLst>
          </p:cNvPr>
          <p:cNvSpPr>
            <a:spLocks xmlns:a="http://schemas.openxmlformats.org/drawingml/2006/main" noGrp="1"/>
          </p:cNvSpPr>
          <p:nvPr/>
        </p:nvSpPr>
        <p:spPr>
          <a:xfrm xmlns:a="http://schemas.openxmlformats.org/drawingml/2006/main">
            <a:off x="5872699" y="4657725"/>
            <a:ext cx="709351"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صحة</a:t>
            </a:r>
          </a:p>
        </p:txBody>
      </p:sp>
      <p:sp>
        <p:nvSpPr>
          <p:cNvPr id="43" name="text-510">
            <a:extLst xmlns:a="http://schemas.openxmlformats.org/drawingml/2006/main">
              <a:ext uri="{FF2B5EF4-FFF2-40B4-BE49-F238E27FC236}">
                <a16:creationId xmlns:a16="http://schemas.microsoft.com/office/drawing/2014/main" id="{AB004536-8396-4D7B-B6AC-0295393DD5BC}"/>
              </a:ext>
            </a:extLst>
          </p:cNvPr>
          <p:cNvSpPr>
            <a:spLocks xmlns:a="http://schemas.openxmlformats.org/drawingml/2006/main" noGrp="1"/>
          </p:cNvSpPr>
          <p:nvPr/>
        </p:nvSpPr>
        <p:spPr>
          <a:xfrm xmlns:a="http://schemas.openxmlformats.org/drawingml/2006/main">
            <a:off x="4853635" y="4657725"/>
            <a:ext cx="936863"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الجواب</a:t>
            </a:r>
          </a:p>
        </p:txBody>
      </p:sp>
      <p:sp>
        <p:nvSpPr>
          <p:cNvPr id="44" name="text-511">
            <a:extLst xmlns:a="http://schemas.openxmlformats.org/drawingml/2006/main">
              <a:ext uri="{FF2B5EF4-FFF2-40B4-BE49-F238E27FC236}">
                <a16:creationId xmlns:a16="http://schemas.microsoft.com/office/drawing/2014/main" id="{DD5D886F-903C-4C01-BC62-27F6826FDCCC}"/>
              </a:ext>
            </a:extLst>
          </p:cNvPr>
          <p:cNvSpPr>
            <a:spLocks xmlns:a="http://schemas.openxmlformats.org/drawingml/2006/main" noGrp="1"/>
          </p:cNvSpPr>
          <p:nvPr/>
        </p:nvSpPr>
        <p:spPr>
          <a:xfrm xmlns:a="http://schemas.openxmlformats.org/drawingml/2006/main">
            <a:off x="10741094" y="5353050"/>
            <a:ext cx="84130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المراجع</a:t>
            </a:r>
          </a:p>
        </p:txBody>
      </p:sp>
      <p:sp>
        <p:nvSpPr>
          <p:cNvPr id="45" name="text-512">
            <a:extLst xmlns:a="http://schemas.openxmlformats.org/drawingml/2006/main">
              <a:ext uri="{FF2B5EF4-FFF2-40B4-BE49-F238E27FC236}">
                <a16:creationId xmlns:a16="http://schemas.microsoft.com/office/drawing/2014/main" id="{91A3F73B-810C-4ED0-8395-031DF38CDF3E}"/>
              </a:ext>
            </a:extLst>
          </p:cNvPr>
          <p:cNvSpPr>
            <a:spLocks xmlns:a="http://schemas.openxmlformats.org/drawingml/2006/main" noGrp="1"/>
          </p:cNvSpPr>
          <p:nvPr/>
        </p:nvSpPr>
        <p:spPr>
          <a:xfrm xmlns:a="http://schemas.openxmlformats.org/drawingml/2006/main">
            <a:off x="9934200" y="5353050"/>
            <a:ext cx="74555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تشمل</a:t>
            </a:r>
          </a:p>
        </p:txBody>
      </p:sp>
      <p:sp>
        <p:nvSpPr>
          <p:cNvPr id="46" name="text-513">
            <a:extLst xmlns:a="http://schemas.openxmlformats.org/drawingml/2006/main">
              <a:ext uri="{FF2B5EF4-FFF2-40B4-BE49-F238E27FC236}">
                <a16:creationId xmlns:a16="http://schemas.microsoft.com/office/drawing/2014/main" id="{CFA37E80-AEAC-46D2-ACEC-DC4A6588149D}"/>
              </a:ext>
            </a:extLst>
          </p:cNvPr>
          <p:cNvSpPr>
            <a:spLocks xmlns:a="http://schemas.openxmlformats.org/drawingml/2006/main" noGrp="1"/>
          </p:cNvSpPr>
          <p:nvPr/>
        </p:nvSpPr>
        <p:spPr>
          <a:xfrm xmlns:a="http://schemas.openxmlformats.org/drawingml/2006/main">
            <a:off x="9391901" y="5353050"/>
            <a:ext cx="48095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مِقْرأ</a:t>
            </a:r>
          </a:p>
        </p:txBody>
      </p:sp>
      <p:sp>
        <p:nvSpPr>
          <p:cNvPr id="47" name="text-514">
            <a:extLst xmlns:a="http://schemas.openxmlformats.org/drawingml/2006/main">
              <a:ext uri="{FF2B5EF4-FFF2-40B4-BE49-F238E27FC236}">
                <a16:creationId xmlns:a16="http://schemas.microsoft.com/office/drawing/2014/main" id="{18241336-C04E-4E42-B672-8DF4CFDB6314}"/>
              </a:ext>
            </a:extLst>
          </p:cNvPr>
          <p:cNvSpPr>
            <a:spLocks xmlns:a="http://schemas.openxmlformats.org/drawingml/2006/main" noGrp="1"/>
          </p:cNvSpPr>
          <p:nvPr/>
        </p:nvSpPr>
        <p:spPr>
          <a:xfrm xmlns:a="http://schemas.openxmlformats.org/drawingml/2006/main">
            <a:off x="8546942" y="5353050"/>
            <a:ext cx="78361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للدكتور</a:t>
            </a:r>
          </a:p>
        </p:txBody>
      </p:sp>
      <p:sp>
        <p:nvSpPr>
          <p:cNvPr id="48" name="text-515">
            <a:extLst xmlns:a="http://schemas.openxmlformats.org/drawingml/2006/main">
              <a:ext uri="{FF2B5EF4-FFF2-40B4-BE49-F238E27FC236}">
                <a16:creationId xmlns:a16="http://schemas.microsoft.com/office/drawing/2014/main" id="{8B94A8DB-B6F5-4877-A2B3-57E758EF8DE1}"/>
              </a:ext>
            </a:extLst>
          </p:cNvPr>
          <p:cNvSpPr>
            <a:spLocks xmlns:a="http://schemas.openxmlformats.org/drawingml/2006/main" noGrp="1"/>
          </p:cNvSpPr>
          <p:nvPr/>
        </p:nvSpPr>
        <p:spPr>
          <a:xfrm xmlns:a="http://schemas.openxmlformats.org/drawingml/2006/main">
            <a:off x="7949311" y="5353050"/>
            <a:ext cx="53629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أيمن</a:t>
            </a:r>
          </a:p>
        </p:txBody>
      </p:sp>
      <p:sp>
        <p:nvSpPr>
          <p:cNvPr id="49" name="text-516">
            <a:extLst xmlns:a="http://schemas.openxmlformats.org/drawingml/2006/main">
              <a:ext uri="{FF2B5EF4-FFF2-40B4-BE49-F238E27FC236}">
                <a16:creationId xmlns:a16="http://schemas.microsoft.com/office/drawing/2014/main" id="{4E87821C-31BC-46B9-9B2C-CE4D10940230}"/>
              </a:ext>
            </a:extLst>
          </p:cNvPr>
          <p:cNvSpPr>
            <a:spLocks xmlns:a="http://schemas.openxmlformats.org/drawingml/2006/main" noGrp="1"/>
          </p:cNvSpPr>
          <p:nvPr/>
        </p:nvSpPr>
        <p:spPr>
          <a:xfrm xmlns:a="http://schemas.openxmlformats.org/drawingml/2006/main">
            <a:off x="7403284" y="5353050"/>
            <a:ext cx="48468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فاتح</a:t>
            </a:r>
          </a:p>
        </p:txBody>
      </p:sp>
      <p:sp>
        <p:nvSpPr>
          <p:cNvPr id="50" name="text-517">
            <a:extLst xmlns:a="http://schemas.openxmlformats.org/drawingml/2006/main">
              <a:ext uri="{FF2B5EF4-FFF2-40B4-BE49-F238E27FC236}">
                <a16:creationId xmlns:a16="http://schemas.microsoft.com/office/drawing/2014/main" id="{9816BA4E-215F-48D2-A79B-2B1A6307DB8F}"/>
              </a:ext>
            </a:extLst>
          </p:cNvPr>
          <p:cNvSpPr>
            <a:spLocks xmlns:a="http://schemas.openxmlformats.org/drawingml/2006/main" noGrp="1"/>
          </p:cNvSpPr>
          <p:nvPr/>
        </p:nvSpPr>
        <p:spPr>
          <a:xfrm xmlns:a="http://schemas.openxmlformats.org/drawingml/2006/main">
            <a:off x="6713825" y="5353050"/>
            <a:ext cx="62811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العامر</a:t>
            </a:r>
          </a:p>
        </p:txBody>
      </p:sp>
      <p:sp>
        <p:nvSpPr>
          <p:cNvPr id="51" name="text-518">
            <a:extLst xmlns:a="http://schemas.openxmlformats.org/drawingml/2006/main">
              <a:ext uri="{FF2B5EF4-FFF2-40B4-BE49-F238E27FC236}">
                <a16:creationId xmlns:a16="http://schemas.microsoft.com/office/drawing/2014/main" id="{28CD0CD7-9183-4752-8E75-97A2DF8F4C10}"/>
              </a:ext>
            </a:extLst>
          </p:cNvPr>
          <p:cNvSpPr>
            <a:spLocks xmlns:a="http://schemas.openxmlformats.org/drawingml/2006/main" noGrp="1"/>
          </p:cNvSpPr>
          <p:nvPr/>
        </p:nvSpPr>
        <p:spPr>
          <a:xfrm xmlns:a="http://schemas.openxmlformats.org/drawingml/2006/main">
            <a:off x="11027960" y="5781675"/>
            <a:ext cx="55444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تغطية</a:t>
            </a:r>
          </a:p>
        </p:txBody>
      </p:sp>
      <p:sp>
        <p:nvSpPr>
          <p:cNvPr id="52" name="text-519">
            <a:extLst xmlns:a="http://schemas.openxmlformats.org/drawingml/2006/main">
              <a:ext uri="{FF2B5EF4-FFF2-40B4-BE49-F238E27FC236}">
                <a16:creationId xmlns:a16="http://schemas.microsoft.com/office/drawing/2014/main" id="{083821BD-6BA3-48D6-8A8B-472708E1C2E9}"/>
              </a:ext>
            </a:extLst>
          </p:cNvPr>
          <p:cNvSpPr>
            <a:spLocks xmlns:a="http://schemas.openxmlformats.org/drawingml/2006/main" noGrp="1"/>
          </p:cNvSpPr>
          <p:nvPr/>
        </p:nvSpPr>
        <p:spPr>
          <a:xfrm xmlns:a="http://schemas.openxmlformats.org/drawingml/2006/main">
            <a:off x="10252113" y="5781675"/>
            <a:ext cx="72936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الفهرس</a:t>
            </a:r>
          </a:p>
        </p:txBody>
      </p:sp>
      <p:sp>
        <p:nvSpPr>
          <p:cNvPr id="53" name="text-520">
            <a:extLst xmlns:a="http://schemas.openxmlformats.org/drawingml/2006/main">
              <a:ext uri="{FF2B5EF4-FFF2-40B4-BE49-F238E27FC236}">
                <a16:creationId xmlns:a16="http://schemas.microsoft.com/office/drawing/2014/main" id="{A77058A1-0546-4ABB-ADE5-2936256DD431}"/>
              </a:ext>
            </a:extLst>
          </p:cNvPr>
          <p:cNvSpPr>
            <a:spLocks xmlns:a="http://schemas.openxmlformats.org/drawingml/2006/main" noGrp="1"/>
          </p:cNvSpPr>
          <p:nvPr/>
        </p:nvSpPr>
        <p:spPr>
          <a:xfrm xmlns:a="http://schemas.openxmlformats.org/drawingml/2006/main">
            <a:off x="9425740" y="5781675"/>
            <a:ext cx="77989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والحقوق</a:t>
            </a:r>
          </a:p>
        </p:txBody>
      </p:sp>
      <p:sp>
        <p:nvSpPr>
          <p:cNvPr id="54" name="text-521">
            <a:extLst xmlns:a="http://schemas.openxmlformats.org/drawingml/2006/main">
              <a:ext uri="{FF2B5EF4-FFF2-40B4-BE49-F238E27FC236}">
                <a16:creationId xmlns:a16="http://schemas.microsoft.com/office/drawing/2014/main" id="{FBCA2847-1275-4B14-9884-48AF35479BC6}"/>
              </a:ext>
            </a:extLst>
          </p:cNvPr>
          <p:cNvSpPr>
            <a:spLocks xmlns:a="http://schemas.openxmlformats.org/drawingml/2006/main" noGrp="1"/>
          </p:cNvSpPr>
          <p:nvPr/>
        </p:nvSpPr>
        <p:spPr>
          <a:xfrm xmlns:a="http://schemas.openxmlformats.org/drawingml/2006/main">
            <a:off x="8851405" y="5781675"/>
            <a:ext cx="52785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معلنة</a:t>
            </a:r>
          </a:p>
        </p:txBody>
      </p:sp>
      <p:sp>
        <p:nvSpPr>
          <p:cNvPr id="55" name="text-522">
            <a:extLst xmlns:a="http://schemas.openxmlformats.org/drawingml/2006/main">
              <a:ext uri="{FF2B5EF4-FFF2-40B4-BE49-F238E27FC236}">
                <a16:creationId xmlns:a16="http://schemas.microsoft.com/office/drawing/2014/main" id="{CA77932D-BF14-4F2D-8668-052B8C01BB1C}"/>
              </a:ext>
            </a:extLst>
          </p:cNvPr>
          <p:cNvSpPr>
            <a:spLocks xmlns:a="http://schemas.openxmlformats.org/drawingml/2006/main" noGrp="1"/>
          </p:cNvSpPr>
          <p:nvPr/>
        </p:nvSpPr>
        <p:spPr>
          <a:xfrm xmlns:a="http://schemas.openxmlformats.org/drawingml/2006/main">
            <a:off x="8463083" y="5781675"/>
            <a:ext cx="34184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في</a:t>
            </a:r>
          </a:p>
        </p:txBody>
      </p:sp>
      <p:sp>
        <p:nvSpPr>
          <p:cNvPr id="56" name="text-523">
            <a:extLst xmlns:a="http://schemas.openxmlformats.org/drawingml/2006/main">
              <a:ext uri="{FF2B5EF4-FFF2-40B4-BE49-F238E27FC236}">
                <a16:creationId xmlns:a16="http://schemas.microsoft.com/office/drawing/2014/main" id="{44D4853F-4DDB-4B6E-8E05-F9EA703F6292}"/>
              </a:ext>
            </a:extLst>
          </p:cNvPr>
          <p:cNvSpPr>
            <a:spLocks xmlns:a="http://schemas.openxmlformats.org/drawingml/2006/main" noGrp="1"/>
          </p:cNvSpPr>
          <p:nvPr/>
        </p:nvSpPr>
        <p:spPr>
          <a:xfrm xmlns:a="http://schemas.openxmlformats.org/drawingml/2006/main">
            <a:off x="7864123" y="5781675"/>
            <a:ext cx="55247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سجل</a:t>
            </a:r>
          </a:p>
        </p:txBody>
      </p:sp>
      <p:sp>
        <p:nvSpPr>
          <p:cNvPr id="57" name="text-524">
            <a:extLst xmlns:a="http://schemas.openxmlformats.org/drawingml/2006/main">
              <a:ext uri="{FF2B5EF4-FFF2-40B4-BE49-F238E27FC236}">
                <a16:creationId xmlns:a16="http://schemas.microsoft.com/office/drawing/2014/main" id="{AB633A27-92FB-4BE5-A7B3-CB9AAA1BB35E}"/>
              </a:ext>
            </a:extLst>
          </p:cNvPr>
          <p:cNvSpPr>
            <a:spLocks xmlns:a="http://schemas.openxmlformats.org/drawingml/2006/main" noGrp="1"/>
          </p:cNvSpPr>
          <p:nvPr/>
        </p:nvSpPr>
        <p:spPr>
          <a:xfrm xmlns:a="http://schemas.openxmlformats.org/drawingml/2006/main">
            <a:off x="7127420" y="5781675"/>
            <a:ext cx="69022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المصادر</a:t>
            </a:r>
          </a:p>
        </p:txBody>
      </p:sp>
    </p:spTree>
    <p:extLst>
      <p:ext uri="{BB962C8B-B14F-4D97-AF65-F5344CB8AC3E}">
        <p14:creationId xmlns:p14="http://schemas.microsoft.com/office/powerpoint/2010/main" val="880300490"/>
      </p:ext>
    </p:extLst>
  </p:cSld>
</p:sld>
</file>

<file path=ppt/slides/slide13.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66" name="text-525">
            <a:extLst xmlns:a="http://schemas.openxmlformats.org/drawingml/2006/main">
              <a:ext uri="{FF2B5EF4-FFF2-40B4-BE49-F238E27FC236}">
                <a16:creationId xmlns:a16="http://schemas.microsoft.com/office/drawing/2014/main" id="{F5176BFB-5170-4D0D-B1CA-48961B049475}"/>
              </a:ext>
            </a:extLst>
          </p:cNvPr>
          <p:cNvSpPr>
            <a:spLocks xmlns:a="http://schemas.openxmlformats.org/drawingml/2006/main" noGrp="1"/>
          </p:cNvSpPr>
          <p:nvPr/>
        </p:nvSpPr>
        <p:spPr>
          <a:xfrm xmlns:a="http://schemas.openxmlformats.org/drawingml/2006/main">
            <a:off x="10930722" y="457200"/>
            <a:ext cx="6516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من</a:t>
            </a:r>
          </a:p>
        </p:txBody>
      </p:sp>
      <p:sp>
        <p:nvSpPr>
          <p:cNvPr id="2" name="text-526">
            <a:extLst xmlns:a="http://schemas.openxmlformats.org/drawingml/2006/main">
              <a:ext uri="{FF2B5EF4-FFF2-40B4-BE49-F238E27FC236}">
                <a16:creationId xmlns:a16="http://schemas.microsoft.com/office/drawing/2014/main" id="{81CCCBDD-CCC0-4E6B-81B5-0547D71C91A3}"/>
              </a:ext>
            </a:extLst>
          </p:cNvPr>
          <p:cNvSpPr>
            <a:spLocks xmlns:a="http://schemas.openxmlformats.org/drawingml/2006/main" noGrp="1"/>
          </p:cNvSpPr>
          <p:nvPr/>
        </p:nvSpPr>
        <p:spPr>
          <a:xfrm xmlns:a="http://schemas.openxmlformats.org/drawingml/2006/main">
            <a:off x="9793331" y="457200"/>
            <a:ext cx="103642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نخدم</a:t>
            </a:r>
          </a:p>
        </p:txBody>
      </p:sp>
      <p:sp>
        <p:nvSpPr>
          <p:cNvPr id="3" name="text-527">
            <a:extLst xmlns:a="http://schemas.openxmlformats.org/drawingml/2006/main">
              <a:ext uri="{FF2B5EF4-FFF2-40B4-BE49-F238E27FC236}">
                <a16:creationId xmlns:a16="http://schemas.microsoft.com/office/drawing/2014/main" id="{CA700BDD-66DC-4A7B-9411-6D4234FF65B6}"/>
              </a:ext>
            </a:extLst>
          </p:cNvPr>
          <p:cNvSpPr>
            <a:spLocks xmlns:a="http://schemas.openxmlformats.org/drawingml/2006/main" noGrp="1"/>
          </p:cNvSpPr>
          <p:nvPr/>
        </p:nvSpPr>
        <p:spPr>
          <a:xfrm xmlns:a="http://schemas.openxmlformats.org/drawingml/2006/main">
            <a:off x="9029891" y="457200"/>
            <a:ext cx="66247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وما</a:t>
            </a:r>
          </a:p>
        </p:txBody>
      </p:sp>
      <p:sp>
        <p:nvSpPr>
          <p:cNvPr id="4" name="text-528">
            <a:extLst xmlns:a="http://schemas.openxmlformats.org/drawingml/2006/main">
              <a:ext uri="{FF2B5EF4-FFF2-40B4-BE49-F238E27FC236}">
                <a16:creationId xmlns:a16="http://schemas.microsoft.com/office/drawing/2014/main" id="{E4938780-6A3D-475F-A017-216A10D53E58}"/>
              </a:ext>
            </a:extLst>
          </p:cNvPr>
          <p:cNvSpPr>
            <a:spLocks xmlns:a="http://schemas.openxmlformats.org/drawingml/2006/main" noGrp="1"/>
          </p:cNvSpPr>
          <p:nvPr/>
        </p:nvSpPr>
        <p:spPr>
          <a:xfrm xmlns:a="http://schemas.openxmlformats.org/drawingml/2006/main">
            <a:off x="7918948" y="457200"/>
            <a:ext cx="10099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النفع</a:t>
            </a:r>
          </a:p>
        </p:txBody>
      </p:sp>
      <p:sp>
        <p:nvSpPr>
          <p:cNvPr id="5" name="text-529">
            <a:extLst xmlns:a="http://schemas.openxmlformats.org/drawingml/2006/main">
              <a:ext uri="{FF2B5EF4-FFF2-40B4-BE49-F238E27FC236}">
                <a16:creationId xmlns:a16="http://schemas.microsoft.com/office/drawing/2014/main" id="{7278FDE0-757E-486A-86C1-48DE27019DC0}"/>
              </a:ext>
            </a:extLst>
          </p:cNvPr>
          <p:cNvSpPr>
            <a:spLocks xmlns:a="http://schemas.openxmlformats.org/drawingml/2006/main" noGrp="1"/>
          </p:cNvSpPr>
          <p:nvPr/>
        </p:nvSpPr>
        <p:spPr>
          <a:xfrm xmlns:a="http://schemas.openxmlformats.org/drawingml/2006/main">
            <a:off x="6845153" y="457200"/>
            <a:ext cx="97283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الذي</a:t>
            </a:r>
          </a:p>
        </p:txBody>
      </p:sp>
      <p:sp>
        <p:nvSpPr>
          <p:cNvPr id="6" name="text-530">
            <a:extLst xmlns:a="http://schemas.openxmlformats.org/drawingml/2006/main">
              <a:ext uri="{FF2B5EF4-FFF2-40B4-BE49-F238E27FC236}">
                <a16:creationId xmlns:a16="http://schemas.microsoft.com/office/drawing/2014/main" id="{8B3B2332-61A2-4F5B-A008-55C734636937}"/>
              </a:ext>
            </a:extLst>
          </p:cNvPr>
          <p:cNvSpPr>
            <a:spLocks xmlns:a="http://schemas.openxmlformats.org/drawingml/2006/main" noGrp="1"/>
          </p:cNvSpPr>
          <p:nvPr/>
        </p:nvSpPr>
        <p:spPr>
          <a:xfrm xmlns:a="http://schemas.openxmlformats.org/drawingml/2006/main">
            <a:off x="5382250" y="457200"/>
            <a:ext cx="136193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نتحقق</a:t>
            </a:r>
          </a:p>
        </p:txBody>
      </p:sp>
      <p:sp>
        <p:nvSpPr>
          <p:cNvPr id="7" name="text-531">
            <a:extLst xmlns:a="http://schemas.openxmlformats.org/drawingml/2006/main">
              <a:ext uri="{FF2B5EF4-FFF2-40B4-BE49-F238E27FC236}">
                <a16:creationId xmlns:a16="http://schemas.microsoft.com/office/drawing/2014/main" id="{742DBEE4-D0C0-40DC-B080-E1E582D67AA9}"/>
              </a:ext>
            </a:extLst>
          </p:cNvPr>
          <p:cNvSpPr>
            <a:spLocks xmlns:a="http://schemas.openxmlformats.org/drawingml/2006/main" noGrp="1"/>
          </p:cNvSpPr>
          <p:nvPr/>
        </p:nvSpPr>
        <p:spPr>
          <a:xfrm xmlns:a="http://schemas.openxmlformats.org/drawingml/2006/main">
            <a:off x="4299737" y="457200"/>
            <a:ext cx="98154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منه؟</a:t>
            </a:r>
          </a:p>
        </p:txBody>
      </p:sp>
      <p:sp>
        <p:nvSpPr>
          <p:cNvPr id="8" name="shape-532">
            <a:extLst xmlns:a="http://schemas.openxmlformats.org/drawingml/2006/main">
              <a:ext uri="{FF2B5EF4-FFF2-40B4-BE49-F238E27FC236}">
                <a16:creationId xmlns:a16="http://schemas.microsoft.com/office/drawing/2014/main" id="{9EF078E9-45E9-4AB5-A6DC-4AE9A1B18F8F}"/>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9" name="text-533">
            <a:extLst xmlns:a="http://schemas.openxmlformats.org/drawingml/2006/main">
              <a:ext uri="{FF2B5EF4-FFF2-40B4-BE49-F238E27FC236}">
                <a16:creationId xmlns:a16="http://schemas.microsoft.com/office/drawing/2014/main" id="{2599A360-ADA3-4C62-98E3-3BC24E83BAAE}"/>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10" name="text-534">
            <a:extLst xmlns:a="http://schemas.openxmlformats.org/drawingml/2006/main">
              <a:ext uri="{FF2B5EF4-FFF2-40B4-BE49-F238E27FC236}">
                <a16:creationId xmlns:a16="http://schemas.microsoft.com/office/drawing/2014/main" id="{8A7E05DD-91F3-4E4A-A2DC-9DA2F7E1D4B6}"/>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11" name="text-535">
            <a:extLst xmlns:a="http://schemas.openxmlformats.org/drawingml/2006/main">
              <a:ext uri="{FF2B5EF4-FFF2-40B4-BE49-F238E27FC236}">
                <a16:creationId xmlns:a16="http://schemas.microsoft.com/office/drawing/2014/main" id="{49ADE58C-8275-43F7-9832-70051AD13B1D}"/>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2" name="text-536">
            <a:extLst xmlns:a="http://schemas.openxmlformats.org/drawingml/2006/main">
              <a:ext uri="{FF2B5EF4-FFF2-40B4-BE49-F238E27FC236}">
                <a16:creationId xmlns:a16="http://schemas.microsoft.com/office/drawing/2014/main" id="{D5876B73-1983-4E97-9E22-D72937333C54}"/>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3" name="text-537">
            <a:extLst xmlns:a="http://schemas.openxmlformats.org/drawingml/2006/main">
              <a:ext uri="{FF2B5EF4-FFF2-40B4-BE49-F238E27FC236}">
                <a16:creationId xmlns:a16="http://schemas.microsoft.com/office/drawing/2014/main" id="{4D9BB373-B485-45DB-A1BB-214594FFDDDF}"/>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4" name="text-538">
            <a:extLst xmlns:a="http://schemas.openxmlformats.org/drawingml/2006/main">
              <a:ext uri="{FF2B5EF4-FFF2-40B4-BE49-F238E27FC236}">
                <a16:creationId xmlns:a16="http://schemas.microsoft.com/office/drawing/2014/main" id="{0B67B811-F161-4EC1-B035-925F989B60CF}"/>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5" name="text-539">
            <a:extLst xmlns:a="http://schemas.openxmlformats.org/drawingml/2006/main">
              <a:ext uri="{FF2B5EF4-FFF2-40B4-BE49-F238E27FC236}">
                <a16:creationId xmlns:a16="http://schemas.microsoft.com/office/drawing/2014/main" id="{8716008B-00AE-48CE-BFE0-0A6A379085ED}"/>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13</a:t>
            </a:r>
          </a:p>
        </p:txBody>
      </p:sp>
      <p:sp>
        <p:nvSpPr>
          <p:cNvPr id="16" name="text-540">
            <a:extLst xmlns:a="http://schemas.openxmlformats.org/drawingml/2006/main">
              <a:ext uri="{FF2B5EF4-FFF2-40B4-BE49-F238E27FC236}">
                <a16:creationId xmlns:a16="http://schemas.microsoft.com/office/drawing/2014/main" id="{8A7219DD-A47A-4DBB-8407-71E073F7762D}"/>
              </a:ext>
            </a:extLst>
          </p:cNvPr>
          <p:cNvSpPr>
            <a:spLocks xmlns:a="http://schemas.openxmlformats.org/drawingml/2006/main" noGrp="1"/>
          </p:cNvSpPr>
          <p:nvPr/>
        </p:nvSpPr>
        <p:spPr>
          <a:xfrm xmlns:a="http://schemas.openxmlformats.org/drawingml/2006/main">
            <a:off x="10719725" y="1504950"/>
            <a:ext cx="862675"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DDC087"/>
                </a:solidFill>
                <a:latin typeface="Tahoma"/>
                <a:ea typeface="Tahoma"/>
                <a:cs typeface="Tahoma"/>
              </a:defRPr>
            </a:pPr>
            <a:r>
              <a:rPr sz="2475" b="1">
                <a:solidFill>
                  <a:srgbClr val="DDC087"/>
                </a:solidFill>
                <a:latin typeface="Tahoma"/>
                <a:ea typeface="Tahoma"/>
                <a:cs typeface="Tahoma"/>
              </a:rPr>
              <a:t>طالب</a:t>
            </a:r>
          </a:p>
        </p:txBody>
      </p:sp>
      <p:sp>
        <p:nvSpPr>
          <p:cNvPr id="17" name="text-541">
            <a:extLst xmlns:a="http://schemas.openxmlformats.org/drawingml/2006/main">
              <a:ext uri="{FF2B5EF4-FFF2-40B4-BE49-F238E27FC236}">
                <a16:creationId xmlns:a16="http://schemas.microsoft.com/office/drawing/2014/main" id="{EB589234-9495-4297-B679-334ECA1C39FF}"/>
              </a:ext>
            </a:extLst>
          </p:cNvPr>
          <p:cNvSpPr>
            <a:spLocks xmlns:a="http://schemas.openxmlformats.org/drawingml/2006/main" noGrp="1"/>
          </p:cNvSpPr>
          <p:nvPr/>
        </p:nvSpPr>
        <p:spPr>
          <a:xfrm xmlns:a="http://schemas.openxmlformats.org/drawingml/2006/main">
            <a:off x="9427872" y="1504950"/>
            <a:ext cx="1218796"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DDC087"/>
                </a:solidFill>
                <a:latin typeface="Tahoma"/>
                <a:ea typeface="Tahoma"/>
                <a:cs typeface="Tahoma"/>
              </a:defRPr>
            </a:pPr>
            <a:r>
              <a:rPr sz="2475" b="1">
                <a:solidFill>
                  <a:srgbClr val="DDC087"/>
                </a:solidFill>
                <a:latin typeface="Tahoma"/>
                <a:ea typeface="Tahoma"/>
                <a:cs typeface="Tahoma"/>
              </a:rPr>
              <a:t>المعرفة</a:t>
            </a:r>
          </a:p>
        </p:txBody>
      </p:sp>
      <p:sp>
        <p:nvSpPr>
          <p:cNvPr id="18" name="text-542">
            <a:extLst xmlns:a="http://schemas.openxmlformats.org/drawingml/2006/main">
              <a:ext uri="{FF2B5EF4-FFF2-40B4-BE49-F238E27FC236}">
                <a16:creationId xmlns:a16="http://schemas.microsoft.com/office/drawing/2014/main" id="{D08C7FE2-94F7-4806-8932-F7A5D5FB4A4B}"/>
              </a:ext>
            </a:extLst>
          </p:cNvPr>
          <p:cNvSpPr>
            <a:spLocks xmlns:a="http://schemas.openxmlformats.org/drawingml/2006/main" noGrp="1"/>
          </p:cNvSpPr>
          <p:nvPr/>
        </p:nvSpPr>
        <p:spPr>
          <a:xfrm xmlns:a="http://schemas.openxmlformats.org/drawingml/2006/main">
            <a:off x="8112542" y="1504950"/>
            <a:ext cx="124227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DDC087"/>
                </a:solidFill>
                <a:latin typeface="Tahoma"/>
                <a:ea typeface="Tahoma"/>
                <a:cs typeface="Tahoma"/>
              </a:defRPr>
            </a:pPr>
            <a:r>
              <a:rPr sz="2475" b="1">
                <a:solidFill>
                  <a:srgbClr val="DDC087"/>
                </a:solidFill>
                <a:latin typeface="Tahoma"/>
                <a:ea typeface="Tahoma"/>
                <a:cs typeface="Tahoma"/>
              </a:rPr>
              <a:t>والباحث</a:t>
            </a:r>
          </a:p>
        </p:txBody>
      </p:sp>
      <p:sp>
        <p:nvSpPr>
          <p:cNvPr id="19" name="text-543">
            <a:extLst xmlns:a="http://schemas.openxmlformats.org/drawingml/2006/main">
              <a:ext uri="{FF2B5EF4-FFF2-40B4-BE49-F238E27FC236}">
                <a16:creationId xmlns:a16="http://schemas.microsoft.com/office/drawing/2014/main" id="{47B09271-9FFF-446D-BBE9-B71173E6723D}"/>
              </a:ext>
            </a:extLst>
          </p:cNvPr>
          <p:cNvSpPr>
            <a:spLocks xmlns:a="http://schemas.openxmlformats.org/drawingml/2006/main" noGrp="1"/>
          </p:cNvSpPr>
          <p:nvPr/>
        </p:nvSpPr>
        <p:spPr>
          <a:xfrm xmlns:a="http://schemas.openxmlformats.org/drawingml/2006/main">
            <a:off x="6707958" y="1504950"/>
            <a:ext cx="1331526"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DDC087"/>
                </a:solidFill>
                <a:latin typeface="Tahoma"/>
                <a:ea typeface="Tahoma"/>
                <a:cs typeface="Tahoma"/>
              </a:defRPr>
            </a:pPr>
            <a:r>
              <a:rPr sz="2475" b="1">
                <a:solidFill>
                  <a:srgbClr val="DDC087"/>
                </a:solidFill>
                <a:latin typeface="Tahoma"/>
                <a:ea typeface="Tahoma"/>
                <a:cs typeface="Tahoma"/>
              </a:rPr>
              <a:t>والمعرّف</a:t>
            </a:r>
          </a:p>
        </p:txBody>
      </p:sp>
      <p:sp>
        <p:nvSpPr>
          <p:cNvPr id="20" name="text-544">
            <a:extLst xmlns:a="http://schemas.openxmlformats.org/drawingml/2006/main">
              <a:ext uri="{FF2B5EF4-FFF2-40B4-BE49-F238E27FC236}">
                <a16:creationId xmlns:a16="http://schemas.microsoft.com/office/drawing/2014/main" id="{71300A42-5C7B-4341-856D-FFEC3EEB8AEC}"/>
              </a:ext>
            </a:extLst>
          </p:cNvPr>
          <p:cNvSpPr>
            <a:spLocks xmlns:a="http://schemas.openxmlformats.org/drawingml/2006/main" noGrp="1"/>
          </p:cNvSpPr>
          <p:nvPr/>
        </p:nvSpPr>
        <p:spPr>
          <a:xfrm xmlns:a="http://schemas.openxmlformats.org/drawingml/2006/main">
            <a:off x="5332499" y="1504950"/>
            <a:ext cx="130240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DDC087"/>
                </a:solidFill>
                <a:latin typeface="Tahoma"/>
                <a:ea typeface="Tahoma"/>
                <a:cs typeface="Tahoma"/>
              </a:defRPr>
            </a:pPr>
            <a:r>
              <a:rPr sz="2475" b="1">
                <a:solidFill>
                  <a:srgbClr val="DDC087"/>
                </a:solidFill>
                <a:latin typeface="Tahoma"/>
                <a:ea typeface="Tahoma"/>
                <a:cs typeface="Tahoma"/>
              </a:rPr>
              <a:t>بالإسلام</a:t>
            </a:r>
          </a:p>
        </p:txBody>
      </p:sp>
      <p:sp>
        <p:nvSpPr>
          <p:cNvPr id="21" name="text-545">
            <a:extLst xmlns:a="http://schemas.openxmlformats.org/drawingml/2006/main">
              <a:ext uri="{FF2B5EF4-FFF2-40B4-BE49-F238E27FC236}">
                <a16:creationId xmlns:a16="http://schemas.microsoft.com/office/drawing/2014/main" id="{9F35FF50-4DB9-413D-9AD4-25E8F2A232EA}"/>
              </a:ext>
            </a:extLst>
          </p:cNvPr>
          <p:cNvSpPr>
            <a:spLocks xmlns:a="http://schemas.openxmlformats.org/drawingml/2006/main" noGrp="1"/>
          </p:cNvSpPr>
          <p:nvPr/>
        </p:nvSpPr>
        <p:spPr>
          <a:xfrm xmlns:a="http://schemas.openxmlformats.org/drawingml/2006/main">
            <a:off x="10890021" y="2181225"/>
            <a:ext cx="692379"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جواب</a:t>
            </a:r>
          </a:p>
        </p:txBody>
      </p:sp>
      <p:sp>
        <p:nvSpPr>
          <p:cNvPr id="22" name="text-546">
            <a:extLst xmlns:a="http://schemas.openxmlformats.org/drawingml/2006/main">
              <a:ext uri="{FF2B5EF4-FFF2-40B4-BE49-F238E27FC236}">
                <a16:creationId xmlns:a16="http://schemas.microsoft.com/office/drawing/2014/main" id="{929F0E87-15BE-4D86-B37C-5913CE2A454C}"/>
              </a:ext>
            </a:extLst>
          </p:cNvPr>
          <p:cNvSpPr>
            <a:spLocks xmlns:a="http://schemas.openxmlformats.org/drawingml/2006/main" noGrp="1"/>
          </p:cNvSpPr>
          <p:nvPr/>
        </p:nvSpPr>
        <p:spPr>
          <a:xfrm xmlns:a="http://schemas.openxmlformats.org/drawingml/2006/main">
            <a:off x="10293925" y="2181225"/>
            <a:ext cx="522849"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يبدو</a:t>
            </a:r>
          </a:p>
        </p:txBody>
      </p:sp>
      <p:sp>
        <p:nvSpPr>
          <p:cNvPr id="23" name="text-547">
            <a:extLst xmlns:a="http://schemas.openxmlformats.org/drawingml/2006/main">
              <a:ext uri="{FF2B5EF4-FFF2-40B4-BE49-F238E27FC236}">
                <a16:creationId xmlns:a16="http://schemas.microsoft.com/office/drawing/2014/main" id="{5DF958B2-BE6A-4784-9DFE-82E8481EB492}"/>
              </a:ext>
            </a:extLst>
          </p:cNvPr>
          <p:cNvSpPr>
            <a:spLocks xmlns:a="http://schemas.openxmlformats.org/drawingml/2006/main" noGrp="1"/>
          </p:cNvSpPr>
          <p:nvPr/>
        </p:nvSpPr>
        <p:spPr>
          <a:xfrm xmlns:a="http://schemas.openxmlformats.org/drawingml/2006/main">
            <a:off x="9341600" y="2181225"/>
            <a:ext cx="87907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صحيحًا</a:t>
            </a:r>
          </a:p>
        </p:txBody>
      </p:sp>
      <p:sp>
        <p:nvSpPr>
          <p:cNvPr id="24" name="text-548">
            <a:extLst xmlns:a="http://schemas.openxmlformats.org/drawingml/2006/main">
              <a:ext uri="{FF2B5EF4-FFF2-40B4-BE49-F238E27FC236}">
                <a16:creationId xmlns:a16="http://schemas.microsoft.com/office/drawing/2014/main" id="{3B1A61EF-56A3-487C-BE75-6DBB5C3AB735}"/>
              </a:ext>
            </a:extLst>
          </p:cNvPr>
          <p:cNvSpPr>
            <a:spLocks xmlns:a="http://schemas.openxmlformats.org/drawingml/2006/main" noGrp="1"/>
          </p:cNvSpPr>
          <p:nvPr/>
        </p:nvSpPr>
        <p:spPr>
          <a:xfrm xmlns:a="http://schemas.openxmlformats.org/drawingml/2006/main">
            <a:off x="8702042" y="2181225"/>
            <a:ext cx="566311"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كيف</a:t>
            </a:r>
          </a:p>
        </p:txBody>
      </p:sp>
      <p:sp>
        <p:nvSpPr>
          <p:cNvPr id="25" name="text-549">
            <a:extLst xmlns:a="http://schemas.openxmlformats.org/drawingml/2006/main">
              <a:ext uri="{FF2B5EF4-FFF2-40B4-BE49-F238E27FC236}">
                <a16:creationId xmlns:a16="http://schemas.microsoft.com/office/drawing/2014/main" id="{CF40D3D6-22D1-4768-85BC-F08BC56FD437}"/>
              </a:ext>
            </a:extLst>
          </p:cNvPr>
          <p:cNvSpPr>
            <a:spLocks xmlns:a="http://schemas.openxmlformats.org/drawingml/2006/main" noGrp="1"/>
          </p:cNvSpPr>
          <p:nvPr/>
        </p:nvSpPr>
        <p:spPr>
          <a:xfrm xmlns:a="http://schemas.openxmlformats.org/drawingml/2006/main">
            <a:off x="7768259" y="2181225"/>
            <a:ext cx="860535"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نتحقق</a:t>
            </a:r>
          </a:p>
        </p:txBody>
      </p:sp>
      <p:sp>
        <p:nvSpPr>
          <p:cNvPr id="26" name="text-550">
            <a:extLst xmlns:a="http://schemas.openxmlformats.org/drawingml/2006/main">
              <a:ext uri="{FF2B5EF4-FFF2-40B4-BE49-F238E27FC236}">
                <a16:creationId xmlns:a16="http://schemas.microsoft.com/office/drawing/2014/main" id="{268397EF-6C86-4289-AD97-04D356AF999E}"/>
              </a:ext>
            </a:extLst>
          </p:cNvPr>
          <p:cNvSpPr>
            <a:spLocks xmlns:a="http://schemas.openxmlformats.org/drawingml/2006/main" noGrp="1"/>
          </p:cNvSpPr>
          <p:nvPr/>
        </p:nvSpPr>
        <p:spPr>
          <a:xfrm xmlns:a="http://schemas.openxmlformats.org/drawingml/2006/main">
            <a:off x="7272919" y="2181225"/>
            <a:ext cx="42209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من</a:t>
            </a:r>
          </a:p>
        </p:txBody>
      </p:sp>
      <p:sp>
        <p:nvSpPr>
          <p:cNvPr id="27" name="text-551">
            <a:extLst xmlns:a="http://schemas.openxmlformats.org/drawingml/2006/main">
              <a:ext uri="{FF2B5EF4-FFF2-40B4-BE49-F238E27FC236}">
                <a16:creationId xmlns:a16="http://schemas.microsoft.com/office/drawing/2014/main" id="{3D8DD319-A96C-4889-B352-B7063CA9B76B}"/>
              </a:ext>
            </a:extLst>
          </p:cNvPr>
          <p:cNvSpPr>
            <a:spLocks xmlns:a="http://schemas.openxmlformats.org/drawingml/2006/main" noGrp="1"/>
          </p:cNvSpPr>
          <p:nvPr/>
        </p:nvSpPr>
        <p:spPr>
          <a:xfrm xmlns:a="http://schemas.openxmlformats.org/drawingml/2006/main">
            <a:off x="6668582" y="2181225"/>
            <a:ext cx="53109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نصّه</a:t>
            </a:r>
          </a:p>
        </p:txBody>
      </p:sp>
      <p:sp>
        <p:nvSpPr>
          <p:cNvPr id="28" name="text-552">
            <a:extLst xmlns:a="http://schemas.openxmlformats.org/drawingml/2006/main">
              <a:ext uri="{FF2B5EF4-FFF2-40B4-BE49-F238E27FC236}">
                <a16:creationId xmlns:a16="http://schemas.microsoft.com/office/drawing/2014/main" id="{1B0647AE-7468-4252-AEB4-353D60C28BD6}"/>
              </a:ext>
            </a:extLst>
          </p:cNvPr>
          <p:cNvSpPr>
            <a:spLocks xmlns:a="http://schemas.openxmlformats.org/drawingml/2006/main" noGrp="1"/>
          </p:cNvSpPr>
          <p:nvPr/>
        </p:nvSpPr>
        <p:spPr>
          <a:xfrm xmlns:a="http://schemas.openxmlformats.org/drawingml/2006/main">
            <a:off x="5670343" y="2181225"/>
            <a:ext cx="924992"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ودليله؟</a:t>
            </a:r>
          </a:p>
        </p:txBody>
      </p:sp>
      <p:sp>
        <p:nvSpPr>
          <p:cNvPr id="29" name="shape-553">
            <a:extLst xmlns:a="http://schemas.openxmlformats.org/drawingml/2006/main">
              <a:ext uri="{FF2B5EF4-FFF2-40B4-BE49-F238E27FC236}">
                <a16:creationId xmlns:a16="http://schemas.microsoft.com/office/drawing/2014/main" id="{32E7B458-AB57-49BD-B3ED-F1316374418B}"/>
              </a:ext>
            </a:extLst>
          </p:cNvPr>
          <p:cNvSpPr>
            <a:spLocks xmlns:a="http://schemas.openxmlformats.org/drawingml/2006/main" noGrp="1"/>
          </p:cNvSpPr>
          <p:nvPr/>
        </p:nvSpPr>
        <p:spPr>
          <a:xfrm xmlns:a="http://schemas.openxmlformats.org/drawingml/2006/main">
            <a:off x="6238875" y="3038475"/>
            <a:ext cx="5343525" cy="1533525"/>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30" name="shape-554">
            <a:extLst xmlns:a="http://schemas.openxmlformats.org/drawingml/2006/main">
              <a:ext uri="{FF2B5EF4-FFF2-40B4-BE49-F238E27FC236}">
                <a16:creationId xmlns:a16="http://schemas.microsoft.com/office/drawing/2014/main" id="{731AB945-8762-40C6-BEF1-82D7B9405E17}"/>
              </a:ext>
            </a:extLst>
          </p:cNvPr>
          <p:cNvSpPr>
            <a:spLocks xmlns:a="http://schemas.openxmlformats.org/drawingml/2006/main" noGrp="1"/>
          </p:cNvSpPr>
          <p:nvPr/>
        </p:nvSpPr>
        <p:spPr>
          <a:xfrm xmlns:a="http://schemas.openxmlformats.org/drawingml/2006/main">
            <a:off x="609600" y="3038475"/>
            <a:ext cx="5343525" cy="1533525"/>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31" name="text-555">
            <a:extLst xmlns:a="http://schemas.openxmlformats.org/drawingml/2006/main">
              <a:ext uri="{FF2B5EF4-FFF2-40B4-BE49-F238E27FC236}">
                <a16:creationId xmlns:a16="http://schemas.microsoft.com/office/drawing/2014/main" id="{5023FBF2-5D3A-4209-8C58-062318E127B4}"/>
              </a:ext>
            </a:extLst>
          </p:cNvPr>
          <p:cNvSpPr>
            <a:spLocks xmlns:a="http://schemas.openxmlformats.org/drawingml/2006/main" noGrp="1"/>
          </p:cNvSpPr>
          <p:nvPr/>
        </p:nvSpPr>
        <p:spPr>
          <a:xfrm xmlns:a="http://schemas.openxmlformats.org/drawingml/2006/main">
            <a:off x="10491384" y="3219450"/>
            <a:ext cx="90051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المثبت</a:t>
            </a:r>
          </a:p>
        </p:txBody>
      </p:sp>
      <p:sp>
        <p:nvSpPr>
          <p:cNvPr id="32" name="text-556">
            <a:extLst xmlns:a="http://schemas.openxmlformats.org/drawingml/2006/main">
              <a:ext uri="{FF2B5EF4-FFF2-40B4-BE49-F238E27FC236}">
                <a16:creationId xmlns:a16="http://schemas.microsoft.com/office/drawing/2014/main" id="{2FEE47E2-BA61-4040-B3F9-161D48A5F569}"/>
              </a:ext>
            </a:extLst>
          </p:cNvPr>
          <p:cNvSpPr>
            <a:spLocks xmlns:a="http://schemas.openxmlformats.org/drawingml/2006/main" noGrp="1"/>
          </p:cNvSpPr>
          <p:nvPr/>
        </p:nvSpPr>
        <p:spPr>
          <a:xfrm xmlns:a="http://schemas.openxmlformats.org/drawingml/2006/main">
            <a:off x="9926269" y="3219450"/>
            <a:ext cx="50605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في</a:t>
            </a:r>
          </a:p>
        </p:txBody>
      </p:sp>
      <p:sp>
        <p:nvSpPr>
          <p:cNvPr id="33" name="text-557">
            <a:extLst xmlns:a="http://schemas.openxmlformats.org/drawingml/2006/main">
              <a:ext uri="{FF2B5EF4-FFF2-40B4-BE49-F238E27FC236}">
                <a16:creationId xmlns:a16="http://schemas.microsoft.com/office/drawing/2014/main" id="{AB93D143-BC6B-4056-B5B0-DEA7B4329946}"/>
              </a:ext>
            </a:extLst>
          </p:cNvPr>
          <p:cNvSpPr>
            <a:spLocks xmlns:a="http://schemas.openxmlformats.org/drawingml/2006/main" noGrp="1"/>
          </p:cNvSpPr>
          <p:nvPr/>
        </p:nvSpPr>
        <p:spPr>
          <a:xfrm xmlns:a="http://schemas.openxmlformats.org/drawingml/2006/main">
            <a:off x="9086759" y="3219450"/>
            <a:ext cx="78045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العينة</a:t>
            </a:r>
          </a:p>
        </p:txBody>
      </p:sp>
      <p:sp>
        <p:nvSpPr>
          <p:cNvPr id="34" name="text-558">
            <a:extLst xmlns:a="http://schemas.openxmlformats.org/drawingml/2006/main">
              <a:ext uri="{FF2B5EF4-FFF2-40B4-BE49-F238E27FC236}">
                <a16:creationId xmlns:a16="http://schemas.microsoft.com/office/drawing/2014/main" id="{3FC40254-7EB7-4129-9600-1DCBCA2BA52A}"/>
              </a:ext>
            </a:extLst>
          </p:cNvPr>
          <p:cNvSpPr>
            <a:spLocks xmlns:a="http://schemas.openxmlformats.org/drawingml/2006/main" noGrp="1"/>
          </p:cNvSpPr>
          <p:nvPr/>
        </p:nvSpPr>
        <p:spPr>
          <a:xfrm xmlns:a="http://schemas.openxmlformats.org/drawingml/2006/main">
            <a:off x="10966668" y="3867150"/>
            <a:ext cx="4252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فتح</a:t>
            </a:r>
          </a:p>
        </p:txBody>
      </p:sp>
      <p:sp>
        <p:nvSpPr>
          <p:cNvPr id="35" name="text-559">
            <a:extLst xmlns:a="http://schemas.openxmlformats.org/drawingml/2006/main">
              <a:ext uri="{FF2B5EF4-FFF2-40B4-BE49-F238E27FC236}">
                <a16:creationId xmlns:a16="http://schemas.microsoft.com/office/drawing/2014/main" id="{F146BDAD-EEDD-40CB-BCE0-CC5F47D79CDA}"/>
              </a:ext>
            </a:extLst>
          </p:cNvPr>
          <p:cNvSpPr>
            <a:spLocks xmlns:a="http://schemas.openxmlformats.org/drawingml/2006/main" noGrp="1"/>
          </p:cNvSpPr>
          <p:nvPr/>
        </p:nvSpPr>
        <p:spPr>
          <a:xfrm xmlns:a="http://schemas.openxmlformats.org/drawingml/2006/main">
            <a:off x="10124553" y="3867150"/>
            <a:ext cx="78077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المصدر</a:t>
            </a:r>
          </a:p>
        </p:txBody>
      </p:sp>
      <p:sp>
        <p:nvSpPr>
          <p:cNvPr id="36" name="text-560">
            <a:extLst xmlns:a="http://schemas.openxmlformats.org/drawingml/2006/main">
              <a:ext uri="{FF2B5EF4-FFF2-40B4-BE49-F238E27FC236}">
                <a16:creationId xmlns:a16="http://schemas.microsoft.com/office/drawing/2014/main" id="{51765A2E-EFBD-4FBC-A2F3-84E293218394}"/>
              </a:ext>
            </a:extLst>
          </p:cNvPr>
          <p:cNvSpPr>
            <a:spLocks xmlns:a="http://schemas.openxmlformats.org/drawingml/2006/main" noGrp="1"/>
          </p:cNvSpPr>
          <p:nvPr/>
        </p:nvSpPr>
        <p:spPr>
          <a:xfrm xmlns:a="http://schemas.openxmlformats.org/drawingml/2006/main">
            <a:off x="9154997" y="3867150"/>
            <a:ext cx="90821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ومطابقة</a:t>
            </a:r>
          </a:p>
        </p:txBody>
      </p:sp>
      <p:sp>
        <p:nvSpPr>
          <p:cNvPr id="37" name="text-561">
            <a:extLst xmlns:a="http://schemas.openxmlformats.org/drawingml/2006/main">
              <a:ext uri="{FF2B5EF4-FFF2-40B4-BE49-F238E27FC236}">
                <a16:creationId xmlns:a16="http://schemas.microsoft.com/office/drawing/2014/main" id="{4B8EF124-9736-47A0-9DA6-B3896C7473CD}"/>
              </a:ext>
            </a:extLst>
          </p:cNvPr>
          <p:cNvSpPr>
            <a:spLocks xmlns:a="http://schemas.openxmlformats.org/drawingml/2006/main" noGrp="1"/>
          </p:cNvSpPr>
          <p:nvPr/>
        </p:nvSpPr>
        <p:spPr>
          <a:xfrm xmlns:a="http://schemas.openxmlformats.org/drawingml/2006/main">
            <a:off x="8626139" y="3867150"/>
            <a:ext cx="46751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نصه</a:t>
            </a:r>
          </a:p>
        </p:txBody>
      </p:sp>
      <p:sp>
        <p:nvSpPr>
          <p:cNvPr id="38" name="text-562">
            <a:extLst xmlns:a="http://schemas.openxmlformats.org/drawingml/2006/main">
              <a:ext uri="{FF2B5EF4-FFF2-40B4-BE49-F238E27FC236}">
                <a16:creationId xmlns:a16="http://schemas.microsoft.com/office/drawing/2014/main" id="{613D02C5-2F82-442E-BC7A-BF5D1E06EBFD}"/>
              </a:ext>
            </a:extLst>
          </p:cNvPr>
          <p:cNvSpPr>
            <a:spLocks xmlns:a="http://schemas.openxmlformats.org/drawingml/2006/main" noGrp="1"/>
          </p:cNvSpPr>
          <p:nvPr/>
        </p:nvSpPr>
        <p:spPr>
          <a:xfrm xmlns:a="http://schemas.openxmlformats.org/drawingml/2006/main">
            <a:off x="5473903" y="3219450"/>
            <a:ext cx="28872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DDC087"/>
                </a:solidFill>
                <a:latin typeface="Tahoma"/>
                <a:ea typeface="Tahoma"/>
                <a:cs typeface="Tahoma"/>
              </a:defRPr>
            </a:pPr>
            <a:r>
              <a:rPr sz="2025" b="1">
                <a:solidFill>
                  <a:srgbClr val="DDC087"/>
                </a:solidFill>
                <a:latin typeface="Tahoma"/>
                <a:ea typeface="Tahoma"/>
                <a:cs typeface="Tahoma"/>
              </a:rPr>
              <a:t>ما</a:t>
            </a:r>
          </a:p>
        </p:txBody>
      </p:sp>
      <p:sp>
        <p:nvSpPr>
          <p:cNvPr id="39" name="text-563">
            <a:extLst xmlns:a="http://schemas.openxmlformats.org/drawingml/2006/main">
              <a:ext uri="{FF2B5EF4-FFF2-40B4-BE49-F238E27FC236}">
                <a16:creationId xmlns:a16="http://schemas.microsoft.com/office/drawing/2014/main" id="{EF0C7A82-2705-43BE-AC1E-4820796F0F00}"/>
              </a:ext>
            </a:extLst>
          </p:cNvPr>
          <p:cNvSpPr>
            <a:spLocks xmlns:a="http://schemas.openxmlformats.org/drawingml/2006/main" noGrp="1"/>
          </p:cNvSpPr>
          <p:nvPr/>
        </p:nvSpPr>
        <p:spPr>
          <a:xfrm xmlns:a="http://schemas.openxmlformats.org/drawingml/2006/main">
            <a:off x="4243193" y="3219450"/>
            <a:ext cx="117441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DDC087"/>
                </a:solidFill>
                <a:latin typeface="Tahoma"/>
                <a:ea typeface="Tahoma"/>
                <a:cs typeface="Tahoma"/>
              </a:defRPr>
            </a:pPr>
            <a:r>
              <a:rPr sz="2025" b="1">
                <a:solidFill>
                  <a:srgbClr val="DDC087"/>
                </a:solidFill>
                <a:latin typeface="Tahoma"/>
                <a:ea typeface="Tahoma"/>
                <a:cs typeface="Tahoma"/>
              </a:rPr>
              <a:t>سنقيسه</a:t>
            </a:r>
          </a:p>
        </p:txBody>
      </p:sp>
      <p:sp>
        <p:nvSpPr>
          <p:cNvPr id="40" name="text-564">
            <a:extLst xmlns:a="http://schemas.openxmlformats.org/drawingml/2006/main">
              <a:ext uri="{FF2B5EF4-FFF2-40B4-BE49-F238E27FC236}">
                <a16:creationId xmlns:a16="http://schemas.microsoft.com/office/drawing/2014/main" id="{45552A6F-40C1-4284-9E0E-656530820C4F}"/>
              </a:ext>
            </a:extLst>
          </p:cNvPr>
          <p:cNvSpPr>
            <a:spLocks xmlns:a="http://schemas.openxmlformats.org/drawingml/2006/main" noGrp="1"/>
          </p:cNvSpPr>
          <p:nvPr/>
        </p:nvSpPr>
        <p:spPr>
          <a:xfrm xmlns:a="http://schemas.openxmlformats.org/drawingml/2006/main">
            <a:off x="3808628" y="3219450"/>
            <a:ext cx="37827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DDC087"/>
                </a:solidFill>
                <a:latin typeface="Tahoma"/>
                <a:ea typeface="Tahoma"/>
                <a:cs typeface="Tahoma"/>
              </a:defRPr>
            </a:pPr>
            <a:r>
              <a:rPr sz="2025" b="1">
                <a:solidFill>
                  <a:srgbClr val="DDC087"/>
                </a:solidFill>
                <a:latin typeface="Tahoma"/>
                <a:ea typeface="Tahoma"/>
                <a:cs typeface="Tahoma"/>
              </a:rPr>
              <a:t>مع</a:t>
            </a:r>
          </a:p>
        </p:txBody>
      </p:sp>
      <p:sp>
        <p:nvSpPr>
          <p:cNvPr id="41" name="text-565">
            <a:extLst xmlns:a="http://schemas.openxmlformats.org/drawingml/2006/main">
              <a:ext uri="{FF2B5EF4-FFF2-40B4-BE49-F238E27FC236}">
                <a16:creationId xmlns:a16="http://schemas.microsoft.com/office/drawing/2014/main" id="{1DC476F3-9F03-458E-A133-2D10587F2E6C}"/>
              </a:ext>
            </a:extLst>
          </p:cNvPr>
          <p:cNvSpPr>
            <a:spLocks xmlns:a="http://schemas.openxmlformats.org/drawingml/2006/main" noGrp="1"/>
          </p:cNvSpPr>
          <p:nvPr/>
        </p:nvSpPr>
        <p:spPr>
          <a:xfrm xmlns:a="http://schemas.openxmlformats.org/drawingml/2006/main">
            <a:off x="2229128" y="3219450"/>
            <a:ext cx="152320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DDC087"/>
                </a:solidFill>
                <a:latin typeface="Tahoma"/>
                <a:ea typeface="Tahoma"/>
                <a:cs typeface="Tahoma"/>
              </a:defRPr>
            </a:pPr>
            <a:r>
              <a:rPr sz="2025" b="1">
                <a:solidFill>
                  <a:srgbClr val="DDC087"/>
                </a:solidFill>
                <a:latin typeface="Tahoma"/>
                <a:ea typeface="Tahoma"/>
                <a:cs typeface="Tahoma"/>
              </a:rPr>
              <a:t>المستفيدين</a:t>
            </a:r>
          </a:p>
        </p:txBody>
      </p:sp>
      <p:sp>
        <p:nvSpPr>
          <p:cNvPr id="42" name="text-566">
            <a:extLst xmlns:a="http://schemas.openxmlformats.org/drawingml/2006/main">
              <a:ext uri="{FF2B5EF4-FFF2-40B4-BE49-F238E27FC236}">
                <a16:creationId xmlns:a16="http://schemas.microsoft.com/office/drawing/2014/main" id="{B9423C1B-BCB1-45B2-9EB5-66D4F85CD7FD}"/>
              </a:ext>
            </a:extLst>
          </p:cNvPr>
          <p:cNvSpPr>
            <a:spLocks xmlns:a="http://schemas.openxmlformats.org/drawingml/2006/main" noGrp="1"/>
          </p:cNvSpPr>
          <p:nvPr/>
        </p:nvSpPr>
        <p:spPr>
          <a:xfrm xmlns:a="http://schemas.openxmlformats.org/drawingml/2006/main">
            <a:off x="5190820" y="3867150"/>
            <a:ext cx="57180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إتمام</a:t>
            </a:r>
          </a:p>
        </p:txBody>
      </p:sp>
      <p:sp>
        <p:nvSpPr>
          <p:cNvPr id="43" name="text-567">
            <a:extLst xmlns:a="http://schemas.openxmlformats.org/drawingml/2006/main">
              <a:ext uri="{FF2B5EF4-FFF2-40B4-BE49-F238E27FC236}">
                <a16:creationId xmlns:a16="http://schemas.microsoft.com/office/drawing/2014/main" id="{BCD7A7A2-4E9F-4A29-8D64-670D5593A089}"/>
              </a:ext>
            </a:extLst>
          </p:cNvPr>
          <p:cNvSpPr>
            <a:spLocks xmlns:a="http://schemas.openxmlformats.org/drawingml/2006/main" noGrp="1"/>
          </p:cNvSpPr>
          <p:nvPr/>
        </p:nvSpPr>
        <p:spPr>
          <a:xfrm xmlns:a="http://schemas.openxmlformats.org/drawingml/2006/main">
            <a:off x="4333793" y="3867150"/>
            <a:ext cx="79568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المهمة</a:t>
            </a:r>
          </a:p>
        </p:txBody>
      </p:sp>
      <p:sp>
        <p:nvSpPr>
          <p:cNvPr id="44" name="text-568">
            <a:extLst xmlns:a="http://schemas.openxmlformats.org/drawingml/2006/main">
              <a:ext uri="{FF2B5EF4-FFF2-40B4-BE49-F238E27FC236}">
                <a16:creationId xmlns:a16="http://schemas.microsoft.com/office/drawing/2014/main" id="{EC8A3C87-9F22-472C-AAE0-DA0937F74569}"/>
              </a:ext>
            </a:extLst>
          </p:cNvPr>
          <p:cNvSpPr>
            <a:spLocks xmlns:a="http://schemas.openxmlformats.org/drawingml/2006/main" noGrp="1"/>
          </p:cNvSpPr>
          <p:nvPr/>
        </p:nvSpPr>
        <p:spPr>
          <a:xfrm xmlns:a="http://schemas.openxmlformats.org/drawingml/2006/main">
            <a:off x="3687599" y="3867150"/>
            <a:ext cx="58485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وفهم</a:t>
            </a:r>
          </a:p>
        </p:txBody>
      </p:sp>
      <p:sp>
        <p:nvSpPr>
          <p:cNvPr id="45" name="text-569">
            <a:extLst xmlns:a="http://schemas.openxmlformats.org/drawingml/2006/main">
              <a:ext uri="{FF2B5EF4-FFF2-40B4-BE49-F238E27FC236}">
                <a16:creationId xmlns:a16="http://schemas.microsoft.com/office/drawing/2014/main" id="{92EC8428-01BF-4410-94C6-7E7BDA6FA9C9}"/>
              </a:ext>
            </a:extLst>
          </p:cNvPr>
          <p:cNvSpPr>
            <a:spLocks xmlns:a="http://schemas.openxmlformats.org/drawingml/2006/main" noGrp="1"/>
          </p:cNvSpPr>
          <p:nvPr/>
        </p:nvSpPr>
        <p:spPr>
          <a:xfrm xmlns:a="http://schemas.openxmlformats.org/drawingml/2006/main">
            <a:off x="2874426" y="3867150"/>
            <a:ext cx="7518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الجواب</a:t>
            </a:r>
          </a:p>
        </p:txBody>
      </p:sp>
      <p:sp>
        <p:nvSpPr>
          <p:cNvPr id="46" name="text-570">
            <a:extLst xmlns:a="http://schemas.openxmlformats.org/drawingml/2006/main">
              <a:ext uri="{FF2B5EF4-FFF2-40B4-BE49-F238E27FC236}">
                <a16:creationId xmlns:a16="http://schemas.microsoft.com/office/drawing/2014/main" id="{307D7A52-3D3C-417A-A7D0-BE5732B5D998}"/>
              </a:ext>
            </a:extLst>
          </p:cNvPr>
          <p:cNvSpPr>
            <a:spLocks xmlns:a="http://schemas.openxmlformats.org/drawingml/2006/main" noGrp="1"/>
          </p:cNvSpPr>
          <p:nvPr/>
        </p:nvSpPr>
        <p:spPr>
          <a:xfrm xmlns:a="http://schemas.openxmlformats.org/drawingml/2006/main">
            <a:off x="10962915" y="4933950"/>
            <a:ext cx="61948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إضافة</a:t>
            </a:r>
          </a:p>
        </p:txBody>
      </p:sp>
      <p:sp>
        <p:nvSpPr>
          <p:cNvPr id="47" name="text-571">
            <a:extLst xmlns:a="http://schemas.openxmlformats.org/drawingml/2006/main">
              <a:ext uri="{FF2B5EF4-FFF2-40B4-BE49-F238E27FC236}">
                <a16:creationId xmlns:a16="http://schemas.microsoft.com/office/drawing/2014/main" id="{17D94C75-0F80-4506-A67E-DE4DEA2586ED}"/>
              </a:ext>
            </a:extLst>
          </p:cNvPr>
          <p:cNvSpPr>
            <a:spLocks xmlns:a="http://schemas.openxmlformats.org/drawingml/2006/main" noGrp="1"/>
          </p:cNvSpPr>
          <p:nvPr/>
        </p:nvSpPr>
        <p:spPr>
          <a:xfrm xmlns:a="http://schemas.openxmlformats.org/drawingml/2006/main">
            <a:off x="10108546" y="4933950"/>
            <a:ext cx="79598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التحدي</a:t>
            </a:r>
          </a:p>
        </p:txBody>
      </p:sp>
      <p:sp>
        <p:nvSpPr>
          <p:cNvPr id="48" name="text-572">
            <a:extLst xmlns:a="http://schemas.openxmlformats.org/drawingml/2006/main">
              <a:ext uri="{FF2B5EF4-FFF2-40B4-BE49-F238E27FC236}">
                <a16:creationId xmlns:a16="http://schemas.microsoft.com/office/drawing/2014/main" id="{E4433813-14F0-4089-9FCE-D5909414F888}"/>
              </a:ext>
            </a:extLst>
          </p:cNvPr>
          <p:cNvSpPr>
            <a:spLocks xmlns:a="http://schemas.openxmlformats.org/drawingml/2006/main" noGrp="1"/>
          </p:cNvSpPr>
          <p:nvPr/>
        </p:nvSpPr>
        <p:spPr>
          <a:xfrm xmlns:a="http://schemas.openxmlformats.org/drawingml/2006/main">
            <a:off x="9288711" y="4933950"/>
            <a:ext cx="76144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مجلس</a:t>
            </a:r>
          </a:p>
        </p:txBody>
      </p:sp>
      <p:sp>
        <p:nvSpPr>
          <p:cNvPr id="49" name="text-573">
            <a:extLst xmlns:a="http://schemas.openxmlformats.org/drawingml/2006/main">
              <a:ext uri="{FF2B5EF4-FFF2-40B4-BE49-F238E27FC236}">
                <a16:creationId xmlns:a16="http://schemas.microsoft.com/office/drawing/2014/main" id="{BC17E132-B196-46B8-A63D-A6D8758DF9C8}"/>
              </a:ext>
            </a:extLst>
          </p:cNvPr>
          <p:cNvSpPr>
            <a:spLocks xmlns:a="http://schemas.openxmlformats.org/drawingml/2006/main" noGrp="1"/>
          </p:cNvSpPr>
          <p:nvPr/>
        </p:nvSpPr>
        <p:spPr>
          <a:xfrm xmlns:a="http://schemas.openxmlformats.org/drawingml/2006/main">
            <a:off x="8775462" y="4933950"/>
            <a:ext cx="4548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وبث</a:t>
            </a:r>
          </a:p>
        </p:txBody>
      </p:sp>
      <p:sp>
        <p:nvSpPr>
          <p:cNvPr id="50" name="text-574">
            <a:extLst xmlns:a="http://schemas.openxmlformats.org/drawingml/2006/main">
              <a:ext uri="{FF2B5EF4-FFF2-40B4-BE49-F238E27FC236}">
                <a16:creationId xmlns:a16="http://schemas.microsoft.com/office/drawing/2014/main" id="{C43D98F2-011E-4B90-A05C-14B9D9D43E74}"/>
              </a:ext>
            </a:extLst>
          </p:cNvPr>
          <p:cNvSpPr>
            <a:spLocks xmlns:a="http://schemas.openxmlformats.org/drawingml/2006/main" noGrp="1"/>
          </p:cNvSpPr>
          <p:nvPr/>
        </p:nvSpPr>
        <p:spPr>
          <a:xfrm xmlns:a="http://schemas.openxmlformats.org/drawingml/2006/main">
            <a:off x="7957099" y="4933950"/>
            <a:ext cx="75997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ومراجع</a:t>
            </a:r>
          </a:p>
        </p:txBody>
      </p:sp>
      <p:sp>
        <p:nvSpPr>
          <p:cNvPr id="51" name="text-575">
            <a:extLst xmlns:a="http://schemas.openxmlformats.org/drawingml/2006/main">
              <a:ext uri="{FF2B5EF4-FFF2-40B4-BE49-F238E27FC236}">
                <a16:creationId xmlns:a16="http://schemas.microsoft.com/office/drawing/2014/main" id="{83989802-9F1A-4DAF-8E8B-1140843EA785}"/>
              </a:ext>
            </a:extLst>
          </p:cNvPr>
          <p:cNvSpPr>
            <a:spLocks xmlns:a="http://schemas.openxmlformats.org/drawingml/2006/main" noGrp="1"/>
          </p:cNvSpPr>
          <p:nvPr/>
        </p:nvSpPr>
        <p:spPr>
          <a:xfrm xmlns:a="http://schemas.openxmlformats.org/drawingml/2006/main">
            <a:off x="7231055" y="4933950"/>
            <a:ext cx="66765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وإحالة</a:t>
            </a:r>
          </a:p>
        </p:txBody>
      </p:sp>
      <p:sp>
        <p:nvSpPr>
          <p:cNvPr id="52" name="text-576">
            <a:extLst xmlns:a="http://schemas.openxmlformats.org/drawingml/2006/main">
              <a:ext uri="{FF2B5EF4-FFF2-40B4-BE49-F238E27FC236}">
                <a16:creationId xmlns:a16="http://schemas.microsoft.com/office/drawing/2014/main" id="{1F68CA76-0466-4639-9E60-EF5AF6955162}"/>
              </a:ext>
            </a:extLst>
          </p:cNvPr>
          <p:cNvSpPr>
            <a:spLocks xmlns:a="http://schemas.openxmlformats.org/drawingml/2006/main" noGrp="1"/>
          </p:cNvSpPr>
          <p:nvPr/>
        </p:nvSpPr>
        <p:spPr>
          <a:xfrm xmlns:a="http://schemas.openxmlformats.org/drawingml/2006/main">
            <a:off x="6629313" y="4933950"/>
            <a:ext cx="54335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وأدلة</a:t>
            </a:r>
          </a:p>
        </p:txBody>
      </p:sp>
      <p:sp>
        <p:nvSpPr>
          <p:cNvPr id="53" name="text-577">
            <a:extLst xmlns:a="http://schemas.openxmlformats.org/drawingml/2006/main">
              <a:ext uri="{FF2B5EF4-FFF2-40B4-BE49-F238E27FC236}">
                <a16:creationId xmlns:a16="http://schemas.microsoft.com/office/drawing/2014/main" id="{3FF2C3AA-10E8-4613-9EAB-694291A8701A}"/>
              </a:ext>
            </a:extLst>
          </p:cNvPr>
          <p:cNvSpPr>
            <a:spLocks xmlns:a="http://schemas.openxmlformats.org/drawingml/2006/main" noGrp="1"/>
          </p:cNvSpPr>
          <p:nvPr/>
        </p:nvSpPr>
        <p:spPr>
          <a:xfrm xmlns:a="http://schemas.openxmlformats.org/drawingml/2006/main">
            <a:off x="6045329" y="4933950"/>
            <a:ext cx="52559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قابلة</a:t>
            </a:r>
          </a:p>
        </p:txBody>
      </p:sp>
      <p:sp>
        <p:nvSpPr>
          <p:cNvPr id="54" name="text-578">
            <a:extLst xmlns:a="http://schemas.openxmlformats.org/drawingml/2006/main">
              <a:ext uri="{FF2B5EF4-FFF2-40B4-BE49-F238E27FC236}">
                <a16:creationId xmlns:a16="http://schemas.microsoft.com/office/drawing/2014/main" id="{9BFB411D-3042-44B1-9137-94A467298A34}"/>
              </a:ext>
            </a:extLst>
          </p:cNvPr>
          <p:cNvSpPr>
            <a:spLocks xmlns:a="http://schemas.openxmlformats.org/drawingml/2006/main" noGrp="1"/>
          </p:cNvSpPr>
          <p:nvPr/>
        </p:nvSpPr>
        <p:spPr>
          <a:xfrm xmlns:a="http://schemas.openxmlformats.org/drawingml/2006/main">
            <a:off x="5188704" y="4933950"/>
            <a:ext cx="79823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للفحص</a:t>
            </a:r>
          </a:p>
        </p:txBody>
      </p:sp>
      <p:sp>
        <p:nvSpPr>
          <p:cNvPr id="55" name="text-579">
            <a:extLst xmlns:a="http://schemas.openxmlformats.org/drawingml/2006/main">
              <a:ext uri="{FF2B5EF4-FFF2-40B4-BE49-F238E27FC236}">
                <a16:creationId xmlns:a16="http://schemas.microsoft.com/office/drawing/2014/main" id="{1568D2E8-BEF4-4533-87A1-10AE2A744A01}"/>
              </a:ext>
            </a:extLst>
          </p:cNvPr>
          <p:cNvSpPr>
            <a:spLocks xmlns:a="http://schemas.openxmlformats.org/drawingml/2006/main" noGrp="1"/>
          </p:cNvSpPr>
          <p:nvPr/>
        </p:nvSpPr>
        <p:spPr>
          <a:xfrm xmlns:a="http://schemas.openxmlformats.org/drawingml/2006/main">
            <a:off x="10867260" y="5562600"/>
            <a:ext cx="715140"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النموذج</a:t>
            </a:r>
          </a:p>
        </p:txBody>
      </p:sp>
      <p:sp>
        <p:nvSpPr>
          <p:cNvPr id="56" name="text-580">
            <a:extLst xmlns:a="http://schemas.openxmlformats.org/drawingml/2006/main">
              <a:ext uri="{FF2B5EF4-FFF2-40B4-BE49-F238E27FC236}">
                <a16:creationId xmlns:a16="http://schemas.microsoft.com/office/drawing/2014/main" id="{6DD2783E-3BCE-4F8C-AF07-51E07EF75772}"/>
              </a:ext>
            </a:extLst>
          </p:cNvPr>
          <p:cNvSpPr>
            <a:spLocks xmlns:a="http://schemas.openxmlformats.org/drawingml/2006/main" noGrp="1"/>
          </p:cNvSpPr>
          <p:nvPr/>
        </p:nvSpPr>
        <p:spPr>
          <a:xfrm xmlns:a="http://schemas.openxmlformats.org/drawingml/2006/main">
            <a:off x="10052847" y="5562600"/>
            <a:ext cx="76497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والبحوث</a:t>
            </a:r>
          </a:p>
        </p:txBody>
      </p:sp>
      <p:sp>
        <p:nvSpPr>
          <p:cNvPr id="57" name="text-581">
            <a:extLst xmlns:a="http://schemas.openxmlformats.org/drawingml/2006/main">
              <a:ext uri="{FF2B5EF4-FFF2-40B4-BE49-F238E27FC236}">
                <a16:creationId xmlns:a16="http://schemas.microsoft.com/office/drawing/2014/main" id="{52030B23-F748-44A1-81F6-95E537B17FBE}"/>
              </a:ext>
            </a:extLst>
          </p:cNvPr>
          <p:cNvSpPr>
            <a:spLocks xmlns:a="http://schemas.openxmlformats.org/drawingml/2006/main" noGrp="1"/>
          </p:cNvSpPr>
          <p:nvPr/>
        </p:nvSpPr>
        <p:spPr>
          <a:xfrm xmlns:a="http://schemas.openxmlformats.org/drawingml/2006/main">
            <a:off x="9576708" y="5562600"/>
            <a:ext cx="426704"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أصل</a:t>
            </a:r>
          </a:p>
        </p:txBody>
      </p:sp>
      <p:sp>
        <p:nvSpPr>
          <p:cNvPr id="58" name="text-582">
            <a:extLst xmlns:a="http://schemas.openxmlformats.org/drawingml/2006/main">
              <a:ext uri="{FF2B5EF4-FFF2-40B4-BE49-F238E27FC236}">
                <a16:creationId xmlns:a16="http://schemas.microsoft.com/office/drawing/2014/main" id="{D045AFC2-5BDB-46A9-9712-4CF95F39F64E}"/>
              </a:ext>
            </a:extLst>
          </p:cNvPr>
          <p:cNvSpPr>
            <a:spLocks xmlns:a="http://schemas.openxmlformats.org/drawingml/2006/main" noGrp="1"/>
          </p:cNvSpPr>
          <p:nvPr/>
        </p:nvSpPr>
        <p:spPr>
          <a:xfrm xmlns:a="http://schemas.openxmlformats.org/drawingml/2006/main">
            <a:off x="8937515" y="5562600"/>
            <a:ext cx="58975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سابق</a:t>
            </a:r>
          </a:p>
        </p:txBody>
      </p:sp>
      <p:sp>
        <p:nvSpPr>
          <p:cNvPr id="59" name="text-583">
            <a:extLst xmlns:a="http://schemas.openxmlformats.org/drawingml/2006/main">
              <a:ext uri="{FF2B5EF4-FFF2-40B4-BE49-F238E27FC236}">
                <a16:creationId xmlns:a16="http://schemas.microsoft.com/office/drawing/2014/main" id="{477A0EC4-C7A7-4797-8720-98DCA7552B47}"/>
              </a:ext>
            </a:extLst>
          </p:cNvPr>
          <p:cNvSpPr>
            <a:spLocks xmlns:a="http://schemas.openxmlformats.org/drawingml/2006/main" noGrp="1"/>
          </p:cNvSpPr>
          <p:nvPr/>
        </p:nvSpPr>
        <p:spPr>
          <a:xfrm xmlns:a="http://schemas.openxmlformats.org/drawingml/2006/main">
            <a:off x="8770219" y="5562600"/>
            <a:ext cx="117861"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a:t>
            </a:r>
          </a:p>
        </p:txBody>
      </p:sp>
      <p:sp>
        <p:nvSpPr>
          <p:cNvPr id="60" name="text-584">
            <a:extLst xmlns:a="http://schemas.openxmlformats.org/drawingml/2006/main">
              <a:ext uri="{FF2B5EF4-FFF2-40B4-BE49-F238E27FC236}">
                <a16:creationId xmlns:a16="http://schemas.microsoft.com/office/drawing/2014/main" id="{9AA87B8E-5136-4AB5-991D-BC0850BAEDA1}"/>
              </a:ext>
            </a:extLst>
          </p:cNvPr>
          <p:cNvSpPr>
            <a:spLocks xmlns:a="http://schemas.openxmlformats.org/drawingml/2006/main" noGrp="1"/>
          </p:cNvSpPr>
          <p:nvPr/>
        </p:nvSpPr>
        <p:spPr>
          <a:xfrm xmlns:a="http://schemas.openxmlformats.org/drawingml/2006/main">
            <a:off x="8471066" y="5562600"/>
            <a:ext cx="24971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أثر</a:t>
            </a:r>
          </a:p>
        </p:txBody>
      </p:sp>
      <p:sp>
        <p:nvSpPr>
          <p:cNvPr id="61" name="text-585">
            <a:extLst xmlns:a="http://schemas.openxmlformats.org/drawingml/2006/main">
              <a:ext uri="{FF2B5EF4-FFF2-40B4-BE49-F238E27FC236}">
                <a16:creationId xmlns:a16="http://schemas.microsoft.com/office/drawing/2014/main" id="{F43E8A52-7061-459C-B90E-CFC8C586D10D}"/>
              </a:ext>
            </a:extLst>
          </p:cNvPr>
          <p:cNvSpPr>
            <a:spLocks xmlns:a="http://schemas.openxmlformats.org/drawingml/2006/main" noGrp="1"/>
          </p:cNvSpPr>
          <p:nvPr/>
        </p:nvSpPr>
        <p:spPr>
          <a:xfrm xmlns:a="http://schemas.openxmlformats.org/drawingml/2006/main">
            <a:off x="7426984" y="5562600"/>
            <a:ext cx="99464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الاستخدام</a:t>
            </a:r>
          </a:p>
        </p:txBody>
      </p:sp>
      <p:sp>
        <p:nvSpPr>
          <p:cNvPr id="62" name="text-586">
            <a:extLst xmlns:a="http://schemas.openxmlformats.org/drawingml/2006/main">
              <a:ext uri="{FF2B5EF4-FFF2-40B4-BE49-F238E27FC236}">
                <a16:creationId xmlns:a16="http://schemas.microsoft.com/office/drawing/2014/main" id="{8354687E-7A19-40CC-B12B-4A00556A5125}"/>
              </a:ext>
            </a:extLst>
          </p:cNvPr>
          <p:cNvSpPr>
            <a:spLocks xmlns:a="http://schemas.openxmlformats.org/drawingml/2006/main" noGrp="1"/>
          </p:cNvSpPr>
          <p:nvPr/>
        </p:nvSpPr>
        <p:spPr>
          <a:xfrm xmlns:a="http://schemas.openxmlformats.org/drawingml/2006/main">
            <a:off x="6713719" y="5562600"/>
            <a:ext cx="663830"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الواسع</a:t>
            </a:r>
          </a:p>
        </p:txBody>
      </p:sp>
      <p:sp>
        <p:nvSpPr>
          <p:cNvPr id="63" name="text-587">
            <a:extLst xmlns:a="http://schemas.openxmlformats.org/drawingml/2006/main">
              <a:ext uri="{FF2B5EF4-FFF2-40B4-BE49-F238E27FC236}">
                <a16:creationId xmlns:a16="http://schemas.microsoft.com/office/drawing/2014/main" id="{8842F874-1B8F-410D-A611-74ACB52F2228}"/>
              </a:ext>
            </a:extLst>
          </p:cNvPr>
          <p:cNvSpPr>
            <a:spLocks xmlns:a="http://schemas.openxmlformats.org/drawingml/2006/main" noGrp="1"/>
          </p:cNvSpPr>
          <p:nvPr/>
        </p:nvSpPr>
        <p:spPr>
          <a:xfrm xmlns:a="http://schemas.openxmlformats.org/drawingml/2006/main">
            <a:off x="6407797" y="5562600"/>
            <a:ext cx="256487"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لم</a:t>
            </a:r>
          </a:p>
        </p:txBody>
      </p:sp>
      <p:sp>
        <p:nvSpPr>
          <p:cNvPr id="64" name="text-588">
            <a:extLst xmlns:a="http://schemas.openxmlformats.org/drawingml/2006/main">
              <a:ext uri="{FF2B5EF4-FFF2-40B4-BE49-F238E27FC236}">
                <a16:creationId xmlns:a16="http://schemas.microsoft.com/office/drawing/2014/main" id="{ACE0438E-5FC8-4646-8CE7-BB4C367E7B6C}"/>
              </a:ext>
            </a:extLst>
          </p:cNvPr>
          <p:cNvSpPr>
            <a:spLocks xmlns:a="http://schemas.openxmlformats.org/drawingml/2006/main" noGrp="1"/>
          </p:cNvSpPr>
          <p:nvPr/>
        </p:nvSpPr>
        <p:spPr>
          <a:xfrm xmlns:a="http://schemas.openxmlformats.org/drawingml/2006/main">
            <a:off x="5851210" y="5562600"/>
            <a:ext cx="507152"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يُقَس</a:t>
            </a:r>
          </a:p>
        </p:txBody>
      </p:sp>
      <p:sp>
        <p:nvSpPr>
          <p:cNvPr id="65" name="text-589">
            <a:extLst xmlns:a="http://schemas.openxmlformats.org/drawingml/2006/main">
              <a:ext uri="{FF2B5EF4-FFF2-40B4-BE49-F238E27FC236}">
                <a16:creationId xmlns:a16="http://schemas.microsoft.com/office/drawing/2014/main" id="{E3E5DEAB-F23D-4ABA-BE26-3E8730A1229B}"/>
              </a:ext>
            </a:extLst>
          </p:cNvPr>
          <p:cNvSpPr>
            <a:spLocks xmlns:a="http://schemas.openxmlformats.org/drawingml/2006/main" noGrp="1"/>
          </p:cNvSpPr>
          <p:nvPr/>
        </p:nvSpPr>
        <p:spPr>
          <a:xfrm xmlns:a="http://schemas.openxmlformats.org/drawingml/2006/main">
            <a:off x="5468372" y="5562600"/>
            <a:ext cx="333404"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بعد</a:t>
            </a:r>
          </a:p>
        </p:txBody>
      </p:sp>
    </p:spTree>
    <p:extLst>
      <p:ext uri="{BB962C8B-B14F-4D97-AF65-F5344CB8AC3E}">
        <p14:creationId xmlns:p14="http://schemas.microsoft.com/office/powerpoint/2010/main" val="499474011"/>
      </p:ext>
    </p:extLst>
  </p:cSld>
</p:sld>
</file>

<file path=ppt/slides/slide14.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74" name="text-590">
            <a:extLst xmlns:a="http://schemas.openxmlformats.org/drawingml/2006/main">
              <a:ext uri="{FF2B5EF4-FFF2-40B4-BE49-F238E27FC236}">
                <a16:creationId xmlns:a16="http://schemas.microsoft.com/office/drawing/2014/main" id="{FDE2BBB1-E679-490C-8DEB-8BD45CF5B75C}"/>
              </a:ext>
            </a:extLst>
          </p:cNvPr>
          <p:cNvSpPr>
            <a:spLocks xmlns:a="http://schemas.openxmlformats.org/drawingml/2006/main" noGrp="1"/>
          </p:cNvSpPr>
          <p:nvPr/>
        </p:nvSpPr>
        <p:spPr>
          <a:xfrm xmlns:a="http://schemas.openxmlformats.org/drawingml/2006/main">
            <a:off x="10879607" y="457200"/>
            <a:ext cx="7027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أعد</a:t>
            </a:r>
          </a:p>
        </p:txBody>
      </p:sp>
      <p:sp>
        <p:nvSpPr>
          <p:cNvPr id="2" name="text-591">
            <a:extLst xmlns:a="http://schemas.openxmlformats.org/drawingml/2006/main">
              <a:ext uri="{FF2B5EF4-FFF2-40B4-BE49-F238E27FC236}">
                <a16:creationId xmlns:a16="http://schemas.microsoft.com/office/drawing/2014/main" id="{33754760-54A2-4553-B649-443C11F66F44}"/>
              </a:ext>
            </a:extLst>
          </p:cNvPr>
          <p:cNvSpPr>
            <a:spLocks xmlns:a="http://schemas.openxmlformats.org/drawingml/2006/main" noGrp="1"/>
          </p:cNvSpPr>
          <p:nvPr/>
        </p:nvSpPr>
        <p:spPr>
          <a:xfrm xmlns:a="http://schemas.openxmlformats.org/drawingml/2006/main">
            <a:off x="9334980" y="457200"/>
            <a:ext cx="144366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التجربة</a:t>
            </a:r>
          </a:p>
        </p:txBody>
      </p:sp>
      <p:sp>
        <p:nvSpPr>
          <p:cNvPr id="3" name="text-592">
            <a:extLst xmlns:a="http://schemas.openxmlformats.org/drawingml/2006/main">
              <a:ext uri="{FF2B5EF4-FFF2-40B4-BE49-F238E27FC236}">
                <a16:creationId xmlns:a16="http://schemas.microsoft.com/office/drawing/2014/main" id="{C86999EB-58E4-46E3-8887-F52EAD53A3C4}"/>
              </a:ext>
            </a:extLst>
          </p:cNvPr>
          <p:cNvSpPr>
            <a:spLocks xmlns:a="http://schemas.openxmlformats.org/drawingml/2006/main" noGrp="1"/>
          </p:cNvSpPr>
          <p:nvPr/>
        </p:nvSpPr>
        <p:spPr>
          <a:xfrm xmlns:a="http://schemas.openxmlformats.org/drawingml/2006/main">
            <a:off x="7656622" y="457200"/>
            <a:ext cx="15773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وافحص</a:t>
            </a:r>
          </a:p>
        </p:txBody>
      </p:sp>
      <p:sp>
        <p:nvSpPr>
          <p:cNvPr id="4" name="text-593">
            <a:extLst xmlns:a="http://schemas.openxmlformats.org/drawingml/2006/main">
              <a:ext uri="{FF2B5EF4-FFF2-40B4-BE49-F238E27FC236}">
                <a16:creationId xmlns:a16="http://schemas.microsoft.com/office/drawing/2014/main" id="{45FDF7B6-8C5E-4FE2-8CA9-E051988118DE}"/>
              </a:ext>
            </a:extLst>
          </p:cNvPr>
          <p:cNvSpPr>
            <a:spLocks xmlns:a="http://schemas.openxmlformats.org/drawingml/2006/main" noGrp="1"/>
          </p:cNvSpPr>
          <p:nvPr/>
        </p:nvSpPr>
        <p:spPr>
          <a:xfrm xmlns:a="http://schemas.openxmlformats.org/drawingml/2006/main">
            <a:off x="6143991" y="457200"/>
            <a:ext cx="141166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النتيجة</a:t>
            </a:r>
          </a:p>
        </p:txBody>
      </p:sp>
      <p:sp>
        <p:nvSpPr>
          <p:cNvPr id="5" name="text-594">
            <a:extLst xmlns:a="http://schemas.openxmlformats.org/drawingml/2006/main">
              <a:ext uri="{FF2B5EF4-FFF2-40B4-BE49-F238E27FC236}">
                <a16:creationId xmlns:a16="http://schemas.microsoft.com/office/drawing/2014/main" id="{A38ABDB1-2855-4A15-88D8-0B22D370A5B9}"/>
              </a:ext>
            </a:extLst>
          </p:cNvPr>
          <p:cNvSpPr>
            <a:spLocks xmlns:a="http://schemas.openxmlformats.org/drawingml/2006/main" noGrp="1"/>
          </p:cNvSpPr>
          <p:nvPr/>
        </p:nvSpPr>
        <p:spPr>
          <a:xfrm xmlns:a="http://schemas.openxmlformats.org/drawingml/2006/main">
            <a:off x="4582325" y="457200"/>
            <a:ext cx="146070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بنفسك</a:t>
            </a:r>
          </a:p>
        </p:txBody>
      </p:sp>
      <p:sp>
        <p:nvSpPr>
          <p:cNvPr id="6" name="shape-595">
            <a:extLst xmlns:a="http://schemas.openxmlformats.org/drawingml/2006/main">
              <a:ext uri="{FF2B5EF4-FFF2-40B4-BE49-F238E27FC236}">
                <a16:creationId xmlns:a16="http://schemas.microsoft.com/office/drawing/2014/main" id="{B1F93DD2-0289-432B-A6FA-8A542D09636E}"/>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596">
            <a:extLst xmlns:a="http://schemas.openxmlformats.org/drawingml/2006/main">
              <a:ext uri="{FF2B5EF4-FFF2-40B4-BE49-F238E27FC236}">
                <a16:creationId xmlns:a16="http://schemas.microsoft.com/office/drawing/2014/main" id="{22E95CFC-C0FC-45B0-8047-C2DC22EDB2F4}"/>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597">
            <a:extLst xmlns:a="http://schemas.openxmlformats.org/drawingml/2006/main">
              <a:ext uri="{FF2B5EF4-FFF2-40B4-BE49-F238E27FC236}">
                <a16:creationId xmlns:a16="http://schemas.microsoft.com/office/drawing/2014/main" id="{D6531E66-FB42-4AA3-95C8-59EF46AB3925}"/>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598">
            <a:extLst xmlns:a="http://schemas.openxmlformats.org/drawingml/2006/main">
              <a:ext uri="{FF2B5EF4-FFF2-40B4-BE49-F238E27FC236}">
                <a16:creationId xmlns:a16="http://schemas.microsoft.com/office/drawing/2014/main" id="{7EA07ACC-BF75-4A36-800E-516C095FE373}"/>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599">
            <a:extLst xmlns:a="http://schemas.openxmlformats.org/drawingml/2006/main">
              <a:ext uri="{FF2B5EF4-FFF2-40B4-BE49-F238E27FC236}">
                <a16:creationId xmlns:a16="http://schemas.microsoft.com/office/drawing/2014/main" id="{80EAB3ED-09E0-4A61-A763-F99641B10345}"/>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600">
            <a:extLst xmlns:a="http://schemas.openxmlformats.org/drawingml/2006/main">
              <a:ext uri="{FF2B5EF4-FFF2-40B4-BE49-F238E27FC236}">
                <a16:creationId xmlns:a16="http://schemas.microsoft.com/office/drawing/2014/main" id="{B7CA033B-E583-448B-8995-228174C40A7E}"/>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601">
            <a:extLst xmlns:a="http://schemas.openxmlformats.org/drawingml/2006/main">
              <a:ext uri="{FF2B5EF4-FFF2-40B4-BE49-F238E27FC236}">
                <a16:creationId xmlns:a16="http://schemas.microsoft.com/office/drawing/2014/main" id="{4AB991EC-CA7F-423E-AF1F-0A34F99A0E5A}"/>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602">
            <a:extLst xmlns:a="http://schemas.openxmlformats.org/drawingml/2006/main">
              <a:ext uri="{FF2B5EF4-FFF2-40B4-BE49-F238E27FC236}">
                <a16:creationId xmlns:a16="http://schemas.microsoft.com/office/drawing/2014/main" id="{2FBEA053-3800-4A1C-A8D9-4FEBBF3976C8}"/>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14</a:t>
            </a:r>
          </a:p>
        </p:txBody>
      </p:sp>
      <p:sp>
        <p:nvSpPr>
          <p:cNvPr id="14" name="text-603">
            <a:extLst xmlns:a="http://schemas.openxmlformats.org/drawingml/2006/main">
              <a:ext uri="{FF2B5EF4-FFF2-40B4-BE49-F238E27FC236}">
                <a16:creationId xmlns:a16="http://schemas.microsoft.com/office/drawing/2014/main" id="{1EBC069A-836C-449F-89F4-CC1617C87508}"/>
              </a:ext>
            </a:extLst>
          </p:cNvPr>
          <p:cNvSpPr>
            <a:spLocks xmlns:a="http://schemas.openxmlformats.org/drawingml/2006/main" noGrp="1"/>
          </p:cNvSpPr>
          <p:nvPr/>
        </p:nvSpPr>
        <p:spPr>
          <a:xfrm xmlns:a="http://schemas.openxmlformats.org/drawingml/2006/main">
            <a:off x="10593126" y="1495425"/>
            <a:ext cx="98927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السؤال</a:t>
            </a:r>
          </a:p>
        </p:txBody>
      </p:sp>
      <p:sp>
        <p:nvSpPr>
          <p:cNvPr id="15" name="text-604">
            <a:extLst xmlns:a="http://schemas.openxmlformats.org/drawingml/2006/main">
              <a:ext uri="{FF2B5EF4-FFF2-40B4-BE49-F238E27FC236}">
                <a16:creationId xmlns:a16="http://schemas.microsoft.com/office/drawing/2014/main" id="{633CE398-3446-44D3-8F70-A8DC821DF0E9}"/>
              </a:ext>
            </a:extLst>
          </p:cNvPr>
          <p:cNvSpPr>
            <a:spLocks xmlns:a="http://schemas.openxmlformats.org/drawingml/2006/main" noGrp="1"/>
          </p:cNvSpPr>
          <p:nvPr/>
        </p:nvSpPr>
        <p:spPr>
          <a:xfrm xmlns:a="http://schemas.openxmlformats.org/drawingml/2006/main">
            <a:off x="10028011" y="1495425"/>
            <a:ext cx="50605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في</a:t>
            </a:r>
          </a:p>
        </p:txBody>
      </p:sp>
      <p:sp>
        <p:nvSpPr>
          <p:cNvPr id="16" name="text-605">
            <a:extLst xmlns:a="http://schemas.openxmlformats.org/drawingml/2006/main">
              <a:ext uri="{FF2B5EF4-FFF2-40B4-BE49-F238E27FC236}">
                <a16:creationId xmlns:a16="http://schemas.microsoft.com/office/drawing/2014/main" id="{3A0FEB8D-56A9-4743-B5BF-2B6E601DFAF5}"/>
              </a:ext>
            </a:extLst>
          </p:cNvPr>
          <p:cNvSpPr>
            <a:spLocks xmlns:a="http://schemas.openxmlformats.org/drawingml/2006/main" noGrp="1"/>
          </p:cNvSpPr>
          <p:nvPr/>
        </p:nvSpPr>
        <p:spPr>
          <a:xfrm xmlns:a="http://schemas.openxmlformats.org/drawingml/2006/main">
            <a:off x="9421193" y="1495425"/>
            <a:ext cx="54776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برق</a:t>
            </a:r>
          </a:p>
        </p:txBody>
      </p:sp>
      <p:sp>
        <p:nvSpPr>
          <p:cNvPr id="17" name="text-606">
            <a:extLst xmlns:a="http://schemas.openxmlformats.org/drawingml/2006/main">
              <a:ext uri="{FF2B5EF4-FFF2-40B4-BE49-F238E27FC236}">
                <a16:creationId xmlns:a16="http://schemas.microsoft.com/office/drawing/2014/main" id="{D9E4170E-23AF-4E8A-9B12-4F4FF93F7F19}"/>
              </a:ext>
            </a:extLst>
          </p:cNvPr>
          <p:cNvSpPr>
            <a:spLocks xmlns:a="http://schemas.openxmlformats.org/drawingml/2006/main" noGrp="1"/>
          </p:cNvSpPr>
          <p:nvPr/>
        </p:nvSpPr>
        <p:spPr>
          <a:xfrm xmlns:a="http://schemas.openxmlformats.org/drawingml/2006/main">
            <a:off x="8574253" y="1495425"/>
            <a:ext cx="78788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الفتى</a:t>
            </a:r>
          </a:p>
        </p:txBody>
      </p:sp>
      <p:sp>
        <p:nvSpPr>
          <p:cNvPr id="18" name="text-607">
            <a:extLst xmlns:a="http://schemas.openxmlformats.org/drawingml/2006/main">
              <a:ext uri="{FF2B5EF4-FFF2-40B4-BE49-F238E27FC236}">
                <a16:creationId xmlns:a16="http://schemas.microsoft.com/office/drawing/2014/main" id="{A2BAF49C-7CBE-4564-AD21-13D30C465E6C}"/>
              </a:ext>
            </a:extLst>
          </p:cNvPr>
          <p:cNvSpPr>
            <a:spLocks xmlns:a="http://schemas.openxmlformats.org/drawingml/2006/main" noGrp="1"/>
          </p:cNvSpPr>
          <p:nvPr/>
        </p:nvSpPr>
        <p:spPr>
          <a:xfrm xmlns:a="http://schemas.openxmlformats.org/drawingml/2006/main">
            <a:off x="5836067" y="1495425"/>
            <a:ext cx="29803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ما</a:t>
            </a:r>
          </a:p>
        </p:txBody>
      </p:sp>
      <p:sp>
        <p:nvSpPr>
          <p:cNvPr id="19" name="text-608">
            <a:extLst xmlns:a="http://schemas.openxmlformats.org/drawingml/2006/main">
              <a:ext uri="{FF2B5EF4-FFF2-40B4-BE49-F238E27FC236}">
                <a16:creationId xmlns:a16="http://schemas.microsoft.com/office/drawing/2014/main" id="{173301C6-EA69-4775-9696-336D1319C936}"/>
              </a:ext>
            </a:extLst>
          </p:cNvPr>
          <p:cNvSpPr>
            <a:spLocks xmlns:a="http://schemas.openxmlformats.org/drawingml/2006/main" noGrp="1"/>
          </p:cNvSpPr>
          <p:nvPr/>
        </p:nvSpPr>
        <p:spPr>
          <a:xfrm xmlns:a="http://schemas.openxmlformats.org/drawingml/2006/main">
            <a:off x="5130287" y="1495425"/>
            <a:ext cx="64672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الذي</a:t>
            </a:r>
          </a:p>
        </p:txBody>
      </p:sp>
      <p:sp>
        <p:nvSpPr>
          <p:cNvPr id="20" name="text-609">
            <a:extLst xmlns:a="http://schemas.openxmlformats.org/drawingml/2006/main">
              <a:ext uri="{FF2B5EF4-FFF2-40B4-BE49-F238E27FC236}">
                <a16:creationId xmlns:a16="http://schemas.microsoft.com/office/drawing/2014/main" id="{05C4A491-4A68-4900-B2B4-E00D8CF49A4B}"/>
              </a:ext>
            </a:extLst>
          </p:cNvPr>
          <p:cNvSpPr>
            <a:spLocks xmlns:a="http://schemas.openxmlformats.org/drawingml/2006/main" noGrp="1"/>
          </p:cNvSpPr>
          <p:nvPr/>
        </p:nvSpPr>
        <p:spPr>
          <a:xfrm xmlns:a="http://schemas.openxmlformats.org/drawingml/2006/main">
            <a:off x="3956152" y="1495425"/>
            <a:ext cx="111508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تفحصه؟</a:t>
            </a:r>
          </a:p>
        </p:txBody>
      </p:sp>
      <p:sp>
        <p:nvSpPr>
          <p:cNvPr id="21" name="shape-610">
            <a:extLst xmlns:a="http://schemas.openxmlformats.org/drawingml/2006/main">
              <a:ext uri="{FF2B5EF4-FFF2-40B4-BE49-F238E27FC236}">
                <a16:creationId xmlns:a16="http://schemas.microsoft.com/office/drawing/2014/main" id="{30C00108-65A7-4297-BC8A-5C3DF4A854C0}"/>
              </a:ext>
            </a:extLst>
          </p:cNvPr>
          <p:cNvSpPr>
            <a:spLocks xmlns:a="http://schemas.openxmlformats.org/drawingml/2006/main" noGrp="1"/>
          </p:cNvSpPr>
          <p:nvPr/>
        </p:nvSpPr>
        <p:spPr>
          <a:xfrm xmlns:a="http://schemas.openxmlformats.org/drawingml/2006/main">
            <a:off x="609600" y="201930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22" name="text-611">
            <a:extLst xmlns:a="http://schemas.openxmlformats.org/drawingml/2006/main">
              <a:ext uri="{FF2B5EF4-FFF2-40B4-BE49-F238E27FC236}">
                <a16:creationId xmlns:a16="http://schemas.microsoft.com/office/drawing/2014/main" id="{C3416C8D-DCF2-45EF-917D-08311010BCA5}"/>
              </a:ext>
            </a:extLst>
          </p:cNvPr>
          <p:cNvSpPr>
            <a:spLocks xmlns:a="http://schemas.openxmlformats.org/drawingml/2006/main" noGrp="1"/>
          </p:cNvSpPr>
          <p:nvPr/>
        </p:nvSpPr>
        <p:spPr>
          <a:xfrm xmlns:a="http://schemas.openxmlformats.org/drawingml/2006/main">
            <a:off x="11061513" y="2257425"/>
            <a:ext cx="52088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لماذا</a:t>
            </a:r>
          </a:p>
        </p:txBody>
      </p:sp>
      <p:sp>
        <p:nvSpPr>
          <p:cNvPr id="23" name="text-612">
            <a:extLst xmlns:a="http://schemas.openxmlformats.org/drawingml/2006/main">
              <a:ext uri="{FF2B5EF4-FFF2-40B4-BE49-F238E27FC236}">
                <a16:creationId xmlns:a16="http://schemas.microsoft.com/office/drawing/2014/main" id="{911EAF6A-1AC6-4114-AA9C-C619CB81EDEA}"/>
              </a:ext>
            </a:extLst>
          </p:cNvPr>
          <p:cNvSpPr>
            <a:spLocks xmlns:a="http://schemas.openxmlformats.org/drawingml/2006/main" noGrp="1"/>
          </p:cNvSpPr>
          <p:nvPr/>
        </p:nvSpPr>
        <p:spPr>
          <a:xfrm xmlns:a="http://schemas.openxmlformats.org/drawingml/2006/main">
            <a:off x="10541691" y="2257425"/>
            <a:ext cx="46143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يعبد</a:t>
            </a:r>
          </a:p>
        </p:txBody>
      </p:sp>
      <p:sp>
        <p:nvSpPr>
          <p:cNvPr id="24" name="text-613">
            <a:extLst xmlns:a="http://schemas.openxmlformats.org/drawingml/2006/main">
              <a:ext uri="{FF2B5EF4-FFF2-40B4-BE49-F238E27FC236}">
                <a16:creationId xmlns:a16="http://schemas.microsoft.com/office/drawing/2014/main" id="{7BBFD812-905C-4B12-8DA5-D1AE6BD4376D}"/>
              </a:ext>
            </a:extLst>
          </p:cNvPr>
          <p:cNvSpPr>
            <a:spLocks xmlns:a="http://schemas.openxmlformats.org/drawingml/2006/main" noGrp="1"/>
          </p:cNvSpPr>
          <p:nvPr/>
        </p:nvSpPr>
        <p:spPr>
          <a:xfrm xmlns:a="http://schemas.openxmlformats.org/drawingml/2006/main">
            <a:off x="9360134" y="2257425"/>
            <a:ext cx="112316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المسلمون</a:t>
            </a:r>
          </a:p>
        </p:txBody>
      </p:sp>
      <p:sp>
        <p:nvSpPr>
          <p:cNvPr id="25" name="text-614">
            <a:extLst xmlns:a="http://schemas.openxmlformats.org/drawingml/2006/main">
              <a:ext uri="{FF2B5EF4-FFF2-40B4-BE49-F238E27FC236}">
                <a16:creationId xmlns:a16="http://schemas.microsoft.com/office/drawing/2014/main" id="{0B122C0C-EE54-40F9-90B1-70F906CB36F1}"/>
              </a:ext>
            </a:extLst>
          </p:cNvPr>
          <p:cNvSpPr>
            <a:spLocks xmlns:a="http://schemas.openxmlformats.org/drawingml/2006/main" noGrp="1"/>
          </p:cNvSpPr>
          <p:nvPr/>
        </p:nvSpPr>
        <p:spPr>
          <a:xfrm xmlns:a="http://schemas.openxmlformats.org/drawingml/2006/main">
            <a:off x="8514595" y="2257425"/>
            <a:ext cx="78715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الكعبة؟</a:t>
            </a:r>
          </a:p>
        </p:txBody>
      </p:sp>
      <p:sp>
        <p:nvSpPr>
          <p:cNvPr id="26" name="text-615">
            <a:extLst xmlns:a="http://schemas.openxmlformats.org/drawingml/2006/main">
              <a:ext uri="{FF2B5EF4-FFF2-40B4-BE49-F238E27FC236}">
                <a16:creationId xmlns:a16="http://schemas.microsoft.com/office/drawing/2014/main" id="{5441A5DC-9565-4AFF-A2AE-37989812045D}"/>
              </a:ext>
            </a:extLst>
          </p:cNvPr>
          <p:cNvSpPr>
            <a:spLocks xmlns:a="http://schemas.openxmlformats.org/drawingml/2006/main" noGrp="1"/>
          </p:cNvSpPr>
          <p:nvPr/>
        </p:nvSpPr>
        <p:spPr>
          <a:xfrm xmlns:a="http://schemas.openxmlformats.org/drawingml/2006/main">
            <a:off x="5203694" y="2257425"/>
            <a:ext cx="69228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تصحيح</a:t>
            </a:r>
          </a:p>
        </p:txBody>
      </p:sp>
      <p:sp>
        <p:nvSpPr>
          <p:cNvPr id="27" name="text-616">
            <a:extLst xmlns:a="http://schemas.openxmlformats.org/drawingml/2006/main">
              <a:ext uri="{FF2B5EF4-FFF2-40B4-BE49-F238E27FC236}">
                <a16:creationId xmlns:a16="http://schemas.microsoft.com/office/drawing/2014/main" id="{7E8B6010-D994-431A-BE16-73E23EEA9183}"/>
              </a:ext>
            </a:extLst>
          </p:cNvPr>
          <p:cNvSpPr>
            <a:spLocks xmlns:a="http://schemas.openxmlformats.org/drawingml/2006/main" noGrp="1"/>
          </p:cNvSpPr>
          <p:nvPr/>
        </p:nvSpPr>
        <p:spPr>
          <a:xfrm xmlns:a="http://schemas.openxmlformats.org/drawingml/2006/main">
            <a:off x="4377204" y="2257425"/>
            <a:ext cx="774102"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الفرضية</a:t>
            </a:r>
          </a:p>
        </p:txBody>
      </p:sp>
      <p:sp>
        <p:nvSpPr>
          <p:cNvPr id="28" name="text-617">
            <a:extLst xmlns:a="http://schemas.openxmlformats.org/drawingml/2006/main">
              <a:ext uri="{FF2B5EF4-FFF2-40B4-BE49-F238E27FC236}">
                <a16:creationId xmlns:a16="http://schemas.microsoft.com/office/drawing/2014/main" id="{A7772F0E-9DBD-4C41-89E5-121CB1133765}"/>
              </a:ext>
            </a:extLst>
          </p:cNvPr>
          <p:cNvSpPr>
            <a:spLocks xmlns:a="http://schemas.openxmlformats.org/drawingml/2006/main" noGrp="1"/>
          </p:cNvSpPr>
          <p:nvPr/>
        </p:nvSpPr>
        <p:spPr>
          <a:xfrm xmlns:a="http://schemas.openxmlformats.org/drawingml/2006/main">
            <a:off x="3844448" y="2257425"/>
            <a:ext cx="48036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وفتح</a:t>
            </a:r>
          </a:p>
        </p:txBody>
      </p:sp>
      <p:sp>
        <p:nvSpPr>
          <p:cNvPr id="29" name="text-618">
            <a:extLst xmlns:a="http://schemas.openxmlformats.org/drawingml/2006/main">
              <a:ext uri="{FF2B5EF4-FFF2-40B4-BE49-F238E27FC236}">
                <a16:creationId xmlns:a16="http://schemas.microsoft.com/office/drawing/2014/main" id="{66222F5A-5A9B-483B-BC76-675B2010F519}"/>
              </a:ext>
            </a:extLst>
          </p:cNvPr>
          <p:cNvSpPr>
            <a:spLocks xmlns:a="http://schemas.openxmlformats.org/drawingml/2006/main" noGrp="1"/>
          </p:cNvSpPr>
          <p:nvPr/>
        </p:nvSpPr>
        <p:spPr>
          <a:xfrm xmlns:a="http://schemas.openxmlformats.org/drawingml/2006/main">
            <a:off x="3093795" y="2257425"/>
            <a:ext cx="69826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المصدر</a:t>
            </a:r>
          </a:p>
        </p:txBody>
      </p:sp>
      <p:sp>
        <p:nvSpPr>
          <p:cNvPr id="30" name="text-619">
            <a:extLst xmlns:a="http://schemas.openxmlformats.org/drawingml/2006/main">
              <a:ext uri="{FF2B5EF4-FFF2-40B4-BE49-F238E27FC236}">
                <a16:creationId xmlns:a16="http://schemas.microsoft.com/office/drawing/2014/main" id="{55066F36-8673-4FEF-AB22-831A9F42FC49}"/>
              </a:ext>
            </a:extLst>
          </p:cNvPr>
          <p:cNvSpPr>
            <a:spLocks xmlns:a="http://schemas.openxmlformats.org/drawingml/2006/main" noGrp="1"/>
          </p:cNvSpPr>
          <p:nvPr/>
        </p:nvSpPr>
        <p:spPr>
          <a:xfrm xmlns:a="http://schemas.openxmlformats.org/drawingml/2006/main">
            <a:off x="2330192" y="2257425"/>
            <a:ext cx="71121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٩٢٩٢٣</a:t>
            </a:r>
          </a:p>
        </p:txBody>
      </p:sp>
      <p:sp>
        <p:nvSpPr>
          <p:cNvPr id="31" name="text-620">
            <a:extLst xmlns:a="http://schemas.openxmlformats.org/drawingml/2006/main">
              <a:ext uri="{FF2B5EF4-FFF2-40B4-BE49-F238E27FC236}">
                <a16:creationId xmlns:a16="http://schemas.microsoft.com/office/drawing/2014/main" id="{39569BB0-FA0A-446D-BAB1-A6060D703D13}"/>
              </a:ext>
            </a:extLst>
          </p:cNvPr>
          <p:cNvSpPr>
            <a:spLocks xmlns:a="http://schemas.openxmlformats.org/drawingml/2006/main" noGrp="1"/>
          </p:cNvSpPr>
          <p:nvPr/>
        </p:nvSpPr>
        <p:spPr>
          <a:xfrm xmlns:a="http://schemas.openxmlformats.org/drawingml/2006/main">
            <a:off x="11041205" y="3124200"/>
            <a:ext cx="54119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أكمل</a:t>
            </a:r>
          </a:p>
        </p:txBody>
      </p:sp>
      <p:sp>
        <p:nvSpPr>
          <p:cNvPr id="32" name="text-621">
            <a:extLst xmlns:a="http://schemas.openxmlformats.org/drawingml/2006/main">
              <a:ext uri="{FF2B5EF4-FFF2-40B4-BE49-F238E27FC236}">
                <a16:creationId xmlns:a16="http://schemas.microsoft.com/office/drawing/2014/main" id="{34E3712C-ECD3-4C0C-98A9-7D2FDC6AE30D}"/>
              </a:ext>
            </a:extLst>
          </p:cNvPr>
          <p:cNvSpPr>
            <a:spLocks xmlns:a="http://schemas.openxmlformats.org/drawingml/2006/main" noGrp="1"/>
          </p:cNvSpPr>
          <p:nvPr/>
        </p:nvSpPr>
        <p:spPr>
          <a:xfrm xmlns:a="http://schemas.openxmlformats.org/drawingml/2006/main">
            <a:off x="10529827" y="3124200"/>
            <a:ext cx="4560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الآية</a:t>
            </a:r>
          </a:p>
        </p:txBody>
      </p:sp>
      <p:sp>
        <p:nvSpPr>
          <p:cNvPr id="33" name="text-622">
            <a:extLst xmlns:a="http://schemas.openxmlformats.org/drawingml/2006/main">
              <a:ext uri="{FF2B5EF4-FFF2-40B4-BE49-F238E27FC236}">
                <a16:creationId xmlns:a16="http://schemas.microsoft.com/office/drawing/2014/main" id="{887E4A25-1C3F-49C6-ABD5-CB4F2B728337}"/>
              </a:ext>
            </a:extLst>
          </p:cNvPr>
          <p:cNvSpPr>
            <a:spLocks xmlns:a="http://schemas.openxmlformats.org/drawingml/2006/main" noGrp="1"/>
          </p:cNvSpPr>
          <p:nvPr/>
        </p:nvSpPr>
        <p:spPr>
          <a:xfrm xmlns:a="http://schemas.openxmlformats.org/drawingml/2006/main">
            <a:off x="10214860" y="3124200"/>
            <a:ext cx="2596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إن</a:t>
            </a:r>
          </a:p>
        </p:txBody>
      </p:sp>
      <p:sp>
        <p:nvSpPr>
          <p:cNvPr id="34" name="text-623">
            <a:extLst xmlns:a="http://schemas.openxmlformats.org/drawingml/2006/main">
              <a:ext uri="{FF2B5EF4-FFF2-40B4-BE49-F238E27FC236}">
                <a16:creationId xmlns:a16="http://schemas.microsoft.com/office/drawing/2014/main" id="{4862EF52-60BD-4C19-9FD5-3F49F78F355E}"/>
              </a:ext>
            </a:extLst>
          </p:cNvPr>
          <p:cNvSpPr>
            <a:spLocks xmlns:a="http://schemas.openxmlformats.org/drawingml/2006/main" noGrp="1"/>
          </p:cNvSpPr>
          <p:nvPr/>
        </p:nvSpPr>
        <p:spPr>
          <a:xfrm xmlns:a="http://schemas.openxmlformats.org/drawingml/2006/main">
            <a:off x="9828765" y="3124200"/>
            <a:ext cx="33075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الله</a:t>
            </a:r>
          </a:p>
        </p:txBody>
      </p:sp>
      <p:sp>
        <p:nvSpPr>
          <p:cNvPr id="35" name="text-624">
            <a:extLst xmlns:a="http://schemas.openxmlformats.org/drawingml/2006/main">
              <a:ext uri="{FF2B5EF4-FFF2-40B4-BE49-F238E27FC236}">
                <a16:creationId xmlns:a16="http://schemas.microsoft.com/office/drawing/2014/main" id="{3FFA7306-4995-4DD4-BD28-6E087B481324}"/>
              </a:ext>
            </a:extLst>
          </p:cNvPr>
          <p:cNvSpPr>
            <a:spLocks xmlns:a="http://schemas.openxmlformats.org/drawingml/2006/main" noGrp="1"/>
          </p:cNvSpPr>
          <p:nvPr/>
        </p:nvSpPr>
        <p:spPr>
          <a:xfrm xmlns:a="http://schemas.openxmlformats.org/drawingml/2006/main">
            <a:off x="9366833" y="3124200"/>
            <a:ext cx="40659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يأمر</a:t>
            </a:r>
          </a:p>
        </p:txBody>
      </p:sp>
      <p:sp>
        <p:nvSpPr>
          <p:cNvPr id="36" name="text-625">
            <a:extLst xmlns:a="http://schemas.openxmlformats.org/drawingml/2006/main">
              <a:ext uri="{FF2B5EF4-FFF2-40B4-BE49-F238E27FC236}">
                <a16:creationId xmlns:a16="http://schemas.microsoft.com/office/drawing/2014/main" id="{A77A4E1A-FE4D-427B-8786-686CDABBA5AA}"/>
              </a:ext>
            </a:extLst>
          </p:cNvPr>
          <p:cNvSpPr>
            <a:spLocks xmlns:a="http://schemas.openxmlformats.org/drawingml/2006/main" noGrp="1"/>
          </p:cNvSpPr>
          <p:nvPr/>
        </p:nvSpPr>
        <p:spPr>
          <a:xfrm xmlns:a="http://schemas.openxmlformats.org/drawingml/2006/main">
            <a:off x="8652274" y="3124200"/>
            <a:ext cx="65921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بالعدل</a:t>
            </a:r>
          </a:p>
        </p:txBody>
      </p:sp>
      <p:sp>
        <p:nvSpPr>
          <p:cNvPr id="37" name="text-626">
            <a:extLst xmlns:a="http://schemas.openxmlformats.org/drawingml/2006/main">
              <a:ext uri="{FF2B5EF4-FFF2-40B4-BE49-F238E27FC236}">
                <a16:creationId xmlns:a16="http://schemas.microsoft.com/office/drawing/2014/main" id="{BB69A0E1-51C3-405C-B6D3-8BAD7FB66316}"/>
              </a:ext>
            </a:extLst>
          </p:cNvPr>
          <p:cNvSpPr>
            <a:spLocks xmlns:a="http://schemas.openxmlformats.org/drawingml/2006/main" noGrp="1"/>
          </p:cNvSpPr>
          <p:nvPr/>
        </p:nvSpPr>
        <p:spPr>
          <a:xfrm xmlns:a="http://schemas.openxmlformats.org/drawingml/2006/main">
            <a:off x="7591199" y="3124200"/>
            <a:ext cx="100573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والإحسان</a:t>
            </a:r>
          </a:p>
        </p:txBody>
      </p:sp>
      <p:sp>
        <p:nvSpPr>
          <p:cNvPr id="38" name="text-627">
            <a:extLst xmlns:a="http://schemas.openxmlformats.org/drawingml/2006/main">
              <a:ext uri="{FF2B5EF4-FFF2-40B4-BE49-F238E27FC236}">
                <a16:creationId xmlns:a16="http://schemas.microsoft.com/office/drawing/2014/main" id="{D2935AFB-8889-4E31-8970-F7B2811BCCB6}"/>
              </a:ext>
            </a:extLst>
          </p:cNvPr>
          <p:cNvSpPr>
            <a:spLocks xmlns:a="http://schemas.openxmlformats.org/drawingml/2006/main" noGrp="1"/>
          </p:cNvSpPr>
          <p:nvPr/>
        </p:nvSpPr>
        <p:spPr>
          <a:xfrm xmlns:a="http://schemas.openxmlformats.org/drawingml/2006/main">
            <a:off x="5358213" y="3124200"/>
            <a:ext cx="537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النص</a:t>
            </a:r>
          </a:p>
        </p:txBody>
      </p:sp>
      <p:sp>
        <p:nvSpPr>
          <p:cNvPr id="39" name="text-628">
            <a:extLst xmlns:a="http://schemas.openxmlformats.org/drawingml/2006/main">
              <a:ext uri="{FF2B5EF4-FFF2-40B4-BE49-F238E27FC236}">
                <a16:creationId xmlns:a16="http://schemas.microsoft.com/office/drawing/2014/main" id="{0CD0ED43-20BB-4149-96E7-10BEAD115B2F}"/>
              </a:ext>
            </a:extLst>
          </p:cNvPr>
          <p:cNvSpPr>
            <a:spLocks xmlns:a="http://schemas.openxmlformats.org/drawingml/2006/main" noGrp="1"/>
          </p:cNvSpPr>
          <p:nvPr/>
        </p:nvSpPr>
        <p:spPr>
          <a:xfrm xmlns:a="http://schemas.openxmlformats.org/drawingml/2006/main">
            <a:off x="4631195" y="3124200"/>
            <a:ext cx="67167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الكامل</a:t>
            </a:r>
          </a:p>
        </p:txBody>
      </p:sp>
      <p:sp>
        <p:nvSpPr>
          <p:cNvPr id="40" name="text-629">
            <a:extLst xmlns:a="http://schemas.openxmlformats.org/drawingml/2006/main">
              <a:ext uri="{FF2B5EF4-FFF2-40B4-BE49-F238E27FC236}">
                <a16:creationId xmlns:a16="http://schemas.microsoft.com/office/drawing/2014/main" id="{28999F77-6EDE-4597-9F73-4217959CA2BE}"/>
              </a:ext>
            </a:extLst>
          </p:cNvPr>
          <p:cNvSpPr>
            <a:spLocks xmlns:a="http://schemas.openxmlformats.org/drawingml/2006/main" noGrp="1"/>
          </p:cNvSpPr>
          <p:nvPr/>
        </p:nvSpPr>
        <p:spPr>
          <a:xfrm xmlns:a="http://schemas.openxmlformats.org/drawingml/2006/main">
            <a:off x="3646056" y="3124200"/>
            <a:ext cx="92979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ومطابقته</a:t>
            </a:r>
          </a:p>
        </p:txBody>
      </p:sp>
      <p:sp>
        <p:nvSpPr>
          <p:cNvPr id="41" name="text-630">
            <a:extLst xmlns:a="http://schemas.openxmlformats.org/drawingml/2006/main">
              <a:ext uri="{FF2B5EF4-FFF2-40B4-BE49-F238E27FC236}">
                <a16:creationId xmlns:a16="http://schemas.microsoft.com/office/drawing/2014/main" id="{695BD0F7-E79B-46E0-940C-FA175AB86E0B}"/>
              </a:ext>
            </a:extLst>
          </p:cNvPr>
          <p:cNvSpPr>
            <a:spLocks xmlns:a="http://schemas.openxmlformats.org/drawingml/2006/main" noGrp="1"/>
          </p:cNvSpPr>
          <p:nvPr/>
        </p:nvSpPr>
        <p:spPr>
          <a:xfrm xmlns:a="http://schemas.openxmlformats.org/drawingml/2006/main">
            <a:off x="2967306" y="3124200"/>
            <a:ext cx="62340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للنحل</a:t>
            </a:r>
          </a:p>
        </p:txBody>
      </p:sp>
      <p:sp>
        <p:nvSpPr>
          <p:cNvPr id="42" name="text-631">
            <a:extLst xmlns:a="http://schemas.openxmlformats.org/drawingml/2006/main">
              <a:ext uri="{FF2B5EF4-FFF2-40B4-BE49-F238E27FC236}">
                <a16:creationId xmlns:a16="http://schemas.microsoft.com/office/drawing/2014/main" id="{CEDD73C5-D84B-4437-97C2-7CA910F4F97E}"/>
              </a:ext>
            </a:extLst>
          </p:cNvPr>
          <p:cNvSpPr>
            <a:spLocks xmlns:a="http://schemas.openxmlformats.org/drawingml/2006/main" noGrp="1"/>
          </p:cNvSpPr>
          <p:nvPr/>
        </p:nvSpPr>
        <p:spPr>
          <a:xfrm xmlns:a="http://schemas.openxmlformats.org/drawingml/2006/main">
            <a:off x="2593376" y="3124200"/>
            <a:ext cx="31858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٩٠</a:t>
            </a:r>
          </a:p>
        </p:txBody>
      </p:sp>
      <p:sp>
        <p:nvSpPr>
          <p:cNvPr id="43" name="text-632">
            <a:extLst xmlns:a="http://schemas.openxmlformats.org/drawingml/2006/main">
              <a:ext uri="{FF2B5EF4-FFF2-40B4-BE49-F238E27FC236}">
                <a16:creationId xmlns:a16="http://schemas.microsoft.com/office/drawing/2014/main" id="{73DF5E7B-117C-4E1F-88EE-9FFBC21B559D}"/>
              </a:ext>
            </a:extLst>
          </p:cNvPr>
          <p:cNvSpPr>
            <a:spLocks xmlns:a="http://schemas.openxmlformats.org/drawingml/2006/main" noGrp="1"/>
          </p:cNvSpPr>
          <p:nvPr/>
        </p:nvSpPr>
        <p:spPr>
          <a:xfrm xmlns:a="http://schemas.openxmlformats.org/drawingml/2006/main">
            <a:off x="11338765" y="3990975"/>
            <a:ext cx="24363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ما</a:t>
            </a:r>
          </a:p>
        </p:txBody>
      </p:sp>
      <p:sp>
        <p:nvSpPr>
          <p:cNvPr id="44" name="text-633">
            <a:extLst xmlns:a="http://schemas.openxmlformats.org/drawingml/2006/main">
              <a:ext uri="{FF2B5EF4-FFF2-40B4-BE49-F238E27FC236}">
                <a16:creationId xmlns:a16="http://schemas.microsoft.com/office/drawing/2014/main" id="{D518A8CB-BD6D-4DF6-91AE-DDA31330F419}"/>
              </a:ext>
            </a:extLst>
          </p:cNvPr>
          <p:cNvSpPr>
            <a:spLocks xmlns:a="http://schemas.openxmlformats.org/drawingml/2006/main" noGrp="1"/>
          </p:cNvSpPr>
          <p:nvPr/>
        </p:nvSpPr>
        <p:spPr>
          <a:xfrm xmlns:a="http://schemas.openxmlformats.org/drawingml/2006/main">
            <a:off x="10652258" y="3990975"/>
            <a:ext cx="62811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الفرق</a:t>
            </a:r>
          </a:p>
        </p:txBody>
      </p:sp>
      <p:sp>
        <p:nvSpPr>
          <p:cNvPr id="45" name="text-634">
            <a:extLst xmlns:a="http://schemas.openxmlformats.org/drawingml/2006/main">
              <a:ext uri="{FF2B5EF4-FFF2-40B4-BE49-F238E27FC236}">
                <a16:creationId xmlns:a16="http://schemas.microsoft.com/office/drawing/2014/main" id="{07D29C5E-213A-4C6B-9488-15C3E8653E6E}"/>
              </a:ext>
            </a:extLst>
          </p:cNvPr>
          <p:cNvSpPr>
            <a:spLocks xmlns:a="http://schemas.openxmlformats.org/drawingml/2006/main" noGrp="1"/>
          </p:cNvSpPr>
          <p:nvPr/>
        </p:nvSpPr>
        <p:spPr>
          <a:xfrm xmlns:a="http://schemas.openxmlformats.org/drawingml/2006/main">
            <a:off x="10202779" y="3990975"/>
            <a:ext cx="39109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بين</a:t>
            </a:r>
          </a:p>
        </p:txBody>
      </p:sp>
      <p:sp>
        <p:nvSpPr>
          <p:cNvPr id="46" name="text-635">
            <a:extLst xmlns:a="http://schemas.openxmlformats.org/drawingml/2006/main">
              <a:ext uri="{FF2B5EF4-FFF2-40B4-BE49-F238E27FC236}">
                <a16:creationId xmlns:a16="http://schemas.microsoft.com/office/drawing/2014/main" id="{8312B338-3D63-4FFD-B8DE-36847C6ADC6F}"/>
              </a:ext>
            </a:extLst>
          </p:cNvPr>
          <p:cNvSpPr>
            <a:spLocks xmlns:a="http://schemas.openxmlformats.org/drawingml/2006/main" noGrp="1"/>
          </p:cNvSpPr>
          <p:nvPr/>
        </p:nvSpPr>
        <p:spPr>
          <a:xfrm xmlns:a="http://schemas.openxmlformats.org/drawingml/2006/main">
            <a:off x="9424738" y="3990975"/>
            <a:ext cx="71965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النفس</a:t>
            </a:r>
          </a:p>
        </p:txBody>
      </p:sp>
      <p:sp>
        <p:nvSpPr>
          <p:cNvPr id="47" name="text-636">
            <a:extLst xmlns:a="http://schemas.openxmlformats.org/drawingml/2006/main">
              <a:ext uri="{FF2B5EF4-FFF2-40B4-BE49-F238E27FC236}">
                <a16:creationId xmlns:a16="http://schemas.microsoft.com/office/drawing/2014/main" id="{CE79E798-03C2-491A-9905-8A1D17D39881}"/>
              </a:ext>
            </a:extLst>
          </p:cNvPr>
          <p:cNvSpPr>
            <a:spLocks xmlns:a="http://schemas.openxmlformats.org/drawingml/2006/main" noGrp="1"/>
          </p:cNvSpPr>
          <p:nvPr/>
        </p:nvSpPr>
        <p:spPr>
          <a:xfrm xmlns:a="http://schemas.openxmlformats.org/drawingml/2006/main">
            <a:off x="8599801" y="3990975"/>
            <a:ext cx="76654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والروح؟</a:t>
            </a:r>
          </a:p>
        </p:txBody>
      </p:sp>
      <p:sp>
        <p:nvSpPr>
          <p:cNvPr id="48" name="text-637">
            <a:extLst xmlns:a="http://schemas.openxmlformats.org/drawingml/2006/main">
              <a:ext uri="{FF2B5EF4-FFF2-40B4-BE49-F238E27FC236}">
                <a16:creationId xmlns:a16="http://schemas.microsoft.com/office/drawing/2014/main" id="{1B773FE0-6E8F-4BBC-BB58-F2DAD9971DCE}"/>
              </a:ext>
            </a:extLst>
          </p:cNvPr>
          <p:cNvSpPr>
            <a:spLocks xmlns:a="http://schemas.openxmlformats.org/drawingml/2006/main" noGrp="1"/>
          </p:cNvSpPr>
          <p:nvPr/>
        </p:nvSpPr>
        <p:spPr>
          <a:xfrm xmlns:a="http://schemas.openxmlformats.org/drawingml/2006/main">
            <a:off x="5363119" y="3990975"/>
            <a:ext cx="53285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قرائن</a:t>
            </a:r>
          </a:p>
        </p:txBody>
      </p:sp>
      <p:sp>
        <p:nvSpPr>
          <p:cNvPr id="49" name="text-638">
            <a:extLst xmlns:a="http://schemas.openxmlformats.org/drawingml/2006/main">
              <a:ext uri="{FF2B5EF4-FFF2-40B4-BE49-F238E27FC236}">
                <a16:creationId xmlns:a16="http://schemas.microsoft.com/office/drawing/2014/main" id="{5DE20149-5219-4DD5-AA98-9CF1D516B54C}"/>
              </a:ext>
            </a:extLst>
          </p:cNvPr>
          <p:cNvSpPr>
            <a:spLocks xmlns:a="http://schemas.openxmlformats.org/drawingml/2006/main" noGrp="1"/>
          </p:cNvSpPr>
          <p:nvPr/>
        </p:nvSpPr>
        <p:spPr>
          <a:xfrm xmlns:a="http://schemas.openxmlformats.org/drawingml/2006/main">
            <a:off x="4280470" y="3990975"/>
            <a:ext cx="103026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الاستعمال</a:t>
            </a:r>
          </a:p>
        </p:txBody>
      </p:sp>
      <p:sp>
        <p:nvSpPr>
          <p:cNvPr id="50" name="text-639">
            <a:extLst xmlns:a="http://schemas.openxmlformats.org/drawingml/2006/main">
              <a:ext uri="{FF2B5EF4-FFF2-40B4-BE49-F238E27FC236}">
                <a16:creationId xmlns:a16="http://schemas.microsoft.com/office/drawing/2014/main" id="{53D59F66-26E4-47FF-A707-B809B7213F32}"/>
              </a:ext>
            </a:extLst>
          </p:cNvPr>
          <p:cNvSpPr>
            <a:spLocks xmlns:a="http://schemas.openxmlformats.org/drawingml/2006/main" noGrp="1"/>
          </p:cNvSpPr>
          <p:nvPr/>
        </p:nvSpPr>
        <p:spPr>
          <a:xfrm xmlns:a="http://schemas.openxmlformats.org/drawingml/2006/main">
            <a:off x="3185166" y="3990975"/>
            <a:ext cx="104291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وشواهدها</a:t>
            </a:r>
          </a:p>
        </p:txBody>
      </p:sp>
      <p:sp>
        <p:nvSpPr>
          <p:cNvPr id="51" name="text-640">
            <a:extLst xmlns:a="http://schemas.openxmlformats.org/drawingml/2006/main">
              <a:ext uri="{FF2B5EF4-FFF2-40B4-BE49-F238E27FC236}">
                <a16:creationId xmlns:a16="http://schemas.microsoft.com/office/drawing/2014/main" id="{552C87B7-F78F-4F8E-9D25-8144898F45BD}"/>
              </a:ext>
            </a:extLst>
          </p:cNvPr>
          <p:cNvSpPr>
            <a:spLocks xmlns:a="http://schemas.openxmlformats.org/drawingml/2006/main" noGrp="1"/>
          </p:cNvSpPr>
          <p:nvPr/>
        </p:nvSpPr>
        <p:spPr>
          <a:xfrm xmlns:a="http://schemas.openxmlformats.org/drawingml/2006/main">
            <a:off x="2276560" y="3990975"/>
            <a:ext cx="85621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وحدودها</a:t>
            </a:r>
          </a:p>
        </p:txBody>
      </p:sp>
      <p:sp>
        <p:nvSpPr>
          <p:cNvPr id="52" name="text-641">
            <a:extLst xmlns:a="http://schemas.openxmlformats.org/drawingml/2006/main">
              <a:ext uri="{FF2B5EF4-FFF2-40B4-BE49-F238E27FC236}">
                <a16:creationId xmlns:a16="http://schemas.microsoft.com/office/drawing/2014/main" id="{64D80359-FBE4-494F-829B-041C8ED98D65}"/>
              </a:ext>
            </a:extLst>
          </p:cNvPr>
          <p:cNvSpPr>
            <a:spLocks xmlns:a="http://schemas.openxmlformats.org/drawingml/2006/main" noGrp="1"/>
          </p:cNvSpPr>
          <p:nvPr/>
        </p:nvSpPr>
        <p:spPr>
          <a:xfrm xmlns:a="http://schemas.openxmlformats.org/drawingml/2006/main">
            <a:off x="11106741" y="4981575"/>
            <a:ext cx="47565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٣٦٨</a:t>
            </a:r>
          </a:p>
        </p:txBody>
      </p:sp>
      <p:sp>
        <p:nvSpPr>
          <p:cNvPr id="53" name="text-642">
            <a:extLst xmlns:a="http://schemas.openxmlformats.org/drawingml/2006/main">
              <a:ext uri="{FF2B5EF4-FFF2-40B4-BE49-F238E27FC236}">
                <a16:creationId xmlns:a16="http://schemas.microsoft.com/office/drawing/2014/main" id="{296197BA-91DF-42D4-AE6D-431F47F2616E}"/>
              </a:ext>
            </a:extLst>
          </p:cNvPr>
          <p:cNvSpPr>
            <a:spLocks xmlns:a="http://schemas.openxmlformats.org/drawingml/2006/main" noGrp="1"/>
          </p:cNvSpPr>
          <p:nvPr/>
        </p:nvSpPr>
        <p:spPr>
          <a:xfrm xmlns:a="http://schemas.openxmlformats.org/drawingml/2006/main">
            <a:off x="10372161" y="4981575"/>
            <a:ext cx="67619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اختبارًا</a:t>
            </a:r>
          </a:p>
        </p:txBody>
      </p:sp>
      <p:sp>
        <p:nvSpPr>
          <p:cNvPr id="54" name="text-643">
            <a:extLst xmlns:a="http://schemas.openxmlformats.org/drawingml/2006/main">
              <a:ext uri="{FF2B5EF4-FFF2-40B4-BE49-F238E27FC236}">
                <a16:creationId xmlns:a16="http://schemas.microsoft.com/office/drawing/2014/main" id="{F79EBC25-A21A-4B4B-92BA-B8CE96846C4C}"/>
              </a:ext>
            </a:extLst>
          </p:cNvPr>
          <p:cNvSpPr>
            <a:spLocks xmlns:a="http://schemas.openxmlformats.org/drawingml/2006/main" noGrp="1"/>
          </p:cNvSpPr>
          <p:nvPr/>
        </p:nvSpPr>
        <p:spPr>
          <a:xfrm xmlns:a="http://schemas.openxmlformats.org/drawingml/2006/main">
            <a:off x="9717539" y="4981575"/>
            <a:ext cx="59623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محليًا</a:t>
            </a:r>
          </a:p>
        </p:txBody>
      </p:sp>
      <p:sp>
        <p:nvSpPr>
          <p:cNvPr id="55" name="text-644">
            <a:extLst xmlns:a="http://schemas.openxmlformats.org/drawingml/2006/main">
              <a:ext uri="{FF2B5EF4-FFF2-40B4-BE49-F238E27FC236}">
                <a16:creationId xmlns:a16="http://schemas.microsoft.com/office/drawing/2014/main" id="{4613DEAB-C44C-444D-9AD2-50DC4904BE17}"/>
              </a:ext>
            </a:extLst>
          </p:cNvPr>
          <p:cNvSpPr>
            <a:spLocks xmlns:a="http://schemas.openxmlformats.org/drawingml/2006/main" noGrp="1"/>
          </p:cNvSpPr>
          <p:nvPr/>
        </p:nvSpPr>
        <p:spPr>
          <a:xfrm xmlns:a="http://schemas.openxmlformats.org/drawingml/2006/main">
            <a:off x="9530890" y="4981575"/>
            <a:ext cx="1282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a:t>
            </a:r>
          </a:p>
        </p:txBody>
      </p:sp>
      <p:sp>
        <p:nvSpPr>
          <p:cNvPr id="56" name="text-645">
            <a:extLst xmlns:a="http://schemas.openxmlformats.org/drawingml/2006/main">
              <a:ext uri="{FF2B5EF4-FFF2-40B4-BE49-F238E27FC236}">
                <a16:creationId xmlns:a16="http://schemas.microsoft.com/office/drawing/2014/main" id="{FDE152FE-7C7A-41B6-85EA-6A962C531859}"/>
              </a:ext>
            </a:extLst>
          </p:cNvPr>
          <p:cNvSpPr>
            <a:spLocks xmlns:a="http://schemas.openxmlformats.org/drawingml/2006/main" noGrp="1"/>
          </p:cNvSpPr>
          <p:nvPr/>
        </p:nvSpPr>
        <p:spPr>
          <a:xfrm xmlns:a="http://schemas.openxmlformats.org/drawingml/2006/main">
            <a:off x="9142728" y="4981575"/>
            <a:ext cx="32977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٦٠</a:t>
            </a:r>
          </a:p>
        </p:txBody>
      </p:sp>
      <p:sp>
        <p:nvSpPr>
          <p:cNvPr id="57" name="text-646">
            <a:extLst xmlns:a="http://schemas.openxmlformats.org/drawingml/2006/main">
              <a:ext uri="{FF2B5EF4-FFF2-40B4-BE49-F238E27FC236}">
                <a16:creationId xmlns:a16="http://schemas.microsoft.com/office/drawing/2014/main" id="{E1107451-C5DE-4D0D-8122-E4B0B15CFACF}"/>
              </a:ext>
            </a:extLst>
          </p:cNvPr>
          <p:cNvSpPr>
            <a:spLocks xmlns:a="http://schemas.openxmlformats.org/drawingml/2006/main" noGrp="1"/>
          </p:cNvSpPr>
          <p:nvPr/>
        </p:nvSpPr>
        <p:spPr>
          <a:xfrm xmlns:a="http://schemas.openxmlformats.org/drawingml/2006/main">
            <a:off x="8471232" y="4981575"/>
            <a:ext cx="61310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فحص</a:t>
            </a:r>
          </a:p>
        </p:txBody>
      </p:sp>
      <p:sp>
        <p:nvSpPr>
          <p:cNvPr id="58" name="text-647">
            <a:extLst xmlns:a="http://schemas.openxmlformats.org/drawingml/2006/main">
              <a:ext uri="{FF2B5EF4-FFF2-40B4-BE49-F238E27FC236}">
                <a16:creationId xmlns:a16="http://schemas.microsoft.com/office/drawing/2014/main" id="{108E5CB7-B9C3-4D7B-998D-8B82803D836D}"/>
              </a:ext>
            </a:extLst>
          </p:cNvPr>
          <p:cNvSpPr>
            <a:spLocks xmlns:a="http://schemas.openxmlformats.org/drawingml/2006/main" noGrp="1"/>
          </p:cNvSpPr>
          <p:nvPr/>
        </p:nvSpPr>
        <p:spPr>
          <a:xfrm xmlns:a="http://schemas.openxmlformats.org/drawingml/2006/main">
            <a:off x="7635504" y="4981575"/>
            <a:ext cx="77734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تشغيل</a:t>
            </a:r>
          </a:p>
        </p:txBody>
      </p:sp>
      <p:sp>
        <p:nvSpPr>
          <p:cNvPr id="59" name="text-648">
            <a:extLst xmlns:a="http://schemas.openxmlformats.org/drawingml/2006/main">
              <a:ext uri="{FF2B5EF4-FFF2-40B4-BE49-F238E27FC236}">
                <a16:creationId xmlns:a16="http://schemas.microsoft.com/office/drawing/2014/main" id="{6120F7C8-6993-49B7-BE17-FE13CBB219D6}"/>
              </a:ext>
            </a:extLst>
          </p:cNvPr>
          <p:cNvSpPr>
            <a:spLocks xmlns:a="http://schemas.openxmlformats.org/drawingml/2006/main" noGrp="1"/>
          </p:cNvSpPr>
          <p:nvPr/>
        </p:nvSpPr>
        <p:spPr>
          <a:xfrm xmlns:a="http://schemas.openxmlformats.org/drawingml/2006/main">
            <a:off x="7448855" y="4981575"/>
            <a:ext cx="1282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a:t>
            </a:r>
          </a:p>
        </p:txBody>
      </p:sp>
      <p:sp>
        <p:nvSpPr>
          <p:cNvPr id="60" name="text-649">
            <a:extLst xmlns:a="http://schemas.openxmlformats.org/drawingml/2006/main">
              <a:ext uri="{FF2B5EF4-FFF2-40B4-BE49-F238E27FC236}">
                <a16:creationId xmlns:a16="http://schemas.microsoft.com/office/drawing/2014/main" id="{FE0F3BD4-A32E-4A0C-9B1C-2F77F71E3992}"/>
              </a:ext>
            </a:extLst>
          </p:cNvPr>
          <p:cNvSpPr>
            <a:spLocks xmlns:a="http://schemas.openxmlformats.org/drawingml/2006/main" noGrp="1"/>
          </p:cNvSpPr>
          <p:nvPr/>
        </p:nvSpPr>
        <p:spPr>
          <a:xfrm xmlns:a="http://schemas.openxmlformats.org/drawingml/2006/main">
            <a:off x="7060693" y="4981575"/>
            <a:ext cx="32977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٢٨</a:t>
            </a:r>
          </a:p>
        </p:txBody>
      </p:sp>
      <p:sp>
        <p:nvSpPr>
          <p:cNvPr id="61" name="text-650">
            <a:extLst xmlns:a="http://schemas.openxmlformats.org/drawingml/2006/main">
              <a:ext uri="{FF2B5EF4-FFF2-40B4-BE49-F238E27FC236}">
                <a16:creationId xmlns:a16="http://schemas.microsoft.com/office/drawing/2014/main" id="{4102D409-72E9-4824-BD64-AA7B92D4A177}"/>
              </a:ext>
            </a:extLst>
          </p:cNvPr>
          <p:cNvSpPr>
            <a:spLocks xmlns:a="http://schemas.openxmlformats.org/drawingml/2006/main" noGrp="1"/>
          </p:cNvSpPr>
          <p:nvPr/>
        </p:nvSpPr>
        <p:spPr>
          <a:xfrm xmlns:a="http://schemas.openxmlformats.org/drawingml/2006/main">
            <a:off x="6414901" y="4981575"/>
            <a:ext cx="58740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فحصًا</a:t>
            </a:r>
          </a:p>
        </p:txBody>
      </p:sp>
      <p:sp>
        <p:nvSpPr>
          <p:cNvPr id="62" name="text-651">
            <a:extLst xmlns:a="http://schemas.openxmlformats.org/drawingml/2006/main">
              <a:ext uri="{FF2B5EF4-FFF2-40B4-BE49-F238E27FC236}">
                <a16:creationId xmlns:a16="http://schemas.microsoft.com/office/drawing/2014/main" id="{700F5C11-1B47-4C2B-A262-B24812A639C8}"/>
              </a:ext>
            </a:extLst>
          </p:cNvPr>
          <p:cNvSpPr>
            <a:spLocks xmlns:a="http://schemas.openxmlformats.org/drawingml/2006/main" noGrp="1"/>
          </p:cNvSpPr>
          <p:nvPr/>
        </p:nvSpPr>
        <p:spPr>
          <a:xfrm xmlns:a="http://schemas.openxmlformats.org/drawingml/2006/main">
            <a:off x="5886249" y="4981575"/>
            <a:ext cx="47026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عامًا</a:t>
            </a:r>
          </a:p>
        </p:txBody>
      </p:sp>
      <p:sp>
        <p:nvSpPr>
          <p:cNvPr id="63" name="text-652">
            <a:extLst xmlns:a="http://schemas.openxmlformats.org/drawingml/2006/main">
              <a:ext uri="{FF2B5EF4-FFF2-40B4-BE49-F238E27FC236}">
                <a16:creationId xmlns:a16="http://schemas.microsoft.com/office/drawing/2014/main" id="{E10A5ED7-90CB-47A4-9E94-2760FEB75C97}"/>
              </a:ext>
            </a:extLst>
          </p:cNvPr>
          <p:cNvSpPr>
            <a:spLocks xmlns:a="http://schemas.openxmlformats.org/drawingml/2006/main" noGrp="1"/>
          </p:cNvSpPr>
          <p:nvPr/>
        </p:nvSpPr>
        <p:spPr>
          <a:xfrm xmlns:a="http://schemas.openxmlformats.org/drawingml/2006/main">
            <a:off x="11247917" y="5638800"/>
            <a:ext cx="33448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كرر</a:t>
            </a:r>
          </a:p>
        </p:txBody>
      </p:sp>
      <p:sp>
        <p:nvSpPr>
          <p:cNvPr id="64" name="text-653">
            <a:extLst xmlns:a="http://schemas.openxmlformats.org/drawingml/2006/main">
              <a:ext uri="{FF2B5EF4-FFF2-40B4-BE49-F238E27FC236}">
                <a16:creationId xmlns:a16="http://schemas.microsoft.com/office/drawing/2014/main" id="{942BA50C-CABF-4ECD-89EC-490B3AB42573}"/>
              </a:ext>
            </a:extLst>
          </p:cNvPr>
          <p:cNvSpPr>
            <a:spLocks xmlns:a="http://schemas.openxmlformats.org/drawingml/2006/main" noGrp="1"/>
          </p:cNvSpPr>
          <p:nvPr/>
        </p:nvSpPr>
        <p:spPr>
          <a:xfrm xmlns:a="http://schemas.openxmlformats.org/drawingml/2006/main">
            <a:off x="10690340" y="5638800"/>
            <a:ext cx="50519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بصيغ</a:t>
            </a:r>
          </a:p>
        </p:txBody>
      </p:sp>
      <p:sp>
        <p:nvSpPr>
          <p:cNvPr id="65" name="text-654">
            <a:extLst xmlns:a="http://schemas.openxmlformats.org/drawingml/2006/main">
              <a:ext uri="{FF2B5EF4-FFF2-40B4-BE49-F238E27FC236}">
                <a16:creationId xmlns:a16="http://schemas.microsoft.com/office/drawing/2014/main" id="{5A0E131F-1F42-4DC1-93CD-CCAF2BD36498}"/>
              </a:ext>
            </a:extLst>
          </p:cNvPr>
          <p:cNvSpPr>
            <a:spLocks xmlns:a="http://schemas.openxmlformats.org/drawingml/2006/main" noGrp="1"/>
          </p:cNvSpPr>
          <p:nvPr/>
        </p:nvSpPr>
        <p:spPr>
          <a:xfrm xmlns:a="http://schemas.openxmlformats.org/drawingml/2006/main">
            <a:off x="10010717" y="5638800"/>
            <a:ext cx="62723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جديدة</a:t>
            </a:r>
          </a:p>
        </p:txBody>
      </p:sp>
      <p:sp>
        <p:nvSpPr>
          <p:cNvPr id="66" name="text-655">
            <a:extLst xmlns:a="http://schemas.openxmlformats.org/drawingml/2006/main">
              <a:ext uri="{FF2B5EF4-FFF2-40B4-BE49-F238E27FC236}">
                <a16:creationId xmlns:a16="http://schemas.microsoft.com/office/drawing/2014/main" id="{1410C60B-F9DB-40A7-B5A5-6631FE92E68A}"/>
              </a:ext>
            </a:extLst>
          </p:cNvPr>
          <p:cNvSpPr>
            <a:spLocks xmlns:a="http://schemas.openxmlformats.org/drawingml/2006/main" noGrp="1"/>
          </p:cNvSpPr>
          <p:nvPr/>
        </p:nvSpPr>
        <p:spPr>
          <a:xfrm xmlns:a="http://schemas.openxmlformats.org/drawingml/2006/main">
            <a:off x="9260849" y="5638800"/>
            <a:ext cx="69748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وسجّل</a:t>
            </a:r>
          </a:p>
        </p:txBody>
      </p:sp>
      <p:sp>
        <p:nvSpPr>
          <p:cNvPr id="67" name="text-656">
            <a:extLst xmlns:a="http://schemas.openxmlformats.org/drawingml/2006/main">
              <a:ext uri="{FF2B5EF4-FFF2-40B4-BE49-F238E27FC236}">
                <a16:creationId xmlns:a16="http://schemas.microsoft.com/office/drawing/2014/main" id="{696EA135-B966-4A9E-83B9-6464B79465C8}"/>
              </a:ext>
            </a:extLst>
          </p:cNvPr>
          <p:cNvSpPr>
            <a:spLocks xmlns:a="http://schemas.openxmlformats.org/drawingml/2006/main" noGrp="1"/>
          </p:cNvSpPr>
          <p:nvPr/>
        </p:nvSpPr>
        <p:spPr>
          <a:xfrm xmlns:a="http://schemas.openxmlformats.org/drawingml/2006/main">
            <a:off x="8421801" y="5638800"/>
            <a:ext cx="78666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الإخفاق</a:t>
            </a:r>
          </a:p>
        </p:txBody>
      </p:sp>
      <p:sp>
        <p:nvSpPr>
          <p:cNvPr id="68" name="text-657">
            <a:extLst xmlns:a="http://schemas.openxmlformats.org/drawingml/2006/main">
              <a:ext uri="{FF2B5EF4-FFF2-40B4-BE49-F238E27FC236}">
                <a16:creationId xmlns:a16="http://schemas.microsoft.com/office/drawing/2014/main" id="{09696728-4803-41F9-8073-E5304D07CCD6}"/>
              </a:ext>
            </a:extLst>
          </p:cNvPr>
          <p:cNvSpPr>
            <a:spLocks xmlns:a="http://schemas.openxmlformats.org/drawingml/2006/main" noGrp="1"/>
          </p:cNvSpPr>
          <p:nvPr/>
        </p:nvSpPr>
        <p:spPr>
          <a:xfrm xmlns:a="http://schemas.openxmlformats.org/drawingml/2006/main">
            <a:off x="8248118" y="563880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a:t>
            </a:r>
          </a:p>
        </p:txBody>
      </p:sp>
      <p:sp>
        <p:nvSpPr>
          <p:cNvPr id="69" name="text-658">
            <a:extLst xmlns:a="http://schemas.openxmlformats.org/drawingml/2006/main">
              <a:ext uri="{FF2B5EF4-FFF2-40B4-BE49-F238E27FC236}">
                <a16:creationId xmlns:a16="http://schemas.microsoft.com/office/drawing/2014/main" id="{99B9C6C2-4A21-453F-BC89-BD8545CD1F71}"/>
              </a:ext>
            </a:extLst>
          </p:cNvPr>
          <p:cNvSpPr>
            <a:spLocks xmlns:a="http://schemas.openxmlformats.org/drawingml/2006/main" noGrp="1"/>
          </p:cNvSpPr>
          <p:nvPr/>
        </p:nvSpPr>
        <p:spPr>
          <a:xfrm xmlns:a="http://schemas.openxmlformats.org/drawingml/2006/main">
            <a:off x="7522385" y="5638800"/>
            <a:ext cx="67334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الأعداد</a:t>
            </a:r>
          </a:p>
        </p:txBody>
      </p:sp>
      <p:sp>
        <p:nvSpPr>
          <p:cNvPr id="70" name="text-659">
            <a:extLst xmlns:a="http://schemas.openxmlformats.org/drawingml/2006/main">
              <a:ext uri="{FF2B5EF4-FFF2-40B4-BE49-F238E27FC236}">
                <a16:creationId xmlns:a16="http://schemas.microsoft.com/office/drawing/2014/main" id="{E155B04F-2250-44E0-9C1B-BC4C0BE727DE}"/>
              </a:ext>
            </a:extLst>
          </p:cNvPr>
          <p:cNvSpPr>
            <a:spLocks xmlns:a="http://schemas.openxmlformats.org/drawingml/2006/main" noGrp="1"/>
          </p:cNvSpPr>
          <p:nvPr/>
        </p:nvSpPr>
        <p:spPr>
          <a:xfrm xmlns:a="http://schemas.openxmlformats.org/drawingml/2006/main">
            <a:off x="7288562" y="5638800"/>
            <a:ext cx="18143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لا</a:t>
            </a:r>
          </a:p>
        </p:txBody>
      </p:sp>
      <p:sp>
        <p:nvSpPr>
          <p:cNvPr id="71" name="text-660">
            <a:extLst xmlns:a="http://schemas.openxmlformats.org/drawingml/2006/main">
              <a:ext uri="{FF2B5EF4-FFF2-40B4-BE49-F238E27FC236}">
                <a16:creationId xmlns:a16="http://schemas.microsoft.com/office/drawing/2014/main" id="{094A4FDC-53B2-425C-BCD2-3E75D904B405}"/>
              </a:ext>
            </a:extLst>
          </p:cNvPr>
          <p:cNvSpPr>
            <a:spLocks xmlns:a="http://schemas.openxmlformats.org/drawingml/2006/main" noGrp="1"/>
          </p:cNvSpPr>
          <p:nvPr/>
        </p:nvSpPr>
        <p:spPr>
          <a:xfrm xmlns:a="http://schemas.openxmlformats.org/drawingml/2006/main">
            <a:off x="6701062" y="5638800"/>
            <a:ext cx="53511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تعني</a:t>
            </a:r>
          </a:p>
        </p:txBody>
      </p:sp>
      <p:sp>
        <p:nvSpPr>
          <p:cNvPr id="72" name="text-661">
            <a:extLst xmlns:a="http://schemas.openxmlformats.org/drawingml/2006/main">
              <a:ext uri="{FF2B5EF4-FFF2-40B4-BE49-F238E27FC236}">
                <a16:creationId xmlns:a16="http://schemas.microsoft.com/office/drawing/2014/main" id="{DAAFB5FC-70B6-4F67-84E7-736258A219D9}"/>
              </a:ext>
            </a:extLst>
          </p:cNvPr>
          <p:cNvSpPr>
            <a:spLocks xmlns:a="http://schemas.openxmlformats.org/drawingml/2006/main" noGrp="1"/>
          </p:cNvSpPr>
          <p:nvPr/>
        </p:nvSpPr>
        <p:spPr>
          <a:xfrm xmlns:a="http://schemas.openxmlformats.org/drawingml/2006/main">
            <a:off x="6268670" y="5638800"/>
            <a:ext cx="38000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دقة</a:t>
            </a:r>
          </a:p>
        </p:txBody>
      </p:sp>
      <p:sp>
        <p:nvSpPr>
          <p:cNvPr id="73" name="text-662">
            <a:extLst xmlns:a="http://schemas.openxmlformats.org/drawingml/2006/main">
              <a:ext uri="{FF2B5EF4-FFF2-40B4-BE49-F238E27FC236}">
                <a16:creationId xmlns:a16="http://schemas.microsoft.com/office/drawing/2014/main" id="{03F70BA3-0C4E-47E0-8DE1-539AEA3BA245}"/>
              </a:ext>
            </a:extLst>
          </p:cNvPr>
          <p:cNvSpPr>
            <a:spLocks xmlns:a="http://schemas.openxmlformats.org/drawingml/2006/main" noGrp="1"/>
          </p:cNvSpPr>
          <p:nvPr/>
        </p:nvSpPr>
        <p:spPr>
          <a:xfrm xmlns:a="http://schemas.openxmlformats.org/drawingml/2006/main">
            <a:off x="5595130" y="5638800"/>
            <a:ext cx="62115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علمية</a:t>
            </a:r>
          </a:p>
        </p:txBody>
      </p:sp>
    </p:spTree>
    <p:extLst>
      <p:ext uri="{BB962C8B-B14F-4D97-AF65-F5344CB8AC3E}">
        <p14:creationId xmlns:p14="http://schemas.microsoft.com/office/powerpoint/2010/main" val="1995600829"/>
      </p:ext>
    </p:extLst>
  </p:cSld>
</p:sld>
</file>

<file path=ppt/slides/slide15.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78" name="text-663">
            <a:extLst xmlns:a="http://schemas.openxmlformats.org/drawingml/2006/main">
              <a:ext uri="{FF2B5EF4-FFF2-40B4-BE49-F238E27FC236}">
                <a16:creationId xmlns:a16="http://schemas.microsoft.com/office/drawing/2014/main" id="{4AC87931-FAF4-47C6-BC6D-7B50A3705481}"/>
              </a:ext>
            </a:extLst>
          </p:cNvPr>
          <p:cNvSpPr>
            <a:spLocks xmlns:a="http://schemas.openxmlformats.org/drawingml/2006/main" noGrp="1"/>
          </p:cNvSpPr>
          <p:nvPr/>
        </p:nvSpPr>
        <p:spPr>
          <a:xfrm xmlns:a="http://schemas.openxmlformats.org/drawingml/2006/main">
            <a:off x="9956963" y="457200"/>
            <a:ext cx="162543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استمرار</a:t>
            </a:r>
          </a:p>
        </p:txBody>
      </p:sp>
      <p:sp>
        <p:nvSpPr>
          <p:cNvPr id="2" name="text-664">
            <a:extLst xmlns:a="http://schemas.openxmlformats.org/drawingml/2006/main">
              <a:ext uri="{FF2B5EF4-FFF2-40B4-BE49-F238E27FC236}">
                <a16:creationId xmlns:a16="http://schemas.microsoft.com/office/drawing/2014/main" id="{029B374C-19FC-4C10-88A6-B567A9E6304F}"/>
              </a:ext>
            </a:extLst>
          </p:cNvPr>
          <p:cNvSpPr>
            <a:spLocks xmlns:a="http://schemas.openxmlformats.org/drawingml/2006/main" noGrp="1"/>
          </p:cNvSpPr>
          <p:nvPr/>
        </p:nvSpPr>
        <p:spPr>
          <a:xfrm xmlns:a="http://schemas.openxmlformats.org/drawingml/2006/main">
            <a:off x="8492376" y="457200"/>
            <a:ext cx="136362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واقعي</a:t>
            </a:r>
          </a:p>
        </p:txBody>
      </p:sp>
      <p:sp>
        <p:nvSpPr>
          <p:cNvPr id="3" name="text-665">
            <a:extLst xmlns:a="http://schemas.openxmlformats.org/drawingml/2006/main">
              <a:ext uri="{FF2B5EF4-FFF2-40B4-BE49-F238E27FC236}">
                <a16:creationId xmlns:a16="http://schemas.microsoft.com/office/drawing/2014/main" id="{2E262A1B-162B-47A2-B256-2353A5914D10}"/>
              </a:ext>
            </a:extLst>
          </p:cNvPr>
          <p:cNvSpPr>
            <a:spLocks xmlns:a="http://schemas.openxmlformats.org/drawingml/2006/main" noGrp="1"/>
          </p:cNvSpPr>
          <p:nvPr/>
        </p:nvSpPr>
        <p:spPr>
          <a:xfrm xmlns:a="http://schemas.openxmlformats.org/drawingml/2006/main">
            <a:off x="6987075" y="457200"/>
            <a:ext cx="14043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وتوسّع</a:t>
            </a:r>
          </a:p>
        </p:txBody>
      </p:sp>
      <p:sp>
        <p:nvSpPr>
          <p:cNvPr id="4" name="text-666">
            <a:extLst xmlns:a="http://schemas.openxmlformats.org/drawingml/2006/main">
              <a:ext uri="{FF2B5EF4-FFF2-40B4-BE49-F238E27FC236}">
                <a16:creationId xmlns:a16="http://schemas.microsoft.com/office/drawing/2014/main" id="{CCA0DA92-470A-4BB6-AC48-B599BEF7C654}"/>
              </a:ext>
            </a:extLst>
          </p:cNvPr>
          <p:cNvSpPr>
            <a:spLocks xmlns:a="http://schemas.openxmlformats.org/drawingml/2006/main" noGrp="1"/>
          </p:cNvSpPr>
          <p:nvPr/>
        </p:nvSpPr>
        <p:spPr>
          <a:xfrm xmlns:a="http://schemas.openxmlformats.org/drawingml/2006/main">
            <a:off x="5944682" y="457200"/>
            <a:ext cx="9414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تحت</a:t>
            </a:r>
          </a:p>
        </p:txBody>
      </p:sp>
      <p:sp>
        <p:nvSpPr>
          <p:cNvPr id="5" name="text-667">
            <a:extLst xmlns:a="http://schemas.openxmlformats.org/drawingml/2006/main">
              <a:ext uri="{FF2B5EF4-FFF2-40B4-BE49-F238E27FC236}">
                <a16:creationId xmlns:a16="http://schemas.microsoft.com/office/drawing/2014/main" id="{E6EDAD90-DBEA-42FB-B520-A049ED4805D1}"/>
              </a:ext>
            </a:extLst>
          </p:cNvPr>
          <p:cNvSpPr>
            <a:spLocks xmlns:a="http://schemas.openxmlformats.org/drawingml/2006/main" noGrp="1"/>
          </p:cNvSpPr>
          <p:nvPr/>
        </p:nvSpPr>
        <p:spPr>
          <a:xfrm xmlns:a="http://schemas.openxmlformats.org/drawingml/2006/main">
            <a:off x="4047698" y="457200"/>
            <a:ext cx="179601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المراجعة</a:t>
            </a:r>
          </a:p>
        </p:txBody>
      </p:sp>
      <p:sp>
        <p:nvSpPr>
          <p:cNvPr id="6" name="shape-668">
            <a:extLst xmlns:a="http://schemas.openxmlformats.org/drawingml/2006/main">
              <a:ext uri="{FF2B5EF4-FFF2-40B4-BE49-F238E27FC236}">
                <a16:creationId xmlns:a16="http://schemas.microsoft.com/office/drawing/2014/main" id="{D7EB3AF8-2F77-426D-9EC1-9BE0A6F0A025}"/>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669">
            <a:extLst xmlns:a="http://schemas.openxmlformats.org/drawingml/2006/main">
              <a:ext uri="{FF2B5EF4-FFF2-40B4-BE49-F238E27FC236}">
                <a16:creationId xmlns:a16="http://schemas.microsoft.com/office/drawing/2014/main" id="{335BF6DF-CBAF-49DF-B750-616F19EF995A}"/>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670">
            <a:extLst xmlns:a="http://schemas.openxmlformats.org/drawingml/2006/main">
              <a:ext uri="{FF2B5EF4-FFF2-40B4-BE49-F238E27FC236}">
                <a16:creationId xmlns:a16="http://schemas.microsoft.com/office/drawing/2014/main" id="{A3687BE2-B402-4385-B882-F4166D3766C2}"/>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671">
            <a:extLst xmlns:a="http://schemas.openxmlformats.org/drawingml/2006/main">
              <a:ext uri="{FF2B5EF4-FFF2-40B4-BE49-F238E27FC236}">
                <a16:creationId xmlns:a16="http://schemas.microsoft.com/office/drawing/2014/main" id="{09436B9D-8534-4EF7-953A-CFF08B82B943}"/>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672">
            <a:extLst xmlns:a="http://schemas.openxmlformats.org/drawingml/2006/main">
              <a:ext uri="{FF2B5EF4-FFF2-40B4-BE49-F238E27FC236}">
                <a16:creationId xmlns:a16="http://schemas.microsoft.com/office/drawing/2014/main" id="{7669DDEB-95D9-44E0-B28E-E64D6770ECCE}"/>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673">
            <a:extLst xmlns:a="http://schemas.openxmlformats.org/drawingml/2006/main">
              <a:ext uri="{FF2B5EF4-FFF2-40B4-BE49-F238E27FC236}">
                <a16:creationId xmlns:a16="http://schemas.microsoft.com/office/drawing/2014/main" id="{4ABE628B-C867-4A10-9ED2-B6F59065514B}"/>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674">
            <a:extLst xmlns:a="http://schemas.openxmlformats.org/drawingml/2006/main">
              <a:ext uri="{FF2B5EF4-FFF2-40B4-BE49-F238E27FC236}">
                <a16:creationId xmlns:a16="http://schemas.microsoft.com/office/drawing/2014/main" id="{7F4D49D8-32AE-430A-BBFB-1759AB810A54}"/>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675">
            <a:extLst xmlns:a="http://schemas.openxmlformats.org/drawingml/2006/main">
              <a:ext uri="{FF2B5EF4-FFF2-40B4-BE49-F238E27FC236}">
                <a16:creationId xmlns:a16="http://schemas.microsoft.com/office/drawing/2014/main" id="{1DFC9231-495B-45B9-8497-75F520BAFDF6}"/>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15</a:t>
            </a:r>
          </a:p>
        </p:txBody>
      </p:sp>
      <p:sp>
        <p:nvSpPr>
          <p:cNvPr id="14" name="text-676">
            <a:extLst xmlns:a="http://schemas.openxmlformats.org/drawingml/2006/main">
              <a:ext uri="{FF2B5EF4-FFF2-40B4-BE49-F238E27FC236}">
                <a16:creationId xmlns:a16="http://schemas.microsoft.com/office/drawing/2014/main" id="{D7BE8915-56B4-4DD2-8DC0-573DDB506D49}"/>
              </a:ext>
            </a:extLst>
          </p:cNvPr>
          <p:cNvSpPr>
            <a:spLocks xmlns:a="http://schemas.openxmlformats.org/drawingml/2006/main" noGrp="1"/>
          </p:cNvSpPr>
          <p:nvPr/>
        </p:nvSpPr>
        <p:spPr>
          <a:xfrm xmlns:a="http://schemas.openxmlformats.org/drawingml/2006/main">
            <a:off x="10330320" y="1390650"/>
            <a:ext cx="125208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١٬٤٥٠</a:t>
            </a:r>
          </a:p>
        </p:txBody>
      </p:sp>
      <p:sp>
        <p:nvSpPr>
          <p:cNvPr id="15" name="text-677">
            <a:extLst xmlns:a="http://schemas.openxmlformats.org/drawingml/2006/main">
              <a:ext uri="{FF2B5EF4-FFF2-40B4-BE49-F238E27FC236}">
                <a16:creationId xmlns:a16="http://schemas.microsoft.com/office/drawing/2014/main" id="{813887FD-2DCE-4871-88B6-487C048AE775}"/>
              </a:ext>
            </a:extLst>
          </p:cNvPr>
          <p:cNvSpPr>
            <a:spLocks xmlns:a="http://schemas.openxmlformats.org/drawingml/2006/main" noGrp="1"/>
          </p:cNvSpPr>
          <p:nvPr/>
        </p:nvSpPr>
        <p:spPr>
          <a:xfrm xmlns:a="http://schemas.openxmlformats.org/drawingml/2006/main">
            <a:off x="9413138" y="1390650"/>
            <a:ext cx="81621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ريالًا</a:t>
            </a:r>
          </a:p>
        </p:txBody>
      </p:sp>
      <p:sp>
        <p:nvSpPr>
          <p:cNvPr id="16" name="text-678">
            <a:extLst xmlns:a="http://schemas.openxmlformats.org/drawingml/2006/main">
              <a:ext uri="{FF2B5EF4-FFF2-40B4-BE49-F238E27FC236}">
                <a16:creationId xmlns:a16="http://schemas.microsoft.com/office/drawing/2014/main" id="{F07F9238-A685-4094-BDE9-86ECD8742D25}"/>
              </a:ext>
            </a:extLst>
          </p:cNvPr>
          <p:cNvSpPr>
            <a:spLocks xmlns:a="http://schemas.openxmlformats.org/drawingml/2006/main" noGrp="1"/>
          </p:cNvSpPr>
          <p:nvPr/>
        </p:nvSpPr>
        <p:spPr>
          <a:xfrm xmlns:a="http://schemas.openxmlformats.org/drawingml/2006/main">
            <a:off x="8052961" y="1390650"/>
            <a:ext cx="125921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شهريًا</a:t>
            </a:r>
          </a:p>
        </p:txBody>
      </p:sp>
      <p:sp>
        <p:nvSpPr>
          <p:cNvPr id="17" name="text-679">
            <a:extLst xmlns:a="http://schemas.openxmlformats.org/drawingml/2006/main">
              <a:ext uri="{FF2B5EF4-FFF2-40B4-BE49-F238E27FC236}">
                <a16:creationId xmlns:a16="http://schemas.microsoft.com/office/drawing/2014/main" id="{24CC6A20-CAFD-46C4-8026-5B051FFF3963}"/>
              </a:ext>
            </a:extLst>
          </p:cNvPr>
          <p:cNvSpPr>
            <a:spLocks xmlns:a="http://schemas.openxmlformats.org/drawingml/2006/main" noGrp="1"/>
          </p:cNvSpPr>
          <p:nvPr/>
        </p:nvSpPr>
        <p:spPr>
          <a:xfrm xmlns:a="http://schemas.openxmlformats.org/drawingml/2006/main">
            <a:off x="11066516" y="2095500"/>
            <a:ext cx="51588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مثال</a:t>
            </a:r>
          </a:p>
        </p:txBody>
      </p:sp>
      <p:sp>
        <p:nvSpPr>
          <p:cNvPr id="18" name="text-680">
            <a:extLst xmlns:a="http://schemas.openxmlformats.org/drawingml/2006/main">
              <a:ext uri="{FF2B5EF4-FFF2-40B4-BE49-F238E27FC236}">
                <a16:creationId xmlns:a16="http://schemas.microsoft.com/office/drawing/2014/main" id="{67429017-FBFC-4C3D-8EF6-41E297AC83B9}"/>
              </a:ext>
            </a:extLst>
          </p:cNvPr>
          <p:cNvSpPr>
            <a:spLocks xmlns:a="http://schemas.openxmlformats.org/drawingml/2006/main" noGrp="1"/>
          </p:cNvSpPr>
          <p:nvPr/>
        </p:nvSpPr>
        <p:spPr>
          <a:xfrm xmlns:a="http://schemas.openxmlformats.org/drawingml/2006/main">
            <a:off x="9982665" y="2095500"/>
            <a:ext cx="102251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تخطيطي</a:t>
            </a:r>
          </a:p>
        </p:txBody>
      </p:sp>
      <p:sp>
        <p:nvSpPr>
          <p:cNvPr id="19" name="text-681">
            <a:extLst xmlns:a="http://schemas.openxmlformats.org/drawingml/2006/main">
              <a:ext uri="{FF2B5EF4-FFF2-40B4-BE49-F238E27FC236}">
                <a16:creationId xmlns:a16="http://schemas.microsoft.com/office/drawing/2014/main" id="{23118049-3EAB-4E72-9B05-DA8CD136C4C6}"/>
              </a:ext>
            </a:extLst>
          </p:cNvPr>
          <p:cNvSpPr>
            <a:spLocks xmlns:a="http://schemas.openxmlformats.org/drawingml/2006/main" noGrp="1"/>
          </p:cNvSpPr>
          <p:nvPr/>
        </p:nvSpPr>
        <p:spPr>
          <a:xfrm xmlns:a="http://schemas.openxmlformats.org/drawingml/2006/main">
            <a:off x="9454592" y="2095500"/>
            <a:ext cx="4667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فقط</a:t>
            </a:r>
          </a:p>
        </p:txBody>
      </p:sp>
      <p:sp>
        <p:nvSpPr>
          <p:cNvPr id="20" name="text-682">
            <a:extLst xmlns:a="http://schemas.openxmlformats.org/drawingml/2006/main">
              <a:ext uri="{FF2B5EF4-FFF2-40B4-BE49-F238E27FC236}">
                <a16:creationId xmlns:a16="http://schemas.microsoft.com/office/drawing/2014/main" id="{0DE3E863-2544-4708-9577-BBEDE51B82B9}"/>
              </a:ext>
            </a:extLst>
          </p:cNvPr>
          <p:cNvSpPr>
            <a:spLocks xmlns:a="http://schemas.openxmlformats.org/drawingml/2006/main" noGrp="1"/>
          </p:cNvSpPr>
          <p:nvPr/>
        </p:nvSpPr>
        <p:spPr>
          <a:xfrm xmlns:a="http://schemas.openxmlformats.org/drawingml/2006/main">
            <a:off x="8961936" y="2095500"/>
            <a:ext cx="43131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قبل</a:t>
            </a:r>
          </a:p>
        </p:txBody>
      </p:sp>
      <p:sp>
        <p:nvSpPr>
          <p:cNvPr id="21" name="text-683">
            <a:extLst xmlns:a="http://schemas.openxmlformats.org/drawingml/2006/main">
              <a:ext uri="{FF2B5EF4-FFF2-40B4-BE49-F238E27FC236}">
                <a16:creationId xmlns:a16="http://schemas.microsoft.com/office/drawing/2014/main" id="{A7113018-1C15-4B90-8761-2A29278507DD}"/>
              </a:ext>
            </a:extLst>
          </p:cNvPr>
          <p:cNvSpPr>
            <a:spLocks xmlns:a="http://schemas.openxmlformats.org/drawingml/2006/main" noGrp="1"/>
          </p:cNvSpPr>
          <p:nvPr/>
        </p:nvSpPr>
        <p:spPr>
          <a:xfrm xmlns:a="http://schemas.openxmlformats.org/drawingml/2006/main">
            <a:off x="7755745" y="2095500"/>
            <a:ext cx="114485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الاحتياطي</a:t>
            </a:r>
          </a:p>
        </p:txBody>
      </p:sp>
      <p:sp>
        <p:nvSpPr>
          <p:cNvPr id="22" name="text-684">
            <a:extLst xmlns:a="http://schemas.openxmlformats.org/drawingml/2006/main">
              <a:ext uri="{FF2B5EF4-FFF2-40B4-BE49-F238E27FC236}">
                <a16:creationId xmlns:a16="http://schemas.microsoft.com/office/drawing/2014/main" id="{650FFDFD-26B0-4393-AAF3-1145F326A986}"/>
              </a:ext>
            </a:extLst>
          </p:cNvPr>
          <p:cNvSpPr>
            <a:spLocks xmlns:a="http://schemas.openxmlformats.org/drawingml/2006/main" noGrp="1"/>
          </p:cNvSpPr>
          <p:nvPr/>
        </p:nvSpPr>
        <p:spPr>
          <a:xfrm xmlns:a="http://schemas.openxmlformats.org/drawingml/2006/main">
            <a:off x="6774710" y="2095500"/>
            <a:ext cx="91969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والضريبة</a:t>
            </a:r>
          </a:p>
        </p:txBody>
      </p:sp>
      <p:sp>
        <p:nvSpPr>
          <p:cNvPr id="23" name="text-685">
            <a:extLst xmlns:a="http://schemas.openxmlformats.org/drawingml/2006/main">
              <a:ext uri="{FF2B5EF4-FFF2-40B4-BE49-F238E27FC236}">
                <a16:creationId xmlns:a16="http://schemas.microsoft.com/office/drawing/2014/main" id="{71CCFD03-CCCE-4E7F-8F70-DE4C8FC0831B}"/>
              </a:ext>
            </a:extLst>
          </p:cNvPr>
          <p:cNvSpPr>
            <a:spLocks xmlns:a="http://schemas.openxmlformats.org/drawingml/2006/main" noGrp="1"/>
          </p:cNvSpPr>
          <p:nvPr/>
        </p:nvSpPr>
        <p:spPr>
          <a:xfrm xmlns:a="http://schemas.openxmlformats.org/drawingml/2006/main">
            <a:off x="11106741" y="2571750"/>
            <a:ext cx="47565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٥٠٠</a:t>
            </a:r>
          </a:p>
        </p:txBody>
      </p:sp>
      <p:sp>
        <p:nvSpPr>
          <p:cNvPr id="24" name="text-686">
            <a:extLst xmlns:a="http://schemas.openxmlformats.org/drawingml/2006/main">
              <a:ext uri="{FF2B5EF4-FFF2-40B4-BE49-F238E27FC236}">
                <a16:creationId xmlns:a16="http://schemas.microsoft.com/office/drawing/2014/main" id="{F9C6E531-8566-4259-B6BF-9E9E774C4DF0}"/>
              </a:ext>
            </a:extLst>
          </p:cNvPr>
          <p:cNvSpPr>
            <a:spLocks xmlns:a="http://schemas.openxmlformats.org/drawingml/2006/main" noGrp="1"/>
          </p:cNvSpPr>
          <p:nvPr/>
        </p:nvSpPr>
        <p:spPr>
          <a:xfrm xmlns:a="http://schemas.openxmlformats.org/drawingml/2006/main">
            <a:off x="10209008" y="2571750"/>
            <a:ext cx="83934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للطلبات</a:t>
            </a:r>
          </a:p>
        </p:txBody>
      </p:sp>
      <p:sp>
        <p:nvSpPr>
          <p:cNvPr id="25" name="text-687">
            <a:extLst xmlns:a="http://schemas.openxmlformats.org/drawingml/2006/main">
              <a:ext uri="{FF2B5EF4-FFF2-40B4-BE49-F238E27FC236}">
                <a16:creationId xmlns:a16="http://schemas.microsoft.com/office/drawing/2014/main" id="{F2644058-6AB2-44D1-B161-9D0C32378043}"/>
              </a:ext>
            </a:extLst>
          </p:cNvPr>
          <p:cNvSpPr>
            <a:spLocks xmlns:a="http://schemas.openxmlformats.org/drawingml/2006/main" noGrp="1"/>
          </p:cNvSpPr>
          <p:nvPr/>
        </p:nvSpPr>
        <p:spPr>
          <a:xfrm xmlns:a="http://schemas.openxmlformats.org/drawingml/2006/main">
            <a:off x="9926901" y="2571750"/>
            <a:ext cx="22371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a:t>
            </a:r>
          </a:p>
        </p:txBody>
      </p:sp>
      <p:sp>
        <p:nvSpPr>
          <p:cNvPr id="26" name="text-688">
            <a:extLst xmlns:a="http://schemas.openxmlformats.org/drawingml/2006/main">
              <a:ext uri="{FF2B5EF4-FFF2-40B4-BE49-F238E27FC236}">
                <a16:creationId xmlns:a16="http://schemas.microsoft.com/office/drawing/2014/main" id="{E29CB9F6-2EAC-480B-B469-CB5C985FD0CD}"/>
              </a:ext>
            </a:extLst>
          </p:cNvPr>
          <p:cNvSpPr>
            <a:spLocks xmlns:a="http://schemas.openxmlformats.org/drawingml/2006/main" noGrp="1"/>
          </p:cNvSpPr>
          <p:nvPr/>
        </p:nvSpPr>
        <p:spPr>
          <a:xfrm xmlns:a="http://schemas.openxmlformats.org/drawingml/2006/main">
            <a:off x="9392853" y="2571750"/>
            <a:ext cx="47565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١٥٠</a:t>
            </a:r>
          </a:p>
        </p:txBody>
      </p:sp>
      <p:sp>
        <p:nvSpPr>
          <p:cNvPr id="27" name="text-689">
            <a:extLst xmlns:a="http://schemas.openxmlformats.org/drawingml/2006/main">
              <a:ext uri="{FF2B5EF4-FFF2-40B4-BE49-F238E27FC236}">
                <a16:creationId xmlns:a16="http://schemas.microsoft.com/office/drawing/2014/main" id="{F92FBB41-B83C-4288-B2BC-9A84C6E840E5}"/>
              </a:ext>
            </a:extLst>
          </p:cNvPr>
          <p:cNvSpPr>
            <a:spLocks xmlns:a="http://schemas.openxmlformats.org/drawingml/2006/main" noGrp="1"/>
          </p:cNvSpPr>
          <p:nvPr/>
        </p:nvSpPr>
        <p:spPr>
          <a:xfrm xmlns:a="http://schemas.openxmlformats.org/drawingml/2006/main">
            <a:off x="8181864" y="2571750"/>
            <a:ext cx="115260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للاستضافة</a:t>
            </a:r>
          </a:p>
        </p:txBody>
      </p:sp>
      <p:sp>
        <p:nvSpPr>
          <p:cNvPr id="28" name="text-690">
            <a:extLst xmlns:a="http://schemas.openxmlformats.org/drawingml/2006/main">
              <a:ext uri="{FF2B5EF4-FFF2-40B4-BE49-F238E27FC236}">
                <a16:creationId xmlns:a16="http://schemas.microsoft.com/office/drawing/2014/main" id="{1A46D00F-2E87-4317-AF7E-F89470C68A0C}"/>
              </a:ext>
            </a:extLst>
          </p:cNvPr>
          <p:cNvSpPr>
            <a:spLocks xmlns:a="http://schemas.openxmlformats.org/drawingml/2006/main" noGrp="1"/>
          </p:cNvSpPr>
          <p:nvPr/>
        </p:nvSpPr>
        <p:spPr>
          <a:xfrm xmlns:a="http://schemas.openxmlformats.org/drawingml/2006/main">
            <a:off x="7899756" y="2571750"/>
            <a:ext cx="22371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a:t>
            </a:r>
          </a:p>
        </p:txBody>
      </p:sp>
      <p:sp>
        <p:nvSpPr>
          <p:cNvPr id="29" name="text-691">
            <a:extLst xmlns:a="http://schemas.openxmlformats.org/drawingml/2006/main">
              <a:ext uri="{FF2B5EF4-FFF2-40B4-BE49-F238E27FC236}">
                <a16:creationId xmlns:a16="http://schemas.microsoft.com/office/drawing/2014/main" id="{6F3D57C7-DD0F-49AE-83A6-3656DFE53551}"/>
              </a:ext>
            </a:extLst>
          </p:cNvPr>
          <p:cNvSpPr>
            <a:spLocks xmlns:a="http://schemas.openxmlformats.org/drawingml/2006/main" noGrp="1"/>
          </p:cNvSpPr>
          <p:nvPr/>
        </p:nvSpPr>
        <p:spPr>
          <a:xfrm xmlns:a="http://schemas.openxmlformats.org/drawingml/2006/main">
            <a:off x="7365708" y="2571750"/>
            <a:ext cx="47565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٨٠٠</a:t>
            </a:r>
          </a:p>
        </p:txBody>
      </p:sp>
      <p:sp>
        <p:nvSpPr>
          <p:cNvPr id="30" name="text-692">
            <a:extLst xmlns:a="http://schemas.openxmlformats.org/drawingml/2006/main">
              <a:ext uri="{FF2B5EF4-FFF2-40B4-BE49-F238E27FC236}">
                <a16:creationId xmlns:a16="http://schemas.microsoft.com/office/drawing/2014/main" id="{2AE1DDDB-AC3C-4515-97E5-7C6F622A0C62}"/>
              </a:ext>
            </a:extLst>
          </p:cNvPr>
          <p:cNvSpPr>
            <a:spLocks xmlns:a="http://schemas.openxmlformats.org/drawingml/2006/main" noGrp="1"/>
          </p:cNvSpPr>
          <p:nvPr/>
        </p:nvSpPr>
        <p:spPr>
          <a:xfrm xmlns:a="http://schemas.openxmlformats.org/drawingml/2006/main">
            <a:off x="6437072" y="2571750"/>
            <a:ext cx="87024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لمراجعة</a:t>
            </a:r>
          </a:p>
        </p:txBody>
      </p:sp>
      <p:sp>
        <p:nvSpPr>
          <p:cNvPr id="31" name="text-693">
            <a:extLst xmlns:a="http://schemas.openxmlformats.org/drawingml/2006/main">
              <a:ext uri="{FF2B5EF4-FFF2-40B4-BE49-F238E27FC236}">
                <a16:creationId xmlns:a16="http://schemas.microsoft.com/office/drawing/2014/main" id="{485CCB50-9B91-437F-B02B-ED6DE55C5DA9}"/>
              </a:ext>
            </a:extLst>
          </p:cNvPr>
          <p:cNvSpPr>
            <a:spLocks xmlns:a="http://schemas.openxmlformats.org/drawingml/2006/main" noGrp="1"/>
          </p:cNvSpPr>
          <p:nvPr/>
        </p:nvSpPr>
        <p:spPr>
          <a:xfrm xmlns:a="http://schemas.openxmlformats.org/drawingml/2006/main">
            <a:off x="5453888" y="2571750"/>
            <a:ext cx="92479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المحتوى</a:t>
            </a:r>
          </a:p>
        </p:txBody>
      </p:sp>
      <p:sp>
        <p:nvSpPr>
          <p:cNvPr id="32" name="text-694">
            <a:extLst xmlns:a="http://schemas.openxmlformats.org/drawingml/2006/main">
              <a:ext uri="{FF2B5EF4-FFF2-40B4-BE49-F238E27FC236}">
                <a16:creationId xmlns:a16="http://schemas.microsoft.com/office/drawing/2014/main" id="{B34B6E17-425C-41B4-8223-FA232AAC6101}"/>
              </a:ext>
            </a:extLst>
          </p:cNvPr>
          <p:cNvSpPr>
            <a:spLocks xmlns:a="http://schemas.openxmlformats.org/drawingml/2006/main" noGrp="1"/>
          </p:cNvSpPr>
          <p:nvPr/>
        </p:nvSpPr>
        <p:spPr>
          <a:xfrm xmlns:a="http://schemas.openxmlformats.org/drawingml/2006/main">
            <a:off x="10960168" y="3086100"/>
            <a:ext cx="622232"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يفترض</a:t>
            </a:r>
          </a:p>
        </p:txBody>
      </p:sp>
      <p:sp>
        <p:nvSpPr>
          <p:cNvPr id="33" name="text-695">
            <a:extLst xmlns:a="http://schemas.openxmlformats.org/drawingml/2006/main">
              <a:ext uri="{FF2B5EF4-FFF2-40B4-BE49-F238E27FC236}">
                <a16:creationId xmlns:a16="http://schemas.microsoft.com/office/drawing/2014/main" id="{EF00460B-31AB-439C-A2FE-A30EA4683BFE}"/>
              </a:ext>
            </a:extLst>
          </p:cNvPr>
          <p:cNvSpPr>
            <a:spLocks xmlns:a="http://schemas.openxmlformats.org/drawingml/2006/main" noGrp="1"/>
          </p:cNvSpPr>
          <p:nvPr/>
        </p:nvSpPr>
        <p:spPr>
          <a:xfrm xmlns:a="http://schemas.openxmlformats.org/drawingml/2006/main">
            <a:off x="10182162" y="3086100"/>
            <a:ext cx="73152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١٠٬٠٠٠</a:t>
            </a:r>
          </a:p>
        </p:txBody>
      </p:sp>
      <p:sp>
        <p:nvSpPr>
          <p:cNvPr id="34" name="text-696">
            <a:extLst xmlns:a="http://schemas.openxmlformats.org/drawingml/2006/main">
              <a:ext uri="{FF2B5EF4-FFF2-40B4-BE49-F238E27FC236}">
                <a16:creationId xmlns:a16="http://schemas.microsoft.com/office/drawing/2014/main" id="{1E997B1F-620C-496A-A6AD-FF4547D98495}"/>
              </a:ext>
            </a:extLst>
          </p:cNvPr>
          <p:cNvSpPr>
            <a:spLocks xmlns:a="http://schemas.openxmlformats.org/drawingml/2006/main" noGrp="1"/>
          </p:cNvSpPr>
          <p:nvPr/>
        </p:nvSpPr>
        <p:spPr>
          <a:xfrm xmlns:a="http://schemas.openxmlformats.org/drawingml/2006/main">
            <a:off x="9674148" y="3086100"/>
            <a:ext cx="461532"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طلب</a:t>
            </a:r>
          </a:p>
        </p:txBody>
      </p:sp>
      <p:sp>
        <p:nvSpPr>
          <p:cNvPr id="35" name="text-697">
            <a:extLst xmlns:a="http://schemas.openxmlformats.org/drawingml/2006/main">
              <a:ext uri="{FF2B5EF4-FFF2-40B4-BE49-F238E27FC236}">
                <a16:creationId xmlns:a16="http://schemas.microsoft.com/office/drawing/2014/main" id="{8E461E56-C7E8-4155-9EF9-AB0B6BAC3CB3}"/>
              </a:ext>
            </a:extLst>
          </p:cNvPr>
          <p:cNvSpPr>
            <a:spLocks xmlns:a="http://schemas.openxmlformats.org/drawingml/2006/main" noGrp="1"/>
          </p:cNvSpPr>
          <p:nvPr/>
        </p:nvSpPr>
        <p:spPr>
          <a:xfrm xmlns:a="http://schemas.openxmlformats.org/drawingml/2006/main">
            <a:off x="9376182" y="3086100"/>
            <a:ext cx="25148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و٨</a:t>
            </a:r>
          </a:p>
        </p:txBody>
      </p:sp>
      <p:sp>
        <p:nvSpPr>
          <p:cNvPr id="36" name="text-698">
            <a:extLst xmlns:a="http://schemas.openxmlformats.org/drawingml/2006/main">
              <a:ext uri="{FF2B5EF4-FFF2-40B4-BE49-F238E27FC236}">
                <a16:creationId xmlns:a16="http://schemas.microsoft.com/office/drawing/2014/main" id="{91760C89-06BA-443F-9A4A-11201842854E}"/>
              </a:ext>
            </a:extLst>
          </p:cNvPr>
          <p:cNvSpPr>
            <a:spLocks xmlns:a="http://schemas.openxmlformats.org/drawingml/2006/main" noGrp="1"/>
          </p:cNvSpPr>
          <p:nvPr/>
        </p:nvSpPr>
        <p:spPr>
          <a:xfrm xmlns:a="http://schemas.openxmlformats.org/drawingml/2006/main">
            <a:off x="8650174" y="3086100"/>
            <a:ext cx="679527"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ساعات</a:t>
            </a:r>
          </a:p>
        </p:txBody>
      </p:sp>
      <p:sp>
        <p:nvSpPr>
          <p:cNvPr id="37" name="text-699">
            <a:extLst xmlns:a="http://schemas.openxmlformats.org/drawingml/2006/main">
              <a:ext uri="{FF2B5EF4-FFF2-40B4-BE49-F238E27FC236}">
                <a16:creationId xmlns:a16="http://schemas.microsoft.com/office/drawing/2014/main" id="{7032E5DB-8330-4A6C-8AC7-4170649046FD}"/>
              </a:ext>
            </a:extLst>
          </p:cNvPr>
          <p:cNvSpPr>
            <a:spLocks xmlns:a="http://schemas.openxmlformats.org/drawingml/2006/main" noGrp="1"/>
          </p:cNvSpPr>
          <p:nvPr/>
        </p:nvSpPr>
        <p:spPr>
          <a:xfrm xmlns:a="http://schemas.openxmlformats.org/drawingml/2006/main">
            <a:off x="7943099" y="3086100"/>
            <a:ext cx="660592"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مراجعة</a:t>
            </a:r>
          </a:p>
        </p:txBody>
      </p:sp>
      <p:sp>
        <p:nvSpPr>
          <p:cNvPr id="38" name="text-700">
            <a:extLst xmlns:a="http://schemas.openxmlformats.org/drawingml/2006/main">
              <a:ext uri="{FF2B5EF4-FFF2-40B4-BE49-F238E27FC236}">
                <a16:creationId xmlns:a16="http://schemas.microsoft.com/office/drawing/2014/main" id="{AB842F28-6C61-4688-9C9D-440087CA6ABB}"/>
              </a:ext>
            </a:extLst>
          </p:cNvPr>
          <p:cNvSpPr>
            <a:spLocks xmlns:a="http://schemas.openxmlformats.org/drawingml/2006/main" noGrp="1"/>
          </p:cNvSpPr>
          <p:nvPr/>
        </p:nvSpPr>
        <p:spPr>
          <a:xfrm xmlns:a="http://schemas.openxmlformats.org/drawingml/2006/main">
            <a:off x="7314119" y="3086100"/>
            <a:ext cx="58249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شهريًا</a:t>
            </a:r>
          </a:p>
        </p:txBody>
      </p:sp>
      <p:sp>
        <p:nvSpPr>
          <p:cNvPr id="39" name="text-701">
            <a:extLst xmlns:a="http://schemas.openxmlformats.org/drawingml/2006/main">
              <a:ext uri="{FF2B5EF4-FFF2-40B4-BE49-F238E27FC236}">
                <a16:creationId xmlns:a16="http://schemas.microsoft.com/office/drawing/2014/main" id="{E6BD8599-8FF4-4DC0-B936-257B71D7DFCF}"/>
              </a:ext>
            </a:extLst>
          </p:cNvPr>
          <p:cNvSpPr>
            <a:spLocks xmlns:a="http://schemas.openxmlformats.org/drawingml/2006/main" noGrp="1"/>
          </p:cNvSpPr>
          <p:nvPr/>
        </p:nvSpPr>
        <p:spPr>
          <a:xfrm xmlns:a="http://schemas.openxmlformats.org/drawingml/2006/main">
            <a:off x="10688018" y="3648075"/>
            <a:ext cx="89438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التشغيل</a:t>
            </a:r>
          </a:p>
        </p:txBody>
      </p:sp>
      <p:sp>
        <p:nvSpPr>
          <p:cNvPr id="40" name="text-702">
            <a:extLst xmlns:a="http://schemas.openxmlformats.org/drawingml/2006/main">
              <a:ext uri="{FF2B5EF4-FFF2-40B4-BE49-F238E27FC236}">
                <a16:creationId xmlns:a16="http://schemas.microsoft.com/office/drawing/2014/main" id="{98FC939C-A1C3-4162-8AAF-3B82DA7A1270}"/>
              </a:ext>
            </a:extLst>
          </p:cNvPr>
          <p:cNvSpPr>
            <a:spLocks xmlns:a="http://schemas.openxmlformats.org/drawingml/2006/main" noGrp="1"/>
          </p:cNvSpPr>
          <p:nvPr/>
        </p:nvSpPr>
        <p:spPr>
          <a:xfrm xmlns:a="http://schemas.openxmlformats.org/drawingml/2006/main">
            <a:off x="9746831" y="3648075"/>
            <a:ext cx="88584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لمسؤول</a:t>
            </a:r>
          </a:p>
        </p:txBody>
      </p:sp>
      <p:sp>
        <p:nvSpPr>
          <p:cNvPr id="41" name="text-703">
            <a:extLst xmlns:a="http://schemas.openxmlformats.org/drawingml/2006/main">
              <a:ext uri="{FF2B5EF4-FFF2-40B4-BE49-F238E27FC236}">
                <a16:creationId xmlns:a16="http://schemas.microsoft.com/office/drawing/2014/main" id="{3222B970-B4D5-4C2B-BA8B-BFB7D0214900}"/>
              </a:ext>
            </a:extLst>
          </p:cNvPr>
          <p:cNvSpPr>
            <a:spLocks xmlns:a="http://schemas.openxmlformats.org/drawingml/2006/main" noGrp="1"/>
          </p:cNvSpPr>
          <p:nvPr/>
        </p:nvSpPr>
        <p:spPr>
          <a:xfrm xmlns:a="http://schemas.openxmlformats.org/drawingml/2006/main">
            <a:off x="8876281" y="3648075"/>
            <a:ext cx="81520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التطبيق</a:t>
            </a:r>
          </a:p>
        </p:txBody>
      </p:sp>
      <p:sp>
        <p:nvSpPr>
          <p:cNvPr id="42" name="text-704">
            <a:extLst xmlns:a="http://schemas.openxmlformats.org/drawingml/2006/main">
              <a:ext uri="{FF2B5EF4-FFF2-40B4-BE49-F238E27FC236}">
                <a16:creationId xmlns:a16="http://schemas.microsoft.com/office/drawing/2014/main" id="{6BB5FCF5-1036-48F7-B32A-C49EC2C4E6C9}"/>
              </a:ext>
            </a:extLst>
          </p:cNvPr>
          <p:cNvSpPr>
            <a:spLocks xmlns:a="http://schemas.openxmlformats.org/drawingml/2006/main" noGrp="1"/>
          </p:cNvSpPr>
          <p:nvPr/>
        </p:nvSpPr>
        <p:spPr>
          <a:xfrm xmlns:a="http://schemas.openxmlformats.org/drawingml/2006/main">
            <a:off x="8696114" y="3648075"/>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a:t>
            </a:r>
          </a:p>
        </p:txBody>
      </p:sp>
      <p:sp>
        <p:nvSpPr>
          <p:cNvPr id="43" name="text-705">
            <a:extLst xmlns:a="http://schemas.openxmlformats.org/drawingml/2006/main">
              <a:ext uri="{FF2B5EF4-FFF2-40B4-BE49-F238E27FC236}">
                <a16:creationId xmlns:a16="http://schemas.microsoft.com/office/drawing/2014/main" id="{92029D6C-D4C5-4D4A-9420-7C39743C2F70}"/>
              </a:ext>
            </a:extLst>
          </p:cNvPr>
          <p:cNvSpPr>
            <a:spLocks xmlns:a="http://schemas.openxmlformats.org/drawingml/2006/main" noGrp="1"/>
          </p:cNvSpPr>
          <p:nvPr/>
        </p:nvSpPr>
        <p:spPr>
          <a:xfrm xmlns:a="http://schemas.openxmlformats.org/drawingml/2006/main">
            <a:off x="7750119" y="3648075"/>
            <a:ext cx="89065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المحتوى</a:t>
            </a:r>
          </a:p>
        </p:txBody>
      </p:sp>
      <p:sp>
        <p:nvSpPr>
          <p:cNvPr id="44" name="text-706">
            <a:extLst xmlns:a="http://schemas.openxmlformats.org/drawingml/2006/main">
              <a:ext uri="{FF2B5EF4-FFF2-40B4-BE49-F238E27FC236}">
                <a16:creationId xmlns:a16="http://schemas.microsoft.com/office/drawing/2014/main" id="{067F4590-4B44-46D7-A0B2-D0541119219C}"/>
              </a:ext>
            </a:extLst>
          </p:cNvPr>
          <p:cNvSpPr>
            <a:spLocks xmlns:a="http://schemas.openxmlformats.org/drawingml/2006/main" noGrp="1"/>
          </p:cNvSpPr>
          <p:nvPr/>
        </p:nvSpPr>
        <p:spPr>
          <a:xfrm xmlns:a="http://schemas.openxmlformats.org/drawingml/2006/main">
            <a:off x="6972085" y="3648075"/>
            <a:ext cx="72269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لمراجع</a:t>
            </a:r>
          </a:p>
        </p:txBody>
      </p:sp>
      <p:sp>
        <p:nvSpPr>
          <p:cNvPr id="45" name="text-707">
            <a:extLst xmlns:a="http://schemas.openxmlformats.org/drawingml/2006/main">
              <a:ext uri="{FF2B5EF4-FFF2-40B4-BE49-F238E27FC236}">
                <a16:creationId xmlns:a16="http://schemas.microsoft.com/office/drawing/2014/main" id="{5AF4B829-9CE7-47D1-BC8E-72B57728F31D}"/>
              </a:ext>
            </a:extLst>
          </p:cNvPr>
          <p:cNvSpPr>
            <a:spLocks xmlns:a="http://schemas.openxmlformats.org/drawingml/2006/main" noGrp="1"/>
          </p:cNvSpPr>
          <p:nvPr/>
        </p:nvSpPr>
        <p:spPr>
          <a:xfrm xmlns:a="http://schemas.openxmlformats.org/drawingml/2006/main">
            <a:off x="6302557" y="3648075"/>
            <a:ext cx="61418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مؤهل</a:t>
            </a:r>
          </a:p>
        </p:txBody>
      </p:sp>
      <p:sp>
        <p:nvSpPr>
          <p:cNvPr id="46" name="text-708">
            <a:extLst xmlns:a="http://schemas.openxmlformats.org/drawingml/2006/main">
              <a:ext uri="{FF2B5EF4-FFF2-40B4-BE49-F238E27FC236}">
                <a16:creationId xmlns:a16="http://schemas.microsoft.com/office/drawing/2014/main" id="{AEB0A619-C735-4D9F-B434-F9E31E23D1FC}"/>
              </a:ext>
            </a:extLst>
          </p:cNvPr>
          <p:cNvSpPr>
            <a:spLocks xmlns:a="http://schemas.openxmlformats.org/drawingml/2006/main" noGrp="1"/>
          </p:cNvSpPr>
          <p:nvPr/>
        </p:nvSpPr>
        <p:spPr>
          <a:xfrm xmlns:a="http://schemas.openxmlformats.org/drawingml/2006/main">
            <a:off x="5504411" y="3648075"/>
            <a:ext cx="74280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تسمّيه</a:t>
            </a:r>
          </a:p>
        </p:txBody>
      </p:sp>
      <p:sp>
        <p:nvSpPr>
          <p:cNvPr id="47" name="text-709">
            <a:extLst xmlns:a="http://schemas.openxmlformats.org/drawingml/2006/main">
              <a:ext uri="{FF2B5EF4-FFF2-40B4-BE49-F238E27FC236}">
                <a16:creationId xmlns:a16="http://schemas.microsoft.com/office/drawing/2014/main" id="{49C28ECA-08D9-4B2F-B736-8FCBF933D730}"/>
              </a:ext>
            </a:extLst>
          </p:cNvPr>
          <p:cNvSpPr>
            <a:spLocks xmlns:a="http://schemas.openxmlformats.org/drawingml/2006/main" noGrp="1"/>
          </p:cNvSpPr>
          <p:nvPr/>
        </p:nvSpPr>
        <p:spPr>
          <a:xfrm xmlns:a="http://schemas.openxmlformats.org/drawingml/2006/main">
            <a:off x="4840475" y="3648075"/>
            <a:ext cx="60859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الجهة</a:t>
            </a:r>
          </a:p>
        </p:txBody>
      </p:sp>
      <p:sp>
        <p:nvSpPr>
          <p:cNvPr id="48" name="text-710">
            <a:extLst xmlns:a="http://schemas.openxmlformats.org/drawingml/2006/main">
              <a:ext uri="{FF2B5EF4-FFF2-40B4-BE49-F238E27FC236}">
                <a16:creationId xmlns:a16="http://schemas.microsoft.com/office/drawing/2014/main" id="{1B91EA41-BB96-4009-BCC1-3DDC5C6D0B1D}"/>
              </a:ext>
            </a:extLst>
          </p:cNvPr>
          <p:cNvSpPr>
            <a:spLocks xmlns:a="http://schemas.openxmlformats.org/drawingml/2006/main" noGrp="1"/>
          </p:cNvSpPr>
          <p:nvPr/>
        </p:nvSpPr>
        <p:spPr>
          <a:xfrm xmlns:a="http://schemas.openxmlformats.org/drawingml/2006/main">
            <a:off x="10797015" y="4295775"/>
            <a:ext cx="78538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الخطوة</a:t>
            </a:r>
          </a:p>
        </p:txBody>
      </p:sp>
      <p:sp>
        <p:nvSpPr>
          <p:cNvPr id="49" name="text-711">
            <a:extLst xmlns:a="http://schemas.openxmlformats.org/drawingml/2006/main">
              <a:ext uri="{FF2B5EF4-FFF2-40B4-BE49-F238E27FC236}">
                <a16:creationId xmlns:a16="http://schemas.microsoft.com/office/drawing/2014/main" id="{00F4B284-64C4-4B86-801F-8D8B810C74DE}"/>
              </a:ext>
            </a:extLst>
          </p:cNvPr>
          <p:cNvSpPr>
            <a:spLocks xmlns:a="http://schemas.openxmlformats.org/drawingml/2006/main" noGrp="1"/>
          </p:cNvSpPr>
          <p:nvPr/>
        </p:nvSpPr>
        <p:spPr>
          <a:xfrm xmlns:a="http://schemas.openxmlformats.org/drawingml/2006/main">
            <a:off x="10068411" y="4295775"/>
            <a:ext cx="66726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التالية</a:t>
            </a:r>
          </a:p>
        </p:txBody>
      </p:sp>
      <p:sp>
        <p:nvSpPr>
          <p:cNvPr id="50" name="text-712">
            <a:extLst xmlns:a="http://schemas.openxmlformats.org/drawingml/2006/main">
              <a:ext uri="{FF2B5EF4-FFF2-40B4-BE49-F238E27FC236}">
                <a16:creationId xmlns:a16="http://schemas.microsoft.com/office/drawing/2014/main" id="{5EE54F75-133C-443B-80D0-67758609F993}"/>
              </a:ext>
            </a:extLst>
          </p:cNvPr>
          <p:cNvSpPr>
            <a:spLocks xmlns:a="http://schemas.openxmlformats.org/drawingml/2006/main" noGrp="1"/>
          </p:cNvSpPr>
          <p:nvPr/>
        </p:nvSpPr>
        <p:spPr>
          <a:xfrm xmlns:a="http://schemas.openxmlformats.org/drawingml/2006/main">
            <a:off x="9377970" y="4295775"/>
            <a:ext cx="62910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تجربة</a:t>
            </a:r>
          </a:p>
        </p:txBody>
      </p:sp>
      <p:sp>
        <p:nvSpPr>
          <p:cNvPr id="51" name="text-713">
            <a:extLst xmlns:a="http://schemas.openxmlformats.org/drawingml/2006/main">
              <a:ext uri="{FF2B5EF4-FFF2-40B4-BE49-F238E27FC236}">
                <a16:creationId xmlns:a16="http://schemas.microsoft.com/office/drawing/2014/main" id="{9283A8E4-5FD0-49C0-A99E-778689451532}"/>
              </a:ext>
            </a:extLst>
          </p:cNvPr>
          <p:cNvSpPr>
            <a:spLocks xmlns:a="http://schemas.openxmlformats.org/drawingml/2006/main" noGrp="1"/>
          </p:cNvSpPr>
          <p:nvPr/>
        </p:nvSpPr>
        <p:spPr>
          <a:xfrm xmlns:a="http://schemas.openxmlformats.org/drawingml/2006/main">
            <a:off x="8621601" y="4295775"/>
            <a:ext cx="69502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صغيرة</a:t>
            </a:r>
          </a:p>
        </p:txBody>
      </p:sp>
      <p:sp>
        <p:nvSpPr>
          <p:cNvPr id="52" name="text-714">
            <a:extLst xmlns:a="http://schemas.openxmlformats.org/drawingml/2006/main">
              <a:ext uri="{FF2B5EF4-FFF2-40B4-BE49-F238E27FC236}">
                <a16:creationId xmlns:a16="http://schemas.microsoft.com/office/drawing/2014/main" id="{E191A71D-32AB-4759-98DD-600B99716D69}"/>
              </a:ext>
            </a:extLst>
          </p:cNvPr>
          <p:cNvSpPr>
            <a:spLocks xmlns:a="http://schemas.openxmlformats.org/drawingml/2006/main" noGrp="1"/>
          </p:cNvSpPr>
          <p:nvPr/>
        </p:nvSpPr>
        <p:spPr>
          <a:xfrm xmlns:a="http://schemas.openxmlformats.org/drawingml/2006/main">
            <a:off x="7811175" y="4295775"/>
            <a:ext cx="74908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وقياس</a:t>
            </a:r>
          </a:p>
        </p:txBody>
      </p:sp>
      <p:sp>
        <p:nvSpPr>
          <p:cNvPr id="53" name="text-715">
            <a:extLst xmlns:a="http://schemas.openxmlformats.org/drawingml/2006/main">
              <a:ext uri="{FF2B5EF4-FFF2-40B4-BE49-F238E27FC236}">
                <a16:creationId xmlns:a16="http://schemas.microsoft.com/office/drawing/2014/main" id="{52867AB1-E0C9-4D26-8A06-6DBCB865BCF8}"/>
              </a:ext>
            </a:extLst>
          </p:cNvPr>
          <p:cNvSpPr>
            <a:spLocks xmlns:a="http://schemas.openxmlformats.org/drawingml/2006/main" noGrp="1"/>
          </p:cNvSpPr>
          <p:nvPr/>
        </p:nvSpPr>
        <p:spPr>
          <a:xfrm xmlns:a="http://schemas.openxmlformats.org/drawingml/2006/main">
            <a:off x="7112396" y="4295775"/>
            <a:ext cx="63743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الفهم</a:t>
            </a:r>
          </a:p>
        </p:txBody>
      </p:sp>
      <p:sp>
        <p:nvSpPr>
          <p:cNvPr id="54" name="text-716">
            <a:extLst xmlns:a="http://schemas.openxmlformats.org/drawingml/2006/main">
              <a:ext uri="{FF2B5EF4-FFF2-40B4-BE49-F238E27FC236}">
                <a16:creationId xmlns:a16="http://schemas.microsoft.com/office/drawing/2014/main" id="{B5D460B6-6CFA-4931-BCDA-051CCE010D44}"/>
              </a:ext>
            </a:extLst>
          </p:cNvPr>
          <p:cNvSpPr>
            <a:spLocks xmlns:a="http://schemas.openxmlformats.org/drawingml/2006/main" noGrp="1"/>
          </p:cNvSpPr>
          <p:nvPr/>
        </p:nvSpPr>
        <p:spPr>
          <a:xfrm xmlns:a="http://schemas.openxmlformats.org/drawingml/2006/main">
            <a:off x="6368879" y="4295775"/>
            <a:ext cx="68217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وإتمام</a:t>
            </a:r>
          </a:p>
        </p:txBody>
      </p:sp>
      <p:sp>
        <p:nvSpPr>
          <p:cNvPr id="55" name="text-717">
            <a:extLst xmlns:a="http://schemas.openxmlformats.org/drawingml/2006/main">
              <a:ext uri="{FF2B5EF4-FFF2-40B4-BE49-F238E27FC236}">
                <a16:creationId xmlns:a16="http://schemas.microsoft.com/office/drawing/2014/main" id="{6F3EF30F-C8C4-422F-A0F6-ECBD9BF78159}"/>
              </a:ext>
            </a:extLst>
          </p:cNvPr>
          <p:cNvSpPr>
            <a:spLocks xmlns:a="http://schemas.openxmlformats.org/drawingml/2006/main" noGrp="1"/>
          </p:cNvSpPr>
          <p:nvPr/>
        </p:nvSpPr>
        <p:spPr>
          <a:xfrm xmlns:a="http://schemas.openxmlformats.org/drawingml/2006/main">
            <a:off x="5511852" y="4295775"/>
            <a:ext cx="79568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المهمة</a:t>
            </a:r>
          </a:p>
        </p:txBody>
      </p:sp>
      <p:sp>
        <p:nvSpPr>
          <p:cNvPr id="56" name="text-718">
            <a:extLst xmlns:a="http://schemas.openxmlformats.org/drawingml/2006/main">
              <a:ext uri="{FF2B5EF4-FFF2-40B4-BE49-F238E27FC236}">
                <a16:creationId xmlns:a16="http://schemas.microsoft.com/office/drawing/2014/main" id="{4583393E-8EAE-4F53-B888-51A0434A58FD}"/>
              </a:ext>
            </a:extLst>
          </p:cNvPr>
          <p:cNvSpPr>
            <a:spLocks xmlns:a="http://schemas.openxmlformats.org/drawingml/2006/main" noGrp="1"/>
          </p:cNvSpPr>
          <p:nvPr/>
        </p:nvSpPr>
        <p:spPr>
          <a:xfrm xmlns:a="http://schemas.openxmlformats.org/drawingml/2006/main">
            <a:off x="10808592" y="4924425"/>
            <a:ext cx="77380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مراجعة</a:t>
            </a:r>
          </a:p>
        </p:txBody>
      </p:sp>
      <p:sp>
        <p:nvSpPr>
          <p:cNvPr id="57" name="text-719">
            <a:extLst xmlns:a="http://schemas.openxmlformats.org/drawingml/2006/main">
              <a:ext uri="{FF2B5EF4-FFF2-40B4-BE49-F238E27FC236}">
                <a16:creationId xmlns:a16="http://schemas.microsoft.com/office/drawing/2014/main" id="{AA17045B-97A4-469F-88C5-4F87C91B0E9C}"/>
              </a:ext>
            </a:extLst>
          </p:cNvPr>
          <p:cNvSpPr>
            <a:spLocks xmlns:a="http://schemas.openxmlformats.org/drawingml/2006/main" noGrp="1"/>
          </p:cNvSpPr>
          <p:nvPr/>
        </p:nvSpPr>
        <p:spPr>
          <a:xfrm xmlns:a="http://schemas.openxmlformats.org/drawingml/2006/main">
            <a:off x="9810594" y="4924425"/>
            <a:ext cx="93961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أسبوعية</a:t>
            </a:r>
          </a:p>
        </p:txBody>
      </p:sp>
      <p:sp>
        <p:nvSpPr>
          <p:cNvPr id="58" name="text-720">
            <a:extLst xmlns:a="http://schemas.openxmlformats.org/drawingml/2006/main">
              <a:ext uri="{FF2B5EF4-FFF2-40B4-BE49-F238E27FC236}">
                <a16:creationId xmlns:a16="http://schemas.microsoft.com/office/drawing/2014/main" id="{D7246312-01D0-4AE7-A756-201775872F93}"/>
              </a:ext>
            </a:extLst>
          </p:cNvPr>
          <p:cNvSpPr>
            <a:spLocks xmlns:a="http://schemas.openxmlformats.org/drawingml/2006/main" noGrp="1"/>
          </p:cNvSpPr>
          <p:nvPr/>
        </p:nvSpPr>
        <p:spPr>
          <a:xfrm xmlns:a="http://schemas.openxmlformats.org/drawingml/2006/main">
            <a:off x="9623945" y="4924425"/>
            <a:ext cx="1282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a:t>
            </a:r>
          </a:p>
        </p:txBody>
      </p:sp>
      <p:sp>
        <p:nvSpPr>
          <p:cNvPr id="59" name="text-721">
            <a:extLst xmlns:a="http://schemas.openxmlformats.org/drawingml/2006/main">
              <a:ext uri="{FF2B5EF4-FFF2-40B4-BE49-F238E27FC236}">
                <a16:creationId xmlns:a16="http://schemas.microsoft.com/office/drawing/2014/main" id="{FFC6CA3B-9234-476C-9D92-439742781B17}"/>
              </a:ext>
            </a:extLst>
          </p:cNvPr>
          <p:cNvSpPr>
            <a:spLocks xmlns:a="http://schemas.openxmlformats.org/drawingml/2006/main" noGrp="1"/>
          </p:cNvSpPr>
          <p:nvPr/>
        </p:nvSpPr>
        <p:spPr>
          <a:xfrm xmlns:a="http://schemas.openxmlformats.org/drawingml/2006/main">
            <a:off x="8926744" y="4924425"/>
            <a:ext cx="638812"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امتناع</a:t>
            </a:r>
          </a:p>
        </p:txBody>
      </p:sp>
      <p:sp>
        <p:nvSpPr>
          <p:cNvPr id="60" name="text-722">
            <a:extLst xmlns:a="http://schemas.openxmlformats.org/drawingml/2006/main">
              <a:ext uri="{FF2B5EF4-FFF2-40B4-BE49-F238E27FC236}">
                <a16:creationId xmlns:a16="http://schemas.microsoft.com/office/drawing/2014/main" id="{B4153360-4F39-40A0-AE41-1D903AC8FB20}"/>
              </a:ext>
            </a:extLst>
          </p:cNvPr>
          <p:cNvSpPr>
            <a:spLocks xmlns:a="http://schemas.openxmlformats.org/drawingml/2006/main" noGrp="1"/>
          </p:cNvSpPr>
          <p:nvPr/>
        </p:nvSpPr>
        <p:spPr>
          <a:xfrm xmlns:a="http://schemas.openxmlformats.org/drawingml/2006/main">
            <a:off x="8662394" y="4924425"/>
            <a:ext cx="205962"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أو</a:t>
            </a:r>
          </a:p>
        </p:txBody>
      </p:sp>
      <p:sp>
        <p:nvSpPr>
          <p:cNvPr id="61" name="text-723">
            <a:extLst xmlns:a="http://schemas.openxmlformats.org/drawingml/2006/main">
              <a:ext uri="{FF2B5EF4-FFF2-40B4-BE49-F238E27FC236}">
                <a16:creationId xmlns:a16="http://schemas.microsoft.com/office/drawing/2014/main" id="{5FA5869E-E1D6-4739-97F3-0C03D688A9BA}"/>
              </a:ext>
            </a:extLst>
          </p:cNvPr>
          <p:cNvSpPr>
            <a:spLocks xmlns:a="http://schemas.openxmlformats.org/drawingml/2006/main" noGrp="1"/>
          </p:cNvSpPr>
          <p:nvPr/>
        </p:nvSpPr>
        <p:spPr>
          <a:xfrm xmlns:a="http://schemas.openxmlformats.org/drawingml/2006/main">
            <a:off x="8042699" y="4924425"/>
            <a:ext cx="56130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إحالة</a:t>
            </a:r>
          </a:p>
        </p:txBody>
      </p:sp>
      <p:sp>
        <p:nvSpPr>
          <p:cNvPr id="62" name="text-724">
            <a:extLst xmlns:a="http://schemas.openxmlformats.org/drawingml/2006/main">
              <a:ext uri="{FF2B5EF4-FFF2-40B4-BE49-F238E27FC236}">
                <a16:creationId xmlns:a16="http://schemas.microsoft.com/office/drawing/2014/main" id="{6D5F6197-9C64-4478-88AB-4BF96A04971C}"/>
              </a:ext>
            </a:extLst>
          </p:cNvPr>
          <p:cNvSpPr>
            <a:spLocks xmlns:a="http://schemas.openxmlformats.org/drawingml/2006/main" noGrp="1"/>
          </p:cNvSpPr>
          <p:nvPr/>
        </p:nvSpPr>
        <p:spPr>
          <a:xfrm xmlns:a="http://schemas.openxmlformats.org/drawingml/2006/main">
            <a:off x="7496486" y="4924425"/>
            <a:ext cx="48782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حين</a:t>
            </a:r>
          </a:p>
        </p:txBody>
      </p:sp>
      <p:sp>
        <p:nvSpPr>
          <p:cNvPr id="63" name="text-725">
            <a:extLst xmlns:a="http://schemas.openxmlformats.org/drawingml/2006/main">
              <a:ext uri="{FF2B5EF4-FFF2-40B4-BE49-F238E27FC236}">
                <a16:creationId xmlns:a16="http://schemas.microsoft.com/office/drawing/2014/main" id="{C9E1E4F2-7607-47E2-B57C-D417F0DC5020}"/>
              </a:ext>
            </a:extLst>
          </p:cNvPr>
          <p:cNvSpPr>
            <a:spLocks xmlns:a="http://schemas.openxmlformats.org/drawingml/2006/main" noGrp="1"/>
          </p:cNvSpPr>
          <p:nvPr/>
        </p:nvSpPr>
        <p:spPr>
          <a:xfrm xmlns:a="http://schemas.openxmlformats.org/drawingml/2006/main">
            <a:off x="7244693" y="4924425"/>
            <a:ext cx="19340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لا</a:t>
            </a:r>
          </a:p>
        </p:txBody>
      </p:sp>
      <p:sp>
        <p:nvSpPr>
          <p:cNvPr id="64" name="text-726">
            <a:extLst xmlns:a="http://schemas.openxmlformats.org/drawingml/2006/main">
              <a:ext uri="{FF2B5EF4-FFF2-40B4-BE49-F238E27FC236}">
                <a16:creationId xmlns:a16="http://schemas.microsoft.com/office/drawing/2014/main" id="{234DA1B4-5DD1-480A-B7F0-CB1BCEF00F1E}"/>
              </a:ext>
            </a:extLst>
          </p:cNvPr>
          <p:cNvSpPr>
            <a:spLocks xmlns:a="http://schemas.openxmlformats.org/drawingml/2006/main" noGrp="1"/>
          </p:cNvSpPr>
          <p:nvPr/>
        </p:nvSpPr>
        <p:spPr>
          <a:xfrm xmlns:a="http://schemas.openxmlformats.org/drawingml/2006/main">
            <a:off x="6558186" y="4924425"/>
            <a:ext cx="62811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يكفي</a:t>
            </a:r>
          </a:p>
        </p:txBody>
      </p:sp>
      <p:sp>
        <p:nvSpPr>
          <p:cNvPr id="65" name="text-727">
            <a:extLst xmlns:a="http://schemas.openxmlformats.org/drawingml/2006/main">
              <a:ext uri="{FF2B5EF4-FFF2-40B4-BE49-F238E27FC236}">
                <a16:creationId xmlns:a16="http://schemas.microsoft.com/office/drawing/2014/main" id="{C88D24D0-1F04-4A5D-A1EE-D7B62CB9DF61}"/>
              </a:ext>
            </a:extLst>
          </p:cNvPr>
          <p:cNvSpPr>
            <a:spLocks xmlns:a="http://schemas.openxmlformats.org/drawingml/2006/main" noGrp="1"/>
          </p:cNvSpPr>
          <p:nvPr/>
        </p:nvSpPr>
        <p:spPr>
          <a:xfrm xmlns:a="http://schemas.openxmlformats.org/drawingml/2006/main">
            <a:off x="5843719" y="4924425"/>
            <a:ext cx="65607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الدليل</a:t>
            </a:r>
          </a:p>
        </p:txBody>
      </p:sp>
      <p:sp>
        <p:nvSpPr>
          <p:cNvPr id="66" name="text-728">
            <a:extLst xmlns:a="http://schemas.openxmlformats.org/drawingml/2006/main">
              <a:ext uri="{FF2B5EF4-FFF2-40B4-BE49-F238E27FC236}">
                <a16:creationId xmlns:a16="http://schemas.microsoft.com/office/drawing/2014/main" id="{9AADC7D5-E04B-4564-88EA-7A6FB74A70B6}"/>
              </a:ext>
            </a:extLst>
          </p:cNvPr>
          <p:cNvSpPr>
            <a:spLocks xmlns:a="http://schemas.openxmlformats.org/drawingml/2006/main" noGrp="1"/>
          </p:cNvSpPr>
          <p:nvPr/>
        </p:nvSpPr>
        <p:spPr>
          <a:xfrm xmlns:a="http://schemas.openxmlformats.org/drawingml/2006/main">
            <a:off x="11222802" y="5581650"/>
            <a:ext cx="35959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عند</a:t>
            </a:r>
          </a:p>
        </p:txBody>
      </p:sp>
      <p:sp>
        <p:nvSpPr>
          <p:cNvPr id="67" name="text-729">
            <a:extLst xmlns:a="http://schemas.openxmlformats.org/drawingml/2006/main">
              <a:ext uri="{FF2B5EF4-FFF2-40B4-BE49-F238E27FC236}">
                <a16:creationId xmlns:a16="http://schemas.microsoft.com/office/drawing/2014/main" id="{929629A2-EE9C-40F3-8154-CE584267C685}"/>
              </a:ext>
            </a:extLst>
          </p:cNvPr>
          <p:cNvSpPr>
            <a:spLocks xmlns:a="http://schemas.openxmlformats.org/drawingml/2006/main" noGrp="1"/>
          </p:cNvSpPr>
          <p:nvPr/>
        </p:nvSpPr>
        <p:spPr>
          <a:xfrm xmlns:a="http://schemas.openxmlformats.org/drawingml/2006/main">
            <a:off x="10665538" y="5581650"/>
            <a:ext cx="510782"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تعطل</a:t>
            </a:r>
          </a:p>
        </p:txBody>
      </p:sp>
      <p:sp>
        <p:nvSpPr>
          <p:cNvPr id="68" name="text-730">
            <a:extLst xmlns:a="http://schemas.openxmlformats.org/drawingml/2006/main">
              <a:ext uri="{FF2B5EF4-FFF2-40B4-BE49-F238E27FC236}">
                <a16:creationId xmlns:a16="http://schemas.microsoft.com/office/drawing/2014/main" id="{E0A5D52D-96CA-479A-A5D6-7D7198029082}"/>
              </a:ext>
            </a:extLst>
          </p:cNvPr>
          <p:cNvSpPr>
            <a:spLocks xmlns:a="http://schemas.openxmlformats.org/drawingml/2006/main" noGrp="1"/>
          </p:cNvSpPr>
          <p:nvPr/>
        </p:nvSpPr>
        <p:spPr>
          <a:xfrm xmlns:a="http://schemas.openxmlformats.org/drawingml/2006/main">
            <a:off x="9969746" y="5581650"/>
            <a:ext cx="64931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الخدمة</a:t>
            </a:r>
          </a:p>
        </p:txBody>
      </p:sp>
      <p:sp>
        <p:nvSpPr>
          <p:cNvPr id="69" name="text-731">
            <a:extLst xmlns:a="http://schemas.openxmlformats.org/drawingml/2006/main">
              <a:ext uri="{FF2B5EF4-FFF2-40B4-BE49-F238E27FC236}">
                <a16:creationId xmlns:a16="http://schemas.microsoft.com/office/drawing/2014/main" id="{08E8FC63-35DB-4C33-8F9D-7ED80C9B7884}"/>
              </a:ext>
            </a:extLst>
          </p:cNvPr>
          <p:cNvSpPr>
            <a:spLocks xmlns:a="http://schemas.openxmlformats.org/drawingml/2006/main" noGrp="1"/>
          </p:cNvSpPr>
          <p:nvPr/>
        </p:nvSpPr>
        <p:spPr>
          <a:xfrm xmlns:a="http://schemas.openxmlformats.org/drawingml/2006/main">
            <a:off x="9366666" y="5581650"/>
            <a:ext cx="55659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مصادر</a:t>
            </a:r>
          </a:p>
        </p:txBody>
      </p:sp>
      <p:sp>
        <p:nvSpPr>
          <p:cNvPr id="70" name="text-732">
            <a:extLst xmlns:a="http://schemas.openxmlformats.org/drawingml/2006/main">
              <a:ext uri="{FF2B5EF4-FFF2-40B4-BE49-F238E27FC236}">
                <a16:creationId xmlns:a16="http://schemas.microsoft.com/office/drawing/2014/main" id="{C555EF96-4122-4CBB-A445-1AA6D84BA452}"/>
              </a:ext>
            </a:extLst>
          </p:cNvPr>
          <p:cNvSpPr>
            <a:spLocks xmlns:a="http://schemas.openxmlformats.org/drawingml/2006/main" noGrp="1"/>
          </p:cNvSpPr>
          <p:nvPr/>
        </p:nvSpPr>
        <p:spPr>
          <a:xfrm xmlns:a="http://schemas.openxmlformats.org/drawingml/2006/main">
            <a:off x="8629178" y="5581650"/>
            <a:ext cx="69100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مباشرة</a:t>
            </a:r>
          </a:p>
        </p:txBody>
      </p:sp>
      <p:sp>
        <p:nvSpPr>
          <p:cNvPr id="71" name="text-733">
            <a:extLst xmlns:a="http://schemas.openxmlformats.org/drawingml/2006/main">
              <a:ext uri="{FF2B5EF4-FFF2-40B4-BE49-F238E27FC236}">
                <a16:creationId xmlns:a16="http://schemas.microsoft.com/office/drawing/2014/main" id="{C741CC49-07A6-4C49-99EB-A277B98745A4}"/>
              </a:ext>
            </a:extLst>
          </p:cNvPr>
          <p:cNvSpPr>
            <a:spLocks xmlns:a="http://schemas.openxmlformats.org/drawingml/2006/main" noGrp="1"/>
          </p:cNvSpPr>
          <p:nvPr/>
        </p:nvSpPr>
        <p:spPr>
          <a:xfrm xmlns:a="http://schemas.openxmlformats.org/drawingml/2006/main">
            <a:off x="8095755" y="5581650"/>
            <a:ext cx="486942"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ومواد</a:t>
            </a:r>
          </a:p>
        </p:txBody>
      </p:sp>
      <p:sp>
        <p:nvSpPr>
          <p:cNvPr id="72" name="text-734">
            <a:extLst xmlns:a="http://schemas.openxmlformats.org/drawingml/2006/main">
              <a:ext uri="{FF2B5EF4-FFF2-40B4-BE49-F238E27FC236}">
                <a16:creationId xmlns:a16="http://schemas.microsoft.com/office/drawing/2014/main" id="{9AF94BE9-C75A-4892-A444-78006E813A67}"/>
              </a:ext>
            </a:extLst>
          </p:cNvPr>
          <p:cNvSpPr>
            <a:spLocks xmlns:a="http://schemas.openxmlformats.org/drawingml/2006/main" noGrp="1"/>
          </p:cNvSpPr>
          <p:nvPr/>
        </p:nvSpPr>
        <p:spPr>
          <a:xfrm xmlns:a="http://schemas.openxmlformats.org/drawingml/2006/main">
            <a:off x="7280370" y="5581650"/>
            <a:ext cx="76890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محفوظة</a:t>
            </a:r>
          </a:p>
        </p:txBody>
      </p:sp>
      <p:sp>
        <p:nvSpPr>
          <p:cNvPr id="73" name="text-735">
            <a:extLst xmlns:a="http://schemas.openxmlformats.org/drawingml/2006/main">
              <a:ext uri="{FF2B5EF4-FFF2-40B4-BE49-F238E27FC236}">
                <a16:creationId xmlns:a16="http://schemas.microsoft.com/office/drawing/2014/main" id="{F02703F0-AFFB-4779-9C53-A7587B7AD137}"/>
              </a:ext>
            </a:extLst>
          </p:cNvPr>
          <p:cNvSpPr>
            <a:spLocks xmlns:a="http://schemas.openxmlformats.org/drawingml/2006/main" noGrp="1"/>
          </p:cNvSpPr>
          <p:nvPr/>
        </p:nvSpPr>
        <p:spPr>
          <a:xfrm xmlns:a="http://schemas.openxmlformats.org/drawingml/2006/main">
            <a:off x="7119460" y="5581650"/>
            <a:ext cx="11442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a:t>
            </a:r>
          </a:p>
        </p:txBody>
      </p:sp>
      <p:sp>
        <p:nvSpPr>
          <p:cNvPr id="74" name="text-736">
            <a:extLst xmlns:a="http://schemas.openxmlformats.org/drawingml/2006/main">
              <a:ext uri="{FF2B5EF4-FFF2-40B4-BE49-F238E27FC236}">
                <a16:creationId xmlns:a16="http://schemas.microsoft.com/office/drawing/2014/main" id="{C472075D-C469-4B12-9D31-C943F14C852F}"/>
              </a:ext>
            </a:extLst>
          </p:cNvPr>
          <p:cNvSpPr>
            <a:spLocks xmlns:a="http://schemas.openxmlformats.org/drawingml/2006/main" noGrp="1"/>
          </p:cNvSpPr>
          <p:nvPr/>
        </p:nvSpPr>
        <p:spPr>
          <a:xfrm xmlns:a="http://schemas.openxmlformats.org/drawingml/2006/main">
            <a:off x="6903414" y="5581650"/>
            <a:ext cx="16956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لا</a:t>
            </a:r>
          </a:p>
        </p:txBody>
      </p:sp>
      <p:sp>
        <p:nvSpPr>
          <p:cNvPr id="75" name="text-737">
            <a:extLst xmlns:a="http://schemas.openxmlformats.org/drawingml/2006/main">
              <a:ext uri="{FF2B5EF4-FFF2-40B4-BE49-F238E27FC236}">
                <a16:creationId xmlns:a16="http://schemas.microsoft.com/office/drawing/2014/main" id="{3A1CE5E2-4A52-41F4-A6FC-55F4916DB28A}"/>
              </a:ext>
            </a:extLst>
          </p:cNvPr>
          <p:cNvSpPr>
            <a:spLocks xmlns:a="http://schemas.openxmlformats.org/drawingml/2006/main" noGrp="1"/>
          </p:cNvSpPr>
          <p:nvPr/>
        </p:nvSpPr>
        <p:spPr>
          <a:xfrm xmlns:a="http://schemas.openxmlformats.org/drawingml/2006/main">
            <a:off x="6354489" y="5581650"/>
            <a:ext cx="50244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جواب</a:t>
            </a:r>
          </a:p>
        </p:txBody>
      </p:sp>
      <p:sp>
        <p:nvSpPr>
          <p:cNvPr id="76" name="text-738">
            <a:extLst xmlns:a="http://schemas.openxmlformats.org/drawingml/2006/main">
              <a:ext uri="{FF2B5EF4-FFF2-40B4-BE49-F238E27FC236}">
                <a16:creationId xmlns:a16="http://schemas.microsoft.com/office/drawing/2014/main" id="{DE4CFC0E-A099-4F55-99AE-47AB2D052CBB}"/>
              </a:ext>
            </a:extLst>
          </p:cNvPr>
          <p:cNvSpPr>
            <a:spLocks xmlns:a="http://schemas.openxmlformats.org/drawingml/2006/main" noGrp="1"/>
          </p:cNvSpPr>
          <p:nvPr/>
        </p:nvSpPr>
        <p:spPr>
          <a:xfrm xmlns:a="http://schemas.openxmlformats.org/drawingml/2006/main">
            <a:off x="5875221" y="5581650"/>
            <a:ext cx="432786"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بديل</a:t>
            </a:r>
          </a:p>
        </p:txBody>
      </p:sp>
      <p:sp>
        <p:nvSpPr>
          <p:cNvPr id="77" name="text-739">
            <a:extLst xmlns:a="http://schemas.openxmlformats.org/drawingml/2006/main">
              <a:ext uri="{FF2B5EF4-FFF2-40B4-BE49-F238E27FC236}">
                <a16:creationId xmlns:a16="http://schemas.microsoft.com/office/drawing/2014/main" id="{07C48BA3-72A2-4F1E-882E-8A1BCDFE2DD3}"/>
              </a:ext>
            </a:extLst>
          </p:cNvPr>
          <p:cNvSpPr>
            <a:spLocks xmlns:a="http://schemas.openxmlformats.org/drawingml/2006/main" noGrp="1"/>
          </p:cNvSpPr>
          <p:nvPr/>
        </p:nvSpPr>
        <p:spPr>
          <a:xfrm xmlns:a="http://schemas.openxmlformats.org/drawingml/2006/main">
            <a:off x="5190319" y="5581650"/>
            <a:ext cx="63842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مختلق</a:t>
            </a:r>
          </a:p>
        </p:txBody>
      </p:sp>
    </p:spTree>
    <p:extLst>
      <p:ext uri="{BB962C8B-B14F-4D97-AF65-F5344CB8AC3E}">
        <p14:creationId xmlns:p14="http://schemas.microsoft.com/office/powerpoint/2010/main" val="703711365"/>
      </p:ext>
    </p:extLst>
  </p:cSld>
</p:sld>
</file>

<file path=ppt/slides/slide16.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29" name="text-740">
            <a:extLst xmlns:a="http://schemas.openxmlformats.org/drawingml/2006/main">
              <a:ext uri="{FF2B5EF4-FFF2-40B4-BE49-F238E27FC236}">
                <a16:creationId xmlns:a16="http://schemas.microsoft.com/office/drawing/2014/main" id="{7B12D845-1C33-4601-85D3-46612E0BCBA9}"/>
              </a:ext>
            </a:extLst>
          </p:cNvPr>
          <p:cNvSpPr>
            <a:spLocks xmlns:a="http://schemas.openxmlformats.org/drawingml/2006/main" noGrp="1"/>
          </p:cNvSpPr>
          <p:nvPr/>
        </p:nvSpPr>
        <p:spPr>
          <a:xfrm xmlns:a="http://schemas.openxmlformats.org/drawingml/2006/main">
            <a:off x="10612344" y="457200"/>
            <a:ext cx="97005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جرّب</a:t>
            </a:r>
          </a:p>
        </p:txBody>
      </p:sp>
      <p:sp>
        <p:nvSpPr>
          <p:cNvPr id="2" name="text-741">
            <a:extLst xmlns:a="http://schemas.openxmlformats.org/drawingml/2006/main">
              <a:ext uri="{FF2B5EF4-FFF2-40B4-BE49-F238E27FC236}">
                <a16:creationId xmlns:a16="http://schemas.microsoft.com/office/drawing/2014/main" id="{B23BF3DD-94F2-4C85-B5A9-60E280F72E65}"/>
              </a:ext>
            </a:extLst>
          </p:cNvPr>
          <p:cNvSpPr>
            <a:spLocks xmlns:a="http://schemas.openxmlformats.org/drawingml/2006/main" noGrp="1"/>
          </p:cNvSpPr>
          <p:nvPr/>
        </p:nvSpPr>
        <p:spPr>
          <a:xfrm xmlns:a="http://schemas.openxmlformats.org/drawingml/2006/main">
            <a:off x="9385303" y="457200"/>
            <a:ext cx="112607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وافتح</a:t>
            </a:r>
          </a:p>
        </p:txBody>
      </p:sp>
      <p:sp>
        <p:nvSpPr>
          <p:cNvPr id="3" name="text-742">
            <a:extLst xmlns:a="http://schemas.openxmlformats.org/drawingml/2006/main">
              <a:ext uri="{FF2B5EF4-FFF2-40B4-BE49-F238E27FC236}">
                <a16:creationId xmlns:a16="http://schemas.microsoft.com/office/drawing/2014/main" id="{9C40DEF9-78ED-4C54-AB76-691E904015C8}"/>
              </a:ext>
            </a:extLst>
          </p:cNvPr>
          <p:cNvSpPr>
            <a:spLocks xmlns:a="http://schemas.openxmlformats.org/drawingml/2006/main" noGrp="1"/>
          </p:cNvSpPr>
          <p:nvPr/>
        </p:nvSpPr>
        <p:spPr>
          <a:xfrm xmlns:a="http://schemas.openxmlformats.org/drawingml/2006/main">
            <a:off x="8067126" y="457200"/>
            <a:ext cx="121721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الدليل</a:t>
            </a:r>
          </a:p>
        </p:txBody>
      </p:sp>
      <p:sp>
        <p:nvSpPr>
          <p:cNvPr id="4" name="text-743">
            <a:extLst xmlns:a="http://schemas.openxmlformats.org/drawingml/2006/main">
              <a:ext uri="{FF2B5EF4-FFF2-40B4-BE49-F238E27FC236}">
                <a16:creationId xmlns:a16="http://schemas.microsoft.com/office/drawing/2014/main" id="{88E646A7-7463-4168-9D90-0E042993AAF7}"/>
              </a:ext>
            </a:extLst>
          </p:cNvPr>
          <p:cNvSpPr>
            <a:spLocks xmlns:a="http://schemas.openxmlformats.org/drawingml/2006/main" noGrp="1"/>
          </p:cNvSpPr>
          <p:nvPr/>
        </p:nvSpPr>
        <p:spPr>
          <a:xfrm xmlns:a="http://schemas.openxmlformats.org/drawingml/2006/main">
            <a:off x="7038106" y="457200"/>
            <a:ext cx="92805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وأعد</a:t>
            </a:r>
          </a:p>
        </p:txBody>
      </p:sp>
      <p:sp>
        <p:nvSpPr>
          <p:cNvPr id="5" name="text-744">
            <a:extLst xmlns:a="http://schemas.openxmlformats.org/drawingml/2006/main">
              <a:ext uri="{FF2B5EF4-FFF2-40B4-BE49-F238E27FC236}">
                <a16:creationId xmlns:a16="http://schemas.microsoft.com/office/drawing/2014/main" id="{40B1BA18-FB5F-402F-B297-70661C2FAD3A}"/>
              </a:ext>
            </a:extLst>
          </p:cNvPr>
          <p:cNvSpPr>
            <a:spLocks xmlns:a="http://schemas.openxmlformats.org/drawingml/2006/main" noGrp="1"/>
          </p:cNvSpPr>
          <p:nvPr/>
        </p:nvSpPr>
        <p:spPr>
          <a:xfrm xmlns:a="http://schemas.openxmlformats.org/drawingml/2006/main">
            <a:off x="5485950" y="457200"/>
            <a:ext cx="145119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الاختبار</a:t>
            </a:r>
          </a:p>
        </p:txBody>
      </p:sp>
      <p:sp>
        <p:nvSpPr>
          <p:cNvPr id="6" name="shape-745">
            <a:extLst xmlns:a="http://schemas.openxmlformats.org/drawingml/2006/main">
              <a:ext uri="{FF2B5EF4-FFF2-40B4-BE49-F238E27FC236}">
                <a16:creationId xmlns:a16="http://schemas.microsoft.com/office/drawing/2014/main" id="{79BD472E-3E96-4BE3-B2E7-753B72E3B880}"/>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746">
            <a:extLst xmlns:a="http://schemas.openxmlformats.org/drawingml/2006/main">
              <a:ext uri="{FF2B5EF4-FFF2-40B4-BE49-F238E27FC236}">
                <a16:creationId xmlns:a16="http://schemas.microsoft.com/office/drawing/2014/main" id="{A633BCE8-5743-402D-A716-506FE42DA91E}"/>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747">
            <a:extLst xmlns:a="http://schemas.openxmlformats.org/drawingml/2006/main">
              <a:ext uri="{FF2B5EF4-FFF2-40B4-BE49-F238E27FC236}">
                <a16:creationId xmlns:a16="http://schemas.microsoft.com/office/drawing/2014/main" id="{0B1BA539-BB1B-4C9F-B9DF-8227D3DD3652}"/>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748">
            <a:extLst xmlns:a="http://schemas.openxmlformats.org/drawingml/2006/main">
              <a:ext uri="{FF2B5EF4-FFF2-40B4-BE49-F238E27FC236}">
                <a16:creationId xmlns:a16="http://schemas.microsoft.com/office/drawing/2014/main" id="{5230F7C1-ADF1-49F2-BA8B-FBC75E130B26}"/>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749">
            <a:extLst xmlns:a="http://schemas.openxmlformats.org/drawingml/2006/main">
              <a:ext uri="{FF2B5EF4-FFF2-40B4-BE49-F238E27FC236}">
                <a16:creationId xmlns:a16="http://schemas.microsoft.com/office/drawing/2014/main" id="{4BBB668D-45BD-438D-BC6C-081B73629093}"/>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750">
            <a:extLst xmlns:a="http://schemas.openxmlformats.org/drawingml/2006/main">
              <a:ext uri="{FF2B5EF4-FFF2-40B4-BE49-F238E27FC236}">
                <a16:creationId xmlns:a16="http://schemas.microsoft.com/office/drawing/2014/main" id="{3B6D6ACF-096E-4458-AE7D-71B5C3D4FAAA}"/>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751">
            <a:extLst xmlns:a="http://schemas.openxmlformats.org/drawingml/2006/main">
              <a:ext uri="{FF2B5EF4-FFF2-40B4-BE49-F238E27FC236}">
                <a16:creationId xmlns:a16="http://schemas.microsoft.com/office/drawing/2014/main" id="{FC3ECAC6-9A3D-451E-A06E-F72D284D776A}"/>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752">
            <a:extLst xmlns:a="http://schemas.openxmlformats.org/drawingml/2006/main">
              <a:ext uri="{FF2B5EF4-FFF2-40B4-BE49-F238E27FC236}">
                <a16:creationId xmlns:a16="http://schemas.microsoft.com/office/drawing/2014/main" id="{EF14E260-1B95-450E-A16C-F17DF43F404D}"/>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16</a:t>
            </a:r>
          </a:p>
        </p:txBody>
      </p:sp>
      <p:sp>
        <p:nvSpPr>
          <p:cNvPr id="14" name="text-753">
            <a:extLst xmlns:a="http://schemas.openxmlformats.org/drawingml/2006/main">
              <a:ext uri="{FF2B5EF4-FFF2-40B4-BE49-F238E27FC236}">
                <a16:creationId xmlns:a16="http://schemas.microsoft.com/office/drawing/2014/main" id="{EE1613C2-9185-4955-9A8B-438B23E83171}"/>
              </a:ext>
            </a:extLst>
          </p:cNvPr>
          <p:cNvSpPr>
            <a:spLocks xmlns:a="http://schemas.openxmlformats.org/drawingml/2006/main" noGrp="1"/>
          </p:cNvSpPr>
          <p:nvPr/>
        </p:nvSpPr>
        <p:spPr>
          <a:xfrm xmlns:a="http://schemas.openxmlformats.org/drawingml/2006/main">
            <a:off x="609600" y="1752600"/>
            <a:ext cx="10972800"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4050" b="1">
                <a:solidFill>
                  <a:srgbClr val="DDC087"/>
                </a:solidFill>
                <a:latin typeface="Tahoma"/>
                <a:ea typeface="Tahoma"/>
                <a:cs typeface="Tahoma"/>
              </a:defRPr>
            </a:pPr>
            <a:r>
              <a:rPr sz="4050" b="1">
                <a:solidFill>
                  <a:srgbClr val="DDC087"/>
                </a:solidFill>
                <a:latin typeface="Tahoma"/>
                <a:ea typeface="Tahoma"/>
                <a:cs typeface="Tahoma"/>
              </a:rPr>
              <a:t>islamicaich.salsabeel.ai</a:t>
            </a:r>
          </a:p>
        </p:txBody>
      </p:sp>
      <p:sp>
        <p:nvSpPr>
          <p:cNvPr id="15" name="text-754">
            <a:extLst xmlns:a="http://schemas.openxmlformats.org/drawingml/2006/main">
              <a:ext uri="{FF2B5EF4-FFF2-40B4-BE49-F238E27FC236}">
                <a16:creationId xmlns:a16="http://schemas.microsoft.com/office/drawing/2014/main" id="{78C39FE6-B105-4663-A2D8-DE4CA9510263}"/>
              </a:ext>
            </a:extLst>
          </p:cNvPr>
          <p:cNvSpPr>
            <a:spLocks xmlns:a="http://schemas.openxmlformats.org/drawingml/2006/main" noGrp="1"/>
          </p:cNvSpPr>
          <p:nvPr/>
        </p:nvSpPr>
        <p:spPr>
          <a:xfrm xmlns:a="http://schemas.openxmlformats.org/drawingml/2006/main">
            <a:off x="7180580" y="2828925"/>
            <a:ext cx="1156722"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المجلس</a:t>
            </a:r>
          </a:p>
        </p:txBody>
      </p:sp>
      <p:sp>
        <p:nvSpPr>
          <p:cNvPr id="16" name="text-755">
            <a:extLst xmlns:a="http://schemas.openxmlformats.org/drawingml/2006/main">
              <a:ext uri="{FF2B5EF4-FFF2-40B4-BE49-F238E27FC236}">
                <a16:creationId xmlns:a16="http://schemas.microsoft.com/office/drawing/2014/main" id="{4AE1A8FE-18A5-4A1A-84C4-2F7A97D7E064}"/>
              </a:ext>
            </a:extLst>
          </p:cNvPr>
          <p:cNvSpPr>
            <a:spLocks xmlns:a="http://schemas.openxmlformats.org/drawingml/2006/main" noGrp="1"/>
          </p:cNvSpPr>
          <p:nvPr/>
        </p:nvSpPr>
        <p:spPr>
          <a:xfrm xmlns:a="http://schemas.openxmlformats.org/drawingml/2006/main">
            <a:off x="6948836" y="2828925"/>
            <a:ext cx="152591"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a:t>
            </a:r>
          </a:p>
        </p:txBody>
      </p:sp>
      <p:sp>
        <p:nvSpPr>
          <p:cNvPr id="17" name="text-756">
            <a:extLst xmlns:a="http://schemas.openxmlformats.org/drawingml/2006/main">
              <a:ext uri="{FF2B5EF4-FFF2-40B4-BE49-F238E27FC236}">
                <a16:creationId xmlns:a16="http://schemas.microsoft.com/office/drawing/2014/main" id="{7ED67BDA-EC0E-4B15-A562-7306E5714225}"/>
              </a:ext>
            </a:extLst>
          </p:cNvPr>
          <p:cNvSpPr>
            <a:spLocks xmlns:a="http://schemas.openxmlformats.org/drawingml/2006/main" noGrp="1"/>
          </p:cNvSpPr>
          <p:nvPr/>
        </p:nvSpPr>
        <p:spPr>
          <a:xfrm xmlns:a="http://schemas.openxmlformats.org/drawingml/2006/main">
            <a:off x="6241466" y="2828925"/>
            <a:ext cx="62821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دليل</a:t>
            </a:r>
          </a:p>
        </p:txBody>
      </p:sp>
      <p:sp>
        <p:nvSpPr>
          <p:cNvPr id="18" name="text-757">
            <a:extLst xmlns:a="http://schemas.openxmlformats.org/drawingml/2006/main">
              <a:ext uri="{FF2B5EF4-FFF2-40B4-BE49-F238E27FC236}">
                <a16:creationId xmlns:a16="http://schemas.microsoft.com/office/drawing/2014/main" id="{053B9B96-0F33-4C2E-8AE4-7522F06E2D01}"/>
              </a:ext>
            </a:extLst>
          </p:cNvPr>
          <p:cNvSpPr>
            <a:spLocks xmlns:a="http://schemas.openxmlformats.org/drawingml/2006/main" noGrp="1"/>
          </p:cNvSpPr>
          <p:nvPr/>
        </p:nvSpPr>
        <p:spPr>
          <a:xfrm xmlns:a="http://schemas.openxmlformats.org/drawingml/2006/main">
            <a:off x="5143825" y="2828925"/>
            <a:ext cx="101848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المحكّم</a:t>
            </a:r>
          </a:p>
        </p:txBody>
      </p:sp>
      <p:sp>
        <p:nvSpPr>
          <p:cNvPr id="19" name="text-758">
            <a:extLst xmlns:a="http://schemas.openxmlformats.org/drawingml/2006/main">
              <a:ext uri="{FF2B5EF4-FFF2-40B4-BE49-F238E27FC236}">
                <a16:creationId xmlns:a16="http://schemas.microsoft.com/office/drawing/2014/main" id="{A03EC91F-9C69-4D02-8A05-0981CD567938}"/>
              </a:ext>
            </a:extLst>
          </p:cNvPr>
          <p:cNvSpPr>
            <a:spLocks xmlns:a="http://schemas.openxmlformats.org/drawingml/2006/main" noGrp="1"/>
          </p:cNvSpPr>
          <p:nvPr/>
        </p:nvSpPr>
        <p:spPr>
          <a:xfrm xmlns:a="http://schemas.openxmlformats.org/drawingml/2006/main">
            <a:off x="4912081" y="2828925"/>
            <a:ext cx="152591"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a:t>
            </a:r>
          </a:p>
        </p:txBody>
      </p:sp>
      <p:sp>
        <p:nvSpPr>
          <p:cNvPr id="20" name="text-759">
            <a:extLst xmlns:a="http://schemas.openxmlformats.org/drawingml/2006/main">
              <a:ext uri="{FF2B5EF4-FFF2-40B4-BE49-F238E27FC236}">
                <a16:creationId xmlns:a16="http://schemas.microsoft.com/office/drawing/2014/main" id="{1D230F5F-AC5B-4CE5-9E03-29EF4164095A}"/>
              </a:ext>
            </a:extLst>
          </p:cNvPr>
          <p:cNvSpPr>
            <a:spLocks xmlns:a="http://schemas.openxmlformats.org/drawingml/2006/main" noGrp="1"/>
          </p:cNvSpPr>
          <p:nvPr/>
        </p:nvSpPr>
        <p:spPr>
          <a:xfrm xmlns:a="http://schemas.openxmlformats.org/drawingml/2006/main">
            <a:off x="3816598" y="2828925"/>
            <a:ext cx="1016330"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المصادر</a:t>
            </a:r>
          </a:p>
        </p:txBody>
      </p:sp>
      <p:sp>
        <p:nvSpPr>
          <p:cNvPr id="21" name="text-760">
            <a:extLst xmlns:a="http://schemas.openxmlformats.org/drawingml/2006/main">
              <a:ext uri="{FF2B5EF4-FFF2-40B4-BE49-F238E27FC236}">
                <a16:creationId xmlns:a16="http://schemas.microsoft.com/office/drawing/2014/main" id="{7743830B-84C7-43F6-9085-514BC8D397D9}"/>
              </a:ext>
            </a:extLst>
          </p:cNvPr>
          <p:cNvSpPr>
            <a:spLocks xmlns:a="http://schemas.openxmlformats.org/drawingml/2006/main" noGrp="1"/>
          </p:cNvSpPr>
          <p:nvPr/>
        </p:nvSpPr>
        <p:spPr>
          <a:xfrm xmlns:a="http://schemas.openxmlformats.org/drawingml/2006/main">
            <a:off x="609600" y="3876675"/>
            <a:ext cx="10972800" cy="6610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2700" b="0">
                <a:solidFill>
                  <a:srgbClr val="A6DAB5"/>
                </a:solidFill>
                <a:latin typeface="Tahoma"/>
                <a:ea typeface="Tahoma"/>
                <a:cs typeface="Tahoma"/>
              </a:defRPr>
            </a:pPr>
            <a:r>
              <a:rPr sz="2700" b="0">
                <a:solidFill>
                  <a:srgbClr val="A6DAB5"/>
                </a:solidFill>
                <a:latin typeface="Tahoma"/>
                <a:ea typeface="Tahoma"/>
                <a:cs typeface="Tahoma"/>
              </a:rPr>
              <a:t>github.com/Salsabeel-AI/islamicaich</a:t>
            </a:r>
          </a:p>
        </p:txBody>
      </p:sp>
      <p:sp>
        <p:nvSpPr>
          <p:cNvPr id="22" name="text-761">
            <a:extLst xmlns:a="http://schemas.openxmlformats.org/drawingml/2006/main">
              <a:ext uri="{FF2B5EF4-FFF2-40B4-BE49-F238E27FC236}">
                <a16:creationId xmlns:a16="http://schemas.microsoft.com/office/drawing/2014/main" id="{CD434DD8-7DC3-44E6-A4AA-93A63213D0B0}"/>
              </a:ext>
            </a:extLst>
          </p:cNvPr>
          <p:cNvSpPr>
            <a:spLocks xmlns:a="http://schemas.openxmlformats.org/drawingml/2006/main" noGrp="1"/>
          </p:cNvSpPr>
          <p:nvPr/>
        </p:nvSpPr>
        <p:spPr>
          <a:xfrm xmlns:a="http://schemas.openxmlformats.org/drawingml/2006/main">
            <a:off x="8342417" y="4829175"/>
            <a:ext cx="59741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الكود</a:t>
            </a:r>
          </a:p>
        </p:txBody>
      </p:sp>
      <p:sp>
        <p:nvSpPr>
          <p:cNvPr id="23" name="text-762">
            <a:extLst xmlns:a="http://schemas.openxmlformats.org/drawingml/2006/main">
              <a:ext uri="{FF2B5EF4-FFF2-40B4-BE49-F238E27FC236}">
                <a16:creationId xmlns:a16="http://schemas.microsoft.com/office/drawing/2014/main" id="{D0F29465-8BCB-421A-99FB-5C388CC4CD0A}"/>
              </a:ext>
            </a:extLst>
          </p:cNvPr>
          <p:cNvSpPr>
            <a:spLocks xmlns:a="http://schemas.openxmlformats.org/drawingml/2006/main" noGrp="1"/>
          </p:cNvSpPr>
          <p:nvPr/>
        </p:nvSpPr>
        <p:spPr>
          <a:xfrm xmlns:a="http://schemas.openxmlformats.org/drawingml/2006/main">
            <a:off x="7057034" y="4829175"/>
            <a:ext cx="121813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والمعمارية</a:t>
            </a:r>
          </a:p>
        </p:txBody>
      </p:sp>
      <p:sp>
        <p:nvSpPr>
          <p:cNvPr id="24" name="text-763">
            <a:extLst xmlns:a="http://schemas.openxmlformats.org/drawingml/2006/main">
              <a:ext uri="{FF2B5EF4-FFF2-40B4-BE49-F238E27FC236}">
                <a16:creationId xmlns:a16="http://schemas.microsoft.com/office/drawing/2014/main" id="{D47F1139-0356-42CA-9FBE-90BB95CC1EDD}"/>
              </a:ext>
            </a:extLst>
          </p:cNvPr>
          <p:cNvSpPr>
            <a:spLocks xmlns:a="http://schemas.openxmlformats.org/drawingml/2006/main" noGrp="1"/>
          </p:cNvSpPr>
          <p:nvPr/>
        </p:nvSpPr>
        <p:spPr>
          <a:xfrm xmlns:a="http://schemas.openxmlformats.org/drawingml/2006/main">
            <a:off x="6214802" y="4829175"/>
            <a:ext cx="77498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والأدلة</a:t>
            </a:r>
          </a:p>
        </p:txBody>
      </p:sp>
      <p:sp>
        <p:nvSpPr>
          <p:cNvPr id="25" name="text-764">
            <a:extLst xmlns:a="http://schemas.openxmlformats.org/drawingml/2006/main">
              <a:ext uri="{FF2B5EF4-FFF2-40B4-BE49-F238E27FC236}">
                <a16:creationId xmlns:a16="http://schemas.microsoft.com/office/drawing/2014/main" id="{93A0E21B-C874-4316-B92E-DD1DF7620C54}"/>
              </a:ext>
            </a:extLst>
          </p:cNvPr>
          <p:cNvSpPr>
            <a:spLocks xmlns:a="http://schemas.openxmlformats.org/drawingml/2006/main" noGrp="1"/>
          </p:cNvSpPr>
          <p:nvPr/>
        </p:nvSpPr>
        <p:spPr>
          <a:xfrm xmlns:a="http://schemas.openxmlformats.org/drawingml/2006/main">
            <a:off x="5602926" y="4829175"/>
            <a:ext cx="54462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وخط</a:t>
            </a:r>
          </a:p>
        </p:txBody>
      </p:sp>
      <p:sp>
        <p:nvSpPr>
          <p:cNvPr id="26" name="text-765">
            <a:extLst xmlns:a="http://schemas.openxmlformats.org/drawingml/2006/main">
              <a:ext uri="{FF2B5EF4-FFF2-40B4-BE49-F238E27FC236}">
                <a16:creationId xmlns:a16="http://schemas.microsoft.com/office/drawing/2014/main" id="{0B4DB238-3BB2-4BF1-8274-06ACC475D526}"/>
              </a:ext>
            </a:extLst>
          </p:cNvPr>
          <p:cNvSpPr>
            <a:spLocks xmlns:a="http://schemas.openxmlformats.org/drawingml/2006/main" noGrp="1"/>
          </p:cNvSpPr>
          <p:nvPr/>
        </p:nvSpPr>
        <p:spPr>
          <a:xfrm xmlns:a="http://schemas.openxmlformats.org/drawingml/2006/main">
            <a:off x="4548488" y="4829175"/>
            <a:ext cx="98719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الأساس</a:t>
            </a:r>
          </a:p>
        </p:txBody>
      </p:sp>
      <p:sp>
        <p:nvSpPr>
          <p:cNvPr id="27" name="text-766">
            <a:extLst xmlns:a="http://schemas.openxmlformats.org/drawingml/2006/main">
              <a:ext uri="{FF2B5EF4-FFF2-40B4-BE49-F238E27FC236}">
                <a16:creationId xmlns:a16="http://schemas.microsoft.com/office/drawing/2014/main" id="{F344DB0C-9CB2-44FE-B28A-357CEBCDFDAE}"/>
              </a:ext>
            </a:extLst>
          </p:cNvPr>
          <p:cNvSpPr>
            <a:spLocks xmlns:a="http://schemas.openxmlformats.org/drawingml/2006/main" noGrp="1"/>
          </p:cNvSpPr>
          <p:nvPr/>
        </p:nvSpPr>
        <p:spPr>
          <a:xfrm xmlns:a="http://schemas.openxmlformats.org/drawingml/2006/main">
            <a:off x="4049436" y="4829175"/>
            <a:ext cx="43180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بين</a:t>
            </a:r>
          </a:p>
        </p:txBody>
      </p:sp>
      <p:sp>
        <p:nvSpPr>
          <p:cNvPr id="28" name="text-767">
            <a:extLst xmlns:a="http://schemas.openxmlformats.org/drawingml/2006/main">
              <a:ext uri="{FF2B5EF4-FFF2-40B4-BE49-F238E27FC236}">
                <a16:creationId xmlns:a16="http://schemas.microsoft.com/office/drawing/2014/main" id="{3C62F785-31C1-494E-8A99-C00CD78621DC}"/>
              </a:ext>
            </a:extLst>
          </p:cNvPr>
          <p:cNvSpPr>
            <a:spLocks xmlns:a="http://schemas.openxmlformats.org/drawingml/2006/main" noGrp="1"/>
          </p:cNvSpPr>
          <p:nvPr/>
        </p:nvSpPr>
        <p:spPr>
          <a:xfrm xmlns:a="http://schemas.openxmlformats.org/drawingml/2006/main">
            <a:off x="3214072" y="4829175"/>
            <a:ext cx="76811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أيديكم</a:t>
            </a:r>
          </a:p>
        </p:txBody>
      </p:sp>
    </p:spTree>
    <p:extLst>
      <p:ext uri="{BB962C8B-B14F-4D97-AF65-F5344CB8AC3E}">
        <p14:creationId xmlns:p14="http://schemas.microsoft.com/office/powerpoint/2010/main" val="14259650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2026-10-06T17:18:01.5780000Z</dcterms:created>
  <dcterms:modified xsi:type="dcterms:W3CDTF">2026-10-06T17:18:01.5780000Z</dcterms:modified>
</coreProperties>
</file>