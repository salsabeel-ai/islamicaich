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e902d3d89d4f35" /><Relationship Type="http://schemas.openxmlformats.org/officeDocument/2006/relationships/extended-properties" Target="/docProps/app.xml" Id="Re002e11ae24c4820" /><Relationship Type="http://schemas.openxmlformats.org/officeDocument/2006/relationships/officeDocument" Target="/ppt/presentation.xml" Id="Rccdd4e3d310944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5e6ffe5b2943b0"/>
  </p:sldMasterIdLst>
  <p:notesMasterIdLst>
    <p:notesMasterId xmlns:r="http://schemas.openxmlformats.org/officeDocument/2006/relationships" r:id="R341ca668ab3949ae"/>
  </p:notesMasterIdLst>
  <p:sldIdLst>
    <p:sldId xmlns:r="http://schemas.openxmlformats.org/officeDocument/2006/relationships" id="256" r:id="R7b0fa6a728b643d0"/>
    <p:sldId xmlns:r="http://schemas.openxmlformats.org/officeDocument/2006/relationships" id="257" r:id="Ra05635eb5c35443c"/>
    <p:sldId xmlns:r="http://schemas.openxmlformats.org/officeDocument/2006/relationships" id="258" r:id="R93c7b89a6db04618"/>
    <p:sldId xmlns:r="http://schemas.openxmlformats.org/officeDocument/2006/relationships" id="259" r:id="Rb0242c6449ad441c"/>
    <p:sldId xmlns:r="http://schemas.openxmlformats.org/officeDocument/2006/relationships" id="260" r:id="R9c5cee0616854010"/>
    <p:sldId xmlns:r="http://schemas.openxmlformats.org/officeDocument/2006/relationships" id="261" r:id="R9561f05a8b554dbc"/>
    <p:sldId xmlns:r="http://schemas.openxmlformats.org/officeDocument/2006/relationships" id="262" r:id="R972446d580f24fca"/>
    <p:sldId xmlns:r="http://schemas.openxmlformats.org/officeDocument/2006/relationships" id="263" r:id="R9803354b74af4d96"/>
    <p:sldId xmlns:r="http://schemas.openxmlformats.org/officeDocument/2006/relationships" id="264" r:id="R334cdd532b844628"/>
    <p:sldId xmlns:r="http://schemas.openxmlformats.org/officeDocument/2006/relationships" id="265" r:id="R61d8a49d556e4ec9"/>
    <p:sldId xmlns:r="http://schemas.openxmlformats.org/officeDocument/2006/relationships" id="266" r:id="Rd9790432c47f4af7"/>
    <p:sldId xmlns:r="http://schemas.openxmlformats.org/officeDocument/2006/relationships" id="267" r:id="R644c2ae73c5740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60a018c9124d90" /><Relationship Type="http://schemas.openxmlformats.org/officeDocument/2006/relationships/slideMaster" Target="/ppt/slideMasters/slideMaster1.xml" Id="R035e6ffe5b2943b0" /><Relationship Type="http://schemas.openxmlformats.org/officeDocument/2006/relationships/notesMaster" Target="/ppt/notesMasters/notesMaster1.xml" Id="R341ca668ab3949ae" /><Relationship Type="http://schemas.openxmlformats.org/officeDocument/2006/relationships/presProps" Target="/ppt/presProps.xml" Id="R76ae74b931bd4815" /><Relationship Type="http://schemas.openxmlformats.org/officeDocument/2006/relationships/tableStyles" Target="/ppt/tableStyles.xml" Id="Rf9d226906c184c7d" /><Relationship Type="http://schemas.openxmlformats.org/officeDocument/2006/relationships/slide" Target="/ppt/slides/slide1.xml" Id="R7b0fa6a728b643d0" /><Relationship Type="http://schemas.openxmlformats.org/officeDocument/2006/relationships/slide" Target="/ppt/slides/slide2.xml" Id="Ra05635eb5c35443c" /><Relationship Type="http://schemas.openxmlformats.org/officeDocument/2006/relationships/slide" Target="/ppt/slides/slide3.xml" Id="R93c7b89a6db04618" /><Relationship Type="http://schemas.openxmlformats.org/officeDocument/2006/relationships/slide" Target="/ppt/slides/slide4.xml" Id="Rb0242c6449ad441c" /><Relationship Type="http://schemas.openxmlformats.org/officeDocument/2006/relationships/slide" Target="/ppt/slides/slide5.xml" Id="R9c5cee0616854010" /><Relationship Type="http://schemas.openxmlformats.org/officeDocument/2006/relationships/slide" Target="/ppt/slides/slide6.xml" Id="R9561f05a8b554dbc" /><Relationship Type="http://schemas.openxmlformats.org/officeDocument/2006/relationships/slide" Target="/ppt/slides/slide7.xml" Id="R972446d580f24fca" /><Relationship Type="http://schemas.openxmlformats.org/officeDocument/2006/relationships/slide" Target="/ppt/slides/slide8.xml" Id="R9803354b74af4d96" /><Relationship Type="http://schemas.openxmlformats.org/officeDocument/2006/relationships/slide" Target="/ppt/slides/slide9.xml" Id="R334cdd532b844628" /><Relationship Type="http://schemas.openxmlformats.org/officeDocument/2006/relationships/slide" Target="/ppt/slides/slide10.xml" Id="R61d8a49d556e4ec9" /><Relationship Type="http://schemas.openxmlformats.org/officeDocument/2006/relationships/slide" Target="/ppt/slides/slide11.xml" Id="Rd9790432c47f4af7" /><Relationship Type="http://schemas.openxmlformats.org/officeDocument/2006/relationships/slide" Target="/ppt/slides/slide12.xml" Id="R644c2ae73c5740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f3ff08cb6a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5a87624c8b44f0" /><Relationship Type="http://schemas.openxmlformats.org/officeDocument/2006/relationships/notesMaster" Target="/ppt/notesMasters/notesMaster1.xml" Id="R19886be42ea945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a3e84f91b346dd" /><Relationship Type="http://schemas.openxmlformats.org/officeDocument/2006/relationships/notesMaster" Target="/ppt/notesMasters/notesMaster1.xml" Id="R09f75c71878443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0e22299b364f67" /><Relationship Type="http://schemas.openxmlformats.org/officeDocument/2006/relationships/notesMaster" Target="/ppt/notesMasters/notesMaster1.xml" Id="Re93721156598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a10b28c0584e2f" /><Relationship Type="http://schemas.openxmlformats.org/officeDocument/2006/relationships/notesMaster" Target="/ppt/notesMasters/notesMaster1.xml" Id="R1415896341f747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a157f846674997" /><Relationship Type="http://schemas.openxmlformats.org/officeDocument/2006/relationships/notesMaster" Target="/ppt/notesMasters/notesMaster1.xml" Id="R33e158329ccc42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16514420294544" /><Relationship Type="http://schemas.openxmlformats.org/officeDocument/2006/relationships/notesMaster" Target="/ppt/notesMasters/notesMaster1.xml" Id="R77f8eb8beb864c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3bd793d6f54c9a" /><Relationship Type="http://schemas.openxmlformats.org/officeDocument/2006/relationships/notesMaster" Target="/ppt/notesMasters/notesMaster1.xml" Id="Ra6fd9b8a26914f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4162cda2d546cd" /><Relationship Type="http://schemas.openxmlformats.org/officeDocument/2006/relationships/notesMaster" Target="/ppt/notesMasters/notesMaster1.xml" Id="Re2cc19e3cb5b49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99f1662404fbe" /><Relationship Type="http://schemas.openxmlformats.org/officeDocument/2006/relationships/notesMaster" Target="/ppt/notesMasters/notesMaster1.xml" Id="R9a133a02faa441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c8156825db419d" /><Relationship Type="http://schemas.openxmlformats.org/officeDocument/2006/relationships/notesMaster" Target="/ppt/notesMasters/notesMaster1.xml" Id="R7c83c0383b1c4b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5bc8647b6f495d" /><Relationship Type="http://schemas.openxmlformats.org/officeDocument/2006/relationships/notesMaster" Target="/ppt/notesMasters/notesMaster1.xml" Id="R9867a49585674a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1af23d89a244f9" /><Relationship Type="http://schemas.openxmlformats.org/officeDocument/2006/relationships/notesMaster" Target="/ppt/notesMasters/notesMaster1.xml" Id="Ra45be14ab2e64c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الغرض: معرفة إسلامية موثقة مع تحكم في النموذج وحدود الاستدلال. المصدر: README.md وarchitecture/README.md. عبارة الغلاف توضح مقصد التصميم ولا تعني ضمان دقة مطلقة.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المشهد البصري من الفيلم المعتمد R10 العلماء صور توضيحية لا صور تاريخية فوتوغرافية. الخوارزمي: الجبر ابن الهيثم: البحث التجريبي. لا ندّعي اختراع جميع العلوم أو تشبيهًا تقنيًا يثبت جودة النموذج. مصدر المشهد: media/source/picture.mp4 عند الثانية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سؤال من المرجعية. لقطة اختبار فعلية مؤرخة 4 أكتوبر 2026. نجاح مختار لا مقياس دقة شامل. المرجع الظاهر https://islamic-content.com/post/92169 . evidence/capture-provenance.json.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مخطط مفاهيمي لا سجل تتبع لكل طلب. كود التطبيق في app واجهة عامة https://barq.salsabeel.ai/api/developer/v1/fata/chat . الأوزان والمصنع وقاعدة المعرفة لدى المزود خارج المستودع. architecture/README.md.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استلهمنا من حفظ الإمام البخاري ودقة ضبطه الفصل بين هوية النص ونقله وشرحه. اللقطة تبين استكمال الآية وموضعها ولا تثبت جميع مكونات براءة أو تشغيل GPU. evidence/screenshots/nmn-nahl-result.jpg. لا تعني هذه العينة اجتياز اختبار تصحيح النص المحرف بكل صياغاته.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اللقطة أصلية. الدعوى تخص قسم البصمة الفارقة فقط يوجد خطأ وزن صرفي معروف أعلى اللقطة لا ندّعي صحته. البحث سابق للتحدي: https://barq.salsabeel.ai/public/reports/barq-findings-public-ar-2026-07-07.html . قوة الاقتران إحصائية وليست حكمًا قطعيًا.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أمثلة منتقاة: جدول المواريث التعليمي لورثة مسمين وصافي تركة ليس فتوى شخصية شواهد رشيد 11:78,11:87,11:97 ومرشد18:17. evidence/claims.json C03 وC05.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data-cards/rag/embedding-receipt.json index-receipt.json وretrieval-experiment.json بيانات تضمين وفهرسة سابقة للتحدي. text-embedding-3-small اعتماد خارجي. data-cards/sft/provenance.json وresults.json. الأرقام ليست دقة إجابات SFT مرشح محدود الاستخدام وتراجعاته معلنة.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challenge/README.md وchallenge/baseline/manifest.json. خط الأساس مصدر تاريخي مؤرخ لا إثباتًا مستقلاً لساعة بدء المنافسة. لا تنسب المنصة والأوزان والبحث السابق إلى أيام التحدي.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evaluation/independent-review-20261005.json: مراجعة AI مستقلة قدمها المالك ليست تحكيم لجنة أو شهادة مختص. 9 حالات بالسجل أربع صياغات عائلية في20حالة قبول×3 تكرارات مخططة ليست نتائج منفذة. إصلاحات Claude منفصلة.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docs/OPERATIONS_AR.md وoperations/cost-model.json. 9.16s وسيط50طلبًا تاريخيًا لا مقياس سعة. التكلفة الفعلية مجهولة المعادلة قابلة للتعبئة والسيناريو المالي في الوثيقة افتراضي صراحة. لا اتفاقية SLA مثبتة.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روابط عامة. المستودع عام عند تحقق 5 أكتوبر 2026. ملفات العرض جاهزة للنشر لا تعني اجتياز بوابات الخدمة المعلقة. الفيديو المعتمد118ثانية.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2ce8590c342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9de8c06d3a4752" /><Relationship Type="http://schemas.openxmlformats.org/officeDocument/2006/relationships/slideLayout" Target="/ppt/slideLayouts/slideLayout1.xml" Id="R0cf6dff1b59647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f6dff1b59647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51bebd94d4cf1" /><Relationship Type="http://schemas.openxmlformats.org/officeDocument/2006/relationships/notesSlide" Target="/ppt/notesSlides/notesSlide1.xml" Id="R24fc5b254e8240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e1e1be3e14c2c" /><Relationship Type="http://schemas.openxmlformats.org/officeDocument/2006/relationships/image" Target="/ppt/media/image.png" Id="R333759ffb0e84276" /><Relationship Type="http://schemas.openxmlformats.org/officeDocument/2006/relationships/notesSlide" Target="/ppt/notesSlides/notesSlide2.xml" Id="Rdcf0dd857a5245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443e2b1834ba8" /><Relationship Type="http://schemas.openxmlformats.org/officeDocument/2006/relationships/image" Target="/ppt/media/image.jpeg" Id="Rb77b7c672cd14f51" /><Relationship Type="http://schemas.openxmlformats.org/officeDocument/2006/relationships/notesSlide" Target="/ppt/notesSlides/notesSlide3.xml" Id="Rbed958ebb2e746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ea254b19c460e" /><Relationship Type="http://schemas.openxmlformats.org/officeDocument/2006/relationships/notesSlide" Target="/ppt/notesSlides/notesSlide4.xml" Id="Re063e0dc5f6f46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f677a75fc4f4a" /><Relationship Type="http://schemas.openxmlformats.org/officeDocument/2006/relationships/image" Target="/ppt/media/image2.jpeg" Id="R7d40441d3e4c4382" /><Relationship Type="http://schemas.openxmlformats.org/officeDocument/2006/relationships/notesSlide" Target="/ppt/notesSlides/notesSlide5.xml" Id="Raa69d1c1de2144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18e75bf024e51" /><Relationship Type="http://schemas.openxmlformats.org/officeDocument/2006/relationships/image" Target="/ppt/media/image3.jpeg" Id="R58ebae7f97f8467c" /><Relationship Type="http://schemas.openxmlformats.org/officeDocument/2006/relationships/notesSlide" Target="/ppt/notesSlides/notesSlide6.xml" Id="R2955b42104ef42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a2d97a1d849f3" /><Relationship Type="http://schemas.openxmlformats.org/officeDocument/2006/relationships/image" Target="/ppt/media/image2.png" Id="R9fd9ab77cf9f41ad" /><Relationship Type="http://schemas.openxmlformats.org/officeDocument/2006/relationships/notesSlide" Target="/ppt/notesSlides/notesSlide7.xml" Id="R810e470003bd41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f38e0c7734c94" /><Relationship Type="http://schemas.openxmlformats.org/officeDocument/2006/relationships/notesSlide" Target="/ppt/notesSlides/notesSlide8.xml" Id="R9eef06e673744d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7a353aa354440" /><Relationship Type="http://schemas.openxmlformats.org/officeDocument/2006/relationships/notesSlide" Target="/ppt/notesSlides/notesSlide9.xml" Id="R99da5b6ab92a48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6d704c5ef42c2" /><Relationship Type="http://schemas.openxmlformats.org/officeDocument/2006/relationships/notesSlide" Target="/ppt/notesSlides/notesSlide10.xml" Id="Rd432d80c96de43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0bcbca0564daf" /><Relationship Type="http://schemas.openxmlformats.org/officeDocument/2006/relationships/notesSlide" Target="/ppt/notesSlides/notesSlide11.xml" Id="R7b15d4d3d0f74a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b215d13774944" /><Relationship Type="http://schemas.openxmlformats.org/officeDocument/2006/relationships/notesSlide" Target="/ppt/notesSlides/notesSlide12.xml" Id="R235a10d202f74c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hape-1">
            <a:extLst xmlns:a="http://schemas.openxmlformats.org/drawingml/2006/main">
              <a:ext uri="{FF2B5EF4-FFF2-40B4-BE49-F238E27FC236}">
                <a16:creationId xmlns:a16="http://schemas.microsoft.com/office/drawing/2014/main" id="{A418DC34-6B00-46C0-9F1C-3B3831C6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D5D6388-478C-4E0A-8726-DA699C7C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4C01632-75B8-4BC4-8406-4AC4C53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2AEA710-EC0D-4E2A-A629-972421A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5E9CC05-8F10-4D87-9C84-C3D101C6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BF07185-BC27-40AE-ADA1-77B81001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DCA480B-745F-4930-A71A-71008162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ECFEA70F-4AF5-4D37-8040-46792031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021FD9D0-DF5E-4C8F-A81B-B8889C5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155" y="809625"/>
            <a:ext cx="2040245" cy="1729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780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780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برق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654656AC-F5A4-4261-BD03-A88AB3A7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682" y="2228850"/>
            <a:ext cx="1170718" cy="100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ذكاءٌ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BE24D2F5-D3F3-48A0-A7C6-A7712F2D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180" y="2228850"/>
            <a:ext cx="1429198" cy="100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نملك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D3A6D70A-11B9-450D-BF33-888ADB6D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4320" y="2228850"/>
            <a:ext cx="1623555" cy="100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أوزانه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21375F4A-4D97-4ECA-A9B8-55E72526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569" y="3019425"/>
            <a:ext cx="1925831" cy="100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ونضبط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A05515F9-FA73-4454-867D-9B36F368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6573" y="3019425"/>
            <a:ext cx="1797691" cy="100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بالنصِّ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43435D88-B637-4B72-BD4F-31929A94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174" y="3019425"/>
            <a:ext cx="2502094" cy="1006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4350" b="1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استدلاله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09B3D8E2-77F9-41AC-A08F-A13FA989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503" y="4171950"/>
            <a:ext cx="701897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يبحث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757527C3-CF89-41F3-8474-75DC3E48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676" y="4171950"/>
            <a:ext cx="1202055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المستفيد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BC0E2798-4C33-48C0-8A4E-DABB69FE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420" y="4171950"/>
            <a:ext cx="435483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عن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358F74EA-1631-47C8-9A79-ADBF2D4B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602" y="4171950"/>
            <a:ext cx="745046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معرفة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38D476A6-B1E9-4B7C-A415-56CCD3AE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51" y="4171950"/>
            <a:ext cx="826579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واضحة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B88F539B-66F9-4644-B74C-E146971A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1" y="4171950"/>
            <a:ext cx="587597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ونص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21A8FB39-5280-4D3E-8BBE-46359E2E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810" y="4171950"/>
            <a:ext cx="868299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محفوظ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0CAB9E8B-F586-4DC0-8DA3-881C5B17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617" y="4171950"/>
            <a:ext cx="699421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ودليل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EB3E0CB9-AA6D-4B15-A86F-E5CDFFEA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426" y="4171950"/>
            <a:ext cx="679418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يمكن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F17C8F0B-81D7-4E21-9541-40A07D22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432" y="4171950"/>
            <a:ext cx="633222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فتحه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8EF78D60-A2FE-47CC-87D8-C024388E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7452" y="4924425"/>
            <a:ext cx="724948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تطبيق</a:t>
            </a:r>
          </a:p>
        </p:txBody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BFE33A54-8888-4E1B-A1A8-C3F1090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648" y="4924425"/>
            <a:ext cx="647986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عربي</a:t>
            </a:r>
          </a:p>
        </p:txBody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880213C4-FAA1-48C6-BA8E-E077F090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324" y="4924425"/>
            <a:ext cx="994505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للمحتوى</a:t>
            </a:r>
          </a:p>
        </p:txBody>
      </p:sp>
      <p:sp>
        <p:nvSpPr>
          <p:cNvPr id="29" name="text-29">
            <a:extLst xmlns:a="http://schemas.openxmlformats.org/drawingml/2006/main">
              <a:ext uri="{FF2B5EF4-FFF2-40B4-BE49-F238E27FC236}">
                <a16:creationId xmlns:a16="http://schemas.microsoft.com/office/drawing/2014/main" id="{A4C92093-E479-45FE-A784-8A6CEF20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6127" y="4924425"/>
            <a:ext cx="1117378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الإسلامي</a:t>
            </a:r>
          </a:p>
        </p:txBody>
      </p:sp>
      <p:sp>
        <p:nvSpPr>
          <p:cNvPr id="30" name="text-30">
            <a:extLst xmlns:a="http://schemas.openxmlformats.org/drawingml/2006/main">
              <a:ext uri="{FF2B5EF4-FFF2-40B4-BE49-F238E27FC236}">
                <a16:creationId xmlns:a16="http://schemas.microsoft.com/office/drawing/2014/main" id="{EDEFCBAA-D721-4E82-91CB-AE6324D3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911" y="4924425"/>
            <a:ext cx="132397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31" name="text-31">
            <a:extLst xmlns:a="http://schemas.openxmlformats.org/drawingml/2006/main">
              <a:ext uri="{FF2B5EF4-FFF2-40B4-BE49-F238E27FC236}">
                <a16:creationId xmlns:a16="http://schemas.microsoft.com/office/drawing/2014/main" id="{9EEF04A1-4111-4899-9E95-8B56EC8E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379" y="4924425"/>
            <a:ext cx="75371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مدعوم</a:t>
            </a:r>
          </a:p>
        </p:txBody>
      </p:sp>
      <p:sp>
        <p:nvSpPr>
          <p:cNvPr id="32" name="text-32">
            <a:extLst xmlns:a="http://schemas.openxmlformats.org/drawingml/2006/main">
              <a:ext uri="{FF2B5EF4-FFF2-40B4-BE49-F238E27FC236}">
                <a16:creationId xmlns:a16="http://schemas.microsoft.com/office/drawing/2014/main" id="{7435BE92-1688-4EB3-ACE5-2016AB3B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707" y="4924425"/>
            <a:ext cx="72885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بخدمة</a:t>
            </a:r>
          </a:p>
        </p:txBody>
      </p:sp>
      <p:sp>
        <p:nvSpPr>
          <p:cNvPr id="33" name="text-33">
            <a:extLst xmlns:a="http://schemas.openxmlformats.org/drawingml/2006/main">
              <a:ext uri="{FF2B5EF4-FFF2-40B4-BE49-F238E27FC236}">
                <a16:creationId xmlns:a16="http://schemas.microsoft.com/office/drawing/2014/main" id="{13257242-AA0D-410D-B739-78F62BB1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661" y="4924425"/>
            <a:ext cx="1056227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</p:spTree>
    <p:extLst>
      <p:ext uri="{BB962C8B-B14F-4D97-AF65-F5344CB8AC3E}">
        <p14:creationId xmlns:p14="http://schemas.microsoft.com/office/powerpoint/2010/main" val="675468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34">
            <a:extLst xmlns:a="http://schemas.openxmlformats.org/drawingml/2006/main">
              <a:ext uri="{FF2B5EF4-FFF2-40B4-BE49-F238E27FC236}">
                <a16:creationId xmlns:a16="http://schemas.microsoft.com/office/drawing/2014/main" id="{E695793D-79A5-4CE3-8D6E-CA26FC40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918" y="457200"/>
            <a:ext cx="1345482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معرفة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B9D4707A-C4E1-4CF1-B525-2C67850C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420" y="457200"/>
            <a:ext cx="1052008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الأمة</a:t>
            </a:r>
          </a:p>
        </p:txBody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344D926B-AFBF-4C78-99B4-5A559E92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547" y="457200"/>
            <a:ext cx="1694383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تستحق</a:t>
            </a:r>
          </a:p>
        </p:txBody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D9E9E0BE-F2DB-43F9-8844-EE55C755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7200"/>
            <a:ext cx="1215457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أدوات</a:t>
            </a:r>
          </a:p>
        </p:txBody>
      </p:sp>
      <p:sp>
        <p:nvSpPr>
          <p:cNvPr id="5" name="text-38">
            <a:extLst xmlns:a="http://schemas.openxmlformats.org/drawingml/2006/main">
              <a:ext uri="{FF2B5EF4-FFF2-40B4-BE49-F238E27FC236}">
                <a16:creationId xmlns:a16="http://schemas.microsoft.com/office/drawing/2014/main" id="{C519FAB6-6EA0-4B19-BCBE-948A6895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710" y="457200"/>
            <a:ext cx="1069400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نملك</a:t>
            </a:r>
          </a:p>
        </p:txBody>
      </p:sp>
      <p:sp>
        <p:nvSpPr>
          <p:cNvPr id="6" name="text-39">
            <a:extLst xmlns:a="http://schemas.openxmlformats.org/drawingml/2006/main">
              <a:ext uri="{FF2B5EF4-FFF2-40B4-BE49-F238E27FC236}">
                <a16:creationId xmlns:a16="http://schemas.microsoft.com/office/drawing/2014/main" id="{CE2D9BCA-BA41-4FA9-B71D-F03FD0AF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1765" y="457200"/>
            <a:ext cx="1351455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زمامها</a:t>
            </a:r>
          </a:p>
        </p:txBody>
      </p:sp>
      <p:sp>
        <p:nvSpPr>
          <p:cNvPr id="7" name="shape-40">
            <a:extLst xmlns:a="http://schemas.openxmlformats.org/drawingml/2006/main">
              <a:ext uri="{FF2B5EF4-FFF2-40B4-BE49-F238E27FC236}">
                <a16:creationId xmlns:a16="http://schemas.microsoft.com/office/drawing/2014/main" id="{3C1167AB-25E4-4D39-B86E-3915D5CD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8" name="text-41">
            <a:extLst xmlns:a="http://schemas.openxmlformats.org/drawingml/2006/main">
              <a:ext uri="{FF2B5EF4-FFF2-40B4-BE49-F238E27FC236}">
                <a16:creationId xmlns:a16="http://schemas.microsoft.com/office/drawing/2014/main" id="{DA1E32E9-EF95-425C-9361-F63DFF87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9" name="text-42">
            <a:extLst xmlns:a="http://schemas.openxmlformats.org/drawingml/2006/main">
              <a:ext uri="{FF2B5EF4-FFF2-40B4-BE49-F238E27FC236}">
                <a16:creationId xmlns:a16="http://schemas.microsoft.com/office/drawing/2014/main" id="{ACAE1F15-78E7-4F7F-93C0-F28781CA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10" name="text-43">
            <a:extLst xmlns:a="http://schemas.openxmlformats.org/drawingml/2006/main">
              <a:ext uri="{FF2B5EF4-FFF2-40B4-BE49-F238E27FC236}">
                <a16:creationId xmlns:a16="http://schemas.microsoft.com/office/drawing/2014/main" id="{E6C61C4C-2C7E-4CC4-B38F-3F5063F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11" name="text-44">
            <a:extLst xmlns:a="http://schemas.openxmlformats.org/drawingml/2006/main">
              <a:ext uri="{FF2B5EF4-FFF2-40B4-BE49-F238E27FC236}">
                <a16:creationId xmlns:a16="http://schemas.microsoft.com/office/drawing/2014/main" id="{61952357-E337-43CA-A6B7-F93F17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2" name="text-45">
            <a:extLst xmlns:a="http://schemas.openxmlformats.org/drawingml/2006/main">
              <a:ext uri="{FF2B5EF4-FFF2-40B4-BE49-F238E27FC236}">
                <a16:creationId xmlns:a16="http://schemas.microsoft.com/office/drawing/2014/main" id="{58E91D1C-72F3-4304-9C01-98F306B8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3" name="text-46">
            <a:extLst xmlns:a="http://schemas.openxmlformats.org/drawingml/2006/main">
              <a:ext uri="{FF2B5EF4-FFF2-40B4-BE49-F238E27FC236}">
                <a16:creationId xmlns:a16="http://schemas.microsoft.com/office/drawing/2014/main" id="{7D6251D1-A3AD-4B98-8B17-32CEE354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4" name="text-47">
            <a:extLst xmlns:a="http://schemas.openxmlformats.org/drawingml/2006/main">
              <a:ext uri="{FF2B5EF4-FFF2-40B4-BE49-F238E27FC236}">
                <a16:creationId xmlns:a16="http://schemas.microsoft.com/office/drawing/2014/main" id="{EE168592-5009-46F9-BD11-1AACD3D2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759ffb0e84276"/>
          <a:stretch xmlns:a="http://schemas.openxmlformats.org/drawingml/2006/main"/>
        </p:blipFill>
        <p:spPr>
          <a:xfrm xmlns:a="http://schemas.openxmlformats.org/drawingml/2006/main">
            <a:off x="609600" y="1362670"/>
            <a:ext cx="7143750" cy="4018359"/>
          </a:xfrm>
          <a:prstGeom xmlns:a="http://schemas.openxmlformats.org/drawingml/2006/main" prst="rect">
            <a:avLst/>
          </a:prstGeom>
        </p:spPr>
      </p:pic>
      <p:sp>
        <p:nvSpPr>
          <p:cNvPr id="16" name="text-48">
            <a:extLst xmlns:a="http://schemas.openxmlformats.org/drawingml/2006/main">
              <a:ext uri="{FF2B5EF4-FFF2-40B4-BE49-F238E27FC236}">
                <a16:creationId xmlns:a16="http://schemas.microsoft.com/office/drawing/2014/main" id="{F7451517-41A4-41F5-9722-8454836E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940" y="1543050"/>
            <a:ext cx="1847460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الخوارزمي</a:t>
            </a:r>
          </a:p>
        </p:txBody>
      </p:sp>
      <p:sp>
        <p:nvSpPr>
          <p:cNvPr id="17" name="text-49">
            <a:extLst xmlns:a="http://schemas.openxmlformats.org/drawingml/2006/main">
              <a:ext uri="{FF2B5EF4-FFF2-40B4-BE49-F238E27FC236}">
                <a16:creationId xmlns:a16="http://schemas.microsoft.com/office/drawing/2014/main" id="{376FA5C7-DF51-4E2E-81D3-1B111A6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570" y="2143125"/>
            <a:ext cx="544830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الجبر</a:t>
            </a:r>
          </a:p>
        </p:txBody>
      </p:sp>
      <p:sp>
        <p:nvSpPr>
          <p:cNvPr id="18" name="text-50">
            <a:extLst xmlns:a="http://schemas.openxmlformats.org/drawingml/2006/main">
              <a:ext uri="{FF2B5EF4-FFF2-40B4-BE49-F238E27FC236}">
                <a16:creationId xmlns:a16="http://schemas.microsoft.com/office/drawing/2014/main" id="{C0A3446C-2BA9-4ECF-AB5F-0B911F4E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825" y="2143125"/>
            <a:ext cx="1321879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والخوارزميات</a:t>
            </a:r>
          </a:p>
        </p:txBody>
      </p:sp>
      <p:sp>
        <p:nvSpPr>
          <p:cNvPr id="19" name="text-51">
            <a:extLst xmlns:a="http://schemas.openxmlformats.org/drawingml/2006/main">
              <a:ext uri="{FF2B5EF4-FFF2-40B4-BE49-F238E27FC236}">
                <a16:creationId xmlns:a16="http://schemas.microsoft.com/office/drawing/2014/main" id="{41C2AB34-C0D7-4E41-AC67-89F0E008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7479" y="3238500"/>
            <a:ext cx="584921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ابن</a:t>
            </a:r>
          </a:p>
        </p:txBody>
      </p:sp>
      <p:sp>
        <p:nvSpPr>
          <p:cNvPr id="20" name="text-52">
            <a:extLst xmlns:a="http://schemas.openxmlformats.org/drawingml/2006/main">
              <a:ext uri="{FF2B5EF4-FFF2-40B4-BE49-F238E27FC236}">
                <a16:creationId xmlns:a16="http://schemas.microsoft.com/office/drawing/2014/main" id="{2584DA8E-CA7E-41C3-97FC-4BEA8699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109" y="3238500"/>
            <a:ext cx="1042264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الهيثم</a:t>
            </a:r>
          </a:p>
        </p:txBody>
      </p:sp>
      <p:sp>
        <p:nvSpPr>
          <p:cNvPr id="21" name="text-53">
            <a:extLst xmlns:a="http://schemas.openxmlformats.org/drawingml/2006/main">
              <a:ext uri="{FF2B5EF4-FFF2-40B4-BE49-F238E27FC236}">
                <a16:creationId xmlns:a16="http://schemas.microsoft.com/office/drawing/2014/main" id="{ADA1A1C7-ABE1-459D-8AC6-1FEED766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019" y="3838575"/>
            <a:ext cx="764381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التجربة</a:t>
            </a:r>
          </a:p>
        </p:txBody>
      </p:sp>
      <p:sp>
        <p:nvSpPr>
          <p:cNvPr id="22" name="text-54">
            <a:extLst xmlns:a="http://schemas.openxmlformats.org/drawingml/2006/main">
              <a:ext uri="{FF2B5EF4-FFF2-40B4-BE49-F238E27FC236}">
                <a16:creationId xmlns:a16="http://schemas.microsoft.com/office/drawing/2014/main" id="{85B7766F-38ED-4B89-9447-1588AB18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850" y="3838575"/>
            <a:ext cx="896302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والبرهان</a:t>
            </a:r>
          </a:p>
        </p:txBody>
      </p:sp>
      <p:sp>
        <p:nvSpPr>
          <p:cNvPr id="23" name="text-55">
            <a:extLst xmlns:a="http://schemas.openxmlformats.org/drawingml/2006/main">
              <a:ext uri="{FF2B5EF4-FFF2-40B4-BE49-F238E27FC236}">
                <a16:creationId xmlns:a16="http://schemas.microsoft.com/office/drawing/2014/main" id="{A10698E4-29FB-4F0F-B674-29920747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8377" y="5505450"/>
            <a:ext cx="944023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نستلهم</a:t>
            </a:r>
          </a:p>
        </p:txBody>
      </p:sp>
      <p:sp>
        <p:nvSpPr>
          <p:cNvPr id="24" name="text-56">
            <a:extLst xmlns:a="http://schemas.openxmlformats.org/drawingml/2006/main">
              <a:ext uri="{FF2B5EF4-FFF2-40B4-BE49-F238E27FC236}">
                <a16:creationId xmlns:a16="http://schemas.microsoft.com/office/drawing/2014/main" id="{A23F18CD-B7CA-4B04-BD34-6D27C3C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503" y="5505450"/>
            <a:ext cx="441103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هذا</a:t>
            </a:r>
          </a:p>
        </p:txBody>
      </p:sp>
      <p:sp>
        <p:nvSpPr>
          <p:cNvPr id="25" name="text-57">
            <a:extLst xmlns:a="http://schemas.openxmlformats.org/drawingml/2006/main">
              <a:ext uri="{FF2B5EF4-FFF2-40B4-BE49-F238E27FC236}">
                <a16:creationId xmlns:a16="http://schemas.microsoft.com/office/drawing/2014/main" id="{CD719D61-F308-456F-8CC2-3D0350FF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943" y="5505450"/>
            <a:ext cx="595789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الإرث</a:t>
            </a:r>
          </a:p>
        </p:txBody>
      </p:sp>
      <p:sp>
        <p:nvSpPr>
          <p:cNvPr id="26" name="text-58">
            <a:extLst xmlns:a="http://schemas.openxmlformats.org/drawingml/2006/main">
              <a:ext uri="{FF2B5EF4-FFF2-40B4-BE49-F238E27FC236}">
                <a16:creationId xmlns:a16="http://schemas.microsoft.com/office/drawing/2014/main" id="{804E77ED-F4DA-440B-8BE1-27576DB3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347" y="5505450"/>
            <a:ext cx="496824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لبناء</a:t>
            </a:r>
          </a:p>
        </p:txBody>
      </p:sp>
      <p:sp>
        <p:nvSpPr>
          <p:cNvPr id="27" name="text-59">
            <a:extLst xmlns:a="http://schemas.openxmlformats.org/drawingml/2006/main">
              <a:ext uri="{FF2B5EF4-FFF2-40B4-BE49-F238E27FC236}">
                <a16:creationId xmlns:a16="http://schemas.microsoft.com/office/drawing/2014/main" id="{088C73CB-6B6E-49B5-823F-036D0A96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829" y="5505450"/>
            <a:ext cx="638747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أدوات</a:t>
            </a:r>
          </a:p>
        </p:txBody>
      </p:sp>
      <p:sp>
        <p:nvSpPr>
          <p:cNvPr id="28" name="text-60">
            <a:extLst xmlns:a="http://schemas.openxmlformats.org/drawingml/2006/main">
              <a:ext uri="{FF2B5EF4-FFF2-40B4-BE49-F238E27FC236}">
                <a16:creationId xmlns:a16="http://schemas.microsoft.com/office/drawing/2014/main" id="{731DEB9C-D4C2-4F69-97D1-833D3458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2637" y="5505450"/>
            <a:ext cx="699421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معرفة</a:t>
            </a:r>
          </a:p>
        </p:txBody>
      </p:sp>
      <p:sp>
        <p:nvSpPr>
          <p:cNvPr id="29" name="text-61">
            <a:extLst xmlns:a="http://schemas.openxmlformats.org/drawingml/2006/main">
              <a:ext uri="{FF2B5EF4-FFF2-40B4-BE49-F238E27FC236}">
                <a16:creationId xmlns:a16="http://schemas.microsoft.com/office/drawing/2014/main" id="{F81A9243-AFB0-4DBA-9AE6-DFF9D298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121" y="5505450"/>
            <a:ext cx="618744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نضبط</a:t>
            </a:r>
          </a:p>
        </p:txBody>
      </p:sp>
      <p:sp>
        <p:nvSpPr>
          <p:cNvPr id="30" name="text-62">
            <a:extLst xmlns:a="http://schemas.openxmlformats.org/drawingml/2006/main">
              <a:ext uri="{FF2B5EF4-FFF2-40B4-BE49-F238E27FC236}">
                <a16:creationId xmlns:a16="http://schemas.microsoft.com/office/drawing/2014/main" id="{6080F035-8484-4E71-9748-55041665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572" y="5505450"/>
            <a:ext cx="892778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نصوصها</a:t>
            </a:r>
          </a:p>
        </p:txBody>
      </p:sp>
      <p:sp>
        <p:nvSpPr>
          <p:cNvPr id="31" name="text-63">
            <a:extLst xmlns:a="http://schemas.openxmlformats.org/drawingml/2006/main">
              <a:ext uri="{FF2B5EF4-FFF2-40B4-BE49-F238E27FC236}">
                <a16:creationId xmlns:a16="http://schemas.microsoft.com/office/drawing/2014/main" id="{02B461AF-5030-454D-88E7-A0A57A15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515" y="5505450"/>
            <a:ext cx="756285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ونراجع</a:t>
            </a:r>
          </a:p>
        </p:txBody>
      </p:sp>
      <p:sp>
        <p:nvSpPr>
          <p:cNvPr id="32" name="text-64">
            <a:extLst xmlns:a="http://schemas.openxmlformats.org/drawingml/2006/main">
              <a:ext uri="{FF2B5EF4-FFF2-40B4-BE49-F238E27FC236}">
                <a16:creationId xmlns:a16="http://schemas.microsoft.com/office/drawing/2014/main" id="{B90EDCE2-E13F-415A-BD34-FC23F9A8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279" y="5505450"/>
            <a:ext cx="672465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دليلها</a:t>
            </a:r>
          </a:p>
        </p:txBody>
      </p:sp>
    </p:spTree>
    <p:extLst>
      <p:ext uri="{BB962C8B-B14F-4D97-AF65-F5344CB8AC3E}">
        <p14:creationId xmlns:p14="http://schemas.microsoft.com/office/powerpoint/2010/main" val="108213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65">
            <a:extLst xmlns:a="http://schemas.openxmlformats.org/drawingml/2006/main">
              <a:ext uri="{FF2B5EF4-FFF2-40B4-BE49-F238E27FC236}">
                <a16:creationId xmlns:a16="http://schemas.microsoft.com/office/drawing/2014/main" id="{94C34B82-1656-44A8-AAD2-BDAEC69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7215" y="457200"/>
            <a:ext cx="1025185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لماذا</a:t>
            </a:r>
          </a:p>
        </p:txBody>
      </p:sp>
      <p:sp>
        <p:nvSpPr>
          <p:cNvPr id="2" name="text-66">
            <a:extLst xmlns:a="http://schemas.openxmlformats.org/drawingml/2006/main">
              <a:ext uri="{FF2B5EF4-FFF2-40B4-BE49-F238E27FC236}">
                <a16:creationId xmlns:a16="http://schemas.microsoft.com/office/drawing/2014/main" id="{C3159ADA-4443-4AE8-B62D-DC68E7F1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756" y="457200"/>
            <a:ext cx="890969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يعبد</a:t>
            </a:r>
          </a:p>
        </p:txBody>
      </p:sp>
      <p:sp>
        <p:nvSpPr>
          <p:cNvPr id="3" name="text-67">
            <a:extLst xmlns:a="http://schemas.openxmlformats.org/drawingml/2006/main">
              <a:ext uri="{FF2B5EF4-FFF2-40B4-BE49-F238E27FC236}">
                <a16:creationId xmlns:a16="http://schemas.microsoft.com/office/drawing/2014/main" id="{27B556B6-6D61-4B2E-9BC3-672C7E4D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161" y="457200"/>
            <a:ext cx="2217106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المسلمون</a:t>
            </a:r>
          </a:p>
        </p:txBody>
      </p:sp>
      <p:sp>
        <p:nvSpPr>
          <p:cNvPr id="4" name="text-68">
            <a:extLst xmlns:a="http://schemas.openxmlformats.org/drawingml/2006/main">
              <a:ext uri="{FF2B5EF4-FFF2-40B4-BE49-F238E27FC236}">
                <a16:creationId xmlns:a16="http://schemas.microsoft.com/office/drawing/2014/main" id="{3E93F525-722B-47A8-91E9-5AB6A1F7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557" y="457200"/>
            <a:ext cx="1594113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الكعبة؟</a:t>
            </a:r>
          </a:p>
        </p:txBody>
      </p:sp>
      <p:sp>
        <p:nvSpPr>
          <p:cNvPr id="5" name="shape-69">
            <a:extLst xmlns:a="http://schemas.openxmlformats.org/drawingml/2006/main">
              <a:ext uri="{FF2B5EF4-FFF2-40B4-BE49-F238E27FC236}">
                <a16:creationId xmlns:a16="http://schemas.microsoft.com/office/drawing/2014/main" id="{D769B2CE-D5A3-4950-9801-46F5D0B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6" name="text-70">
            <a:extLst xmlns:a="http://schemas.openxmlformats.org/drawingml/2006/main">
              <a:ext uri="{FF2B5EF4-FFF2-40B4-BE49-F238E27FC236}">
                <a16:creationId xmlns:a16="http://schemas.microsoft.com/office/drawing/2014/main" id="{42944F26-F684-492D-891F-00E07B6B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7" name="text-71">
            <a:extLst xmlns:a="http://schemas.openxmlformats.org/drawingml/2006/main">
              <a:ext uri="{FF2B5EF4-FFF2-40B4-BE49-F238E27FC236}">
                <a16:creationId xmlns:a16="http://schemas.microsoft.com/office/drawing/2014/main" id="{113DF707-D614-427D-9253-E95A0CFA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8" name="text-72">
            <a:extLst xmlns:a="http://schemas.openxmlformats.org/drawingml/2006/main">
              <a:ext uri="{FF2B5EF4-FFF2-40B4-BE49-F238E27FC236}">
                <a16:creationId xmlns:a16="http://schemas.microsoft.com/office/drawing/2014/main" id="{DE7D5151-40C5-4938-8979-AED66857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9" name="text-73">
            <a:extLst xmlns:a="http://schemas.openxmlformats.org/drawingml/2006/main">
              <a:ext uri="{FF2B5EF4-FFF2-40B4-BE49-F238E27FC236}">
                <a16:creationId xmlns:a16="http://schemas.microsoft.com/office/drawing/2014/main" id="{2AF02755-D4B5-40DD-9877-B47229E2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0" name="text-74">
            <a:extLst xmlns:a="http://schemas.openxmlformats.org/drawingml/2006/main">
              <a:ext uri="{FF2B5EF4-FFF2-40B4-BE49-F238E27FC236}">
                <a16:creationId xmlns:a16="http://schemas.microsoft.com/office/drawing/2014/main" id="{A8B07002-0C66-4577-84AE-990F0DC7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1" name="text-75">
            <a:extLst xmlns:a="http://schemas.openxmlformats.org/drawingml/2006/main">
              <a:ext uri="{FF2B5EF4-FFF2-40B4-BE49-F238E27FC236}">
                <a16:creationId xmlns:a16="http://schemas.microsoft.com/office/drawing/2014/main" id="{D73FE39F-6AE1-4B51-83F5-F2B06068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29176147-7857-47E6-B916-89EDAE2D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b7c672cd14f51"/>
          <a:stretch xmlns:a="http://schemas.openxmlformats.org/drawingml/2006/main"/>
        </p:blipFill>
        <p:spPr>
          <a:xfrm xmlns:a="http://schemas.openxmlformats.org/drawingml/2006/main">
            <a:off x="982548" y="1352550"/>
            <a:ext cx="5159605" cy="4438650"/>
          </a:xfrm>
          <a:prstGeom xmlns:a="http://schemas.openxmlformats.org/drawingml/2006/main" prst="rect">
            <a:avLst/>
          </a:prstGeom>
        </p:spPr>
      </p:pic>
      <p:sp>
        <p:nvSpPr>
          <p:cNvPr id="14" name="text-77">
            <a:extLst xmlns:a="http://schemas.openxmlformats.org/drawingml/2006/main">
              <a:ext uri="{FF2B5EF4-FFF2-40B4-BE49-F238E27FC236}">
                <a16:creationId xmlns:a16="http://schemas.microsoft.com/office/drawing/2014/main" id="{FD1317DF-B7BF-4A26-A752-C2163246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940" y="1695450"/>
            <a:ext cx="1090460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يصحح</a:t>
            </a:r>
          </a:p>
        </p:txBody>
      </p:sp>
      <p:sp>
        <p:nvSpPr>
          <p:cNvPr id="15" name="text-78">
            <a:extLst xmlns:a="http://schemas.openxmlformats.org/drawingml/2006/main">
              <a:ext uri="{FF2B5EF4-FFF2-40B4-BE49-F238E27FC236}">
                <a16:creationId xmlns:a16="http://schemas.microsoft.com/office/drawing/2014/main" id="{5BEBE484-62E5-4124-82C2-98E0CD4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442" y="1695450"/>
            <a:ext cx="1150391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فرضية</a:t>
            </a:r>
          </a:p>
        </p:txBody>
      </p:sp>
      <p:sp>
        <p:nvSpPr>
          <p:cNvPr id="16" name="text-79">
            <a:extLst xmlns:a="http://schemas.openxmlformats.org/drawingml/2006/main">
              <a:ext uri="{FF2B5EF4-FFF2-40B4-BE49-F238E27FC236}">
                <a16:creationId xmlns:a16="http://schemas.microsoft.com/office/drawing/2014/main" id="{A74477BF-14EA-4492-B850-2154C1D6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9726" y="1695450"/>
            <a:ext cx="1295610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السؤال</a:t>
            </a:r>
          </a:p>
        </p:txBody>
      </p:sp>
      <p:sp>
        <p:nvSpPr>
          <p:cNvPr id="17" name="text-80">
            <a:extLst xmlns:a="http://schemas.openxmlformats.org/drawingml/2006/main">
              <a:ext uri="{FF2B5EF4-FFF2-40B4-BE49-F238E27FC236}">
                <a16:creationId xmlns:a16="http://schemas.microsoft.com/office/drawing/2014/main" id="{B651D2D2-0830-41CB-9B7B-053DA450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777" y="2476500"/>
            <a:ext cx="117262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المسلمون</a:t>
            </a:r>
          </a:p>
        </p:txBody>
      </p:sp>
      <p:sp>
        <p:nvSpPr>
          <p:cNvPr id="18" name="text-81">
            <a:extLst xmlns:a="http://schemas.openxmlformats.org/drawingml/2006/main">
              <a:ext uri="{FF2B5EF4-FFF2-40B4-BE49-F238E27FC236}">
                <a16:creationId xmlns:a16="http://schemas.microsoft.com/office/drawing/2014/main" id="{A642607A-E40F-4574-A2DE-53C52DBE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386" y="2476500"/>
            <a:ext cx="768572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يعبدون</a:t>
            </a:r>
          </a:p>
        </p:txBody>
      </p:sp>
      <p:sp>
        <p:nvSpPr>
          <p:cNvPr id="19" name="text-82">
            <a:extLst xmlns:a="http://schemas.openxmlformats.org/drawingml/2006/main">
              <a:ext uri="{FF2B5EF4-FFF2-40B4-BE49-F238E27FC236}">
                <a16:creationId xmlns:a16="http://schemas.microsoft.com/office/drawing/2014/main" id="{C6F54F43-86F4-46BF-AEC1-B50DF05F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237" y="2476500"/>
            <a:ext cx="35633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الله</a:t>
            </a:r>
          </a:p>
        </p:txBody>
      </p:sp>
      <p:sp>
        <p:nvSpPr>
          <p:cNvPr id="20" name="text-83">
            <a:extLst xmlns:a="http://schemas.openxmlformats.org/drawingml/2006/main">
              <a:ext uri="{FF2B5EF4-FFF2-40B4-BE49-F238E27FC236}">
                <a16:creationId xmlns:a16="http://schemas.microsoft.com/office/drawing/2014/main" id="{7131B362-DD0E-4778-81D9-EFAF5936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058" y="2476500"/>
            <a:ext cx="59636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وحده</a:t>
            </a:r>
          </a:p>
        </p:txBody>
      </p:sp>
      <p:sp>
        <p:nvSpPr>
          <p:cNvPr id="21" name="text-84">
            <a:extLst xmlns:a="http://schemas.openxmlformats.org/drawingml/2006/main">
              <a:ext uri="{FF2B5EF4-FFF2-40B4-BE49-F238E27FC236}">
                <a16:creationId xmlns:a16="http://schemas.microsoft.com/office/drawing/2014/main" id="{86A681AE-4D10-4330-A845-70A5875F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394" y="2924175"/>
            <a:ext cx="806006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والكعبة</a:t>
            </a:r>
          </a:p>
        </p:txBody>
      </p:sp>
      <p:sp>
        <p:nvSpPr>
          <p:cNvPr id="22" name="text-85">
            <a:extLst xmlns:a="http://schemas.openxmlformats.org/drawingml/2006/main">
              <a:ext uri="{FF2B5EF4-FFF2-40B4-BE49-F238E27FC236}">
                <a16:creationId xmlns:a16="http://schemas.microsoft.com/office/drawing/2014/main" id="{1CB6E1F7-E612-4150-BFE8-EA79E2DE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705" y="2924175"/>
            <a:ext cx="487871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قبلة</a:t>
            </a:r>
          </a:p>
        </p:txBody>
      </p:sp>
      <p:sp>
        <p:nvSpPr>
          <p:cNvPr id="23" name="text-86">
            <a:extLst xmlns:a="http://schemas.openxmlformats.org/drawingml/2006/main">
              <a:ext uri="{FF2B5EF4-FFF2-40B4-BE49-F238E27FC236}">
                <a16:creationId xmlns:a16="http://schemas.microsoft.com/office/drawing/2014/main" id="{A5E4C155-8878-4682-AE57-BE3B38B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6877" y="2924175"/>
            <a:ext cx="834009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صلاتهم</a:t>
            </a:r>
          </a:p>
        </p:txBody>
      </p:sp>
      <p:sp>
        <p:nvSpPr>
          <p:cNvPr id="24" name="text-87">
            <a:extLst xmlns:a="http://schemas.openxmlformats.org/drawingml/2006/main">
              <a:ext uri="{FF2B5EF4-FFF2-40B4-BE49-F238E27FC236}">
                <a16:creationId xmlns:a16="http://schemas.microsoft.com/office/drawing/2014/main" id="{779E6732-29F4-4A7E-B12D-FB4338A6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5697" y="3876675"/>
            <a:ext cx="286703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ثم</a:t>
            </a:r>
          </a:p>
        </p:txBody>
      </p:sp>
      <p:sp>
        <p:nvSpPr>
          <p:cNvPr id="25" name="text-88">
            <a:extLst xmlns:a="http://schemas.openxmlformats.org/drawingml/2006/main">
              <a:ext uri="{FF2B5EF4-FFF2-40B4-BE49-F238E27FC236}">
                <a16:creationId xmlns:a16="http://schemas.microsoft.com/office/drawing/2014/main" id="{343B7C2A-6006-48FB-B634-EB438706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577" y="3876675"/>
            <a:ext cx="895255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يستطيع</a:t>
            </a:r>
          </a:p>
        </p:txBody>
      </p:sp>
      <p:sp>
        <p:nvSpPr>
          <p:cNvPr id="26" name="text-89">
            <a:extLst xmlns:a="http://schemas.openxmlformats.org/drawingml/2006/main">
              <a:ext uri="{FF2B5EF4-FFF2-40B4-BE49-F238E27FC236}">
                <a16:creationId xmlns:a16="http://schemas.microsoft.com/office/drawing/2014/main" id="{0B9E5572-CF96-44E3-B794-CDE42FE4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9899" y="3876675"/>
            <a:ext cx="1158812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المستخدم</a:t>
            </a:r>
          </a:p>
        </p:txBody>
      </p:sp>
      <p:sp>
        <p:nvSpPr>
          <p:cNvPr id="27" name="text-90">
            <a:extLst xmlns:a="http://schemas.openxmlformats.org/drawingml/2006/main">
              <a:ext uri="{FF2B5EF4-FFF2-40B4-BE49-F238E27FC236}">
                <a16:creationId xmlns:a16="http://schemas.microsoft.com/office/drawing/2014/main" id="{4908714F-97FB-448D-9CD1-291623C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077" y="3876675"/>
            <a:ext cx="413956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فتح</a:t>
            </a:r>
          </a:p>
        </p:txBody>
      </p:sp>
      <p:sp>
        <p:nvSpPr>
          <p:cNvPr id="28" name="text-91">
            <a:extLst xmlns:a="http://schemas.openxmlformats.org/drawingml/2006/main">
              <a:ext uri="{FF2B5EF4-FFF2-40B4-BE49-F238E27FC236}">
                <a16:creationId xmlns:a16="http://schemas.microsoft.com/office/drawing/2014/main" id="{AC186BDA-747C-4C1A-BD1C-82560B17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068" y="3876675"/>
            <a:ext cx="759142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المصدر</a:t>
            </a:r>
          </a:p>
        </p:txBody>
      </p:sp>
      <p:sp>
        <p:nvSpPr>
          <p:cNvPr id="29" name="text-92">
            <a:extLst xmlns:a="http://schemas.openxmlformats.org/drawingml/2006/main">
              <a:ext uri="{FF2B5EF4-FFF2-40B4-BE49-F238E27FC236}">
                <a16:creationId xmlns:a16="http://schemas.microsoft.com/office/drawing/2014/main" id="{BAAABBB4-756E-40B3-8210-2BB0317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5140" y="4657725"/>
            <a:ext cx="17726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لا</a:t>
            </a:r>
          </a:p>
        </p:txBody>
      </p:sp>
      <p:sp>
        <p:nvSpPr>
          <p:cNvPr id="30" name="text-93">
            <a:extLst xmlns:a="http://schemas.openxmlformats.org/drawingml/2006/main">
              <a:ext uri="{FF2B5EF4-FFF2-40B4-BE49-F238E27FC236}">
                <a16:creationId xmlns:a16="http://schemas.microsoft.com/office/drawing/2014/main" id="{F431209C-1B8E-49E2-9B07-3899ABF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099" y="4657725"/>
            <a:ext cx="647128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نكتفي</a:t>
            </a:r>
          </a:p>
        </p:txBody>
      </p:sp>
      <p:sp>
        <p:nvSpPr>
          <p:cNvPr id="31" name="text-94">
            <a:extLst xmlns:a="http://schemas.openxmlformats.org/drawingml/2006/main">
              <a:ext uri="{FF2B5EF4-FFF2-40B4-BE49-F238E27FC236}">
                <a16:creationId xmlns:a16="http://schemas.microsoft.com/office/drawing/2014/main" id="{505E0F96-CACB-4E05-871D-819B8FB7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540" y="4657725"/>
            <a:ext cx="598646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بجواب</a:t>
            </a:r>
          </a:p>
        </p:txBody>
      </p:sp>
      <p:sp>
        <p:nvSpPr>
          <p:cNvPr id="32" name="text-95">
            <a:extLst xmlns:a="http://schemas.openxmlformats.org/drawingml/2006/main">
              <a:ext uri="{FF2B5EF4-FFF2-40B4-BE49-F238E27FC236}">
                <a16:creationId xmlns:a16="http://schemas.microsoft.com/office/drawing/2014/main" id="{1675B014-1EAA-4B23-93A8-31621D2B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567" y="4657725"/>
            <a:ext cx="484060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مقنع</a:t>
            </a:r>
          </a:p>
        </p:txBody>
      </p:sp>
      <p:sp>
        <p:nvSpPr>
          <p:cNvPr id="33" name="text-96">
            <a:extLst xmlns:a="http://schemas.openxmlformats.org/drawingml/2006/main">
              <a:ext uri="{FF2B5EF4-FFF2-40B4-BE49-F238E27FC236}">
                <a16:creationId xmlns:a16="http://schemas.microsoft.com/office/drawing/2014/main" id="{CCFE3BF6-C3C6-4AFD-A6BF-4FFEC7FB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030" y="4657725"/>
            <a:ext cx="422624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نتيح</a:t>
            </a:r>
          </a:p>
        </p:txBody>
      </p:sp>
      <p:sp>
        <p:nvSpPr>
          <p:cNvPr id="34" name="text-97">
            <a:extLst xmlns:a="http://schemas.openxmlformats.org/drawingml/2006/main">
              <a:ext uri="{FF2B5EF4-FFF2-40B4-BE49-F238E27FC236}">
                <a16:creationId xmlns:a16="http://schemas.microsoft.com/office/drawing/2014/main" id="{159643DE-7A4A-47E5-B623-5ECC8F6A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620" y="4657725"/>
            <a:ext cx="553498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فحص</a:t>
            </a:r>
          </a:p>
        </p:txBody>
      </p:sp>
      <p:sp>
        <p:nvSpPr>
          <p:cNvPr id="35" name="text-98">
            <a:extLst xmlns:a="http://schemas.openxmlformats.org/drawingml/2006/main">
              <a:ext uri="{FF2B5EF4-FFF2-40B4-BE49-F238E27FC236}">
                <a16:creationId xmlns:a16="http://schemas.microsoft.com/office/drawing/2014/main" id="{819886D6-8CCA-4B12-864F-EE03D444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693" y="4657725"/>
            <a:ext cx="501015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دليله</a:t>
            </a:r>
          </a:p>
        </p:txBody>
      </p:sp>
    </p:spTree>
    <p:extLst>
      <p:ext uri="{BB962C8B-B14F-4D97-AF65-F5344CB8AC3E}">
        <p14:creationId xmlns:p14="http://schemas.microsoft.com/office/powerpoint/2010/main" val="25048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ext-99">
            <a:extLst xmlns:a="http://schemas.openxmlformats.org/drawingml/2006/main">
              <a:ext uri="{FF2B5EF4-FFF2-40B4-BE49-F238E27FC236}">
                <a16:creationId xmlns:a16="http://schemas.microsoft.com/office/drawing/2014/main" id="{50C97A48-03CC-43AC-8739-3D1F991B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02" y="457200"/>
            <a:ext cx="2004098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المعمارية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660BB3E7-193D-4518-B1C1-AAE98FC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712" y="457200"/>
            <a:ext cx="1405099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تطبيق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21D70C92-B7EC-4432-B022-8B5BA151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408" y="457200"/>
            <a:ext cx="957815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قابل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AB95D9C6-6EE7-4E87-85C3-4C6D4EEB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561" y="457200"/>
            <a:ext cx="1632356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للفحص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F1874EAA-2D34-4EB1-983E-83A6D4CB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600" y="457200"/>
            <a:ext cx="1257471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ومزوّد</a:t>
            </a:r>
          </a:p>
        </p:txBody>
      </p:sp>
      <p:sp>
        <p:nvSpPr>
          <p:cNvPr id="6" name="text-104">
            <a:extLst xmlns:a="http://schemas.openxmlformats.org/drawingml/2006/main">
              <a:ext uri="{FF2B5EF4-FFF2-40B4-BE49-F238E27FC236}">
                <a16:creationId xmlns:a16="http://schemas.microsoft.com/office/drawing/2014/main" id="{F953FF68-654A-4877-8236-BFA57FEA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174" y="457200"/>
            <a:ext cx="1620936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مستقل</a:t>
            </a:r>
          </a:p>
        </p:txBody>
      </p:sp>
      <p:sp>
        <p:nvSpPr>
          <p:cNvPr id="7" name="shape-105">
            <a:extLst xmlns:a="http://schemas.openxmlformats.org/drawingml/2006/main">
              <a:ext uri="{FF2B5EF4-FFF2-40B4-BE49-F238E27FC236}">
                <a16:creationId xmlns:a16="http://schemas.microsoft.com/office/drawing/2014/main" id="{066C49F5-ACD0-49F4-BA50-FCB067D5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8" name="text-106">
            <a:extLst xmlns:a="http://schemas.openxmlformats.org/drawingml/2006/main">
              <a:ext uri="{FF2B5EF4-FFF2-40B4-BE49-F238E27FC236}">
                <a16:creationId xmlns:a16="http://schemas.microsoft.com/office/drawing/2014/main" id="{A19A0AA8-CD9A-433D-B400-E6CEC60B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9" name="text-107">
            <a:extLst xmlns:a="http://schemas.openxmlformats.org/drawingml/2006/main">
              <a:ext uri="{FF2B5EF4-FFF2-40B4-BE49-F238E27FC236}">
                <a16:creationId xmlns:a16="http://schemas.microsoft.com/office/drawing/2014/main" id="{A379D807-9BE1-434F-A92B-4B320884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10" name="text-108">
            <a:extLst xmlns:a="http://schemas.openxmlformats.org/drawingml/2006/main">
              <a:ext uri="{FF2B5EF4-FFF2-40B4-BE49-F238E27FC236}">
                <a16:creationId xmlns:a16="http://schemas.microsoft.com/office/drawing/2014/main" id="{55E72C9C-0423-4E5E-96AF-0A7F36AC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11" name="text-109">
            <a:extLst xmlns:a="http://schemas.openxmlformats.org/drawingml/2006/main">
              <a:ext uri="{FF2B5EF4-FFF2-40B4-BE49-F238E27FC236}">
                <a16:creationId xmlns:a16="http://schemas.microsoft.com/office/drawing/2014/main" id="{23829D1E-644C-45F9-B8C0-D20EE7B4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2" name="text-110">
            <a:extLst xmlns:a="http://schemas.openxmlformats.org/drawingml/2006/main">
              <a:ext uri="{FF2B5EF4-FFF2-40B4-BE49-F238E27FC236}">
                <a16:creationId xmlns:a16="http://schemas.microsoft.com/office/drawing/2014/main" id="{C96FCB6A-833A-46BC-8D09-878644E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3" name="text-111">
            <a:extLst xmlns:a="http://schemas.openxmlformats.org/drawingml/2006/main">
              <a:ext uri="{FF2B5EF4-FFF2-40B4-BE49-F238E27FC236}">
                <a16:creationId xmlns:a16="http://schemas.microsoft.com/office/drawing/2014/main" id="{924E7B71-D428-4D82-A717-C28B4583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4" name="text-112">
            <a:extLst xmlns:a="http://schemas.openxmlformats.org/drawingml/2006/main">
              <a:ext uri="{FF2B5EF4-FFF2-40B4-BE49-F238E27FC236}">
                <a16:creationId xmlns:a16="http://schemas.microsoft.com/office/drawing/2014/main" id="{A8F20666-D03B-42FA-AD7F-19422225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5" name="shape-113">
            <a:extLst xmlns:a="http://schemas.openxmlformats.org/drawingml/2006/main">
              <a:ext uri="{FF2B5EF4-FFF2-40B4-BE49-F238E27FC236}">
                <a16:creationId xmlns:a16="http://schemas.microsoft.com/office/drawing/2014/main" id="{3DA4E3CC-FA5B-4F3A-90E2-913EAA26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476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2E"/>
          </a:solidFill>
          <a:ln xmlns:a="http://schemas.openxmlformats.org/drawingml/2006/main" w="9525">
            <a:solidFill>
              <a:srgbClr val="31504A"/>
            </a:solidFill>
          </a:ln>
        </p:spPr>
      </p:sp>
      <p:sp>
        <p:nvSpPr>
          <p:cNvPr id="16" name="text-114">
            <a:extLst xmlns:a="http://schemas.openxmlformats.org/drawingml/2006/main">
              <a:ext uri="{FF2B5EF4-FFF2-40B4-BE49-F238E27FC236}">
                <a16:creationId xmlns:a16="http://schemas.microsoft.com/office/drawing/2014/main" id="{EAD9F287-89F0-44D9-A21F-3A7732BD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604" y="2019300"/>
            <a:ext cx="1608991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المستخدم</a:t>
            </a:r>
          </a:p>
        </p:txBody>
      </p:sp>
      <p:sp>
        <p:nvSpPr>
          <p:cNvPr id="17" name="text-115">
            <a:extLst xmlns:a="http://schemas.openxmlformats.org/drawingml/2006/main">
              <a:ext uri="{FF2B5EF4-FFF2-40B4-BE49-F238E27FC236}">
                <a16:creationId xmlns:a16="http://schemas.microsoft.com/office/drawing/2014/main" id="{EE989332-7417-4C66-BEB6-8BFB270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444" y="2628900"/>
            <a:ext cx="500539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سؤال</a:t>
            </a:r>
          </a:p>
        </p:txBody>
      </p:sp>
      <p:sp>
        <p:nvSpPr>
          <p:cNvPr id="18" name="text-116">
            <a:extLst xmlns:a="http://schemas.openxmlformats.org/drawingml/2006/main">
              <a:ext uri="{FF2B5EF4-FFF2-40B4-BE49-F238E27FC236}">
                <a16:creationId xmlns:a16="http://schemas.microsoft.com/office/drawing/2014/main" id="{95FB0979-042C-4CD4-B24E-9FF85B82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217" y="2628900"/>
            <a:ext cx="620268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ومتابعة</a:t>
            </a:r>
          </a:p>
        </p:txBody>
      </p:sp>
      <p:sp>
        <p:nvSpPr>
          <p:cNvPr id="19" name="text-117">
            <a:extLst xmlns:a="http://schemas.openxmlformats.org/drawingml/2006/main">
              <a:ext uri="{FF2B5EF4-FFF2-40B4-BE49-F238E27FC236}">
                <a16:creationId xmlns:a16="http://schemas.microsoft.com/office/drawing/2014/main" id="{A79A171E-110C-4052-BB92-EB08E0F4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9800"/>
            <a:ext cx="304800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←</a:t>
            </a:r>
          </a:p>
        </p:txBody>
      </p:sp>
      <p:sp>
        <p:nvSpPr>
          <p:cNvPr id="20" name="shape-118">
            <a:extLst xmlns:a="http://schemas.openxmlformats.org/drawingml/2006/main">
              <a:ext uri="{FF2B5EF4-FFF2-40B4-BE49-F238E27FC236}">
                <a16:creationId xmlns:a16="http://schemas.microsoft.com/office/drawing/2014/main" id="{183B12F7-207C-4F72-B3DF-CB44C608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476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2E"/>
          </a:solidFill>
          <a:ln xmlns:a="http://schemas.openxmlformats.org/drawingml/2006/main" w="9525">
            <a:solidFill>
              <a:srgbClr val="31504A"/>
            </a:solidFill>
          </a:ln>
        </p:spPr>
      </p:sp>
      <p:sp>
        <p:nvSpPr>
          <p:cNvPr id="21" name="text-119">
            <a:extLst xmlns:a="http://schemas.openxmlformats.org/drawingml/2006/main">
              <a:ext uri="{FF2B5EF4-FFF2-40B4-BE49-F238E27FC236}">
                <a16:creationId xmlns:a16="http://schemas.microsoft.com/office/drawing/2014/main" id="{2F5E3D82-FD70-4DBA-AE31-904CFB99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362" y="2019300"/>
            <a:ext cx="1248775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التطبيق</a:t>
            </a:r>
          </a:p>
        </p:txBody>
      </p:sp>
      <p:sp>
        <p:nvSpPr>
          <p:cNvPr id="22" name="text-120">
            <a:extLst xmlns:a="http://schemas.openxmlformats.org/drawingml/2006/main">
              <a:ext uri="{FF2B5EF4-FFF2-40B4-BE49-F238E27FC236}">
                <a16:creationId xmlns:a16="http://schemas.microsoft.com/office/drawing/2014/main" id="{24AFC4B2-449C-480E-88CB-19B51E0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271" y="2628900"/>
            <a:ext cx="567309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جلسة</a:t>
            </a:r>
          </a:p>
        </p:txBody>
      </p:sp>
      <p:sp>
        <p:nvSpPr>
          <p:cNvPr id="23" name="text-121">
            <a:extLst xmlns:a="http://schemas.openxmlformats.org/drawingml/2006/main">
              <a:ext uri="{FF2B5EF4-FFF2-40B4-BE49-F238E27FC236}">
                <a16:creationId xmlns:a16="http://schemas.microsoft.com/office/drawing/2014/main" id="{02CA5D9E-6C5A-4594-BD93-DBAE0082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811" y="2628900"/>
            <a:ext cx="575500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ومفتاح</a:t>
            </a:r>
          </a:p>
        </p:txBody>
      </p:sp>
      <p:sp>
        <p:nvSpPr>
          <p:cNvPr id="24" name="text-122">
            <a:extLst xmlns:a="http://schemas.openxmlformats.org/drawingml/2006/main">
              <a:ext uri="{FF2B5EF4-FFF2-40B4-BE49-F238E27FC236}">
                <a16:creationId xmlns:a16="http://schemas.microsoft.com/office/drawing/2014/main" id="{389290E6-799E-415A-91A9-D77EC9CF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20" y="2628900"/>
            <a:ext cx="596932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محمي</a:t>
            </a:r>
          </a:p>
        </p:txBody>
      </p:sp>
      <p:sp>
        <p:nvSpPr>
          <p:cNvPr id="25" name="text-123">
            <a:extLst xmlns:a="http://schemas.openxmlformats.org/drawingml/2006/main">
              <a:ext uri="{FF2B5EF4-FFF2-40B4-BE49-F238E27FC236}">
                <a16:creationId xmlns:a16="http://schemas.microsoft.com/office/drawing/2014/main" id="{E4A0F794-3610-4042-A733-37056ACF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304800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←</a:t>
            </a:r>
          </a:p>
        </p:txBody>
      </p:sp>
      <p:sp>
        <p:nvSpPr>
          <p:cNvPr id="26" name="shape-124">
            <a:extLst xmlns:a="http://schemas.openxmlformats.org/drawingml/2006/main">
              <a:ext uri="{FF2B5EF4-FFF2-40B4-BE49-F238E27FC236}">
                <a16:creationId xmlns:a16="http://schemas.microsoft.com/office/drawing/2014/main" id="{EB51F2AD-0CD2-4139-A9BB-C3F8786B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9750"/>
            <a:ext cx="2476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2E"/>
          </a:solidFill>
          <a:ln xmlns:a="http://schemas.openxmlformats.org/drawingml/2006/main" w="9525">
            <a:solidFill>
              <a:srgbClr val="31504A"/>
            </a:solidFill>
          </a:ln>
        </p:spPr>
      </p:sp>
      <p:sp>
        <p:nvSpPr>
          <p:cNvPr id="27" name="text-125">
            <a:extLst xmlns:a="http://schemas.openxmlformats.org/drawingml/2006/main">
              <a:ext uri="{FF2B5EF4-FFF2-40B4-BE49-F238E27FC236}">
                <a16:creationId xmlns:a16="http://schemas.microsoft.com/office/drawing/2014/main" id="{0119447C-B9B1-4FAB-ABC9-5065047B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166" y="2019300"/>
            <a:ext cx="1408347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28" name="text-126">
            <a:extLst xmlns:a="http://schemas.openxmlformats.org/drawingml/2006/main">
              <a:ext uri="{FF2B5EF4-FFF2-40B4-BE49-F238E27FC236}">
                <a16:creationId xmlns:a16="http://schemas.microsoft.com/office/drawing/2014/main" id="{4B1FFD31-C2A2-441E-AA13-DA45B301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287" y="2019300"/>
            <a:ext cx="630917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API</a:t>
            </a:r>
          </a:p>
        </p:txBody>
      </p:sp>
      <p:sp>
        <p:nvSpPr>
          <p:cNvPr id="29" name="text-127">
            <a:extLst xmlns:a="http://schemas.openxmlformats.org/drawingml/2006/main">
              <a:ext uri="{FF2B5EF4-FFF2-40B4-BE49-F238E27FC236}">
                <a16:creationId xmlns:a16="http://schemas.microsoft.com/office/drawing/2014/main" id="{4EF5648B-E97A-4C6F-8E84-B3D5AAAD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251" y="2628900"/>
            <a:ext cx="519589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نموذج</a:t>
            </a:r>
          </a:p>
        </p:txBody>
      </p:sp>
      <p:sp>
        <p:nvSpPr>
          <p:cNvPr id="30" name="text-128">
            <a:extLst xmlns:a="http://schemas.openxmlformats.org/drawingml/2006/main">
              <a:ext uri="{FF2B5EF4-FFF2-40B4-BE49-F238E27FC236}">
                <a16:creationId xmlns:a16="http://schemas.microsoft.com/office/drawing/2014/main" id="{BA48266D-9689-4192-B77B-B2FC1C7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841" y="2628900"/>
            <a:ext cx="556450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وأدوات</a:t>
            </a:r>
          </a:p>
        </p:txBody>
      </p:sp>
      <p:sp>
        <p:nvSpPr>
          <p:cNvPr id="31" name="text-129">
            <a:extLst xmlns:a="http://schemas.openxmlformats.org/drawingml/2006/main">
              <a:ext uri="{FF2B5EF4-FFF2-40B4-BE49-F238E27FC236}">
                <a16:creationId xmlns:a16="http://schemas.microsoft.com/office/drawing/2014/main" id="{F43CA4D5-6AB3-452E-B05A-68DFE053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61" y="2628900"/>
            <a:ext cx="516922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معرفة</a:t>
            </a:r>
          </a:p>
        </p:txBody>
      </p:sp>
      <p:sp>
        <p:nvSpPr>
          <p:cNvPr id="32" name="text-130">
            <a:extLst xmlns:a="http://schemas.openxmlformats.org/drawingml/2006/main">
              <a:ext uri="{FF2B5EF4-FFF2-40B4-BE49-F238E27FC236}">
                <a16:creationId xmlns:a16="http://schemas.microsoft.com/office/drawing/2014/main" id="{6E879DF5-0606-4638-B033-45C4F70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09800"/>
            <a:ext cx="304800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←</a:t>
            </a:r>
          </a:p>
        </p:txBody>
      </p:sp>
      <p:sp>
        <p:nvSpPr>
          <p:cNvPr id="33" name="shape-131">
            <a:extLst xmlns:a="http://schemas.openxmlformats.org/drawingml/2006/main">
              <a:ext uri="{FF2B5EF4-FFF2-40B4-BE49-F238E27FC236}">
                <a16:creationId xmlns:a16="http://schemas.microsoft.com/office/drawing/2014/main" id="{6AFF2072-3222-4265-8CE2-6CA6B21C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476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2E"/>
          </a:solidFill>
          <a:ln xmlns:a="http://schemas.openxmlformats.org/drawingml/2006/main" w="9525">
            <a:solidFill>
              <a:srgbClr val="31504A"/>
            </a:solidFill>
          </a:ln>
        </p:spPr>
      </p:sp>
      <p:sp>
        <p:nvSpPr>
          <p:cNvPr id="34" name="text-132">
            <a:extLst xmlns:a="http://schemas.openxmlformats.org/drawingml/2006/main">
              <a:ext uri="{FF2B5EF4-FFF2-40B4-BE49-F238E27FC236}">
                <a16:creationId xmlns:a16="http://schemas.microsoft.com/office/drawing/2014/main" id="{7E0401F6-7EA2-44C1-9E2C-3B650A18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35" y="2019300"/>
            <a:ext cx="1076630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الجواب</a:t>
            </a:r>
          </a:p>
        </p:txBody>
      </p:sp>
      <p:sp>
        <p:nvSpPr>
          <p:cNvPr id="35" name="text-133">
            <a:extLst xmlns:a="http://schemas.openxmlformats.org/drawingml/2006/main">
              <a:ext uri="{FF2B5EF4-FFF2-40B4-BE49-F238E27FC236}">
                <a16:creationId xmlns:a16="http://schemas.microsoft.com/office/drawing/2014/main" id="{7624C91E-DCC3-4268-8924-64154163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533" y="2628900"/>
            <a:ext cx="326898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نص</a:t>
            </a:r>
          </a:p>
        </p:txBody>
      </p:sp>
      <p:sp>
        <p:nvSpPr>
          <p:cNvPr id="36" name="text-134">
            <a:extLst xmlns:a="http://schemas.openxmlformats.org/drawingml/2006/main">
              <a:ext uri="{FF2B5EF4-FFF2-40B4-BE49-F238E27FC236}">
                <a16:creationId xmlns:a16="http://schemas.microsoft.com/office/drawing/2014/main" id="{BC91682F-5704-4AAF-9E4C-75F63D5C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124" y="2628900"/>
            <a:ext cx="558451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ومصدر</a:t>
            </a:r>
          </a:p>
        </p:txBody>
      </p:sp>
      <p:sp>
        <p:nvSpPr>
          <p:cNvPr id="37" name="text-135">
            <a:extLst xmlns:a="http://schemas.openxmlformats.org/drawingml/2006/main">
              <a:ext uri="{FF2B5EF4-FFF2-40B4-BE49-F238E27FC236}">
                <a16:creationId xmlns:a16="http://schemas.microsoft.com/office/drawing/2014/main" id="{75A93875-919B-42AC-8870-397476B4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69" y="2628900"/>
            <a:ext cx="539496" cy="425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وحدود</a:t>
            </a:r>
          </a:p>
        </p:txBody>
      </p:sp>
      <p:sp>
        <p:nvSpPr>
          <p:cNvPr id="38" name="text-136">
            <a:extLst xmlns:a="http://schemas.openxmlformats.org/drawingml/2006/main">
              <a:ext uri="{FF2B5EF4-FFF2-40B4-BE49-F238E27FC236}">
                <a16:creationId xmlns:a16="http://schemas.microsoft.com/office/drawing/2014/main" id="{F885B4C8-B1F8-4A98-9E9B-F4BC6B74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2332" y="3943350"/>
            <a:ext cx="540068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فهم</a:t>
            </a:r>
          </a:p>
        </p:txBody>
      </p:sp>
      <p:sp>
        <p:nvSpPr>
          <p:cNvPr id="39" name="text-137">
            <a:extLst xmlns:a="http://schemas.openxmlformats.org/drawingml/2006/main">
              <a:ext uri="{FF2B5EF4-FFF2-40B4-BE49-F238E27FC236}">
                <a16:creationId xmlns:a16="http://schemas.microsoft.com/office/drawing/2014/main" id="{18CAF6AF-A053-448A-91C8-6542E896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586" y="3943350"/>
            <a:ext cx="936022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المقصد</a:t>
            </a:r>
          </a:p>
        </p:txBody>
      </p:sp>
      <p:sp>
        <p:nvSpPr>
          <p:cNvPr id="40" name="text-138">
            <a:extLst xmlns:a="http://schemas.openxmlformats.org/drawingml/2006/main">
              <a:ext uri="{FF2B5EF4-FFF2-40B4-BE49-F238E27FC236}">
                <a16:creationId xmlns:a16="http://schemas.microsoft.com/office/drawing/2014/main" id="{E7DC67EB-747E-4FD1-9AA1-3D9A6516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961" y="3943350"/>
            <a:ext cx="342900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←</a:t>
            </a:r>
          </a:p>
        </p:txBody>
      </p:sp>
      <p:sp>
        <p:nvSpPr>
          <p:cNvPr id="41" name="text-139">
            <a:extLst xmlns:a="http://schemas.openxmlformats.org/drawingml/2006/main">
              <a:ext uri="{FF2B5EF4-FFF2-40B4-BE49-F238E27FC236}">
                <a16:creationId xmlns:a16="http://schemas.microsoft.com/office/drawing/2014/main" id="{3D84CBC6-DAAA-4EAA-A7E6-F08689C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01" y="3943350"/>
            <a:ext cx="1120235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استرجاع</a:t>
            </a:r>
          </a:p>
        </p:txBody>
      </p:sp>
      <p:sp>
        <p:nvSpPr>
          <p:cNvPr id="42" name="text-140">
            <a:extLst xmlns:a="http://schemas.openxmlformats.org/drawingml/2006/main">
              <a:ext uri="{FF2B5EF4-FFF2-40B4-BE49-F238E27FC236}">
                <a16:creationId xmlns:a16="http://schemas.microsoft.com/office/drawing/2014/main" id="{9901BB8A-2146-4D32-96BF-9C74FB28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43350"/>
            <a:ext cx="956500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المعرفة</a:t>
            </a:r>
          </a:p>
        </p:txBody>
      </p:sp>
      <p:sp>
        <p:nvSpPr>
          <p:cNvPr id="43" name="text-141">
            <a:extLst xmlns:a="http://schemas.openxmlformats.org/drawingml/2006/main">
              <a:ext uri="{FF2B5EF4-FFF2-40B4-BE49-F238E27FC236}">
                <a16:creationId xmlns:a16="http://schemas.microsoft.com/office/drawing/2014/main" id="{B6440739-65BB-4CFB-931E-9436CF5E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43350"/>
            <a:ext cx="342900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←</a:t>
            </a:r>
          </a:p>
        </p:txBody>
      </p:sp>
      <p:sp>
        <p:nvSpPr>
          <p:cNvPr id="44" name="text-142">
            <a:extLst xmlns:a="http://schemas.openxmlformats.org/drawingml/2006/main">
              <a:ext uri="{FF2B5EF4-FFF2-40B4-BE49-F238E27FC236}">
                <a16:creationId xmlns:a16="http://schemas.microsoft.com/office/drawing/2014/main" id="{1636F399-FE55-4149-9579-8C39606F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29" y="3943350"/>
            <a:ext cx="729996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تثبيت</a:t>
            </a:r>
          </a:p>
        </p:txBody>
      </p:sp>
      <p:sp>
        <p:nvSpPr>
          <p:cNvPr id="45" name="text-143">
            <a:extLst xmlns:a="http://schemas.openxmlformats.org/drawingml/2006/main">
              <a:ext uri="{FF2B5EF4-FFF2-40B4-BE49-F238E27FC236}">
                <a16:creationId xmlns:a16="http://schemas.microsoft.com/office/drawing/2014/main" id="{5248E211-160E-49E4-B8B3-D450FCF3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669" y="3943350"/>
            <a:ext cx="659035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النص</a:t>
            </a:r>
          </a:p>
        </p:txBody>
      </p:sp>
      <p:sp>
        <p:nvSpPr>
          <p:cNvPr id="46" name="text-144">
            <a:extLst xmlns:a="http://schemas.openxmlformats.org/drawingml/2006/main">
              <a:ext uri="{FF2B5EF4-FFF2-40B4-BE49-F238E27FC236}">
                <a16:creationId xmlns:a16="http://schemas.microsoft.com/office/drawing/2014/main" id="{1955407C-DF61-4BB8-83D5-E733BE4E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6044" y="3943350"/>
            <a:ext cx="342900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←</a:t>
            </a:r>
          </a:p>
        </p:txBody>
      </p:sp>
      <p:sp>
        <p:nvSpPr>
          <p:cNvPr id="47" name="text-145">
            <a:extLst xmlns:a="http://schemas.openxmlformats.org/drawingml/2006/main">
              <a:ext uri="{FF2B5EF4-FFF2-40B4-BE49-F238E27FC236}">
                <a16:creationId xmlns:a16="http://schemas.microsoft.com/office/drawing/2014/main" id="{4F30E462-84BA-4C80-9910-5E7E1800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086" y="3943350"/>
            <a:ext cx="725233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فحص</a:t>
            </a:r>
          </a:p>
        </p:txBody>
      </p:sp>
      <p:sp>
        <p:nvSpPr>
          <p:cNvPr id="48" name="text-146">
            <a:extLst xmlns:a="http://schemas.openxmlformats.org/drawingml/2006/main">
              <a:ext uri="{FF2B5EF4-FFF2-40B4-BE49-F238E27FC236}">
                <a16:creationId xmlns:a16="http://schemas.microsoft.com/office/drawing/2014/main" id="{82DABB9A-DD41-48B7-86FE-D13099D0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015" y="3943350"/>
            <a:ext cx="859346" cy="598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الجواب</a:t>
            </a:r>
          </a:p>
        </p:txBody>
      </p:sp>
      <p:sp>
        <p:nvSpPr>
          <p:cNvPr id="49" name="text-147">
            <a:extLst xmlns:a="http://schemas.openxmlformats.org/drawingml/2006/main">
              <a:ext uri="{FF2B5EF4-FFF2-40B4-BE49-F238E27FC236}">
                <a16:creationId xmlns:a16="http://schemas.microsoft.com/office/drawing/2014/main" id="{E7826A4C-1B5D-406E-AA09-C7F2A2F1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879" y="4819650"/>
            <a:ext cx="1120521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المستودع</a:t>
            </a:r>
          </a:p>
        </p:txBody>
      </p:sp>
      <p:sp>
        <p:nvSpPr>
          <p:cNvPr id="50" name="text-148">
            <a:extLst xmlns:a="http://schemas.openxmlformats.org/drawingml/2006/main">
              <a:ext uri="{FF2B5EF4-FFF2-40B4-BE49-F238E27FC236}">
                <a16:creationId xmlns:a16="http://schemas.microsoft.com/office/drawing/2014/main" id="{5EB7CE5A-4F23-4C41-BF77-71F96F00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19650"/>
            <a:ext cx="67256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يسلّم</a:t>
            </a:r>
          </a:p>
        </p:txBody>
      </p:sp>
      <p:sp>
        <p:nvSpPr>
          <p:cNvPr id="51" name="text-149">
            <a:extLst xmlns:a="http://schemas.openxmlformats.org/drawingml/2006/main">
              <a:ext uri="{FF2B5EF4-FFF2-40B4-BE49-F238E27FC236}">
                <a16:creationId xmlns:a16="http://schemas.microsoft.com/office/drawing/2014/main" id="{F5709A7D-9C21-4BD2-8BBA-96107754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523" y="4819650"/>
            <a:ext cx="883158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التطبيق</a:t>
            </a:r>
          </a:p>
        </p:txBody>
      </p:sp>
      <p:sp>
        <p:nvSpPr>
          <p:cNvPr id="52" name="text-150">
            <a:extLst xmlns:a="http://schemas.openxmlformats.org/drawingml/2006/main">
              <a:ext uri="{FF2B5EF4-FFF2-40B4-BE49-F238E27FC236}">
                <a16:creationId xmlns:a16="http://schemas.microsoft.com/office/drawing/2014/main" id="{950AAA1C-9CB6-4D4D-A558-50939374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852" y="4819650"/>
            <a:ext cx="72885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والأدلة</a:t>
            </a:r>
          </a:p>
        </p:txBody>
      </p:sp>
      <p:sp>
        <p:nvSpPr>
          <p:cNvPr id="53" name="text-151">
            <a:extLst xmlns:a="http://schemas.openxmlformats.org/drawingml/2006/main">
              <a:ext uri="{FF2B5EF4-FFF2-40B4-BE49-F238E27FC236}">
                <a16:creationId xmlns:a16="http://schemas.microsoft.com/office/drawing/2014/main" id="{0D1BDA1F-E27D-4B3B-B3CF-C33B695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806" y="4819650"/>
            <a:ext cx="1056227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54" name="text-152">
            <a:extLst xmlns:a="http://schemas.openxmlformats.org/drawingml/2006/main">
              <a:ext uri="{FF2B5EF4-FFF2-40B4-BE49-F238E27FC236}">
                <a16:creationId xmlns:a16="http://schemas.microsoft.com/office/drawing/2014/main" id="{0D3A007C-6CA7-431F-9D54-CF65BCD8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728" y="4819650"/>
            <a:ext cx="550259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تقدّم</a:t>
            </a:r>
          </a:p>
        </p:txBody>
      </p:sp>
      <p:sp>
        <p:nvSpPr>
          <p:cNvPr id="55" name="text-153">
            <a:extLst xmlns:a="http://schemas.openxmlformats.org/drawingml/2006/main">
              <a:ext uri="{FF2B5EF4-FFF2-40B4-BE49-F238E27FC236}">
                <a16:creationId xmlns:a16="http://schemas.microsoft.com/office/drawing/2014/main" id="{F6844236-D5C6-478C-BE5A-E9321EF7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476" y="4819650"/>
            <a:ext cx="79343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الخدمة</a:t>
            </a:r>
          </a:p>
        </p:txBody>
      </p:sp>
      <p:sp>
        <p:nvSpPr>
          <p:cNvPr id="56" name="text-154">
            <a:extLst xmlns:a="http://schemas.openxmlformats.org/drawingml/2006/main">
              <a:ext uri="{FF2B5EF4-FFF2-40B4-BE49-F238E27FC236}">
                <a16:creationId xmlns:a16="http://schemas.microsoft.com/office/drawing/2014/main" id="{0788265D-28ED-4651-A9CD-DC0BD0B2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655" y="4819650"/>
            <a:ext cx="401002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عبر</a:t>
            </a:r>
          </a:p>
        </p:txBody>
      </p:sp>
      <p:sp>
        <p:nvSpPr>
          <p:cNvPr id="57" name="text-155">
            <a:extLst xmlns:a="http://schemas.openxmlformats.org/drawingml/2006/main">
              <a:ext uri="{FF2B5EF4-FFF2-40B4-BE49-F238E27FC236}">
                <a16:creationId xmlns:a16="http://schemas.microsoft.com/office/drawing/2014/main" id="{F95414E6-DEFA-41B2-825F-D5149125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305" y="4819650"/>
            <a:ext cx="444532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907194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ext-156">
            <a:extLst xmlns:a="http://schemas.openxmlformats.org/drawingml/2006/main">
              <a:ext uri="{FF2B5EF4-FFF2-40B4-BE49-F238E27FC236}">
                <a16:creationId xmlns:a16="http://schemas.microsoft.com/office/drawing/2014/main" id="{9B685547-FBEE-4E72-92D3-7CF1BDE3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0885" y="457200"/>
            <a:ext cx="1451515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الذاكرة</a:t>
            </a:r>
          </a:p>
        </p:txBody>
      </p:sp>
      <p:sp>
        <p:nvSpPr>
          <p:cNvPr id="2" name="text-157">
            <a:extLst xmlns:a="http://schemas.openxmlformats.org/drawingml/2006/main">
              <a:ext uri="{FF2B5EF4-FFF2-40B4-BE49-F238E27FC236}">
                <a16:creationId xmlns:a16="http://schemas.microsoft.com/office/drawing/2014/main" id="{C87392E1-D89A-4DBC-9210-849BDD58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008" y="457200"/>
            <a:ext cx="1806388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المهيكلة</a:t>
            </a:r>
          </a:p>
        </p:txBody>
      </p:sp>
      <p:sp>
        <p:nvSpPr>
          <p:cNvPr id="3" name="text-158">
            <a:extLst xmlns:a="http://schemas.openxmlformats.org/drawingml/2006/main">
              <a:ext uri="{FF2B5EF4-FFF2-40B4-BE49-F238E27FC236}">
                <a16:creationId xmlns:a16="http://schemas.microsoft.com/office/drawing/2014/main" id="{7337A906-80C6-4CCB-AEE2-007756B7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076" y="457200"/>
            <a:ext cx="1173442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النص</a:t>
            </a:r>
          </a:p>
        </p:txBody>
      </p:sp>
      <p:sp>
        <p:nvSpPr>
          <p:cNvPr id="4" name="text-159">
            <a:extLst xmlns:a="http://schemas.openxmlformats.org/drawingml/2006/main">
              <a:ext uri="{FF2B5EF4-FFF2-40B4-BE49-F238E27FC236}">
                <a16:creationId xmlns:a16="http://schemas.microsoft.com/office/drawing/2014/main" id="{FF251EDC-378A-4812-80E8-82FEBEFD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509" y="457200"/>
            <a:ext cx="687076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من</a:t>
            </a:r>
          </a:p>
        </p:txBody>
      </p:sp>
      <p:sp>
        <p:nvSpPr>
          <p:cNvPr id="5" name="text-160">
            <a:extLst xmlns:a="http://schemas.openxmlformats.org/drawingml/2006/main">
              <a:ext uri="{FF2B5EF4-FFF2-40B4-BE49-F238E27FC236}">
                <a16:creationId xmlns:a16="http://schemas.microsoft.com/office/drawing/2014/main" id="{56F660A7-39DD-490E-AD8A-57AFE00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990" y="457200"/>
            <a:ext cx="1070029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أصله</a:t>
            </a:r>
          </a:p>
        </p:txBody>
      </p:sp>
      <p:sp>
        <p:nvSpPr>
          <p:cNvPr id="6" name="shape-161">
            <a:extLst xmlns:a="http://schemas.openxmlformats.org/drawingml/2006/main">
              <a:ext uri="{FF2B5EF4-FFF2-40B4-BE49-F238E27FC236}">
                <a16:creationId xmlns:a16="http://schemas.microsoft.com/office/drawing/2014/main" id="{3EF756A9-71B2-4C32-B9E0-352ACF79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E3417403-4C75-43EA-BD8C-D893B43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FCC874CB-8DE3-41BC-A22E-8489D78E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9" name="text-164">
            <a:extLst xmlns:a="http://schemas.openxmlformats.org/drawingml/2006/main">
              <a:ext uri="{FF2B5EF4-FFF2-40B4-BE49-F238E27FC236}">
                <a16:creationId xmlns:a16="http://schemas.microsoft.com/office/drawing/2014/main" id="{99E8AF2D-1890-4753-AD4C-3B668046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10" name="text-165">
            <a:extLst xmlns:a="http://schemas.openxmlformats.org/drawingml/2006/main">
              <a:ext uri="{FF2B5EF4-FFF2-40B4-BE49-F238E27FC236}">
                <a16:creationId xmlns:a16="http://schemas.microsoft.com/office/drawing/2014/main" id="{3E9B88B9-61D8-4355-91C3-D328BA78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1" name="text-166">
            <a:extLst xmlns:a="http://schemas.openxmlformats.org/drawingml/2006/main">
              <a:ext uri="{FF2B5EF4-FFF2-40B4-BE49-F238E27FC236}">
                <a16:creationId xmlns:a16="http://schemas.microsoft.com/office/drawing/2014/main" id="{56B60B6A-9D5E-4347-8880-0D854C69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2" name="text-167">
            <a:extLst xmlns:a="http://schemas.openxmlformats.org/drawingml/2006/main">
              <a:ext uri="{FF2B5EF4-FFF2-40B4-BE49-F238E27FC236}">
                <a16:creationId xmlns:a16="http://schemas.microsoft.com/office/drawing/2014/main" id="{2FFE9193-9F6D-4969-947B-D7B4401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3" name="text-168">
            <a:extLst xmlns:a="http://schemas.openxmlformats.org/drawingml/2006/main">
              <a:ext uri="{FF2B5EF4-FFF2-40B4-BE49-F238E27FC236}">
                <a16:creationId xmlns:a16="http://schemas.microsoft.com/office/drawing/2014/main" id="{CE0C36D0-F1C4-4C99-B448-D1152F40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0441d3e4c4382"/>
          <a:stretch xmlns:a="http://schemas.openxmlformats.org/drawingml/2006/main"/>
        </p:blipFill>
        <p:spPr>
          <a:xfrm xmlns:a="http://schemas.openxmlformats.org/drawingml/2006/main">
            <a:off x="1421108" y="1409700"/>
            <a:ext cx="4949235" cy="4257675"/>
          </a:xfrm>
          <a:prstGeom xmlns:a="http://schemas.openxmlformats.org/drawingml/2006/main" prst="rect">
            <a:avLst/>
          </a:prstGeom>
        </p:spPr>
      </p:pic>
      <p:sp>
        <p:nvSpPr>
          <p:cNvPr id="15" name="text-169">
            <a:extLst xmlns:a="http://schemas.openxmlformats.org/drawingml/2006/main">
              <a:ext uri="{FF2B5EF4-FFF2-40B4-BE49-F238E27FC236}">
                <a16:creationId xmlns:a16="http://schemas.microsoft.com/office/drawing/2014/main" id="{450801DE-65A5-4C95-A891-08663647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109" y="1762125"/>
            <a:ext cx="1341291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استلهمنا</a:t>
            </a:r>
          </a:p>
        </p:txBody>
      </p:sp>
      <p:sp>
        <p:nvSpPr>
          <p:cNvPr id="16" name="text-170">
            <a:extLst xmlns:a="http://schemas.openxmlformats.org/drawingml/2006/main">
              <a:ext uri="{FF2B5EF4-FFF2-40B4-BE49-F238E27FC236}">
                <a16:creationId xmlns:a16="http://schemas.microsoft.com/office/drawing/2014/main" id="{4EDF14FB-D31E-4F5C-B3DD-411CCBEF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426" y="1762125"/>
            <a:ext cx="588483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دقة</a:t>
            </a:r>
          </a:p>
        </p:txBody>
      </p:sp>
      <p:sp>
        <p:nvSpPr>
          <p:cNvPr id="17" name="text-171">
            <a:extLst xmlns:a="http://schemas.openxmlformats.org/drawingml/2006/main">
              <a:ext uri="{FF2B5EF4-FFF2-40B4-BE49-F238E27FC236}">
                <a16:creationId xmlns:a16="http://schemas.microsoft.com/office/drawing/2014/main" id="{CD8D5527-00CE-40B4-AB29-9BCD2DDF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6062" y="1762125"/>
            <a:ext cx="928164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الحفظ</a:t>
            </a:r>
          </a:p>
        </p:txBody>
      </p:sp>
      <p:sp>
        <p:nvSpPr>
          <p:cNvPr id="18" name="text-172">
            <a:extLst xmlns:a="http://schemas.openxmlformats.org/drawingml/2006/main">
              <a:ext uri="{FF2B5EF4-FFF2-40B4-BE49-F238E27FC236}">
                <a16:creationId xmlns:a16="http://schemas.microsoft.com/office/drawing/2014/main" id="{450692C8-50A5-471C-BF2D-248B0C79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076" y="1762125"/>
            <a:ext cx="1110786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والضبط</a:t>
            </a:r>
          </a:p>
        </p:txBody>
      </p:sp>
      <p:sp>
        <p:nvSpPr>
          <p:cNvPr id="19" name="text-173">
            <a:extLst xmlns:a="http://schemas.openxmlformats.org/drawingml/2006/main">
              <a:ext uri="{FF2B5EF4-FFF2-40B4-BE49-F238E27FC236}">
                <a16:creationId xmlns:a16="http://schemas.microsoft.com/office/drawing/2014/main" id="{D9508425-9524-4123-A335-751A3435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2667000"/>
            <a:ext cx="59817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نكتب</a:t>
            </a:r>
          </a:p>
        </p:txBody>
      </p:sp>
      <p:sp>
        <p:nvSpPr>
          <p:cNvPr id="20" name="text-174">
            <a:extLst xmlns:a="http://schemas.openxmlformats.org/drawingml/2006/main">
              <a:ext uri="{FF2B5EF4-FFF2-40B4-BE49-F238E27FC236}">
                <a16:creationId xmlns:a16="http://schemas.microsoft.com/office/drawing/2014/main" id="{EF2A9161-F36C-483E-848B-B3A81090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961" y="2667000"/>
            <a:ext cx="55045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بداية</a:t>
            </a:r>
          </a:p>
        </p:txBody>
      </p:sp>
      <p:sp>
        <p:nvSpPr>
          <p:cNvPr id="21" name="text-175">
            <a:extLst xmlns:a="http://schemas.openxmlformats.org/drawingml/2006/main">
              <a:ext uri="{FF2B5EF4-FFF2-40B4-BE49-F238E27FC236}">
                <a16:creationId xmlns:a16="http://schemas.microsoft.com/office/drawing/2014/main" id="{05D8985D-97BC-4433-AA87-25AEC851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605" y="2667000"/>
            <a:ext cx="492538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الآية</a:t>
            </a:r>
          </a:p>
        </p:txBody>
      </p:sp>
      <p:sp>
        <p:nvSpPr>
          <p:cNvPr id="22" name="text-176">
            <a:extLst xmlns:a="http://schemas.openxmlformats.org/drawingml/2006/main">
              <a:ext uri="{FF2B5EF4-FFF2-40B4-BE49-F238E27FC236}">
                <a16:creationId xmlns:a16="http://schemas.microsoft.com/office/drawing/2014/main" id="{96EE18F7-06BC-4ECE-937D-CDE13C44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850" y="3181350"/>
            <a:ext cx="592550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فيعود</a:t>
            </a:r>
          </a:p>
        </p:txBody>
      </p:sp>
      <p:sp>
        <p:nvSpPr>
          <p:cNvPr id="23" name="text-177">
            <a:extLst xmlns:a="http://schemas.openxmlformats.org/drawingml/2006/main">
              <a:ext uri="{FF2B5EF4-FFF2-40B4-BE49-F238E27FC236}">
                <a16:creationId xmlns:a16="http://schemas.microsoft.com/office/drawing/2014/main" id="{BADB429D-CABB-47DA-B545-9D1EABA7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7009" y="3181350"/>
            <a:ext cx="561975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النص</a:t>
            </a:r>
          </a:p>
        </p:txBody>
      </p:sp>
      <p:sp>
        <p:nvSpPr>
          <p:cNvPr id="24" name="text-178">
            <a:extLst xmlns:a="http://schemas.openxmlformats.org/drawingml/2006/main">
              <a:ext uri="{FF2B5EF4-FFF2-40B4-BE49-F238E27FC236}">
                <a16:creationId xmlns:a16="http://schemas.microsoft.com/office/drawing/2014/main" id="{1B2D3031-F00A-4E64-85D3-2CEF2668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293" y="3181350"/>
            <a:ext cx="319849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مع</a:t>
            </a:r>
          </a:p>
        </p:txBody>
      </p:sp>
      <p:sp>
        <p:nvSpPr>
          <p:cNvPr id="25" name="text-179">
            <a:extLst xmlns:a="http://schemas.openxmlformats.org/drawingml/2006/main">
              <a:ext uri="{FF2B5EF4-FFF2-40B4-BE49-F238E27FC236}">
                <a16:creationId xmlns:a16="http://schemas.microsoft.com/office/drawing/2014/main" id="{43737732-0964-4865-B8B7-227849E4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807" y="3181350"/>
            <a:ext cx="773621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السورة</a:t>
            </a:r>
          </a:p>
        </p:txBody>
      </p:sp>
      <p:sp>
        <p:nvSpPr>
          <p:cNvPr id="26" name="text-180">
            <a:extLst xmlns:a="http://schemas.openxmlformats.org/drawingml/2006/main">
              <a:ext uri="{FF2B5EF4-FFF2-40B4-BE49-F238E27FC236}">
                <a16:creationId xmlns:a16="http://schemas.microsoft.com/office/drawing/2014/main" id="{9A9078E6-9CA8-484B-851B-63DBAA09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668941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والرقم</a:t>
            </a:r>
          </a:p>
        </p:txBody>
      </p:sp>
      <p:sp>
        <p:nvSpPr>
          <p:cNvPr id="27" name="text-181">
            <a:extLst xmlns:a="http://schemas.openxmlformats.org/drawingml/2006/main">
              <a:ext uri="{FF2B5EF4-FFF2-40B4-BE49-F238E27FC236}">
                <a16:creationId xmlns:a16="http://schemas.microsoft.com/office/drawing/2014/main" id="{D10E09D2-41EE-441A-9A40-5F14A6D8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760" y="4086225"/>
            <a:ext cx="544640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هوية</a:t>
            </a:r>
          </a:p>
        </p:txBody>
      </p:sp>
      <p:sp>
        <p:nvSpPr>
          <p:cNvPr id="28" name="text-182">
            <a:extLst xmlns:a="http://schemas.openxmlformats.org/drawingml/2006/main">
              <a:ext uri="{FF2B5EF4-FFF2-40B4-BE49-F238E27FC236}">
                <a16:creationId xmlns:a16="http://schemas.microsoft.com/office/drawing/2014/main" id="{AFFA44D7-ECE8-4EFD-A89C-702A8F0D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920" y="4086225"/>
            <a:ext cx="561975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النص</a:t>
            </a:r>
          </a:p>
        </p:txBody>
      </p:sp>
      <p:sp>
        <p:nvSpPr>
          <p:cNvPr id="29" name="text-183">
            <a:extLst xmlns:a="http://schemas.openxmlformats.org/drawingml/2006/main">
              <a:ext uri="{FF2B5EF4-FFF2-40B4-BE49-F238E27FC236}">
                <a16:creationId xmlns:a16="http://schemas.microsoft.com/office/drawing/2014/main" id="{FE00DDB9-EB86-426F-B2BA-B2E5481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131" y="4086225"/>
            <a:ext cx="899922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مستقلة</a:t>
            </a:r>
          </a:p>
        </p:txBody>
      </p:sp>
      <p:sp>
        <p:nvSpPr>
          <p:cNvPr id="30" name="text-184">
            <a:extLst xmlns:a="http://schemas.openxmlformats.org/drawingml/2006/main">
              <a:ext uri="{FF2B5EF4-FFF2-40B4-BE49-F238E27FC236}">
                <a16:creationId xmlns:a16="http://schemas.microsoft.com/office/drawing/2014/main" id="{B6E14413-94DF-4239-BE7B-5CF11653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122" y="4086225"/>
            <a:ext cx="384143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عن</a:t>
            </a:r>
          </a:p>
        </p:txBody>
      </p:sp>
      <p:sp>
        <p:nvSpPr>
          <p:cNvPr id="31" name="text-185">
            <a:extLst xmlns:a="http://schemas.openxmlformats.org/drawingml/2006/main">
              <a:ext uri="{FF2B5EF4-FFF2-40B4-BE49-F238E27FC236}">
                <a16:creationId xmlns:a16="http://schemas.microsoft.com/office/drawing/2014/main" id="{28DC7033-2693-4C38-82A9-023BA9B1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215" y="4086225"/>
            <a:ext cx="709041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الشرح</a:t>
            </a:r>
          </a:p>
        </p:txBody>
      </p:sp>
      <p:sp>
        <p:nvSpPr>
          <p:cNvPr id="32" name="text-186">
            <a:extLst xmlns:a="http://schemas.openxmlformats.org/drawingml/2006/main">
              <a:ext uri="{FF2B5EF4-FFF2-40B4-BE49-F238E27FC236}">
                <a16:creationId xmlns:a16="http://schemas.microsoft.com/office/drawing/2014/main" id="{929E9904-4D36-4F80-9268-7EF34690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330" y="5610225"/>
            <a:ext cx="943070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استكمال</a:t>
            </a:r>
          </a:p>
        </p:txBody>
      </p:sp>
      <p:sp>
        <p:nvSpPr>
          <p:cNvPr id="33" name="text-187">
            <a:extLst xmlns:a="http://schemas.openxmlformats.org/drawingml/2006/main">
              <a:ext uri="{FF2B5EF4-FFF2-40B4-BE49-F238E27FC236}">
                <a16:creationId xmlns:a16="http://schemas.microsoft.com/office/drawing/2014/main" id="{8BF2DD34-CAA6-4E87-8CD8-CA7E9AAF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114" y="5610225"/>
            <a:ext cx="517303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ناجح</a:t>
            </a:r>
          </a:p>
        </p:txBody>
      </p:sp>
      <p:sp>
        <p:nvSpPr>
          <p:cNvPr id="34" name="text-188">
            <a:extLst xmlns:a="http://schemas.openxmlformats.org/drawingml/2006/main">
              <a:ext uri="{FF2B5EF4-FFF2-40B4-BE49-F238E27FC236}">
                <a16:creationId xmlns:a16="http://schemas.microsoft.com/office/drawing/2014/main" id="{E22C565F-ADE1-4165-A48C-E50882B2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416" y="5610225"/>
            <a:ext cx="563785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موثّق</a:t>
            </a:r>
          </a:p>
        </p:txBody>
      </p:sp>
      <p:sp>
        <p:nvSpPr>
          <p:cNvPr id="35" name="text-189">
            <a:extLst xmlns:a="http://schemas.openxmlformats.org/drawingml/2006/main">
              <a:ext uri="{FF2B5EF4-FFF2-40B4-BE49-F238E27FC236}">
                <a16:creationId xmlns:a16="http://schemas.microsoft.com/office/drawing/2014/main" id="{8445E8BA-A78D-4068-A7F5-031DF111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841" y="5610225"/>
            <a:ext cx="718661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اتساق</a:t>
            </a:r>
          </a:p>
        </p:txBody>
      </p:sp>
      <p:sp>
        <p:nvSpPr>
          <p:cNvPr id="36" name="text-190">
            <a:extLst xmlns:a="http://schemas.openxmlformats.org/drawingml/2006/main">
              <a:ext uri="{FF2B5EF4-FFF2-40B4-BE49-F238E27FC236}">
                <a16:creationId xmlns:a16="http://schemas.microsoft.com/office/drawing/2014/main" id="{268F9D5D-FBBC-4B9E-A8F3-150D37DE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866" y="5610225"/>
            <a:ext cx="873062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التصحيح</a:t>
            </a:r>
          </a:p>
        </p:txBody>
      </p:sp>
      <p:sp>
        <p:nvSpPr>
          <p:cNvPr id="37" name="text-191">
            <a:extLst xmlns:a="http://schemas.openxmlformats.org/drawingml/2006/main">
              <a:ext uri="{FF2B5EF4-FFF2-40B4-BE49-F238E27FC236}">
                <a16:creationId xmlns:a16="http://schemas.microsoft.com/office/drawing/2014/main" id="{4AB0C8AB-3FB4-4A69-9475-C7D5EBB9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416" y="5610225"/>
            <a:ext cx="488537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بوابة</a:t>
            </a:r>
          </a:p>
        </p:txBody>
      </p:sp>
      <p:sp>
        <p:nvSpPr>
          <p:cNvPr id="38" name="text-192">
            <a:extLst xmlns:a="http://schemas.openxmlformats.org/drawingml/2006/main">
              <a:ext uri="{FF2B5EF4-FFF2-40B4-BE49-F238E27FC236}">
                <a16:creationId xmlns:a16="http://schemas.microsoft.com/office/drawing/2014/main" id="{FA05BBF8-FC1D-4BEC-9E6E-3B14E52C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618" y="5610225"/>
            <a:ext cx="597884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اختبار</a:t>
            </a:r>
          </a:p>
        </p:txBody>
      </p:sp>
      <p:sp>
        <p:nvSpPr>
          <p:cNvPr id="39" name="text-193">
            <a:extLst xmlns:a="http://schemas.openxmlformats.org/drawingml/2006/main">
              <a:ext uri="{FF2B5EF4-FFF2-40B4-BE49-F238E27FC236}">
                <a16:creationId xmlns:a16="http://schemas.microsoft.com/office/drawing/2014/main" id="{C5988724-5355-426F-B260-1506E513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692" y="5610225"/>
            <a:ext cx="868013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مستقلة</a:t>
            </a:r>
          </a:p>
        </p:txBody>
      </p:sp>
    </p:spTree>
    <p:extLst>
      <p:ext uri="{BB962C8B-B14F-4D97-AF65-F5344CB8AC3E}">
        <p14:creationId xmlns:p14="http://schemas.microsoft.com/office/powerpoint/2010/main" val="1014526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-194">
            <a:extLst xmlns:a="http://schemas.openxmlformats.org/drawingml/2006/main">
              <a:ext uri="{FF2B5EF4-FFF2-40B4-BE49-F238E27FC236}">
                <a16:creationId xmlns:a16="http://schemas.microsoft.com/office/drawing/2014/main" id="{B212C861-2E93-45B9-B99C-F729134B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173" y="457200"/>
            <a:ext cx="1739227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المتجاور</a:t>
            </a:r>
          </a:p>
        </p:txBody>
      </p:sp>
      <p:sp>
        <p:nvSpPr>
          <p:cNvPr id="2" name="text-195">
            <a:extLst xmlns:a="http://schemas.openxmlformats.org/drawingml/2006/main">
              <a:ext uri="{FF2B5EF4-FFF2-40B4-BE49-F238E27FC236}">
                <a16:creationId xmlns:a16="http://schemas.microsoft.com/office/drawing/2014/main" id="{2397F412-4935-41E9-ACAC-2955D1AF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545" y="457200"/>
            <a:ext cx="798138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في</a:t>
            </a:r>
          </a:p>
        </p:txBody>
      </p:sp>
      <p:sp>
        <p:nvSpPr>
          <p:cNvPr id="3" name="text-196">
            <a:extLst xmlns:a="http://schemas.openxmlformats.org/drawingml/2006/main">
              <a:ext uri="{FF2B5EF4-FFF2-40B4-BE49-F238E27FC236}">
                <a16:creationId xmlns:a16="http://schemas.microsoft.com/office/drawing/2014/main" id="{998B4299-38C1-4DCD-AF39-1D146485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749" y="457200"/>
            <a:ext cx="1304306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القرآن</a:t>
            </a:r>
          </a:p>
        </p:txBody>
      </p:sp>
      <p:sp>
        <p:nvSpPr>
          <p:cNvPr id="4" name="text-197">
            <a:extLst xmlns:a="http://schemas.openxmlformats.org/drawingml/2006/main">
              <a:ext uri="{FF2B5EF4-FFF2-40B4-BE49-F238E27FC236}">
                <a16:creationId xmlns:a16="http://schemas.microsoft.com/office/drawing/2014/main" id="{E517A7A8-7BA2-4C90-9E37-27FA59E9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716" y="457200"/>
            <a:ext cx="993543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بحث</a:t>
            </a:r>
          </a:p>
        </p:txBody>
      </p:sp>
      <p:sp>
        <p:nvSpPr>
          <p:cNvPr id="5" name="text-198">
            <a:extLst xmlns:a="http://schemas.openxmlformats.org/drawingml/2006/main">
              <a:ext uri="{FF2B5EF4-FFF2-40B4-BE49-F238E27FC236}">
                <a16:creationId xmlns:a16="http://schemas.microsoft.com/office/drawing/2014/main" id="{5D6E2E28-6269-4936-9107-2C98767D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930" y="457200"/>
            <a:ext cx="1306297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يتحوّل</a:t>
            </a:r>
          </a:p>
        </p:txBody>
      </p:sp>
      <p:sp>
        <p:nvSpPr>
          <p:cNvPr id="6" name="text-199">
            <a:extLst xmlns:a="http://schemas.openxmlformats.org/drawingml/2006/main">
              <a:ext uri="{FF2B5EF4-FFF2-40B4-BE49-F238E27FC236}">
                <a16:creationId xmlns:a16="http://schemas.microsoft.com/office/drawing/2014/main" id="{60F67B34-CB3D-48FC-8F0B-0C18F55A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527" y="457200"/>
            <a:ext cx="823913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إلى</a:t>
            </a:r>
          </a:p>
        </p:txBody>
      </p:sp>
      <p:sp>
        <p:nvSpPr>
          <p:cNvPr id="7" name="text-200">
            <a:extLst xmlns:a="http://schemas.openxmlformats.org/drawingml/2006/main">
              <a:ext uri="{FF2B5EF4-FFF2-40B4-BE49-F238E27FC236}">
                <a16:creationId xmlns:a16="http://schemas.microsoft.com/office/drawing/2014/main" id="{E1B44088-1C02-4446-A944-CAC75AED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927" y="457200"/>
            <a:ext cx="804110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أداة</a:t>
            </a:r>
          </a:p>
        </p:txBody>
      </p:sp>
      <p:sp>
        <p:nvSpPr>
          <p:cNvPr id="8" name="shape-201">
            <a:extLst xmlns:a="http://schemas.openxmlformats.org/drawingml/2006/main">
              <a:ext uri="{FF2B5EF4-FFF2-40B4-BE49-F238E27FC236}">
                <a16:creationId xmlns:a16="http://schemas.microsoft.com/office/drawing/2014/main" id="{38407397-8878-422F-A1F6-84066C5B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9" name="text-202">
            <a:extLst xmlns:a="http://schemas.openxmlformats.org/drawingml/2006/main">
              <a:ext uri="{FF2B5EF4-FFF2-40B4-BE49-F238E27FC236}">
                <a16:creationId xmlns:a16="http://schemas.microsoft.com/office/drawing/2014/main" id="{49A1C00C-E0FC-4CDE-ACF8-3E4F40C4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10" name="text-203">
            <a:extLst xmlns:a="http://schemas.openxmlformats.org/drawingml/2006/main">
              <a:ext uri="{FF2B5EF4-FFF2-40B4-BE49-F238E27FC236}">
                <a16:creationId xmlns:a16="http://schemas.microsoft.com/office/drawing/2014/main" id="{8135F2EA-A7EA-45B3-98BB-085E8D16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11" name="text-204">
            <a:extLst xmlns:a="http://schemas.openxmlformats.org/drawingml/2006/main">
              <a:ext uri="{FF2B5EF4-FFF2-40B4-BE49-F238E27FC236}">
                <a16:creationId xmlns:a16="http://schemas.microsoft.com/office/drawing/2014/main" id="{36104FD8-36E0-4361-BB6C-1BCD2B08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12" name="text-205">
            <a:extLst xmlns:a="http://schemas.openxmlformats.org/drawingml/2006/main">
              <a:ext uri="{FF2B5EF4-FFF2-40B4-BE49-F238E27FC236}">
                <a16:creationId xmlns:a16="http://schemas.microsoft.com/office/drawing/2014/main" id="{1E465787-4B2E-4865-8792-D6567A53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3" name="text-206">
            <a:extLst xmlns:a="http://schemas.openxmlformats.org/drawingml/2006/main">
              <a:ext uri="{FF2B5EF4-FFF2-40B4-BE49-F238E27FC236}">
                <a16:creationId xmlns:a16="http://schemas.microsoft.com/office/drawing/2014/main" id="{9834ABE5-2492-4B77-A3D7-19AFF9A2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4" name="text-207">
            <a:extLst xmlns:a="http://schemas.openxmlformats.org/drawingml/2006/main">
              <a:ext uri="{FF2B5EF4-FFF2-40B4-BE49-F238E27FC236}">
                <a16:creationId xmlns:a16="http://schemas.microsoft.com/office/drawing/2014/main" id="{87FC7FA5-2FF0-4E5B-9621-49F8A405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5" name="text-208">
            <a:extLst xmlns:a="http://schemas.openxmlformats.org/drawingml/2006/main">
              <a:ext uri="{FF2B5EF4-FFF2-40B4-BE49-F238E27FC236}">
                <a16:creationId xmlns:a16="http://schemas.microsoft.com/office/drawing/2014/main" id="{1962FD11-CD3A-41E8-B1D6-E2F62688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bae7f97f8467c"/>
          <a:stretch xmlns:a="http://schemas.openxmlformats.org/drawingml/2006/main"/>
        </p:blipFill>
        <p:spPr>
          <a:xfrm xmlns:a="http://schemas.openxmlformats.org/drawingml/2006/main">
            <a:off x="1352670" y="1362075"/>
            <a:ext cx="7276859" cy="4095750"/>
          </a:xfrm>
          <a:prstGeom xmlns:a="http://schemas.openxmlformats.org/drawingml/2006/main" prst="rect">
            <a:avLst/>
          </a:prstGeom>
        </p:spPr>
      </p:pic>
      <p:sp>
        <p:nvSpPr>
          <p:cNvPr id="17" name="text-209">
            <a:extLst xmlns:a="http://schemas.openxmlformats.org/drawingml/2006/main">
              <a:ext uri="{FF2B5EF4-FFF2-40B4-BE49-F238E27FC236}">
                <a16:creationId xmlns:a16="http://schemas.microsoft.com/office/drawing/2014/main" id="{6FBA4964-203F-43BB-BEBC-A8F44C33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9716" y="1762125"/>
            <a:ext cx="1132684" cy="62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النفس</a:t>
            </a:r>
          </a:p>
        </p:txBody>
      </p:sp>
      <p:sp>
        <p:nvSpPr>
          <p:cNvPr id="18" name="text-210">
            <a:extLst xmlns:a="http://schemas.openxmlformats.org/drawingml/2006/main">
              <a:ext uri="{FF2B5EF4-FFF2-40B4-BE49-F238E27FC236}">
                <a16:creationId xmlns:a16="http://schemas.microsoft.com/office/drawing/2014/main" id="{3DF7631D-FB7C-4598-97FA-86B602C0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970" y="2352675"/>
            <a:ext cx="1074430" cy="62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والروح</a:t>
            </a:r>
          </a:p>
        </p:txBody>
      </p:sp>
      <p:sp>
        <p:nvSpPr>
          <p:cNvPr id="19" name="text-211">
            <a:extLst xmlns:a="http://schemas.openxmlformats.org/drawingml/2006/main">
              <a:ext uri="{FF2B5EF4-FFF2-40B4-BE49-F238E27FC236}">
                <a16:creationId xmlns:a16="http://schemas.microsoft.com/office/drawing/2014/main" id="{240D540C-654F-4AF8-9C02-A011A429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952" y="3419475"/>
            <a:ext cx="538448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قرائن</a:t>
            </a:r>
          </a:p>
        </p:txBody>
      </p:sp>
      <p:sp>
        <p:nvSpPr>
          <p:cNvPr id="20" name="text-212">
            <a:extLst xmlns:a="http://schemas.openxmlformats.org/drawingml/2006/main">
              <a:ext uri="{FF2B5EF4-FFF2-40B4-BE49-F238E27FC236}">
                <a16:creationId xmlns:a16="http://schemas.microsoft.com/office/drawing/2014/main" id="{F7A99DF4-2194-48BA-944A-60482D2B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528" y="3419475"/>
            <a:ext cx="1041559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الاستعمال</a:t>
            </a:r>
          </a:p>
        </p:txBody>
      </p:sp>
      <p:sp>
        <p:nvSpPr>
          <p:cNvPr id="21" name="text-213">
            <a:extLst xmlns:a="http://schemas.openxmlformats.org/drawingml/2006/main">
              <a:ext uri="{FF2B5EF4-FFF2-40B4-BE49-F238E27FC236}">
                <a16:creationId xmlns:a16="http://schemas.microsoft.com/office/drawing/2014/main" id="{F17D89C6-48CA-4B94-AD2A-4D83A247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795" y="3895725"/>
            <a:ext cx="649605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تختلف</a:t>
            </a:r>
          </a:p>
        </p:txBody>
      </p:sp>
      <p:sp>
        <p:nvSpPr>
          <p:cNvPr id="22" name="text-214">
            <a:extLst xmlns:a="http://schemas.openxmlformats.org/drawingml/2006/main">
              <a:ext uri="{FF2B5EF4-FFF2-40B4-BE49-F238E27FC236}">
                <a16:creationId xmlns:a16="http://schemas.microsoft.com/office/drawing/2014/main" id="{44476E33-D4C6-4AD6-A193-2F86E892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147" y="5657850"/>
            <a:ext cx="500253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القوة</a:t>
            </a:r>
          </a:p>
        </p:txBody>
      </p:sp>
      <p:sp>
        <p:nvSpPr>
          <p:cNvPr id="23" name="text-215">
            <a:extLst xmlns:a="http://schemas.openxmlformats.org/drawingml/2006/main">
              <a:ext uri="{FF2B5EF4-FFF2-40B4-BE49-F238E27FC236}">
                <a16:creationId xmlns:a16="http://schemas.microsoft.com/office/drawing/2014/main" id="{71C502C7-39C5-40E9-9CAC-737432DC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633" y="5657850"/>
            <a:ext cx="616649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تقيس</a:t>
            </a:r>
          </a:p>
        </p:txBody>
      </p:sp>
      <p:sp>
        <p:nvSpPr>
          <p:cNvPr id="24" name="text-216">
            <a:extLst xmlns:a="http://schemas.openxmlformats.org/drawingml/2006/main">
              <a:ext uri="{FF2B5EF4-FFF2-40B4-BE49-F238E27FC236}">
                <a16:creationId xmlns:a16="http://schemas.microsoft.com/office/drawing/2014/main" id="{BD04457C-2227-4398-B3DE-B211CA44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619" y="5657850"/>
            <a:ext cx="432149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تميّز</a:t>
            </a:r>
          </a:p>
        </p:txBody>
      </p:sp>
      <p:sp>
        <p:nvSpPr>
          <p:cNvPr id="25" name="text-217">
            <a:extLst xmlns:a="http://schemas.openxmlformats.org/drawingml/2006/main">
              <a:ext uri="{FF2B5EF4-FFF2-40B4-BE49-F238E27FC236}">
                <a16:creationId xmlns:a16="http://schemas.microsoft.com/office/drawing/2014/main" id="{FF3FEAF2-D9CB-4784-9EFF-384DC529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566" y="5657850"/>
            <a:ext cx="736187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الاقتران</a:t>
            </a:r>
          </a:p>
        </p:txBody>
      </p:sp>
      <p:sp>
        <p:nvSpPr>
          <p:cNvPr id="26" name="text-218">
            <a:extLst xmlns:a="http://schemas.openxmlformats.org/drawingml/2006/main">
              <a:ext uri="{FF2B5EF4-FFF2-40B4-BE49-F238E27FC236}">
                <a16:creationId xmlns:a16="http://schemas.microsoft.com/office/drawing/2014/main" id="{98FF80C8-65DA-4860-B3AE-609F3C87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630" y="5657850"/>
            <a:ext cx="183071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لا</a:t>
            </a:r>
          </a:p>
        </p:txBody>
      </p:sp>
      <p:sp>
        <p:nvSpPr>
          <p:cNvPr id="27" name="text-219">
            <a:extLst xmlns:a="http://schemas.openxmlformats.org/drawingml/2006/main">
              <a:ext uri="{FF2B5EF4-FFF2-40B4-BE49-F238E27FC236}">
                <a16:creationId xmlns:a16="http://schemas.microsoft.com/office/drawing/2014/main" id="{6EEB62AA-3167-41FC-BFC4-2AAA4A9F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141" y="5657850"/>
            <a:ext cx="420624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عدد</a:t>
            </a:r>
          </a:p>
        </p:txBody>
      </p:sp>
      <p:sp>
        <p:nvSpPr>
          <p:cNvPr id="28" name="text-220">
            <a:extLst xmlns:a="http://schemas.openxmlformats.org/drawingml/2006/main">
              <a:ext uri="{FF2B5EF4-FFF2-40B4-BE49-F238E27FC236}">
                <a16:creationId xmlns:a16="http://schemas.microsoft.com/office/drawing/2014/main" id="{C1198AE1-997B-4422-8111-DC619031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657850"/>
            <a:ext cx="865251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التكرارات</a:t>
            </a:r>
          </a:p>
        </p:txBody>
      </p:sp>
      <p:sp>
        <p:nvSpPr>
          <p:cNvPr id="29" name="text-221">
            <a:extLst xmlns:a="http://schemas.openxmlformats.org/drawingml/2006/main">
              <a:ext uri="{FF2B5EF4-FFF2-40B4-BE49-F238E27FC236}">
                <a16:creationId xmlns:a16="http://schemas.microsoft.com/office/drawing/2014/main" id="{F45A1877-2923-4BA3-8D41-EA85D3E4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744" y="5657850"/>
            <a:ext cx="282416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ولا</a:t>
            </a:r>
          </a:p>
        </p:txBody>
      </p:sp>
      <p:sp>
        <p:nvSpPr>
          <p:cNvPr id="30" name="text-222">
            <a:extLst xmlns:a="http://schemas.openxmlformats.org/drawingml/2006/main">
              <a:ext uri="{FF2B5EF4-FFF2-40B4-BE49-F238E27FC236}">
                <a16:creationId xmlns:a16="http://schemas.microsoft.com/office/drawing/2014/main" id="{F2D5D9A8-677A-428A-A66E-BF8222AB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049" y="5657850"/>
            <a:ext cx="536829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حكمًا</a:t>
            </a:r>
          </a:p>
        </p:txBody>
      </p:sp>
      <p:sp>
        <p:nvSpPr>
          <p:cNvPr id="31" name="text-223">
            <a:extLst xmlns:a="http://schemas.openxmlformats.org/drawingml/2006/main">
              <a:ext uri="{FF2B5EF4-FFF2-40B4-BE49-F238E27FC236}">
                <a16:creationId xmlns:a16="http://schemas.microsoft.com/office/drawing/2014/main" id="{63F71BE8-76FA-43E4-99C5-26A89643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732" y="5657850"/>
            <a:ext cx="572452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قطعيًا</a:t>
            </a:r>
          </a:p>
        </p:txBody>
      </p:sp>
    </p:spTree>
    <p:extLst>
      <p:ext uri="{BB962C8B-B14F-4D97-AF65-F5344CB8AC3E}">
        <p14:creationId xmlns:p14="http://schemas.microsoft.com/office/powerpoint/2010/main" val="261873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224">
            <a:extLst xmlns:a="http://schemas.openxmlformats.org/drawingml/2006/main">
              <a:ext uri="{FF2B5EF4-FFF2-40B4-BE49-F238E27FC236}">
                <a16:creationId xmlns:a16="http://schemas.microsoft.com/office/drawing/2014/main" id="{8D944981-8CD9-431E-8216-CE7E1C6B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943" y="457200"/>
            <a:ext cx="1215457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أدوات</a:t>
            </a:r>
          </a:p>
        </p:txBody>
      </p:sp>
      <p:sp>
        <p:nvSpPr>
          <p:cNvPr id="2" name="text-225">
            <a:extLst xmlns:a="http://schemas.openxmlformats.org/drawingml/2006/main">
              <a:ext uri="{FF2B5EF4-FFF2-40B4-BE49-F238E27FC236}">
                <a16:creationId xmlns:a16="http://schemas.microsoft.com/office/drawing/2014/main" id="{5CB06E24-C06D-4447-97FE-4CBE912E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260" y="457200"/>
            <a:ext cx="1012193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تعين</a:t>
            </a:r>
          </a:p>
        </p:txBody>
      </p:sp>
      <p:sp>
        <p:nvSpPr>
          <p:cNvPr id="3" name="text-226">
            <a:extLst xmlns:a="http://schemas.openxmlformats.org/drawingml/2006/main">
              <a:ext uri="{FF2B5EF4-FFF2-40B4-BE49-F238E27FC236}">
                <a16:creationId xmlns:a16="http://schemas.microsoft.com/office/drawing/2014/main" id="{2498A71B-2F24-49E4-BC20-F14E62C6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05" y="457200"/>
            <a:ext cx="1013765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على</a:t>
            </a:r>
          </a:p>
        </p:txBody>
      </p:sp>
      <p:sp>
        <p:nvSpPr>
          <p:cNvPr id="4" name="text-227">
            <a:extLst xmlns:a="http://schemas.openxmlformats.org/drawingml/2006/main">
              <a:ext uri="{FF2B5EF4-FFF2-40B4-BE49-F238E27FC236}">
                <a16:creationId xmlns:a16="http://schemas.microsoft.com/office/drawing/2014/main" id="{FDF2AF60-55F5-4D39-9DC8-6EE2309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053" y="457200"/>
            <a:ext cx="1180462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الفهم</a:t>
            </a:r>
          </a:p>
        </p:txBody>
      </p:sp>
      <p:sp>
        <p:nvSpPr>
          <p:cNvPr id="5" name="text-228">
            <a:extLst xmlns:a="http://schemas.openxmlformats.org/drawingml/2006/main">
              <a:ext uri="{FF2B5EF4-FFF2-40B4-BE49-F238E27FC236}">
                <a16:creationId xmlns:a16="http://schemas.microsoft.com/office/drawing/2014/main" id="{0E69DB28-4DE3-4F1A-B57A-476EC1FA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108" y="457200"/>
            <a:ext cx="1814455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والتحقق</a:t>
            </a:r>
          </a:p>
        </p:txBody>
      </p:sp>
      <p:sp>
        <p:nvSpPr>
          <p:cNvPr id="6" name="shape-229">
            <a:extLst xmlns:a="http://schemas.openxmlformats.org/drawingml/2006/main">
              <a:ext uri="{FF2B5EF4-FFF2-40B4-BE49-F238E27FC236}">
                <a16:creationId xmlns:a16="http://schemas.microsoft.com/office/drawing/2014/main" id="{6BF0257A-6D0C-4DC6-A045-D8144537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7" name="text-230">
            <a:extLst xmlns:a="http://schemas.openxmlformats.org/drawingml/2006/main">
              <a:ext uri="{FF2B5EF4-FFF2-40B4-BE49-F238E27FC236}">
                <a16:creationId xmlns:a16="http://schemas.microsoft.com/office/drawing/2014/main" id="{E00E232F-2B12-44B1-9C36-DBB317FC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8" name="text-231">
            <a:extLst xmlns:a="http://schemas.openxmlformats.org/drawingml/2006/main">
              <a:ext uri="{FF2B5EF4-FFF2-40B4-BE49-F238E27FC236}">
                <a16:creationId xmlns:a16="http://schemas.microsoft.com/office/drawing/2014/main" id="{3A082045-D74D-4CA0-8A4A-D9A5E63D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9" name="text-232">
            <a:extLst xmlns:a="http://schemas.openxmlformats.org/drawingml/2006/main">
              <a:ext uri="{FF2B5EF4-FFF2-40B4-BE49-F238E27FC236}">
                <a16:creationId xmlns:a16="http://schemas.microsoft.com/office/drawing/2014/main" id="{90AC2B42-E907-406D-B961-0C1E7D2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10" name="text-233">
            <a:extLst xmlns:a="http://schemas.openxmlformats.org/drawingml/2006/main">
              <a:ext uri="{FF2B5EF4-FFF2-40B4-BE49-F238E27FC236}">
                <a16:creationId xmlns:a16="http://schemas.microsoft.com/office/drawing/2014/main" id="{7CF6393B-D08E-49CE-89D5-90275A37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1" name="text-234">
            <a:extLst xmlns:a="http://schemas.openxmlformats.org/drawingml/2006/main">
              <a:ext uri="{FF2B5EF4-FFF2-40B4-BE49-F238E27FC236}">
                <a16:creationId xmlns:a16="http://schemas.microsoft.com/office/drawing/2014/main" id="{B82F13C2-D569-455D-B39C-76901A3C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2" name="text-235">
            <a:extLst xmlns:a="http://schemas.openxmlformats.org/drawingml/2006/main">
              <a:ext uri="{FF2B5EF4-FFF2-40B4-BE49-F238E27FC236}">
                <a16:creationId xmlns:a16="http://schemas.microsoft.com/office/drawing/2014/main" id="{0B37F27B-9D48-4AE8-BD91-55C70F18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3" name="text-236">
            <a:extLst xmlns:a="http://schemas.openxmlformats.org/drawingml/2006/main">
              <a:ext uri="{FF2B5EF4-FFF2-40B4-BE49-F238E27FC236}">
                <a16:creationId xmlns:a16="http://schemas.microsoft.com/office/drawing/2014/main" id="{0C2C9A21-3627-4188-9163-DC0BEDD4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9ab77cf9f41ad"/>
          <a:stretch xmlns:a="http://schemas.openxmlformats.org/drawingml/2006/main"/>
        </p:blipFill>
        <p:spPr>
          <a:xfrm xmlns:a="http://schemas.openxmlformats.org/drawingml/2006/main">
            <a:off x="610658" y="1619250"/>
            <a:ext cx="6570133" cy="3695700"/>
          </a:xfrm>
          <a:prstGeom xmlns:a="http://schemas.openxmlformats.org/drawingml/2006/main" prst="rect">
            <a:avLst/>
          </a:prstGeom>
        </p:spPr>
      </p:pic>
      <p:sp>
        <p:nvSpPr>
          <p:cNvPr id="15" name="text-237">
            <a:extLst xmlns:a="http://schemas.openxmlformats.org/drawingml/2006/main">
              <a:ext uri="{FF2B5EF4-FFF2-40B4-BE49-F238E27FC236}">
                <a16:creationId xmlns:a16="http://schemas.microsoft.com/office/drawing/2014/main" id="{7818945B-2071-45EE-9DE8-3D540298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9571" y="1552575"/>
            <a:ext cx="1372829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الفرائض</a:t>
            </a:r>
          </a:p>
        </p:txBody>
      </p:sp>
      <p:sp>
        <p:nvSpPr>
          <p:cNvPr id="16" name="text-238">
            <a:extLst xmlns:a="http://schemas.openxmlformats.org/drawingml/2006/main">
              <a:ext uri="{FF2B5EF4-FFF2-40B4-BE49-F238E27FC236}">
                <a16:creationId xmlns:a16="http://schemas.microsoft.com/office/drawing/2014/main" id="{163B9B82-4CCA-43F7-8B32-1D73C6D2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086" y="2143125"/>
            <a:ext cx="607314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أنصبة</a:t>
            </a:r>
          </a:p>
        </p:txBody>
      </p:sp>
      <p:sp>
        <p:nvSpPr>
          <p:cNvPr id="17" name="text-239">
            <a:extLst xmlns:a="http://schemas.openxmlformats.org/drawingml/2006/main">
              <a:ext uri="{FF2B5EF4-FFF2-40B4-BE49-F238E27FC236}">
                <a16:creationId xmlns:a16="http://schemas.microsoft.com/office/drawing/2014/main" id="{B5F1F8E7-675A-4E7B-8B40-75EEAE5B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518" y="2143125"/>
            <a:ext cx="665702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ومبالغ</a:t>
            </a:r>
          </a:p>
        </p:txBody>
      </p:sp>
      <p:sp>
        <p:nvSpPr>
          <p:cNvPr id="18" name="text-240">
            <a:extLst xmlns:a="http://schemas.openxmlformats.org/drawingml/2006/main">
              <a:ext uri="{FF2B5EF4-FFF2-40B4-BE49-F238E27FC236}">
                <a16:creationId xmlns:a16="http://schemas.microsoft.com/office/drawing/2014/main" id="{5ED47826-9589-4B49-A25C-B002DE7D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802" y="2143125"/>
            <a:ext cx="319849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مع</a:t>
            </a:r>
          </a:p>
        </p:txBody>
      </p:sp>
      <p:sp>
        <p:nvSpPr>
          <p:cNvPr id="19" name="text-241">
            <a:extLst xmlns:a="http://schemas.openxmlformats.org/drawingml/2006/main">
              <a:ext uri="{FF2B5EF4-FFF2-40B4-BE49-F238E27FC236}">
                <a16:creationId xmlns:a16="http://schemas.microsoft.com/office/drawing/2014/main" id="{B441858E-0C3D-4E20-90CF-7CA30A6E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111" y="2143125"/>
            <a:ext cx="506825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دليل</a:t>
            </a:r>
          </a:p>
        </p:txBody>
      </p:sp>
      <p:sp>
        <p:nvSpPr>
          <p:cNvPr id="20" name="text-242">
            <a:extLst xmlns:a="http://schemas.openxmlformats.org/drawingml/2006/main">
              <a:ext uri="{FF2B5EF4-FFF2-40B4-BE49-F238E27FC236}">
                <a16:creationId xmlns:a16="http://schemas.microsoft.com/office/drawing/2014/main" id="{64A12136-D906-456D-A5A1-EDF0F9F5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304" y="3114675"/>
            <a:ext cx="1835096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الاشتقاقات</a:t>
            </a:r>
          </a:p>
        </p:txBody>
      </p:sp>
      <p:sp>
        <p:nvSpPr>
          <p:cNvPr id="21" name="text-243">
            <a:extLst xmlns:a="http://schemas.openxmlformats.org/drawingml/2006/main">
              <a:ext uri="{FF2B5EF4-FFF2-40B4-BE49-F238E27FC236}">
                <a16:creationId xmlns:a16="http://schemas.microsoft.com/office/drawing/2014/main" id="{2B326CCC-63DF-4265-914D-FDD757F0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593" y="3705225"/>
            <a:ext cx="362807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من</a:t>
            </a:r>
          </a:p>
        </p:txBody>
      </p:sp>
      <p:sp>
        <p:nvSpPr>
          <p:cNvPr id="22" name="text-244">
            <a:extLst xmlns:a="http://schemas.openxmlformats.org/drawingml/2006/main">
              <a:ext uri="{FF2B5EF4-FFF2-40B4-BE49-F238E27FC236}">
                <a16:creationId xmlns:a16="http://schemas.microsoft.com/office/drawing/2014/main" id="{D0ABF8C4-87AF-48AF-AB8C-563889FE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514" y="3705225"/>
            <a:ext cx="557213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العدد</a:t>
            </a:r>
          </a:p>
        </p:txBody>
      </p:sp>
      <p:sp>
        <p:nvSpPr>
          <p:cNvPr id="23" name="text-245">
            <a:extLst xmlns:a="http://schemas.openxmlformats.org/drawingml/2006/main">
              <a:ext uri="{FF2B5EF4-FFF2-40B4-BE49-F238E27FC236}">
                <a16:creationId xmlns:a16="http://schemas.microsoft.com/office/drawing/2014/main" id="{9EFEBE0A-4D4F-4606-8496-DDDD12D0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928" y="3705225"/>
            <a:ext cx="428720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إلى</a:t>
            </a:r>
          </a:p>
        </p:txBody>
      </p:sp>
      <p:sp>
        <p:nvSpPr>
          <p:cNvPr id="24" name="text-246">
            <a:extLst xmlns:a="http://schemas.openxmlformats.org/drawingml/2006/main">
              <a:ext uri="{FF2B5EF4-FFF2-40B4-BE49-F238E27FC236}">
                <a16:creationId xmlns:a16="http://schemas.microsoft.com/office/drawing/2014/main" id="{FBA69B1B-CD59-416F-80DC-57E32C43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2126" y="3705225"/>
            <a:ext cx="628936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موضع</a:t>
            </a:r>
          </a:p>
        </p:txBody>
      </p:sp>
      <p:sp>
        <p:nvSpPr>
          <p:cNvPr id="25" name="text-247">
            <a:extLst xmlns:a="http://schemas.openxmlformats.org/drawingml/2006/main">
              <a:ext uri="{FF2B5EF4-FFF2-40B4-BE49-F238E27FC236}">
                <a16:creationId xmlns:a16="http://schemas.microsoft.com/office/drawing/2014/main" id="{A97A9119-8C86-4617-A677-67663DD3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705225"/>
            <a:ext cx="834485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الشاهد</a:t>
            </a:r>
          </a:p>
        </p:txBody>
      </p:sp>
      <p:sp>
        <p:nvSpPr>
          <p:cNvPr id="26" name="text-248">
            <a:extLst xmlns:a="http://schemas.openxmlformats.org/drawingml/2006/main">
              <a:ext uri="{FF2B5EF4-FFF2-40B4-BE49-F238E27FC236}">
                <a16:creationId xmlns:a16="http://schemas.microsoft.com/office/drawing/2014/main" id="{EC4FC1F2-6C6C-4A15-AC41-2044233F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816" y="4838700"/>
            <a:ext cx="862584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التفسير</a:t>
            </a:r>
          </a:p>
        </p:txBody>
      </p:sp>
      <p:sp>
        <p:nvSpPr>
          <p:cNvPr id="27" name="text-249">
            <a:extLst xmlns:a="http://schemas.openxmlformats.org/drawingml/2006/main">
              <a:ext uri="{FF2B5EF4-FFF2-40B4-BE49-F238E27FC236}">
                <a16:creationId xmlns:a16="http://schemas.microsoft.com/office/drawing/2014/main" id="{DAB45414-BA5A-44D6-8D76-5B5F4892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122" y="4838700"/>
            <a:ext cx="907828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والحديث</a:t>
            </a:r>
          </a:p>
        </p:txBody>
      </p:sp>
      <p:sp>
        <p:nvSpPr>
          <p:cNvPr id="28" name="text-250">
            <a:extLst xmlns:a="http://schemas.openxmlformats.org/drawingml/2006/main">
              <a:ext uri="{FF2B5EF4-FFF2-40B4-BE49-F238E27FC236}">
                <a16:creationId xmlns:a16="http://schemas.microsoft.com/office/drawing/2014/main" id="{0A1148E9-6747-497F-AF9C-9A09825E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019" y="4838700"/>
            <a:ext cx="755237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والمزيد</a:t>
            </a:r>
          </a:p>
        </p:txBody>
      </p:sp>
    </p:spTree>
    <p:extLst>
      <p:ext uri="{BB962C8B-B14F-4D97-AF65-F5344CB8AC3E}">
        <p14:creationId xmlns:p14="http://schemas.microsoft.com/office/powerpoint/2010/main" val="12006852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ext-251">
            <a:extLst xmlns:a="http://schemas.openxmlformats.org/drawingml/2006/main">
              <a:ext uri="{FF2B5EF4-FFF2-40B4-BE49-F238E27FC236}">
                <a16:creationId xmlns:a16="http://schemas.microsoft.com/office/drawing/2014/main" id="{96B8474D-831B-41EC-88A7-231619F5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105" y="457200"/>
            <a:ext cx="2131295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التخصيص</a:t>
            </a:r>
          </a:p>
        </p:txBody>
      </p:sp>
      <p:sp>
        <p:nvSpPr>
          <p:cNvPr id="2" name="text-252">
            <a:extLst xmlns:a="http://schemas.openxmlformats.org/drawingml/2006/main">
              <a:ext uri="{FF2B5EF4-FFF2-40B4-BE49-F238E27FC236}">
                <a16:creationId xmlns:a16="http://schemas.microsoft.com/office/drawing/2014/main" id="{431EC2C9-29BF-47C2-9FC2-78D5FB69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999" y="457200"/>
            <a:ext cx="1881616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المعرفي</a:t>
            </a:r>
          </a:p>
        </p:txBody>
      </p:sp>
      <p:sp>
        <p:nvSpPr>
          <p:cNvPr id="3" name="text-253">
            <a:extLst xmlns:a="http://schemas.openxmlformats.org/drawingml/2006/main">
              <a:ext uri="{FF2B5EF4-FFF2-40B4-BE49-F238E27FC236}">
                <a16:creationId xmlns:a16="http://schemas.microsoft.com/office/drawing/2014/main" id="{FF34BD6F-0575-487D-8CAC-D7624892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093" y="457200"/>
            <a:ext cx="1043416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بأدلة</a:t>
            </a:r>
          </a:p>
        </p:txBody>
      </p:sp>
      <p:sp>
        <p:nvSpPr>
          <p:cNvPr id="4" name="text-254">
            <a:extLst xmlns:a="http://schemas.openxmlformats.org/drawingml/2006/main">
              <a:ext uri="{FF2B5EF4-FFF2-40B4-BE49-F238E27FC236}">
                <a16:creationId xmlns:a16="http://schemas.microsoft.com/office/drawing/2014/main" id="{D13990C6-B394-4DAC-BBAF-669DDB40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232" y="457200"/>
            <a:ext cx="1064371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قابلة</a:t>
            </a:r>
          </a:p>
        </p:txBody>
      </p:sp>
      <p:sp>
        <p:nvSpPr>
          <p:cNvPr id="5" name="text-255">
            <a:extLst xmlns:a="http://schemas.openxmlformats.org/drawingml/2006/main">
              <a:ext uri="{FF2B5EF4-FFF2-40B4-BE49-F238E27FC236}">
                <a16:creationId xmlns:a16="http://schemas.microsoft.com/office/drawing/2014/main" id="{66BF4929-D744-47F1-9E31-34035DA0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385" y="457200"/>
            <a:ext cx="1632356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للفحص</a:t>
            </a:r>
          </a:p>
        </p:txBody>
      </p:sp>
      <p:sp>
        <p:nvSpPr>
          <p:cNvPr id="6" name="shape-256">
            <a:extLst xmlns:a="http://schemas.openxmlformats.org/drawingml/2006/main">
              <a:ext uri="{FF2B5EF4-FFF2-40B4-BE49-F238E27FC236}">
                <a16:creationId xmlns:a16="http://schemas.microsoft.com/office/drawing/2014/main" id="{A1B1024A-3A70-4503-B27F-AC1C0279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7" name="text-257">
            <a:extLst xmlns:a="http://schemas.openxmlformats.org/drawingml/2006/main">
              <a:ext uri="{FF2B5EF4-FFF2-40B4-BE49-F238E27FC236}">
                <a16:creationId xmlns:a16="http://schemas.microsoft.com/office/drawing/2014/main" id="{A86C341D-4992-4AF3-A49A-065F2F9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8" name="text-258">
            <a:extLst xmlns:a="http://schemas.openxmlformats.org/drawingml/2006/main">
              <a:ext uri="{FF2B5EF4-FFF2-40B4-BE49-F238E27FC236}">
                <a16:creationId xmlns:a16="http://schemas.microsoft.com/office/drawing/2014/main" id="{6326810C-B8FE-4096-99D8-76B038E4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9" name="text-259">
            <a:extLst xmlns:a="http://schemas.openxmlformats.org/drawingml/2006/main">
              <a:ext uri="{FF2B5EF4-FFF2-40B4-BE49-F238E27FC236}">
                <a16:creationId xmlns:a16="http://schemas.microsoft.com/office/drawing/2014/main" id="{5352E107-D005-4AF2-B843-9A1CB661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10" name="text-260">
            <a:extLst xmlns:a="http://schemas.openxmlformats.org/drawingml/2006/main">
              <a:ext uri="{FF2B5EF4-FFF2-40B4-BE49-F238E27FC236}">
                <a16:creationId xmlns:a16="http://schemas.microsoft.com/office/drawing/2014/main" id="{F285A842-00E8-42B5-BBDC-2692C279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1" name="text-261">
            <a:extLst xmlns:a="http://schemas.openxmlformats.org/drawingml/2006/main">
              <a:ext uri="{FF2B5EF4-FFF2-40B4-BE49-F238E27FC236}">
                <a16:creationId xmlns:a16="http://schemas.microsoft.com/office/drawing/2014/main" id="{4AE2A1A9-770A-40C1-8606-36D35B9F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2" name="text-262">
            <a:extLst xmlns:a="http://schemas.openxmlformats.org/drawingml/2006/main">
              <a:ext uri="{FF2B5EF4-FFF2-40B4-BE49-F238E27FC236}">
                <a16:creationId xmlns:a16="http://schemas.microsoft.com/office/drawing/2014/main" id="{42CD360F-5A41-45BA-ABE4-6C9CA162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3" name="text-263">
            <a:extLst xmlns:a="http://schemas.openxmlformats.org/drawingml/2006/main">
              <a:ext uri="{FF2B5EF4-FFF2-40B4-BE49-F238E27FC236}">
                <a16:creationId xmlns:a16="http://schemas.microsoft.com/office/drawing/2014/main" id="{607E6928-AD59-4307-BAFB-1F57A93F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14" name="text-264">
            <a:extLst xmlns:a="http://schemas.openxmlformats.org/drawingml/2006/main">
              <a:ext uri="{FF2B5EF4-FFF2-40B4-BE49-F238E27FC236}">
                <a16:creationId xmlns:a16="http://schemas.microsoft.com/office/drawing/2014/main" id="{F378861B-6F3B-4A27-BB7F-0C91D325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053" y="1647825"/>
            <a:ext cx="2775347" cy="1289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570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٢٠٬٦٢٢</a:t>
            </a:r>
          </a:p>
        </p:txBody>
      </p:sp>
      <p:sp>
        <p:nvSpPr>
          <p:cNvPr id="15" name="text-265">
            <a:extLst xmlns:a="http://schemas.openxmlformats.org/drawingml/2006/main">
              <a:ext uri="{FF2B5EF4-FFF2-40B4-BE49-F238E27FC236}">
                <a16:creationId xmlns:a16="http://schemas.microsoft.com/office/drawing/2014/main" id="{D1DFADEE-14FA-4633-AAB6-79FB7A47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132" y="2714625"/>
            <a:ext cx="616268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وحدة</a:t>
            </a:r>
          </a:p>
        </p:txBody>
      </p:sp>
      <p:sp>
        <p:nvSpPr>
          <p:cNvPr id="16" name="text-266">
            <a:extLst xmlns:a="http://schemas.openxmlformats.org/drawingml/2006/main">
              <a:ext uri="{FF2B5EF4-FFF2-40B4-BE49-F238E27FC236}">
                <a16:creationId xmlns:a16="http://schemas.microsoft.com/office/drawing/2014/main" id="{18028D14-4123-4023-8178-665407BA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546" y="2714625"/>
            <a:ext cx="426815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في</a:t>
            </a:r>
          </a:p>
        </p:txBody>
      </p:sp>
      <p:sp>
        <p:nvSpPr>
          <p:cNvPr id="17" name="text-267">
            <a:extLst xmlns:a="http://schemas.openxmlformats.org/drawingml/2006/main">
              <a:ext uri="{FF2B5EF4-FFF2-40B4-BE49-F238E27FC236}">
                <a16:creationId xmlns:a16="http://schemas.microsoft.com/office/drawing/2014/main" id="{DF63F81D-3934-4E36-8697-A5F9A14E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407" y="2714625"/>
            <a:ext cx="654367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إيصال</a:t>
            </a:r>
          </a:p>
        </p:txBody>
      </p:sp>
      <p:sp>
        <p:nvSpPr>
          <p:cNvPr id="18" name="text-268">
            <a:extLst xmlns:a="http://schemas.openxmlformats.org/drawingml/2006/main">
              <a:ext uri="{FF2B5EF4-FFF2-40B4-BE49-F238E27FC236}">
                <a16:creationId xmlns:a16="http://schemas.microsoft.com/office/drawing/2014/main" id="{D64DCB24-2587-48D4-BDA1-9859ECAB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726" y="2714625"/>
            <a:ext cx="799910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تضمين</a:t>
            </a:r>
          </a:p>
        </p:txBody>
      </p:sp>
      <p:sp>
        <p:nvSpPr>
          <p:cNvPr id="19" name="text-269">
            <a:extLst xmlns:a="http://schemas.openxmlformats.org/drawingml/2006/main">
              <a:ext uri="{FF2B5EF4-FFF2-40B4-BE49-F238E27FC236}">
                <a16:creationId xmlns:a16="http://schemas.microsoft.com/office/drawing/2014/main" id="{ABAE8B3D-E32C-40AE-BE0C-5921ACB5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326" y="2714625"/>
            <a:ext cx="837629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تاريخي</a:t>
            </a:r>
          </a:p>
        </p:txBody>
      </p:sp>
      <p:sp>
        <p:nvSpPr>
          <p:cNvPr id="20" name="text-270">
            <a:extLst xmlns:a="http://schemas.openxmlformats.org/drawingml/2006/main">
              <a:ext uri="{FF2B5EF4-FFF2-40B4-BE49-F238E27FC236}">
                <a16:creationId xmlns:a16="http://schemas.microsoft.com/office/drawing/2014/main" id="{DE1E9A8E-9BEB-4847-B778-9D7CE24E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979" y="3362325"/>
            <a:ext cx="703421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فهرس</a:t>
            </a:r>
          </a:p>
        </p:txBody>
      </p:sp>
      <p:sp>
        <p:nvSpPr>
          <p:cNvPr id="21" name="text-271">
            <a:extLst xmlns:a="http://schemas.openxmlformats.org/drawingml/2006/main">
              <a:ext uri="{FF2B5EF4-FFF2-40B4-BE49-F238E27FC236}">
                <a16:creationId xmlns:a16="http://schemas.microsoft.com/office/drawing/2014/main" id="{AEFA7291-EFB3-4949-8CAE-4C36C8DC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3362325"/>
            <a:ext cx="859441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متجهات</a:t>
            </a:r>
          </a:p>
        </p:txBody>
      </p:sp>
      <p:sp>
        <p:nvSpPr>
          <p:cNvPr id="22" name="text-272">
            <a:extLst xmlns:a="http://schemas.openxmlformats.org/drawingml/2006/main">
              <a:ext uri="{FF2B5EF4-FFF2-40B4-BE49-F238E27FC236}">
                <a16:creationId xmlns:a16="http://schemas.microsoft.com/office/drawing/2014/main" id="{8BE2E966-824D-473C-A55E-9DF9BA9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133" y="3362325"/>
            <a:ext cx="810673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وفهرس</a:t>
            </a:r>
          </a:p>
        </p:txBody>
      </p:sp>
      <p:sp>
        <p:nvSpPr>
          <p:cNvPr id="23" name="text-273">
            <a:extLst xmlns:a="http://schemas.openxmlformats.org/drawingml/2006/main">
              <a:ext uri="{FF2B5EF4-FFF2-40B4-BE49-F238E27FC236}">
                <a16:creationId xmlns:a16="http://schemas.microsoft.com/office/drawing/2014/main" id="{4968B354-FDBA-4F9B-903A-82DAB45D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483" y="3362325"/>
            <a:ext cx="563785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نصي</a:t>
            </a:r>
          </a:p>
        </p:txBody>
      </p:sp>
      <p:sp>
        <p:nvSpPr>
          <p:cNvPr id="24" name="text-274">
            <a:extLst xmlns:a="http://schemas.openxmlformats.org/drawingml/2006/main">
              <a:ext uri="{FF2B5EF4-FFF2-40B4-BE49-F238E27FC236}">
                <a16:creationId xmlns:a16="http://schemas.microsoft.com/office/drawing/2014/main" id="{F5E6448A-16C8-4A89-8759-858F7733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150" y="3362325"/>
            <a:ext cx="686467" cy="519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مثبتان</a:t>
            </a:r>
          </a:p>
        </p:txBody>
      </p:sp>
      <p:sp>
        <p:nvSpPr>
          <p:cNvPr id="25" name="text-275">
            <a:extLst xmlns:a="http://schemas.openxmlformats.org/drawingml/2006/main">
              <a:ext uri="{FF2B5EF4-FFF2-40B4-BE49-F238E27FC236}">
                <a16:creationId xmlns:a16="http://schemas.microsoft.com/office/drawing/2014/main" id="{E2058383-34AE-4213-B27F-43CB7955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709" y="1647825"/>
            <a:ext cx="1031891" cy="1289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570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٢٣</a:t>
            </a:r>
          </a:p>
        </p:txBody>
      </p:sp>
      <p:sp>
        <p:nvSpPr>
          <p:cNvPr id="26" name="text-276">
            <a:extLst xmlns:a="http://schemas.openxmlformats.org/drawingml/2006/main">
              <a:ext uri="{FF2B5EF4-FFF2-40B4-BE49-F238E27FC236}">
                <a16:creationId xmlns:a16="http://schemas.microsoft.com/office/drawing/2014/main" id="{A9587BCA-1EAC-4B86-A7D2-9B0D5157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2714625"/>
            <a:ext cx="525780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مثالًا</a:t>
            </a:r>
          </a:p>
        </p:txBody>
      </p:sp>
      <p:sp>
        <p:nvSpPr>
          <p:cNvPr id="27" name="text-277">
            <a:extLst xmlns:a="http://schemas.openxmlformats.org/drawingml/2006/main">
              <a:ext uri="{FF2B5EF4-FFF2-40B4-BE49-F238E27FC236}">
                <a16:creationId xmlns:a16="http://schemas.microsoft.com/office/drawing/2014/main" id="{BD0B6A9E-457F-424C-BEF4-D580DB10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617" y="2714625"/>
            <a:ext cx="787432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منتقى</a:t>
            </a:r>
          </a:p>
        </p:txBody>
      </p:sp>
      <p:sp>
        <p:nvSpPr>
          <p:cNvPr id="28" name="text-278">
            <a:extLst xmlns:a="http://schemas.openxmlformats.org/drawingml/2006/main">
              <a:ext uri="{FF2B5EF4-FFF2-40B4-BE49-F238E27FC236}">
                <a16:creationId xmlns:a16="http://schemas.microsoft.com/office/drawing/2014/main" id="{F4132347-D51F-45C4-AFC2-ECF64435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940" y="2714625"/>
            <a:ext cx="386905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من</a:t>
            </a:r>
          </a:p>
        </p:txBody>
      </p:sp>
      <p:sp>
        <p:nvSpPr>
          <p:cNvPr id="29" name="text-279">
            <a:extLst xmlns:a="http://schemas.openxmlformats.org/drawingml/2006/main">
              <a:ext uri="{FF2B5EF4-FFF2-40B4-BE49-F238E27FC236}">
                <a16:creationId xmlns:a16="http://schemas.microsoft.com/office/drawing/2014/main" id="{B58E5019-0827-4A09-BB17-64690CF1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528" y="2714625"/>
            <a:ext cx="933640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تخصيص</a:t>
            </a:r>
          </a:p>
        </p:txBody>
      </p:sp>
      <p:sp>
        <p:nvSpPr>
          <p:cNvPr id="30" name="text-280">
            <a:extLst xmlns:a="http://schemas.openxmlformats.org/drawingml/2006/main">
              <a:ext uri="{FF2B5EF4-FFF2-40B4-BE49-F238E27FC236}">
                <a16:creationId xmlns:a16="http://schemas.microsoft.com/office/drawing/2014/main" id="{1FA255DD-66EB-4CD2-958D-57E0246C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928" y="2714625"/>
            <a:ext cx="534829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النية</a:t>
            </a:r>
          </a:p>
        </p:txBody>
      </p:sp>
      <p:sp>
        <p:nvSpPr>
          <p:cNvPr id="31" name="text-281">
            <a:extLst xmlns:a="http://schemas.openxmlformats.org/drawingml/2006/main">
              <a:ext uri="{FF2B5EF4-FFF2-40B4-BE49-F238E27FC236}">
                <a16:creationId xmlns:a16="http://schemas.microsoft.com/office/drawing/2014/main" id="{0CBB985B-46BE-4369-AE9A-492B4AC3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133" y="3362325"/>
            <a:ext cx="309467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مع</a:t>
            </a:r>
          </a:p>
        </p:txBody>
      </p:sp>
      <p:sp>
        <p:nvSpPr>
          <p:cNvPr id="32" name="text-282">
            <a:extLst xmlns:a="http://schemas.openxmlformats.org/drawingml/2006/main">
              <a:ext uri="{FF2B5EF4-FFF2-40B4-BE49-F238E27FC236}">
                <a16:creationId xmlns:a16="http://schemas.microsoft.com/office/drawing/2014/main" id="{82724040-50E5-45D7-9931-AE7AB72F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908" y="3362325"/>
            <a:ext cx="587311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منشأ</a:t>
            </a:r>
          </a:p>
        </p:txBody>
      </p:sp>
      <p:sp>
        <p:nvSpPr>
          <p:cNvPr id="33" name="text-283">
            <a:extLst xmlns:a="http://schemas.openxmlformats.org/drawingml/2006/main">
              <a:ext uri="{FF2B5EF4-FFF2-40B4-BE49-F238E27FC236}">
                <a16:creationId xmlns:a16="http://schemas.microsoft.com/office/drawing/2014/main" id="{D883B62E-CC86-4823-911A-61CA2281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829" y="3362325"/>
            <a:ext cx="562166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واضح</a:t>
            </a:r>
          </a:p>
        </p:txBody>
      </p:sp>
      <p:sp>
        <p:nvSpPr>
          <p:cNvPr id="34" name="text-284">
            <a:extLst xmlns:a="http://schemas.openxmlformats.org/drawingml/2006/main">
              <a:ext uri="{FF2B5EF4-FFF2-40B4-BE49-F238E27FC236}">
                <a16:creationId xmlns:a16="http://schemas.microsoft.com/office/drawing/2014/main" id="{903D4BB1-F7A5-4024-B529-032F7A8E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16" y="3362325"/>
            <a:ext cx="613600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ونتائج</a:t>
            </a:r>
          </a:p>
        </p:txBody>
      </p:sp>
      <p:sp>
        <p:nvSpPr>
          <p:cNvPr id="35" name="text-285">
            <a:extLst xmlns:a="http://schemas.openxmlformats.org/drawingml/2006/main">
              <a:ext uri="{FF2B5EF4-FFF2-40B4-BE49-F238E27FC236}">
                <a16:creationId xmlns:a16="http://schemas.microsoft.com/office/drawing/2014/main" id="{DB77EB76-55F2-4EF0-B13C-E59C9E11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463" y="3362325"/>
            <a:ext cx="658940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وحدود</a:t>
            </a:r>
          </a:p>
        </p:txBody>
      </p:sp>
      <p:sp>
        <p:nvSpPr>
          <p:cNvPr id="36" name="text-286">
            <a:extLst xmlns:a="http://schemas.openxmlformats.org/drawingml/2006/main">
              <a:ext uri="{FF2B5EF4-FFF2-40B4-BE49-F238E27FC236}">
                <a16:creationId xmlns:a16="http://schemas.microsoft.com/office/drawing/2014/main" id="{84624247-2343-4426-A677-A033165E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475" y="3362325"/>
            <a:ext cx="600075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معلنة</a:t>
            </a:r>
          </a:p>
        </p:txBody>
      </p:sp>
      <p:sp>
        <p:nvSpPr>
          <p:cNvPr id="37" name="text-287">
            <a:extLst xmlns:a="http://schemas.openxmlformats.org/drawingml/2006/main">
              <a:ext uri="{FF2B5EF4-FFF2-40B4-BE49-F238E27FC236}">
                <a16:creationId xmlns:a16="http://schemas.microsoft.com/office/drawing/2014/main" id="{79D3CF2C-1290-41E1-89AF-358CEBE5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979" y="4657725"/>
            <a:ext cx="699421" cy="62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جودة</a:t>
            </a:r>
          </a:p>
        </p:txBody>
      </p:sp>
      <p:sp>
        <p:nvSpPr>
          <p:cNvPr id="38" name="text-288">
            <a:extLst xmlns:a="http://schemas.openxmlformats.org/drawingml/2006/main">
              <a:ext uri="{FF2B5EF4-FFF2-40B4-BE49-F238E27FC236}">
                <a16:creationId xmlns:a16="http://schemas.microsoft.com/office/drawing/2014/main" id="{F19635A9-4550-41DC-A8AF-C48733DA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223" y="4657725"/>
            <a:ext cx="1385030" cy="62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الاسترجاع</a:t>
            </a:r>
          </a:p>
        </p:txBody>
      </p:sp>
      <p:sp>
        <p:nvSpPr>
          <p:cNvPr id="39" name="text-289">
            <a:extLst xmlns:a="http://schemas.openxmlformats.org/drawingml/2006/main">
              <a:ext uri="{FF2B5EF4-FFF2-40B4-BE49-F238E27FC236}">
                <a16:creationId xmlns:a16="http://schemas.microsoft.com/office/drawing/2014/main" id="{D8153AC3-4B05-41D3-82D3-A6E27080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971" y="4657725"/>
            <a:ext cx="779526" cy="62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تُقاس</a:t>
            </a:r>
          </a:p>
        </p:txBody>
      </p:sp>
      <p:sp>
        <p:nvSpPr>
          <p:cNvPr id="40" name="text-290">
            <a:extLst xmlns:a="http://schemas.openxmlformats.org/drawingml/2006/main">
              <a:ext uri="{FF2B5EF4-FFF2-40B4-BE49-F238E27FC236}">
                <a16:creationId xmlns:a16="http://schemas.microsoft.com/office/drawing/2014/main" id="{038531D3-28BF-4C3B-A9CB-09D363EC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867" y="4657725"/>
            <a:ext cx="1123379" cy="62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مستقلة</a:t>
            </a:r>
          </a:p>
        </p:txBody>
      </p:sp>
      <p:sp>
        <p:nvSpPr>
          <p:cNvPr id="41" name="text-291">
            <a:extLst xmlns:a="http://schemas.openxmlformats.org/drawingml/2006/main">
              <a:ext uri="{FF2B5EF4-FFF2-40B4-BE49-F238E27FC236}">
                <a16:creationId xmlns:a16="http://schemas.microsoft.com/office/drawing/2014/main" id="{915A0A90-0E57-45C2-8B3D-9DBA13C0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273" y="4657725"/>
            <a:ext cx="473869" cy="62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عن</a:t>
            </a:r>
          </a:p>
        </p:txBody>
      </p:sp>
      <p:sp>
        <p:nvSpPr>
          <p:cNvPr id="42" name="text-292">
            <a:extLst xmlns:a="http://schemas.openxmlformats.org/drawingml/2006/main">
              <a:ext uri="{FF2B5EF4-FFF2-40B4-BE49-F238E27FC236}">
                <a16:creationId xmlns:a16="http://schemas.microsoft.com/office/drawing/2014/main" id="{DD96F787-6A93-4D88-A5B9-7ABEDB1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746" y="4657725"/>
            <a:ext cx="689800" cy="62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صحة</a:t>
            </a:r>
          </a:p>
        </p:txBody>
      </p:sp>
      <p:sp>
        <p:nvSpPr>
          <p:cNvPr id="43" name="text-293">
            <a:extLst xmlns:a="http://schemas.openxmlformats.org/drawingml/2006/main">
              <a:ext uri="{FF2B5EF4-FFF2-40B4-BE49-F238E27FC236}">
                <a16:creationId xmlns:a16="http://schemas.microsoft.com/office/drawing/2014/main" id="{0FB01062-0E6B-4DBC-B730-22420A47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335" y="4657725"/>
            <a:ext cx="910685" cy="629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55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الجواب</a:t>
            </a:r>
          </a:p>
        </p:txBody>
      </p:sp>
      <p:sp>
        <p:nvSpPr>
          <p:cNvPr id="44" name="text-294">
            <a:extLst xmlns:a="http://schemas.openxmlformats.org/drawingml/2006/main">
              <a:ext uri="{FF2B5EF4-FFF2-40B4-BE49-F238E27FC236}">
                <a16:creationId xmlns:a16="http://schemas.microsoft.com/office/drawing/2014/main" id="{02CDE764-4C06-46EC-9CBD-ECF20E7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1" y="5391150"/>
            <a:ext cx="694849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تضمين</a:t>
            </a:r>
          </a:p>
        </p:txBody>
      </p:sp>
      <p:sp>
        <p:nvSpPr>
          <p:cNvPr id="45" name="text-295">
            <a:extLst xmlns:a="http://schemas.openxmlformats.org/drawingml/2006/main">
              <a:ext uri="{FF2B5EF4-FFF2-40B4-BE49-F238E27FC236}">
                <a16:creationId xmlns:a16="http://schemas.microsoft.com/office/drawing/2014/main" id="{8FFEE1FB-77F8-4384-B0B5-89C70F59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593" y="5391150"/>
            <a:ext cx="746093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خارجي</a:t>
            </a:r>
          </a:p>
        </p:txBody>
      </p:sp>
      <p:sp>
        <p:nvSpPr>
          <p:cNvPr id="46" name="text-296">
            <a:extLst xmlns:a="http://schemas.openxmlformats.org/drawingml/2006/main">
              <a:ext uri="{FF2B5EF4-FFF2-40B4-BE49-F238E27FC236}">
                <a16:creationId xmlns:a16="http://schemas.microsoft.com/office/drawing/2014/main" id="{B57FECCA-FF05-4E83-BB44-40A1A75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327" y="5391150"/>
            <a:ext cx="537400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معلن</a:t>
            </a:r>
          </a:p>
        </p:txBody>
      </p:sp>
      <p:sp>
        <p:nvSpPr>
          <p:cNvPr id="47" name="text-297">
            <a:extLst xmlns:a="http://schemas.openxmlformats.org/drawingml/2006/main">
              <a:ext uri="{FF2B5EF4-FFF2-40B4-BE49-F238E27FC236}">
                <a16:creationId xmlns:a16="http://schemas.microsoft.com/office/drawing/2014/main" id="{F07AA39F-28E6-4E3D-B30B-CA1C19E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161" y="5391150"/>
            <a:ext cx="122301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48" name="text-298">
            <a:extLst xmlns:a="http://schemas.openxmlformats.org/drawingml/2006/main">
              <a:ext uri="{FF2B5EF4-FFF2-40B4-BE49-F238E27FC236}">
                <a16:creationId xmlns:a16="http://schemas.microsoft.com/office/drawing/2014/main" id="{73CEC785-76E8-4762-94D6-6A0E298B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391150"/>
            <a:ext cx="183071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لا</a:t>
            </a:r>
          </a:p>
        </p:txBody>
      </p:sp>
      <p:sp>
        <p:nvSpPr>
          <p:cNvPr id="49" name="text-299">
            <a:extLst xmlns:a="http://schemas.openxmlformats.org/drawingml/2006/main">
              <a:ext uri="{FF2B5EF4-FFF2-40B4-BE49-F238E27FC236}">
                <a16:creationId xmlns:a16="http://schemas.microsoft.com/office/drawing/2014/main" id="{E70141B9-A8E5-48DE-AE8F-860C87FF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298" y="5391150"/>
            <a:ext cx="496062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أوزان</a:t>
            </a:r>
          </a:p>
        </p:txBody>
      </p:sp>
      <p:sp>
        <p:nvSpPr>
          <p:cNvPr id="50" name="text-300">
            <a:extLst xmlns:a="http://schemas.openxmlformats.org/drawingml/2006/main">
              <a:ext uri="{FF2B5EF4-FFF2-40B4-BE49-F238E27FC236}">
                <a16:creationId xmlns:a16="http://schemas.microsoft.com/office/drawing/2014/main" id="{BC91FA79-EA33-4B07-8E9A-0BD5FFC1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016" y="5391150"/>
            <a:ext cx="282416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ولا</a:t>
            </a:r>
          </a:p>
        </p:txBody>
      </p:sp>
      <p:sp>
        <p:nvSpPr>
          <p:cNvPr id="51" name="text-301">
            <a:extLst xmlns:a="http://schemas.openxmlformats.org/drawingml/2006/main">
              <a:ext uri="{FF2B5EF4-FFF2-40B4-BE49-F238E27FC236}">
                <a16:creationId xmlns:a16="http://schemas.microsoft.com/office/drawing/2014/main" id="{102584E0-AA2F-449A-963D-9AD859A0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83" y="5391150"/>
            <a:ext cx="700469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وصفات</a:t>
            </a:r>
          </a:p>
        </p:txBody>
      </p:sp>
      <p:sp>
        <p:nvSpPr>
          <p:cNvPr id="52" name="text-302">
            <a:extLst xmlns:a="http://schemas.openxmlformats.org/drawingml/2006/main">
              <a:ext uri="{FF2B5EF4-FFF2-40B4-BE49-F238E27FC236}">
                <a16:creationId xmlns:a16="http://schemas.microsoft.com/office/drawing/2014/main" id="{B05A969F-D75A-470D-8274-B899C6A0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743" y="5391150"/>
            <a:ext cx="594074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تصنيع</a:t>
            </a:r>
          </a:p>
        </p:txBody>
      </p:sp>
      <p:sp>
        <p:nvSpPr>
          <p:cNvPr id="53" name="text-303">
            <a:extLst xmlns:a="http://schemas.openxmlformats.org/drawingml/2006/main">
              <a:ext uri="{FF2B5EF4-FFF2-40B4-BE49-F238E27FC236}">
                <a16:creationId xmlns:a16="http://schemas.microsoft.com/office/drawing/2014/main" id="{C0DCD1B3-09CC-499B-8892-6AEADB8D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811" y="5391150"/>
            <a:ext cx="536067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داخل</a:t>
            </a:r>
          </a:p>
        </p:txBody>
      </p:sp>
      <p:sp>
        <p:nvSpPr>
          <p:cNvPr id="54" name="text-304">
            <a:extLst xmlns:a="http://schemas.openxmlformats.org/drawingml/2006/main">
              <a:ext uri="{FF2B5EF4-FFF2-40B4-BE49-F238E27FC236}">
                <a16:creationId xmlns:a16="http://schemas.microsoft.com/office/drawing/2014/main" id="{B7A09341-D728-4E6E-933C-0C0330A0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439" y="5391150"/>
            <a:ext cx="1004506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المستودع</a:t>
            </a:r>
          </a:p>
        </p:txBody>
      </p:sp>
    </p:spTree>
    <p:extLst>
      <p:ext uri="{BB962C8B-B14F-4D97-AF65-F5344CB8AC3E}">
        <p14:creationId xmlns:p14="http://schemas.microsoft.com/office/powerpoint/2010/main" val="1878188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ext-305">
            <a:extLst xmlns:a="http://schemas.openxmlformats.org/drawingml/2006/main">
              <a:ext uri="{FF2B5EF4-FFF2-40B4-BE49-F238E27FC236}">
                <a16:creationId xmlns:a16="http://schemas.microsoft.com/office/drawing/2014/main" id="{814286E9-9C80-47CD-AC41-A6C02F7E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2162" y="457200"/>
            <a:ext cx="460238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ما</a:t>
            </a:r>
          </a:p>
        </p:txBody>
      </p:sp>
      <p:sp>
        <p:nvSpPr>
          <p:cNvPr id="2" name="text-306">
            <a:extLst xmlns:a="http://schemas.openxmlformats.org/drawingml/2006/main">
              <a:ext uri="{FF2B5EF4-FFF2-40B4-BE49-F238E27FC236}">
                <a16:creationId xmlns:a16="http://schemas.microsoft.com/office/drawing/2014/main" id="{7ED7CA90-8DFC-4552-AE20-F04F09D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31" y="457200"/>
            <a:ext cx="1425740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أضفناه</a:t>
            </a:r>
          </a:p>
        </p:txBody>
      </p:sp>
      <p:sp>
        <p:nvSpPr>
          <p:cNvPr id="3" name="text-307">
            <a:extLst xmlns:a="http://schemas.openxmlformats.org/drawingml/2006/main">
              <a:ext uri="{FF2B5EF4-FFF2-40B4-BE49-F238E27FC236}">
                <a16:creationId xmlns:a16="http://schemas.microsoft.com/office/drawing/2014/main" id="{5EB3876A-A394-4EF4-B82B-FCE081D3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952" y="457200"/>
            <a:ext cx="2089490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للمشاركة</a:t>
            </a:r>
          </a:p>
        </p:txBody>
      </p:sp>
      <p:sp>
        <p:nvSpPr>
          <p:cNvPr id="4" name="text-308">
            <a:extLst xmlns:a="http://schemas.openxmlformats.org/drawingml/2006/main">
              <a:ext uri="{FF2B5EF4-FFF2-40B4-BE49-F238E27FC236}">
                <a16:creationId xmlns:a16="http://schemas.microsoft.com/office/drawing/2014/main" id="{5CC186D1-553C-4954-A11D-50592945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965" y="457200"/>
            <a:ext cx="698497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وما</a:t>
            </a:r>
          </a:p>
        </p:txBody>
      </p:sp>
      <p:sp>
        <p:nvSpPr>
          <p:cNvPr id="5" name="text-309">
            <a:extLst xmlns:a="http://schemas.openxmlformats.org/drawingml/2006/main">
              <a:ext uri="{FF2B5EF4-FFF2-40B4-BE49-F238E27FC236}">
                <a16:creationId xmlns:a16="http://schemas.microsoft.com/office/drawing/2014/main" id="{FFE480ED-363A-4DE8-95ED-0A97992E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569" y="457200"/>
            <a:ext cx="1378906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سبقها</a:t>
            </a:r>
          </a:p>
        </p:txBody>
      </p:sp>
      <p:sp>
        <p:nvSpPr>
          <p:cNvPr id="6" name="shape-310">
            <a:extLst xmlns:a="http://schemas.openxmlformats.org/drawingml/2006/main">
              <a:ext uri="{FF2B5EF4-FFF2-40B4-BE49-F238E27FC236}">
                <a16:creationId xmlns:a16="http://schemas.microsoft.com/office/drawing/2014/main" id="{095BB2DE-9512-4B12-83B5-339C73B9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7" name="text-311">
            <a:extLst xmlns:a="http://schemas.openxmlformats.org/drawingml/2006/main">
              <a:ext uri="{FF2B5EF4-FFF2-40B4-BE49-F238E27FC236}">
                <a16:creationId xmlns:a16="http://schemas.microsoft.com/office/drawing/2014/main" id="{92EA85BB-0292-4C92-AFDB-031B56C5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8" name="text-312">
            <a:extLst xmlns:a="http://schemas.openxmlformats.org/drawingml/2006/main">
              <a:ext uri="{FF2B5EF4-FFF2-40B4-BE49-F238E27FC236}">
                <a16:creationId xmlns:a16="http://schemas.microsoft.com/office/drawing/2014/main" id="{FAF8E176-E391-4BBF-9048-5A9CCFB9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9" name="text-313">
            <a:extLst xmlns:a="http://schemas.openxmlformats.org/drawingml/2006/main">
              <a:ext uri="{FF2B5EF4-FFF2-40B4-BE49-F238E27FC236}">
                <a16:creationId xmlns:a16="http://schemas.microsoft.com/office/drawing/2014/main" id="{6484D896-8F8C-4ECB-BA33-7A200611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10" name="text-314">
            <a:extLst xmlns:a="http://schemas.openxmlformats.org/drawingml/2006/main">
              <a:ext uri="{FF2B5EF4-FFF2-40B4-BE49-F238E27FC236}">
                <a16:creationId xmlns:a16="http://schemas.microsoft.com/office/drawing/2014/main" id="{2BDE3D3B-A25E-4D47-986A-B0D58F63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1" name="text-315">
            <a:extLst xmlns:a="http://schemas.openxmlformats.org/drawingml/2006/main">
              <a:ext uri="{FF2B5EF4-FFF2-40B4-BE49-F238E27FC236}">
                <a16:creationId xmlns:a16="http://schemas.microsoft.com/office/drawing/2014/main" id="{BBAF7B33-8240-46ED-89C1-A9F31FD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2" name="text-316">
            <a:extLst xmlns:a="http://schemas.openxmlformats.org/drawingml/2006/main">
              <a:ext uri="{FF2B5EF4-FFF2-40B4-BE49-F238E27FC236}">
                <a16:creationId xmlns:a16="http://schemas.microsoft.com/office/drawing/2014/main" id="{621982EF-B575-4A91-942D-0B291FBF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3" name="text-317">
            <a:extLst xmlns:a="http://schemas.openxmlformats.org/drawingml/2006/main">
              <a:ext uri="{FF2B5EF4-FFF2-40B4-BE49-F238E27FC236}">
                <a16:creationId xmlns:a16="http://schemas.microsoft.com/office/drawing/2014/main" id="{7D957577-6D82-4A5D-A4FA-6FD72B08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14" name="text-318">
            <a:extLst xmlns:a="http://schemas.openxmlformats.org/drawingml/2006/main">
              <a:ext uri="{FF2B5EF4-FFF2-40B4-BE49-F238E27FC236}">
                <a16:creationId xmlns:a16="http://schemas.microsoft.com/office/drawing/2014/main" id="{97305073-0F32-4C37-9251-96341A5E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6526" y="1657350"/>
            <a:ext cx="1125874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أساس</a:t>
            </a:r>
          </a:p>
        </p:txBody>
      </p:sp>
      <p:sp>
        <p:nvSpPr>
          <p:cNvPr id="15" name="text-319">
            <a:extLst xmlns:a="http://schemas.openxmlformats.org/drawingml/2006/main">
              <a:ext uri="{FF2B5EF4-FFF2-40B4-BE49-F238E27FC236}">
                <a16:creationId xmlns:a16="http://schemas.microsoft.com/office/drawing/2014/main" id="{EEDD7233-D114-4F91-864E-7700269E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255" y="1657350"/>
            <a:ext cx="1018689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سابق</a:t>
            </a:r>
          </a:p>
        </p:txBody>
      </p:sp>
      <p:sp>
        <p:nvSpPr>
          <p:cNvPr id="16" name="text-320">
            <a:extLst xmlns:a="http://schemas.openxmlformats.org/drawingml/2006/main">
              <a:ext uri="{FF2B5EF4-FFF2-40B4-BE49-F238E27FC236}">
                <a16:creationId xmlns:a16="http://schemas.microsoft.com/office/drawing/2014/main" id="{EFFE2A4E-DF42-4BF2-BCD2-164A45BC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720" y="1657350"/>
            <a:ext cx="690953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لدى</a:t>
            </a:r>
          </a:p>
        </p:txBody>
      </p:sp>
      <p:sp>
        <p:nvSpPr>
          <p:cNvPr id="17" name="text-321">
            <a:extLst xmlns:a="http://schemas.openxmlformats.org/drawingml/2006/main">
              <a:ext uri="{FF2B5EF4-FFF2-40B4-BE49-F238E27FC236}">
                <a16:creationId xmlns:a16="http://schemas.microsoft.com/office/drawing/2014/main" id="{3576D10A-A56B-4DBF-818A-8D73C988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361" y="1657350"/>
            <a:ext cx="1496778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18" name="text-322">
            <a:extLst xmlns:a="http://schemas.openxmlformats.org/drawingml/2006/main">
              <a:ext uri="{FF2B5EF4-FFF2-40B4-BE49-F238E27FC236}">
                <a16:creationId xmlns:a16="http://schemas.microsoft.com/office/drawing/2014/main" id="{E0CB886C-F5CF-43ED-9E23-6BCC20B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105" y="2409825"/>
            <a:ext cx="838295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النموذج</a:t>
            </a:r>
          </a:p>
        </p:txBody>
      </p:sp>
      <p:sp>
        <p:nvSpPr>
          <p:cNvPr id="19" name="text-323">
            <a:extLst xmlns:a="http://schemas.openxmlformats.org/drawingml/2006/main">
              <a:ext uri="{FF2B5EF4-FFF2-40B4-BE49-F238E27FC236}">
                <a16:creationId xmlns:a16="http://schemas.microsoft.com/office/drawing/2014/main" id="{83FB431E-496A-4D6A-8F69-1C68727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411" y="2409825"/>
            <a:ext cx="900875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وخدمات</a:t>
            </a:r>
          </a:p>
        </p:txBody>
      </p:sp>
      <p:sp>
        <p:nvSpPr>
          <p:cNvPr id="20" name="text-324">
            <a:extLst xmlns:a="http://schemas.openxmlformats.org/drawingml/2006/main">
              <a:ext uri="{FF2B5EF4-FFF2-40B4-BE49-F238E27FC236}">
                <a16:creationId xmlns:a16="http://schemas.microsoft.com/office/drawing/2014/main" id="{406E6121-FF5E-45AC-9842-77EAAA2F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868" y="2409825"/>
            <a:ext cx="841724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المعرفة</a:t>
            </a:r>
          </a:p>
        </p:txBody>
      </p:sp>
      <p:sp>
        <p:nvSpPr>
          <p:cNvPr id="21" name="text-325">
            <a:extLst xmlns:a="http://schemas.openxmlformats.org/drawingml/2006/main">
              <a:ext uri="{FF2B5EF4-FFF2-40B4-BE49-F238E27FC236}">
                <a16:creationId xmlns:a16="http://schemas.microsoft.com/office/drawing/2014/main" id="{B7701E77-B5D7-44D9-974C-890236F5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122" y="3019425"/>
            <a:ext cx="702278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البحث</a:t>
            </a:r>
          </a:p>
        </p:txBody>
      </p:sp>
      <p:sp>
        <p:nvSpPr>
          <p:cNvPr id="22" name="text-326">
            <a:extLst xmlns:a="http://schemas.openxmlformats.org/drawingml/2006/main">
              <a:ext uri="{FF2B5EF4-FFF2-40B4-BE49-F238E27FC236}">
                <a16:creationId xmlns:a16="http://schemas.microsoft.com/office/drawing/2014/main" id="{CCC3944D-EB33-454F-83C8-92396BA9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753" y="3019425"/>
            <a:ext cx="97155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التجاوري</a:t>
            </a:r>
          </a:p>
        </p:txBody>
      </p:sp>
      <p:sp>
        <p:nvSpPr>
          <p:cNvPr id="23" name="text-327">
            <a:extLst xmlns:a="http://schemas.openxmlformats.org/drawingml/2006/main">
              <a:ext uri="{FF2B5EF4-FFF2-40B4-BE49-F238E27FC236}">
                <a16:creationId xmlns:a16="http://schemas.microsoft.com/office/drawing/2014/main" id="{3DD888BE-155E-4958-B523-F282F388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34" y="3019425"/>
            <a:ext cx="91440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ومكوّنات</a:t>
            </a:r>
          </a:p>
        </p:txBody>
      </p:sp>
      <p:sp>
        <p:nvSpPr>
          <p:cNvPr id="24" name="text-328">
            <a:extLst xmlns:a="http://schemas.openxmlformats.org/drawingml/2006/main">
              <a:ext uri="{FF2B5EF4-FFF2-40B4-BE49-F238E27FC236}">
                <a16:creationId xmlns:a16="http://schemas.microsoft.com/office/drawing/2014/main" id="{FB5A8C87-8EA6-4F6B-8DE8-E1B9F820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387" y="3019425"/>
            <a:ext cx="725329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العرض</a:t>
            </a:r>
          </a:p>
        </p:txBody>
      </p:sp>
      <p:sp>
        <p:nvSpPr>
          <p:cNvPr id="25" name="text-329">
            <a:extLst xmlns:a="http://schemas.openxmlformats.org/drawingml/2006/main">
              <a:ext uri="{FF2B5EF4-FFF2-40B4-BE49-F238E27FC236}">
                <a16:creationId xmlns:a16="http://schemas.microsoft.com/office/drawing/2014/main" id="{20E8CCFF-6DD1-4562-99AC-C68E3C1F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461" y="1657350"/>
            <a:ext cx="1209589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إضافات</a:t>
            </a:r>
          </a:p>
        </p:txBody>
      </p:sp>
      <p:sp>
        <p:nvSpPr>
          <p:cNvPr id="26" name="text-330">
            <a:extLst xmlns:a="http://schemas.openxmlformats.org/drawingml/2006/main">
              <a:ext uri="{FF2B5EF4-FFF2-40B4-BE49-F238E27FC236}">
                <a16:creationId xmlns:a16="http://schemas.microsoft.com/office/drawing/2014/main" id="{D273A6B9-8999-4380-B3BC-950768CD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942" y="1657350"/>
            <a:ext cx="1326937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التطبيق</a:t>
            </a:r>
          </a:p>
        </p:txBody>
      </p:sp>
      <p:sp>
        <p:nvSpPr>
          <p:cNvPr id="27" name="text-331">
            <a:extLst xmlns:a="http://schemas.openxmlformats.org/drawingml/2006/main">
              <a:ext uri="{FF2B5EF4-FFF2-40B4-BE49-F238E27FC236}">
                <a16:creationId xmlns:a16="http://schemas.microsoft.com/office/drawing/2014/main" id="{9308A4EC-6617-412D-9A82-B1631C46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06" y="1657350"/>
            <a:ext cx="1496254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والتسليم</a:t>
            </a:r>
          </a:p>
        </p:txBody>
      </p:sp>
      <p:sp>
        <p:nvSpPr>
          <p:cNvPr id="28" name="text-332">
            <a:extLst xmlns:a="http://schemas.openxmlformats.org/drawingml/2006/main">
              <a:ext uri="{FF2B5EF4-FFF2-40B4-BE49-F238E27FC236}">
                <a16:creationId xmlns:a16="http://schemas.microsoft.com/office/drawing/2014/main" id="{7D2BBCF0-BFF8-4D8B-BA5E-19599E31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640" y="2409825"/>
            <a:ext cx="61541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عرض</a:t>
            </a:r>
          </a:p>
        </p:txBody>
      </p:sp>
      <p:sp>
        <p:nvSpPr>
          <p:cNvPr id="29" name="text-333">
            <a:extLst xmlns:a="http://schemas.openxmlformats.org/drawingml/2006/main">
              <a:ext uri="{FF2B5EF4-FFF2-40B4-BE49-F238E27FC236}">
                <a16:creationId xmlns:a16="http://schemas.microsoft.com/office/drawing/2014/main" id="{FE21B1D2-F524-4661-8C63-81E9DA65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545" y="2409825"/>
            <a:ext cx="684276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الدليل</a:t>
            </a:r>
          </a:p>
        </p:txBody>
      </p:sp>
      <p:sp>
        <p:nvSpPr>
          <p:cNvPr id="30" name="text-334">
            <a:extLst xmlns:a="http://schemas.openxmlformats.org/drawingml/2006/main">
              <a:ext uri="{FF2B5EF4-FFF2-40B4-BE49-F238E27FC236}">
                <a16:creationId xmlns:a16="http://schemas.microsoft.com/office/drawing/2014/main" id="{E650B37E-9C91-4071-80C8-0733B815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647" y="2409825"/>
            <a:ext cx="632079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والبث</a:t>
            </a:r>
          </a:p>
        </p:txBody>
      </p:sp>
      <p:sp>
        <p:nvSpPr>
          <p:cNvPr id="31" name="text-335">
            <a:extLst xmlns:a="http://schemas.openxmlformats.org/drawingml/2006/main">
              <a:ext uri="{FF2B5EF4-FFF2-40B4-BE49-F238E27FC236}">
                <a16:creationId xmlns:a16="http://schemas.microsoft.com/office/drawing/2014/main" id="{34788671-7019-4C42-B791-19F89944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373" y="2409825"/>
            <a:ext cx="979456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والمتابعة</a:t>
            </a:r>
          </a:p>
        </p:txBody>
      </p:sp>
      <p:sp>
        <p:nvSpPr>
          <p:cNvPr id="32" name="text-336">
            <a:extLst xmlns:a="http://schemas.openxmlformats.org/drawingml/2006/main">
              <a:ext uri="{FF2B5EF4-FFF2-40B4-BE49-F238E27FC236}">
                <a16:creationId xmlns:a16="http://schemas.microsoft.com/office/drawing/2014/main" id="{42AF21AA-70CD-4C15-AFFC-30D2DD9D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69" y="3019425"/>
            <a:ext cx="682181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الفيلم</a:t>
            </a:r>
          </a:p>
        </p:txBody>
      </p:sp>
      <p:sp>
        <p:nvSpPr>
          <p:cNvPr id="33" name="text-337">
            <a:extLst xmlns:a="http://schemas.openxmlformats.org/drawingml/2006/main">
              <a:ext uri="{FF2B5EF4-FFF2-40B4-BE49-F238E27FC236}">
                <a16:creationId xmlns:a16="http://schemas.microsoft.com/office/drawing/2014/main" id="{46D4E626-F029-4EA7-A283-9A2C81A4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242" y="3019425"/>
            <a:ext cx="757809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والمواد</a:t>
            </a:r>
          </a:p>
        </p:txBody>
      </p:sp>
      <p:sp>
        <p:nvSpPr>
          <p:cNvPr id="34" name="text-338">
            <a:extLst xmlns:a="http://schemas.openxmlformats.org/drawingml/2006/main">
              <a:ext uri="{FF2B5EF4-FFF2-40B4-BE49-F238E27FC236}">
                <a16:creationId xmlns:a16="http://schemas.microsoft.com/office/drawing/2014/main" id="{4E60449B-8877-40BC-B030-5BA259B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360" y="3019425"/>
            <a:ext cx="88706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والتقييم</a:t>
            </a:r>
          </a:p>
        </p:txBody>
      </p:sp>
      <p:sp>
        <p:nvSpPr>
          <p:cNvPr id="35" name="text-339">
            <a:extLst xmlns:a="http://schemas.openxmlformats.org/drawingml/2006/main">
              <a:ext uri="{FF2B5EF4-FFF2-40B4-BE49-F238E27FC236}">
                <a16:creationId xmlns:a16="http://schemas.microsoft.com/office/drawing/2014/main" id="{A6603B94-1ABC-4084-9B51-7C811715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60" y="3019425"/>
            <a:ext cx="914781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والفحص</a:t>
            </a:r>
          </a:p>
        </p:txBody>
      </p:sp>
      <p:sp>
        <p:nvSpPr>
          <p:cNvPr id="36" name="text-340">
            <a:extLst xmlns:a="http://schemas.openxmlformats.org/drawingml/2006/main">
              <a:ext uri="{FF2B5EF4-FFF2-40B4-BE49-F238E27FC236}">
                <a16:creationId xmlns:a16="http://schemas.microsoft.com/office/drawing/2014/main" id="{B985E989-E886-4ECC-9844-CAA1E161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639" y="4391025"/>
            <a:ext cx="375761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٥٣</a:t>
            </a:r>
          </a:p>
        </p:txBody>
      </p:sp>
      <p:sp>
        <p:nvSpPr>
          <p:cNvPr id="37" name="text-341">
            <a:extLst xmlns:a="http://schemas.openxmlformats.org/drawingml/2006/main">
              <a:ext uri="{FF2B5EF4-FFF2-40B4-BE49-F238E27FC236}">
                <a16:creationId xmlns:a16="http://schemas.microsoft.com/office/drawing/2014/main" id="{EF4A49FB-39DF-4394-A8B1-BD4C6E19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5420" y="4391025"/>
            <a:ext cx="528447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ملفًا</a:t>
            </a:r>
          </a:p>
        </p:txBody>
      </p:sp>
      <p:sp>
        <p:nvSpPr>
          <p:cNvPr id="38" name="text-342">
            <a:extLst xmlns:a="http://schemas.openxmlformats.org/drawingml/2006/main">
              <a:ext uri="{FF2B5EF4-FFF2-40B4-BE49-F238E27FC236}">
                <a16:creationId xmlns:a16="http://schemas.microsoft.com/office/drawing/2014/main" id="{40D516FD-21D0-48BF-99FD-5A76EA72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739" y="4391025"/>
            <a:ext cx="410908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من</a:t>
            </a:r>
          </a:p>
        </p:txBody>
      </p:sp>
      <p:sp>
        <p:nvSpPr>
          <p:cNvPr id="39" name="text-343">
            <a:extLst xmlns:a="http://schemas.openxmlformats.org/drawingml/2006/main">
              <a:ext uri="{FF2B5EF4-FFF2-40B4-BE49-F238E27FC236}">
                <a16:creationId xmlns:a16="http://schemas.microsoft.com/office/drawing/2014/main" id="{A93C62B0-47EB-455D-8BB4-97041B69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4391025"/>
            <a:ext cx="440626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خط</a:t>
            </a:r>
          </a:p>
        </p:txBody>
      </p:sp>
      <p:sp>
        <p:nvSpPr>
          <p:cNvPr id="40" name="text-344">
            <a:extLst xmlns:a="http://schemas.openxmlformats.org/drawingml/2006/main">
              <a:ext uri="{FF2B5EF4-FFF2-40B4-BE49-F238E27FC236}">
                <a16:creationId xmlns:a16="http://schemas.microsoft.com/office/drawing/2014/main" id="{979D648D-EF61-4D50-8A4C-563AD39A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488" y="4391025"/>
            <a:ext cx="1023080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الأساس</a:t>
            </a:r>
          </a:p>
        </p:txBody>
      </p:sp>
      <p:sp>
        <p:nvSpPr>
          <p:cNvPr id="41" name="text-345">
            <a:extLst xmlns:a="http://schemas.openxmlformats.org/drawingml/2006/main">
              <a:ext uri="{FF2B5EF4-FFF2-40B4-BE49-F238E27FC236}">
                <a16:creationId xmlns:a16="http://schemas.microsoft.com/office/drawing/2014/main" id="{14DD3A60-EEBD-4888-ACCB-BBBBF80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08" y="4391025"/>
            <a:ext cx="743807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متاحة</a:t>
            </a:r>
          </a:p>
        </p:txBody>
      </p:sp>
      <p:sp>
        <p:nvSpPr>
          <p:cNvPr id="42" name="text-346">
            <a:extLst xmlns:a="http://schemas.openxmlformats.org/drawingml/2006/main">
              <a:ext uri="{FF2B5EF4-FFF2-40B4-BE49-F238E27FC236}">
                <a16:creationId xmlns:a16="http://schemas.microsoft.com/office/drawing/2014/main" id="{954863DE-796D-4C7D-BA7A-9244CDBE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059" y="4391025"/>
            <a:ext cx="999077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للمقارنة</a:t>
            </a:r>
          </a:p>
        </p:txBody>
      </p:sp>
      <p:sp>
        <p:nvSpPr>
          <p:cNvPr id="43" name="text-347">
            <a:extLst xmlns:a="http://schemas.openxmlformats.org/drawingml/2006/main">
              <a:ext uri="{FF2B5EF4-FFF2-40B4-BE49-F238E27FC236}">
                <a16:creationId xmlns:a16="http://schemas.microsoft.com/office/drawing/2014/main" id="{C2CE5851-3A7A-44A0-99D5-74961A13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622" y="4391025"/>
            <a:ext cx="361664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مع</a:t>
            </a:r>
          </a:p>
        </p:txBody>
      </p:sp>
      <p:sp>
        <p:nvSpPr>
          <p:cNvPr id="44" name="text-348">
            <a:extLst xmlns:a="http://schemas.openxmlformats.org/drawingml/2006/main">
              <a:ext uri="{FF2B5EF4-FFF2-40B4-BE49-F238E27FC236}">
                <a16:creationId xmlns:a16="http://schemas.microsoft.com/office/drawing/2014/main" id="{1953B6E4-9B5D-4864-A27A-B0FA02CC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204" y="4391025"/>
            <a:ext cx="973646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التطبيق</a:t>
            </a:r>
          </a:p>
        </p:txBody>
      </p:sp>
      <p:sp>
        <p:nvSpPr>
          <p:cNvPr id="45" name="text-349">
            <a:extLst xmlns:a="http://schemas.openxmlformats.org/drawingml/2006/main">
              <a:ext uri="{FF2B5EF4-FFF2-40B4-BE49-F238E27FC236}">
                <a16:creationId xmlns:a16="http://schemas.microsoft.com/office/drawing/2014/main" id="{FFEFC3A3-39EB-4588-9D92-03C2AEC1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706" y="4391025"/>
            <a:ext cx="857726" cy="582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الحالي</a:t>
            </a:r>
          </a:p>
        </p:txBody>
      </p:sp>
      <p:sp>
        <p:nvSpPr>
          <p:cNvPr id="46" name="text-350">
            <a:extLst xmlns:a="http://schemas.openxmlformats.org/drawingml/2006/main">
              <a:ext uri="{FF2B5EF4-FFF2-40B4-BE49-F238E27FC236}">
                <a16:creationId xmlns:a16="http://schemas.microsoft.com/office/drawing/2014/main" id="{9A430D5A-7BBF-4C9E-B3C7-1D74EE8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5536" y="5248275"/>
            <a:ext cx="816864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المقارنة</a:t>
            </a:r>
          </a:p>
        </p:txBody>
      </p:sp>
      <p:sp>
        <p:nvSpPr>
          <p:cNvPr id="47" name="text-351">
            <a:extLst xmlns:a="http://schemas.openxmlformats.org/drawingml/2006/main">
              <a:ext uri="{FF2B5EF4-FFF2-40B4-BE49-F238E27FC236}">
                <a16:creationId xmlns:a16="http://schemas.microsoft.com/office/drawing/2014/main" id="{7A93ADF2-8D8B-4FEB-9AFC-2DC4D580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4320" y="5248275"/>
            <a:ext cx="513302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تثبت</a:t>
            </a:r>
          </a:p>
        </p:txBody>
      </p:sp>
      <p:sp>
        <p:nvSpPr>
          <p:cNvPr id="48" name="text-352">
            <a:extLst xmlns:a="http://schemas.openxmlformats.org/drawingml/2006/main">
              <a:ext uri="{FF2B5EF4-FFF2-40B4-BE49-F238E27FC236}">
                <a16:creationId xmlns:a16="http://schemas.microsoft.com/office/drawing/2014/main" id="{72FC9F00-EC84-4B88-A5E7-573D7E4C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7969" y="5248275"/>
            <a:ext cx="458438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فرق</a:t>
            </a:r>
          </a:p>
        </p:txBody>
      </p:sp>
      <p:sp>
        <p:nvSpPr>
          <p:cNvPr id="49" name="text-353">
            <a:extLst xmlns:a="http://schemas.openxmlformats.org/drawingml/2006/main">
              <a:ext uri="{FF2B5EF4-FFF2-40B4-BE49-F238E27FC236}">
                <a16:creationId xmlns:a16="http://schemas.microsoft.com/office/drawing/2014/main" id="{56DC458F-80AD-431E-8764-6936069B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479" y="5248275"/>
            <a:ext cx="802577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الملفات</a:t>
            </a:r>
          </a:p>
        </p:txBody>
      </p:sp>
      <p:sp>
        <p:nvSpPr>
          <p:cNvPr id="50" name="text-354">
            <a:extLst xmlns:a="http://schemas.openxmlformats.org/drawingml/2006/main">
              <a:ext uri="{FF2B5EF4-FFF2-40B4-BE49-F238E27FC236}">
                <a16:creationId xmlns:a16="http://schemas.microsoft.com/office/drawing/2014/main" id="{3E83463E-B5B3-49FD-B3C6-9D3844F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151" y="5248275"/>
            <a:ext cx="270415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أثر</a:t>
            </a:r>
          </a:p>
        </p:txBody>
      </p:sp>
      <p:sp>
        <p:nvSpPr>
          <p:cNvPr id="51" name="text-355">
            <a:extLst xmlns:a="http://schemas.openxmlformats.org/drawingml/2006/main">
              <a:ext uri="{FF2B5EF4-FFF2-40B4-BE49-F238E27FC236}">
                <a16:creationId xmlns:a16="http://schemas.microsoft.com/office/drawing/2014/main" id="{3EF1C5D2-D790-47A8-8BEF-EB25966E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06" y="5248275"/>
            <a:ext cx="753332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الإضافة</a:t>
            </a:r>
          </a:p>
        </p:txBody>
      </p:sp>
      <p:sp>
        <p:nvSpPr>
          <p:cNvPr id="52" name="text-356">
            <a:extLst xmlns:a="http://schemas.openxmlformats.org/drawingml/2006/main">
              <a:ext uri="{FF2B5EF4-FFF2-40B4-BE49-F238E27FC236}">
                <a16:creationId xmlns:a16="http://schemas.microsoft.com/office/drawing/2014/main" id="{6073F0FD-1A96-439C-BF53-72C330A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157" y="5248275"/>
            <a:ext cx="586835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يحتاج</a:t>
            </a:r>
          </a:p>
        </p:txBody>
      </p:sp>
      <p:sp>
        <p:nvSpPr>
          <p:cNvPr id="53" name="text-357">
            <a:extLst xmlns:a="http://schemas.openxmlformats.org/drawingml/2006/main">
              <a:ext uri="{FF2B5EF4-FFF2-40B4-BE49-F238E27FC236}">
                <a16:creationId xmlns:a16="http://schemas.microsoft.com/office/drawing/2014/main" id="{1A4D2D40-265A-4C90-A195-EB2B2039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638" y="5248275"/>
            <a:ext cx="657606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اختبارًا</a:t>
            </a:r>
          </a:p>
        </p:txBody>
      </p:sp>
      <p:sp>
        <p:nvSpPr>
          <p:cNvPr id="54" name="text-358">
            <a:extLst xmlns:a="http://schemas.openxmlformats.org/drawingml/2006/main">
              <a:ext uri="{FF2B5EF4-FFF2-40B4-BE49-F238E27FC236}">
                <a16:creationId xmlns:a16="http://schemas.microsoft.com/office/drawing/2014/main" id="{F11AE922-FD01-49A3-97BE-904F6355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388" y="5248275"/>
            <a:ext cx="791337" cy="503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مضبوطًا</a:t>
            </a:r>
          </a:p>
        </p:txBody>
      </p:sp>
    </p:spTree>
    <p:extLst>
      <p:ext uri="{BB962C8B-B14F-4D97-AF65-F5344CB8AC3E}">
        <p14:creationId xmlns:p14="http://schemas.microsoft.com/office/powerpoint/2010/main" val="10811163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text-359">
            <a:extLst xmlns:a="http://schemas.openxmlformats.org/drawingml/2006/main">
              <a:ext uri="{FF2B5EF4-FFF2-40B4-BE49-F238E27FC236}">
                <a16:creationId xmlns:a16="http://schemas.microsoft.com/office/drawing/2014/main" id="{FF292DFC-EB2C-4A77-82C1-572208E1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949" y="457200"/>
            <a:ext cx="2007451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الموثوقية</a:t>
            </a:r>
          </a:p>
        </p:txBody>
      </p:sp>
      <p:sp>
        <p:nvSpPr>
          <p:cNvPr id="2" name="text-360">
            <a:extLst xmlns:a="http://schemas.openxmlformats.org/drawingml/2006/main">
              <a:ext uri="{FF2B5EF4-FFF2-40B4-BE49-F238E27FC236}">
                <a16:creationId xmlns:a16="http://schemas.microsoft.com/office/drawing/2014/main" id="{3737B826-7F16-4804-AF9D-107AC8B5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019" y="457200"/>
            <a:ext cx="1309440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النجاح</a:t>
            </a:r>
          </a:p>
        </p:txBody>
      </p:sp>
      <p:sp>
        <p:nvSpPr>
          <p:cNvPr id="3" name="text-361">
            <a:extLst xmlns:a="http://schemas.openxmlformats.org/drawingml/2006/main">
              <a:ext uri="{FF2B5EF4-FFF2-40B4-BE49-F238E27FC236}">
                <a16:creationId xmlns:a16="http://schemas.microsoft.com/office/drawing/2014/main" id="{34B57263-5E09-432D-8246-EFCCA10F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675" y="457200"/>
            <a:ext cx="1118854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وحده</a:t>
            </a:r>
          </a:p>
        </p:txBody>
      </p:sp>
      <p:sp>
        <p:nvSpPr>
          <p:cNvPr id="4" name="text-362">
            <a:extLst xmlns:a="http://schemas.openxmlformats.org/drawingml/2006/main">
              <a:ext uri="{FF2B5EF4-FFF2-40B4-BE49-F238E27FC236}">
                <a16:creationId xmlns:a16="http://schemas.microsoft.com/office/drawing/2014/main" id="{08EE4E2E-74F5-4120-911E-B2C6E414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61" y="457200"/>
            <a:ext cx="345824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لا</a:t>
            </a:r>
          </a:p>
        </p:txBody>
      </p:sp>
      <p:sp>
        <p:nvSpPr>
          <p:cNvPr id="5" name="text-363">
            <a:extLst xmlns:a="http://schemas.openxmlformats.org/drawingml/2006/main">
              <a:ext uri="{FF2B5EF4-FFF2-40B4-BE49-F238E27FC236}">
                <a16:creationId xmlns:a16="http://schemas.microsoft.com/office/drawing/2014/main" id="{B5D68B8B-95ED-455B-836D-938B8548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40" y="457200"/>
            <a:ext cx="1234630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يكفي</a:t>
            </a:r>
          </a:p>
        </p:txBody>
      </p:sp>
      <p:sp>
        <p:nvSpPr>
          <p:cNvPr id="6" name="shape-364">
            <a:extLst xmlns:a="http://schemas.openxmlformats.org/drawingml/2006/main">
              <a:ext uri="{FF2B5EF4-FFF2-40B4-BE49-F238E27FC236}">
                <a16:creationId xmlns:a16="http://schemas.microsoft.com/office/drawing/2014/main" id="{1130C1CA-7244-49B7-9DA4-C3F70BF9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7" name="text-365">
            <a:extLst xmlns:a="http://schemas.openxmlformats.org/drawingml/2006/main">
              <a:ext uri="{FF2B5EF4-FFF2-40B4-BE49-F238E27FC236}">
                <a16:creationId xmlns:a16="http://schemas.microsoft.com/office/drawing/2014/main" id="{A82FFBC7-CC81-4DCA-B473-CEE678DB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8" name="text-366">
            <a:extLst xmlns:a="http://schemas.openxmlformats.org/drawingml/2006/main">
              <a:ext uri="{FF2B5EF4-FFF2-40B4-BE49-F238E27FC236}">
                <a16:creationId xmlns:a16="http://schemas.microsoft.com/office/drawing/2014/main" id="{2E50D3BF-DBA8-4592-BAD3-74224110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9" name="text-367">
            <a:extLst xmlns:a="http://schemas.openxmlformats.org/drawingml/2006/main">
              <a:ext uri="{FF2B5EF4-FFF2-40B4-BE49-F238E27FC236}">
                <a16:creationId xmlns:a16="http://schemas.microsoft.com/office/drawing/2014/main" id="{62AC1E14-C4BC-4562-8EFE-59446229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10" name="text-368">
            <a:extLst xmlns:a="http://schemas.openxmlformats.org/drawingml/2006/main">
              <a:ext uri="{FF2B5EF4-FFF2-40B4-BE49-F238E27FC236}">
                <a16:creationId xmlns:a16="http://schemas.microsoft.com/office/drawing/2014/main" id="{21484C21-46FC-420D-ACB7-61E14A37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1" name="text-369">
            <a:extLst xmlns:a="http://schemas.openxmlformats.org/drawingml/2006/main">
              <a:ext uri="{FF2B5EF4-FFF2-40B4-BE49-F238E27FC236}">
                <a16:creationId xmlns:a16="http://schemas.microsoft.com/office/drawing/2014/main" id="{E6912E2D-9151-4AEC-8142-6F1EA14F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2" name="text-370">
            <a:extLst xmlns:a="http://schemas.openxmlformats.org/drawingml/2006/main">
              <a:ext uri="{FF2B5EF4-FFF2-40B4-BE49-F238E27FC236}">
                <a16:creationId xmlns:a16="http://schemas.microsoft.com/office/drawing/2014/main" id="{45A5D5FD-65AA-4F39-A4C5-1B4A0294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3" name="text-371">
            <a:extLst xmlns:a="http://schemas.openxmlformats.org/drawingml/2006/main">
              <a:ext uri="{FF2B5EF4-FFF2-40B4-BE49-F238E27FC236}">
                <a16:creationId xmlns:a16="http://schemas.microsoft.com/office/drawing/2014/main" id="{E4DF9719-6F55-486B-818C-7C84728D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4" name="text-372">
            <a:extLst xmlns:a="http://schemas.openxmlformats.org/drawingml/2006/main">
              <a:ext uri="{FF2B5EF4-FFF2-40B4-BE49-F238E27FC236}">
                <a16:creationId xmlns:a16="http://schemas.microsoft.com/office/drawing/2014/main" id="{19E4721C-080A-47D7-BE89-47B0DC45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692" y="1581150"/>
            <a:ext cx="867708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مثبت</a:t>
            </a:r>
          </a:p>
        </p:txBody>
      </p:sp>
      <p:sp>
        <p:nvSpPr>
          <p:cNvPr id="15" name="text-373">
            <a:extLst xmlns:a="http://schemas.openxmlformats.org/drawingml/2006/main">
              <a:ext uri="{FF2B5EF4-FFF2-40B4-BE49-F238E27FC236}">
                <a16:creationId xmlns:a16="http://schemas.microsoft.com/office/drawing/2014/main" id="{1CD192D4-4996-43E4-A48C-1254C125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27" y="1581150"/>
            <a:ext cx="621382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في</a:t>
            </a:r>
          </a:p>
        </p:txBody>
      </p:sp>
      <p:sp>
        <p:nvSpPr>
          <p:cNvPr id="16" name="text-374">
            <a:extLst xmlns:a="http://schemas.openxmlformats.org/drawingml/2006/main">
              <a:ext uri="{FF2B5EF4-FFF2-40B4-BE49-F238E27FC236}">
                <a16:creationId xmlns:a16="http://schemas.microsoft.com/office/drawing/2014/main" id="{5D776691-87B7-44B4-86C2-0B2E155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448" y="1581150"/>
            <a:ext cx="1084697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الأمثلة</a:t>
            </a:r>
          </a:p>
        </p:txBody>
      </p:sp>
      <p:sp>
        <p:nvSpPr>
          <p:cNvPr id="17" name="text-375">
            <a:extLst xmlns:a="http://schemas.openxmlformats.org/drawingml/2006/main">
              <a:ext uri="{FF2B5EF4-FFF2-40B4-BE49-F238E27FC236}">
                <a16:creationId xmlns:a16="http://schemas.microsoft.com/office/drawing/2014/main" id="{06758CD6-4A3A-4D44-8DBD-362E7821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350" y="2352675"/>
            <a:ext cx="77905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تصحيح</a:t>
            </a:r>
          </a:p>
        </p:txBody>
      </p:sp>
      <p:sp>
        <p:nvSpPr>
          <p:cNvPr id="18" name="text-376">
            <a:extLst xmlns:a="http://schemas.openxmlformats.org/drawingml/2006/main">
              <a:ext uri="{FF2B5EF4-FFF2-40B4-BE49-F238E27FC236}">
                <a16:creationId xmlns:a16="http://schemas.microsoft.com/office/drawing/2014/main" id="{A7BB58D1-28D0-4255-94A9-F8DA4AC4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919" y="2352675"/>
            <a:ext cx="707612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فرضية</a:t>
            </a:r>
          </a:p>
        </p:txBody>
      </p:sp>
      <p:sp>
        <p:nvSpPr>
          <p:cNvPr id="19" name="text-377">
            <a:extLst xmlns:a="http://schemas.openxmlformats.org/drawingml/2006/main">
              <a:ext uri="{FF2B5EF4-FFF2-40B4-BE49-F238E27FC236}">
                <a16:creationId xmlns:a16="http://schemas.microsoft.com/office/drawing/2014/main" id="{23FBCD2D-2E4E-470B-840D-A72F331A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252" y="2352675"/>
            <a:ext cx="694849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الكعبة</a:t>
            </a:r>
          </a:p>
        </p:txBody>
      </p:sp>
      <p:sp>
        <p:nvSpPr>
          <p:cNvPr id="20" name="text-378">
            <a:extLst xmlns:a="http://schemas.openxmlformats.org/drawingml/2006/main">
              <a:ext uri="{FF2B5EF4-FFF2-40B4-BE49-F238E27FC236}">
                <a16:creationId xmlns:a16="http://schemas.microsoft.com/office/drawing/2014/main" id="{4CB49FA8-2682-4CCB-A4C5-109E884E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702" y="2952750"/>
            <a:ext cx="1012698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استكمال</a:t>
            </a:r>
          </a:p>
        </p:txBody>
      </p:sp>
      <p:sp>
        <p:nvSpPr>
          <p:cNvPr id="21" name="text-379">
            <a:extLst xmlns:a="http://schemas.openxmlformats.org/drawingml/2006/main">
              <a:ext uri="{FF2B5EF4-FFF2-40B4-BE49-F238E27FC236}">
                <a16:creationId xmlns:a16="http://schemas.microsoft.com/office/drawing/2014/main" id="{B2D46077-63F0-48C7-8869-B8D1687A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346" y="2952750"/>
            <a:ext cx="492538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الآية</a:t>
            </a:r>
          </a:p>
        </p:txBody>
      </p:sp>
      <p:sp>
        <p:nvSpPr>
          <p:cNvPr id="22" name="text-380">
            <a:extLst xmlns:a="http://schemas.openxmlformats.org/drawingml/2006/main">
              <a:ext uri="{FF2B5EF4-FFF2-40B4-BE49-F238E27FC236}">
                <a16:creationId xmlns:a16="http://schemas.microsoft.com/office/drawing/2014/main" id="{9593581E-F164-481E-84C7-DE135D57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974" y="2952750"/>
            <a:ext cx="610552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وعدم</a:t>
            </a:r>
          </a:p>
        </p:txBody>
      </p:sp>
      <p:sp>
        <p:nvSpPr>
          <p:cNvPr id="23" name="text-381">
            <a:extLst xmlns:a="http://schemas.openxmlformats.org/drawingml/2006/main">
              <a:ext uri="{FF2B5EF4-FFF2-40B4-BE49-F238E27FC236}">
                <a16:creationId xmlns:a16="http://schemas.microsoft.com/office/drawing/2014/main" id="{509458AE-0B80-40AC-BE8F-23E5FD67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914" y="2952750"/>
            <a:ext cx="793242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اختلاق</a:t>
            </a:r>
          </a:p>
        </p:txBody>
      </p:sp>
      <p:sp>
        <p:nvSpPr>
          <p:cNvPr id="24" name="text-382">
            <a:extLst xmlns:a="http://schemas.openxmlformats.org/drawingml/2006/main">
              <a:ext uri="{FF2B5EF4-FFF2-40B4-BE49-F238E27FC236}">
                <a16:creationId xmlns:a16="http://schemas.microsoft.com/office/drawing/2014/main" id="{8DD29F69-7A40-4AF9-B662-FFDDC4B0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105" y="2952750"/>
            <a:ext cx="68399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حديث</a:t>
            </a:r>
          </a:p>
        </p:txBody>
      </p:sp>
      <p:sp>
        <p:nvSpPr>
          <p:cNvPr id="25" name="text-383">
            <a:extLst xmlns:a="http://schemas.openxmlformats.org/drawingml/2006/main">
              <a:ext uri="{FF2B5EF4-FFF2-40B4-BE49-F238E27FC236}">
                <a16:creationId xmlns:a16="http://schemas.microsoft.com/office/drawing/2014/main" id="{12BB2CE6-1812-4EFC-A0EF-2B0E8866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537" y="3552825"/>
            <a:ext cx="42786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فتح</a:t>
            </a:r>
          </a:p>
        </p:txBody>
      </p:sp>
      <p:sp>
        <p:nvSpPr>
          <p:cNvPr id="26" name="text-384">
            <a:extLst xmlns:a="http://schemas.openxmlformats.org/drawingml/2006/main">
              <a:ext uri="{FF2B5EF4-FFF2-40B4-BE49-F238E27FC236}">
                <a16:creationId xmlns:a16="http://schemas.microsoft.com/office/drawing/2014/main" id="{F03167FA-C0AD-4D43-841C-1F984E8C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906" y="3552825"/>
            <a:ext cx="78581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المصدر</a:t>
            </a:r>
          </a:p>
        </p:txBody>
      </p:sp>
      <p:sp>
        <p:nvSpPr>
          <p:cNvPr id="27" name="text-385">
            <a:extLst xmlns:a="http://schemas.openxmlformats.org/drawingml/2006/main">
              <a:ext uri="{FF2B5EF4-FFF2-40B4-BE49-F238E27FC236}">
                <a16:creationId xmlns:a16="http://schemas.microsoft.com/office/drawing/2014/main" id="{9DE9D64F-D5C9-4745-9C03-CFD542F2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183" y="3552825"/>
            <a:ext cx="374904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من</a:t>
            </a:r>
          </a:p>
        </p:txBody>
      </p:sp>
      <p:sp>
        <p:nvSpPr>
          <p:cNvPr id="28" name="text-386">
            <a:extLst xmlns:a="http://schemas.openxmlformats.org/drawingml/2006/main">
              <a:ext uri="{FF2B5EF4-FFF2-40B4-BE49-F238E27FC236}">
                <a16:creationId xmlns:a16="http://schemas.microsoft.com/office/drawing/2014/main" id="{60101CFA-4C1B-4DD3-8101-6E77B33F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698" y="3552825"/>
            <a:ext cx="756666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الجواب</a:t>
            </a:r>
          </a:p>
        </p:txBody>
      </p:sp>
      <p:sp>
        <p:nvSpPr>
          <p:cNvPr id="29" name="text-387">
            <a:extLst xmlns:a="http://schemas.openxmlformats.org/drawingml/2006/main">
              <a:ext uri="{FF2B5EF4-FFF2-40B4-BE49-F238E27FC236}">
                <a16:creationId xmlns:a16="http://schemas.microsoft.com/office/drawing/2014/main" id="{A24D938F-E17B-4BFF-91B3-7578E8F1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906" y="1581150"/>
            <a:ext cx="897569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ينتظر</a:t>
            </a:r>
          </a:p>
        </p:txBody>
      </p:sp>
      <p:sp>
        <p:nvSpPr>
          <p:cNvPr id="30" name="text-388">
            <a:extLst xmlns:a="http://schemas.openxmlformats.org/drawingml/2006/main">
              <a:ext uri="{FF2B5EF4-FFF2-40B4-BE49-F238E27FC236}">
                <a16:creationId xmlns:a16="http://schemas.microsoft.com/office/drawing/2014/main" id="{57A329F0-7624-48F6-9F5A-0ED4237D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586" y="1581150"/>
            <a:ext cx="872738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إعادة</a:t>
            </a:r>
          </a:p>
        </p:txBody>
      </p:sp>
      <p:sp>
        <p:nvSpPr>
          <p:cNvPr id="31" name="text-389">
            <a:extLst xmlns:a="http://schemas.openxmlformats.org/drawingml/2006/main">
              <a:ext uri="{FF2B5EF4-FFF2-40B4-BE49-F238E27FC236}">
                <a16:creationId xmlns:a16="http://schemas.microsoft.com/office/drawing/2014/main" id="{F4413D19-6C4B-49E0-BBE4-7DD74BC4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509" y="1581150"/>
            <a:ext cx="1218495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التحقق</a:t>
            </a:r>
          </a:p>
        </p:txBody>
      </p:sp>
      <p:sp>
        <p:nvSpPr>
          <p:cNvPr id="32" name="text-390">
            <a:extLst xmlns:a="http://schemas.openxmlformats.org/drawingml/2006/main">
              <a:ext uri="{FF2B5EF4-FFF2-40B4-BE49-F238E27FC236}">
                <a16:creationId xmlns:a16="http://schemas.microsoft.com/office/drawing/2014/main" id="{021C6599-9DAB-420E-A4FB-9EF2ECDE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426" y="2352675"/>
            <a:ext cx="771049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اتساق</a:t>
            </a:r>
          </a:p>
        </p:txBody>
      </p:sp>
      <p:sp>
        <p:nvSpPr>
          <p:cNvPr id="33" name="text-391">
            <a:extLst xmlns:a="http://schemas.openxmlformats.org/drawingml/2006/main">
              <a:ext uri="{FF2B5EF4-FFF2-40B4-BE49-F238E27FC236}">
                <a16:creationId xmlns:a16="http://schemas.microsoft.com/office/drawing/2014/main" id="{0F364FB8-7401-4341-8F3E-2D7AA73D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558" y="2352675"/>
            <a:ext cx="77905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تصحيح</a:t>
            </a:r>
          </a:p>
        </p:txBody>
      </p:sp>
      <p:sp>
        <p:nvSpPr>
          <p:cNvPr id="34" name="text-392">
            <a:extLst xmlns:a="http://schemas.openxmlformats.org/drawingml/2006/main">
              <a:ext uri="{FF2B5EF4-FFF2-40B4-BE49-F238E27FC236}">
                <a16:creationId xmlns:a16="http://schemas.microsoft.com/office/drawing/2014/main" id="{35CF121B-CB0A-4C95-98E5-D90905B0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666" y="2352675"/>
            <a:ext cx="96307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الاقتباس</a:t>
            </a:r>
          </a:p>
        </p:txBody>
      </p:sp>
      <p:sp>
        <p:nvSpPr>
          <p:cNvPr id="35" name="text-393">
            <a:extLst xmlns:a="http://schemas.openxmlformats.org/drawingml/2006/main">
              <a:ext uri="{FF2B5EF4-FFF2-40B4-BE49-F238E27FC236}">
                <a16:creationId xmlns:a16="http://schemas.microsoft.com/office/drawing/2014/main" id="{987B31E2-D01B-443B-BF95-52CE7375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025" y="2352675"/>
            <a:ext cx="863822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المحرّف</a:t>
            </a:r>
          </a:p>
        </p:txBody>
      </p:sp>
      <p:sp>
        <p:nvSpPr>
          <p:cNvPr id="36" name="text-394">
            <a:extLst xmlns:a="http://schemas.openxmlformats.org/drawingml/2006/main">
              <a:ext uri="{FF2B5EF4-FFF2-40B4-BE49-F238E27FC236}">
                <a16:creationId xmlns:a16="http://schemas.microsoft.com/office/drawing/2014/main" id="{9538B85C-C881-4D90-AD36-1E0ACC43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2952750"/>
            <a:ext cx="60198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فروق</a:t>
            </a:r>
          </a:p>
        </p:txBody>
      </p:sp>
      <p:sp>
        <p:nvSpPr>
          <p:cNvPr id="37" name="text-395">
            <a:extLst xmlns:a="http://schemas.openxmlformats.org/drawingml/2006/main">
              <a:ext uri="{FF2B5EF4-FFF2-40B4-BE49-F238E27FC236}">
                <a16:creationId xmlns:a16="http://schemas.microsoft.com/office/drawing/2014/main" id="{1468AE88-2065-4E38-A01B-B9CFBC5C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169" y="2952750"/>
            <a:ext cx="1008507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المفاهيم</a:t>
            </a:r>
          </a:p>
        </p:txBody>
      </p:sp>
      <p:sp>
        <p:nvSpPr>
          <p:cNvPr id="38" name="text-396">
            <a:extLst xmlns:a="http://schemas.openxmlformats.org/drawingml/2006/main">
              <a:ext uri="{FF2B5EF4-FFF2-40B4-BE49-F238E27FC236}">
                <a16:creationId xmlns:a16="http://schemas.microsoft.com/office/drawing/2014/main" id="{5C186BBD-B427-47CE-91C7-7DE63411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8576" y="2952750"/>
            <a:ext cx="858774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والإحالة</a:t>
            </a:r>
          </a:p>
        </p:txBody>
      </p:sp>
      <p:sp>
        <p:nvSpPr>
          <p:cNvPr id="39" name="text-397">
            <a:extLst xmlns:a="http://schemas.openxmlformats.org/drawingml/2006/main">
              <a:ext uri="{FF2B5EF4-FFF2-40B4-BE49-F238E27FC236}">
                <a16:creationId xmlns:a16="http://schemas.microsoft.com/office/drawing/2014/main" id="{47D002F4-31E1-48EA-A380-BD9D3655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1669" y="2952750"/>
            <a:ext cx="1093089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الشخصية</a:t>
            </a:r>
          </a:p>
        </p:txBody>
      </p:sp>
      <p:sp>
        <p:nvSpPr>
          <p:cNvPr id="40" name="text-398">
            <a:extLst xmlns:a="http://schemas.openxmlformats.org/drawingml/2006/main">
              <a:ext uri="{FF2B5EF4-FFF2-40B4-BE49-F238E27FC236}">
                <a16:creationId xmlns:a16="http://schemas.microsoft.com/office/drawing/2014/main" id="{4782313A-2634-4A15-A913-E7AD4DD1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265" y="3552825"/>
            <a:ext cx="91421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الاختصار</a:t>
            </a:r>
          </a:p>
        </p:txBody>
      </p:sp>
      <p:sp>
        <p:nvSpPr>
          <p:cNvPr id="41" name="text-399">
            <a:extLst xmlns:a="http://schemas.openxmlformats.org/drawingml/2006/main">
              <a:ext uri="{FF2B5EF4-FFF2-40B4-BE49-F238E27FC236}">
                <a16:creationId xmlns:a16="http://schemas.microsoft.com/office/drawing/2014/main" id="{A1DD8793-48BD-46F3-B87F-AD1F4743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462" y="3552825"/>
            <a:ext cx="1022985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المناسب</a:t>
            </a:r>
          </a:p>
        </p:txBody>
      </p:sp>
      <p:sp>
        <p:nvSpPr>
          <p:cNvPr id="42" name="text-400">
            <a:extLst xmlns:a="http://schemas.openxmlformats.org/drawingml/2006/main">
              <a:ext uri="{FF2B5EF4-FFF2-40B4-BE49-F238E27FC236}">
                <a16:creationId xmlns:a16="http://schemas.microsoft.com/office/drawing/2014/main" id="{96EA36B0-5F1D-4445-BA38-452722B2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717" y="3552825"/>
            <a:ext cx="933926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للمبتدئ</a:t>
            </a:r>
          </a:p>
        </p:txBody>
      </p:sp>
      <p:sp>
        <p:nvSpPr>
          <p:cNvPr id="43" name="text-401">
            <a:extLst xmlns:a="http://schemas.openxmlformats.org/drawingml/2006/main">
              <a:ext uri="{FF2B5EF4-FFF2-40B4-BE49-F238E27FC236}">
                <a16:creationId xmlns:a16="http://schemas.microsoft.com/office/drawing/2014/main" id="{046F5878-CFE3-43DE-8EBE-751D6F6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309" y="4752975"/>
            <a:ext cx="343091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٢٠</a:t>
            </a:r>
          </a:p>
        </p:txBody>
      </p:sp>
      <p:sp>
        <p:nvSpPr>
          <p:cNvPr id="44" name="text-402">
            <a:extLst xmlns:a="http://schemas.openxmlformats.org/drawingml/2006/main">
              <a:ext uri="{FF2B5EF4-FFF2-40B4-BE49-F238E27FC236}">
                <a16:creationId xmlns:a16="http://schemas.microsoft.com/office/drawing/2014/main" id="{15E6FEC4-4E6A-4923-B660-0253407C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1495" y="4752975"/>
            <a:ext cx="723995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صياغة</a:t>
            </a:r>
          </a:p>
        </p:txBody>
      </p:sp>
      <p:sp>
        <p:nvSpPr>
          <p:cNvPr id="45" name="text-403">
            <a:extLst xmlns:a="http://schemas.openxmlformats.org/drawingml/2006/main">
              <a:ext uri="{FF2B5EF4-FFF2-40B4-BE49-F238E27FC236}">
                <a16:creationId xmlns:a16="http://schemas.microsoft.com/office/drawing/2014/main" id="{C5CA0218-D9D4-43C9-91A3-2DAFD6A0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610" y="4752975"/>
            <a:ext cx="532067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قبول</a:t>
            </a:r>
          </a:p>
        </p:txBody>
      </p:sp>
      <p:sp>
        <p:nvSpPr>
          <p:cNvPr id="46" name="text-404">
            <a:extLst xmlns:a="http://schemas.openxmlformats.org/drawingml/2006/main">
              <a:ext uri="{FF2B5EF4-FFF2-40B4-BE49-F238E27FC236}">
                <a16:creationId xmlns:a16="http://schemas.microsoft.com/office/drawing/2014/main" id="{FC917501-69D5-4D70-B17B-384C7743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394" y="4752975"/>
            <a:ext cx="132397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47" name="text-405">
            <a:extLst xmlns:a="http://schemas.openxmlformats.org/drawingml/2006/main">
              <a:ext uri="{FF2B5EF4-FFF2-40B4-BE49-F238E27FC236}">
                <a16:creationId xmlns:a16="http://schemas.microsoft.com/office/drawing/2014/main" id="{FB7E6288-63DF-4CE1-8979-4B22B41F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272" y="4752975"/>
            <a:ext cx="51730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ثلاث</a:t>
            </a:r>
          </a:p>
        </p:txBody>
      </p:sp>
      <p:sp>
        <p:nvSpPr>
          <p:cNvPr id="48" name="text-406">
            <a:extLst xmlns:a="http://schemas.openxmlformats.org/drawingml/2006/main">
              <a:ext uri="{FF2B5EF4-FFF2-40B4-BE49-F238E27FC236}">
                <a16:creationId xmlns:a16="http://schemas.microsoft.com/office/drawing/2014/main" id="{9EFF36F0-CED5-4AD9-8C9F-41F4C5B4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646" y="4752975"/>
            <a:ext cx="743807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إعادات</a:t>
            </a:r>
          </a:p>
        </p:txBody>
      </p:sp>
      <p:sp>
        <p:nvSpPr>
          <p:cNvPr id="49" name="text-407">
            <a:extLst xmlns:a="http://schemas.openxmlformats.org/drawingml/2006/main">
              <a:ext uri="{FF2B5EF4-FFF2-40B4-BE49-F238E27FC236}">
                <a16:creationId xmlns:a16="http://schemas.microsoft.com/office/drawing/2014/main" id="{9D539F98-A567-4B93-BEBA-D68C37A3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4752975"/>
            <a:ext cx="447770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لكل</a:t>
            </a:r>
          </a:p>
        </p:txBody>
      </p:sp>
      <p:sp>
        <p:nvSpPr>
          <p:cNvPr id="50" name="text-408">
            <a:extLst xmlns:a="http://schemas.openxmlformats.org/drawingml/2006/main">
              <a:ext uri="{FF2B5EF4-FFF2-40B4-BE49-F238E27FC236}">
                <a16:creationId xmlns:a16="http://schemas.microsoft.com/office/drawing/2014/main" id="{9845D70F-76BD-4EF8-B5AC-9C751F92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243" y="4752975"/>
            <a:ext cx="723995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صياغة</a:t>
            </a:r>
          </a:p>
        </p:txBody>
      </p:sp>
      <p:sp>
        <p:nvSpPr>
          <p:cNvPr id="51" name="text-409">
            <a:extLst xmlns:a="http://schemas.openxmlformats.org/drawingml/2006/main">
              <a:ext uri="{FF2B5EF4-FFF2-40B4-BE49-F238E27FC236}">
                <a16:creationId xmlns:a16="http://schemas.microsoft.com/office/drawing/2014/main" id="{2102D492-DF1A-4265-94CC-1FAC08F6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027" y="4752975"/>
            <a:ext cx="132397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52" name="text-410">
            <a:extLst xmlns:a="http://schemas.openxmlformats.org/drawingml/2006/main">
              <a:ext uri="{FF2B5EF4-FFF2-40B4-BE49-F238E27FC236}">
                <a16:creationId xmlns:a16="http://schemas.microsoft.com/office/drawing/2014/main" id="{C4538DDE-170A-4B88-B5A6-CD46B1D8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869" y="4752975"/>
            <a:ext cx="807339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مراجعة</a:t>
            </a:r>
          </a:p>
        </p:txBody>
      </p:sp>
      <p:sp>
        <p:nvSpPr>
          <p:cNvPr id="53" name="text-411">
            <a:extLst xmlns:a="http://schemas.openxmlformats.org/drawingml/2006/main">
              <a:ext uri="{FF2B5EF4-FFF2-40B4-BE49-F238E27FC236}">
                <a16:creationId xmlns:a16="http://schemas.microsoft.com/office/drawing/2014/main" id="{F02AE059-9CA5-480C-8958-1596E83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527" y="4752975"/>
            <a:ext cx="759523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مختص</a:t>
            </a:r>
          </a:p>
        </p:txBody>
      </p:sp>
      <p:sp>
        <p:nvSpPr>
          <p:cNvPr id="54" name="text-412">
            <a:extLst xmlns:a="http://schemas.openxmlformats.org/drawingml/2006/main">
              <a:ext uri="{FF2B5EF4-FFF2-40B4-BE49-F238E27FC236}">
                <a16:creationId xmlns:a16="http://schemas.microsoft.com/office/drawing/2014/main" id="{E94210FF-F649-43E0-B73A-3AF5506C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203" y="4752975"/>
            <a:ext cx="994505" cy="53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للمحتوى</a:t>
            </a:r>
          </a:p>
        </p:txBody>
      </p:sp>
      <p:sp>
        <p:nvSpPr>
          <p:cNvPr id="55" name="text-413">
            <a:extLst xmlns:a="http://schemas.openxmlformats.org/drawingml/2006/main">
              <a:ext uri="{FF2B5EF4-FFF2-40B4-BE49-F238E27FC236}">
                <a16:creationId xmlns:a16="http://schemas.microsoft.com/office/drawing/2014/main" id="{C4567C8E-AA40-496C-A426-3FAE2664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994" y="5467350"/>
            <a:ext cx="581406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المواد</a:t>
            </a:r>
          </a:p>
        </p:txBody>
      </p:sp>
      <p:sp>
        <p:nvSpPr>
          <p:cNvPr id="56" name="text-414">
            <a:extLst xmlns:a="http://schemas.openxmlformats.org/drawingml/2006/main">
              <a:ext uri="{FF2B5EF4-FFF2-40B4-BE49-F238E27FC236}">
                <a16:creationId xmlns:a16="http://schemas.microsoft.com/office/drawing/2014/main" id="{4844D4B0-9C56-4A45-A754-E3FF29C1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314" y="5467350"/>
            <a:ext cx="799814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منشورة</a:t>
            </a:r>
          </a:p>
        </p:txBody>
      </p:sp>
      <p:sp>
        <p:nvSpPr>
          <p:cNvPr id="57" name="text-415">
            <a:extLst xmlns:a="http://schemas.openxmlformats.org/drawingml/2006/main">
              <a:ext uri="{FF2B5EF4-FFF2-40B4-BE49-F238E27FC236}">
                <a16:creationId xmlns:a16="http://schemas.microsoft.com/office/drawing/2014/main" id="{778869E5-9A9F-445F-97B4-FD96C0F5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2" y="5467350"/>
            <a:ext cx="492157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نتائج</a:t>
            </a:r>
          </a:p>
        </p:txBody>
      </p:sp>
      <p:sp>
        <p:nvSpPr>
          <p:cNvPr id="58" name="text-416">
            <a:extLst xmlns:a="http://schemas.openxmlformats.org/drawingml/2006/main">
              <a:ext uri="{FF2B5EF4-FFF2-40B4-BE49-F238E27FC236}">
                <a16:creationId xmlns:a16="http://schemas.microsoft.com/office/drawing/2014/main" id="{F95ABFB6-915A-482F-B4F8-1423FADC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353" y="5467350"/>
            <a:ext cx="590074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إصلاح</a:t>
            </a:r>
          </a:p>
        </p:txBody>
      </p:sp>
      <p:sp>
        <p:nvSpPr>
          <p:cNvPr id="59" name="text-417">
            <a:extLst xmlns:a="http://schemas.openxmlformats.org/drawingml/2006/main">
              <a:ext uri="{FF2B5EF4-FFF2-40B4-BE49-F238E27FC236}">
                <a16:creationId xmlns:a16="http://schemas.microsoft.com/office/drawing/2014/main" id="{0F05BB7E-12FC-43B6-BC5E-85BB0B8B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18" y="5467350"/>
            <a:ext cx="712470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الخدمة</a:t>
            </a:r>
          </a:p>
        </p:txBody>
      </p:sp>
      <p:sp>
        <p:nvSpPr>
          <p:cNvPr id="60" name="text-418">
            <a:extLst xmlns:a="http://schemas.openxmlformats.org/drawingml/2006/main">
              <a:ext uri="{FF2B5EF4-FFF2-40B4-BE49-F238E27FC236}">
                <a16:creationId xmlns:a16="http://schemas.microsoft.com/office/drawing/2014/main" id="{82A59CF9-4851-4D9D-84D9-B2F76F58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5467350"/>
            <a:ext cx="565023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تُضاف</a:t>
            </a:r>
          </a:p>
        </p:txBody>
      </p:sp>
      <p:sp>
        <p:nvSpPr>
          <p:cNvPr id="61" name="text-419">
            <a:extLst xmlns:a="http://schemas.openxmlformats.org/drawingml/2006/main">
              <a:ext uri="{FF2B5EF4-FFF2-40B4-BE49-F238E27FC236}">
                <a16:creationId xmlns:a16="http://schemas.microsoft.com/office/drawing/2014/main" id="{4836A376-4914-4318-BA15-A7D1583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602" y="5467350"/>
            <a:ext cx="349663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بعد</a:t>
            </a:r>
          </a:p>
        </p:txBody>
      </p:sp>
      <p:sp>
        <p:nvSpPr>
          <p:cNvPr id="62" name="text-420">
            <a:extLst xmlns:a="http://schemas.openxmlformats.org/drawingml/2006/main">
              <a:ext uri="{FF2B5EF4-FFF2-40B4-BE49-F238E27FC236}">
                <a16:creationId xmlns:a16="http://schemas.microsoft.com/office/drawing/2014/main" id="{CA90ECAB-17B7-4EAA-A581-361F3A86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170" y="5467350"/>
            <a:ext cx="724567" cy="48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قياسها</a:t>
            </a:r>
          </a:p>
        </p:txBody>
      </p:sp>
    </p:spTree>
    <p:extLst>
      <p:ext uri="{BB962C8B-B14F-4D97-AF65-F5344CB8AC3E}">
        <p14:creationId xmlns:p14="http://schemas.microsoft.com/office/powerpoint/2010/main" val="2465280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ext-421">
            <a:extLst xmlns:a="http://schemas.openxmlformats.org/drawingml/2006/main">
              <a:ext uri="{FF2B5EF4-FFF2-40B4-BE49-F238E27FC236}">
                <a16:creationId xmlns:a16="http://schemas.microsoft.com/office/drawing/2014/main" id="{FA31C81D-29A3-4D5D-A0B6-35078514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8439" y="457200"/>
            <a:ext cx="1513961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تشغيل</a:t>
            </a:r>
          </a:p>
        </p:txBody>
      </p:sp>
      <p:sp>
        <p:nvSpPr>
          <p:cNvPr id="2" name="text-422">
            <a:extLst xmlns:a="http://schemas.openxmlformats.org/drawingml/2006/main">
              <a:ext uri="{FF2B5EF4-FFF2-40B4-BE49-F238E27FC236}">
                <a16:creationId xmlns:a16="http://schemas.microsoft.com/office/drawing/2014/main" id="{42A57EDE-0968-4A35-95DC-B6549754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55" y="457200"/>
            <a:ext cx="1440094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واقعي</a:t>
            </a:r>
          </a:p>
        </p:txBody>
      </p:sp>
      <p:sp>
        <p:nvSpPr>
          <p:cNvPr id="3" name="text-423">
            <a:extLst xmlns:a="http://schemas.openxmlformats.org/drawingml/2006/main">
              <a:ext uri="{FF2B5EF4-FFF2-40B4-BE49-F238E27FC236}">
                <a16:creationId xmlns:a16="http://schemas.microsoft.com/office/drawing/2014/main" id="{C78B00BE-458A-489F-82F3-1A1F8C12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397" y="457200"/>
            <a:ext cx="2178968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ومسؤولية</a:t>
            </a:r>
          </a:p>
        </p:txBody>
      </p:sp>
      <p:sp>
        <p:nvSpPr>
          <p:cNvPr id="4" name="text-424">
            <a:extLst xmlns:a="http://schemas.openxmlformats.org/drawingml/2006/main">
              <a:ext uri="{FF2B5EF4-FFF2-40B4-BE49-F238E27FC236}">
                <a16:creationId xmlns:a16="http://schemas.microsoft.com/office/drawing/2014/main" id="{049EE05C-18E8-4B79-BFDD-630302AD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590" y="457200"/>
            <a:ext cx="1471317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واضحة</a:t>
            </a:r>
          </a:p>
        </p:txBody>
      </p:sp>
      <p:sp>
        <p:nvSpPr>
          <p:cNvPr id="5" name="shape-425">
            <a:extLst xmlns:a="http://schemas.openxmlformats.org/drawingml/2006/main">
              <a:ext uri="{FF2B5EF4-FFF2-40B4-BE49-F238E27FC236}">
                <a16:creationId xmlns:a16="http://schemas.microsoft.com/office/drawing/2014/main" id="{BA3BD27C-DF8F-448B-BA9A-09C14945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6" name="text-426">
            <a:extLst xmlns:a="http://schemas.openxmlformats.org/drawingml/2006/main">
              <a:ext uri="{FF2B5EF4-FFF2-40B4-BE49-F238E27FC236}">
                <a16:creationId xmlns:a16="http://schemas.microsoft.com/office/drawing/2014/main" id="{C09FA09B-30DC-4DEF-A160-0A59AE05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7" name="text-427">
            <a:extLst xmlns:a="http://schemas.openxmlformats.org/drawingml/2006/main">
              <a:ext uri="{FF2B5EF4-FFF2-40B4-BE49-F238E27FC236}">
                <a16:creationId xmlns:a16="http://schemas.microsoft.com/office/drawing/2014/main" id="{0708472C-E867-4C9B-BBFE-3831D188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8" name="text-428">
            <a:extLst xmlns:a="http://schemas.openxmlformats.org/drawingml/2006/main">
              <a:ext uri="{FF2B5EF4-FFF2-40B4-BE49-F238E27FC236}">
                <a16:creationId xmlns:a16="http://schemas.microsoft.com/office/drawing/2014/main" id="{19337B23-1F21-426C-8A2C-76E4262B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9" name="text-429">
            <a:extLst xmlns:a="http://schemas.openxmlformats.org/drawingml/2006/main">
              <a:ext uri="{FF2B5EF4-FFF2-40B4-BE49-F238E27FC236}">
                <a16:creationId xmlns:a16="http://schemas.microsoft.com/office/drawing/2014/main" id="{359DECA3-508D-4BE8-8443-A2B4E5F8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0" name="text-430">
            <a:extLst xmlns:a="http://schemas.openxmlformats.org/drawingml/2006/main">
              <a:ext uri="{FF2B5EF4-FFF2-40B4-BE49-F238E27FC236}">
                <a16:creationId xmlns:a16="http://schemas.microsoft.com/office/drawing/2014/main" id="{921EACEF-6651-4FF8-BA79-B1CD2B2A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1" name="text-431">
            <a:extLst xmlns:a="http://schemas.openxmlformats.org/drawingml/2006/main">
              <a:ext uri="{FF2B5EF4-FFF2-40B4-BE49-F238E27FC236}">
                <a16:creationId xmlns:a16="http://schemas.microsoft.com/office/drawing/2014/main" id="{67F70DB7-F8E5-4D55-8018-CDB0CEC7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2" name="text-432">
            <a:extLst xmlns:a="http://schemas.openxmlformats.org/drawingml/2006/main">
              <a:ext uri="{FF2B5EF4-FFF2-40B4-BE49-F238E27FC236}">
                <a16:creationId xmlns:a16="http://schemas.microsoft.com/office/drawing/2014/main" id="{720B5583-8B03-4EDC-8E79-24863913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3" name="text-433">
            <a:extLst xmlns:a="http://schemas.openxmlformats.org/drawingml/2006/main">
              <a:ext uri="{FF2B5EF4-FFF2-40B4-BE49-F238E27FC236}">
                <a16:creationId xmlns:a16="http://schemas.microsoft.com/office/drawing/2014/main" id="{EC402A1A-093D-4123-9507-1E4CDFCB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484" y="1609725"/>
            <a:ext cx="924916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تكلفة</a:t>
            </a:r>
          </a:p>
        </p:txBody>
      </p:sp>
      <p:sp>
        <p:nvSpPr>
          <p:cNvPr id="14" name="text-434">
            <a:extLst xmlns:a="http://schemas.openxmlformats.org/drawingml/2006/main">
              <a:ext uri="{FF2B5EF4-FFF2-40B4-BE49-F238E27FC236}">
                <a16:creationId xmlns:a16="http://schemas.microsoft.com/office/drawing/2014/main" id="{83FB9B97-CCA1-4B4A-8724-F101026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875" y="1609725"/>
            <a:ext cx="1138028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واضحة</a:t>
            </a:r>
          </a:p>
        </p:txBody>
      </p:sp>
      <p:sp>
        <p:nvSpPr>
          <p:cNvPr id="15" name="text-435">
            <a:extLst xmlns:a="http://schemas.openxmlformats.org/drawingml/2006/main">
              <a:ext uri="{FF2B5EF4-FFF2-40B4-BE49-F238E27FC236}">
                <a16:creationId xmlns:a16="http://schemas.microsoft.com/office/drawing/2014/main" id="{FE35747E-7F8D-42CC-83FB-8962DEF0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998" y="1609725"/>
            <a:ext cx="1521295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المدخلات</a:t>
            </a:r>
          </a:p>
        </p:txBody>
      </p:sp>
      <p:sp>
        <p:nvSpPr>
          <p:cNvPr id="16" name="text-436">
            <a:extLst xmlns:a="http://schemas.openxmlformats.org/drawingml/2006/main">
              <a:ext uri="{FF2B5EF4-FFF2-40B4-BE49-F238E27FC236}">
                <a16:creationId xmlns:a16="http://schemas.microsoft.com/office/drawing/2014/main" id="{12EE92AD-E1BA-4123-8DFC-2EDADE06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9980" y="2381250"/>
            <a:ext cx="107242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استضافة</a:t>
            </a:r>
          </a:p>
        </p:txBody>
      </p:sp>
      <p:sp>
        <p:nvSpPr>
          <p:cNvPr id="17" name="text-437">
            <a:extLst xmlns:a="http://schemas.openxmlformats.org/drawingml/2006/main">
              <a:ext uri="{FF2B5EF4-FFF2-40B4-BE49-F238E27FC236}">
                <a16:creationId xmlns:a16="http://schemas.microsoft.com/office/drawing/2014/main" id="{8F6C390D-1807-42CC-8605-E88AF90A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4130" y="2381250"/>
            <a:ext cx="246031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+</a:t>
            </a:r>
          </a:p>
        </p:txBody>
      </p:sp>
      <p:sp>
        <p:nvSpPr>
          <p:cNvPr id="18" name="text-438">
            <a:extLst xmlns:a="http://schemas.openxmlformats.org/drawingml/2006/main">
              <a:ext uri="{FF2B5EF4-FFF2-40B4-BE49-F238E27FC236}">
                <a16:creationId xmlns:a16="http://schemas.microsoft.com/office/drawing/2014/main" id="{86A94094-85B2-499C-A4AD-BFFE5162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836" y="2381250"/>
            <a:ext cx="746474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طلبات</a:t>
            </a:r>
          </a:p>
        </p:txBody>
      </p:sp>
      <p:sp>
        <p:nvSpPr>
          <p:cNvPr id="19" name="text-439">
            <a:extLst xmlns:a="http://schemas.openxmlformats.org/drawingml/2006/main">
              <a:ext uri="{FF2B5EF4-FFF2-40B4-BE49-F238E27FC236}">
                <a16:creationId xmlns:a16="http://schemas.microsoft.com/office/drawing/2014/main" id="{F5E9C5A3-9EFE-49BF-B98A-BB00609B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434" y="2381250"/>
            <a:ext cx="473583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API</a:t>
            </a:r>
          </a:p>
        </p:txBody>
      </p:sp>
      <p:sp>
        <p:nvSpPr>
          <p:cNvPr id="20" name="text-440">
            <a:extLst xmlns:a="http://schemas.openxmlformats.org/drawingml/2006/main">
              <a:ext uri="{FF2B5EF4-FFF2-40B4-BE49-F238E27FC236}">
                <a16:creationId xmlns:a16="http://schemas.microsoft.com/office/drawing/2014/main" id="{79A3F2F6-725F-4507-AD67-E1DC6E9C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8583" y="2381250"/>
            <a:ext cx="246031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+</a:t>
            </a:r>
          </a:p>
        </p:txBody>
      </p:sp>
      <p:sp>
        <p:nvSpPr>
          <p:cNvPr id="21" name="text-441">
            <a:extLst xmlns:a="http://schemas.openxmlformats.org/drawingml/2006/main">
              <a:ext uri="{FF2B5EF4-FFF2-40B4-BE49-F238E27FC236}">
                <a16:creationId xmlns:a16="http://schemas.microsoft.com/office/drawing/2014/main" id="{53BBD007-340B-4230-83BD-AE24C39C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466" y="2381250"/>
            <a:ext cx="862298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مراجعة</a:t>
            </a:r>
          </a:p>
        </p:txBody>
      </p:sp>
      <p:sp>
        <p:nvSpPr>
          <p:cNvPr id="22" name="text-442">
            <a:extLst xmlns:a="http://schemas.openxmlformats.org/drawingml/2006/main">
              <a:ext uri="{FF2B5EF4-FFF2-40B4-BE49-F238E27FC236}">
                <a16:creationId xmlns:a16="http://schemas.microsoft.com/office/drawing/2014/main" id="{ED007F31-BA4D-428F-A836-0D6AE096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2159" y="2381250"/>
            <a:ext cx="854488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محتوى</a:t>
            </a:r>
          </a:p>
        </p:txBody>
      </p:sp>
      <p:sp>
        <p:nvSpPr>
          <p:cNvPr id="23" name="text-443">
            <a:extLst xmlns:a="http://schemas.openxmlformats.org/drawingml/2006/main">
              <a:ext uri="{FF2B5EF4-FFF2-40B4-BE49-F238E27FC236}">
                <a16:creationId xmlns:a16="http://schemas.microsoft.com/office/drawing/2014/main" id="{51A2CDA9-2F27-4F0B-BF9A-F54ABAF9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308" y="2381250"/>
            <a:ext cx="246031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+</a:t>
            </a:r>
          </a:p>
        </p:txBody>
      </p:sp>
      <p:sp>
        <p:nvSpPr>
          <p:cNvPr id="24" name="text-444">
            <a:extLst xmlns:a="http://schemas.openxmlformats.org/drawingml/2006/main">
              <a:ext uri="{FF2B5EF4-FFF2-40B4-BE49-F238E27FC236}">
                <a16:creationId xmlns:a16="http://schemas.microsoft.com/office/drawing/2014/main" id="{FC725382-9592-4B8B-8AA0-65E655B6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452" y="2381250"/>
            <a:ext cx="1058037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احتياطي</a:t>
            </a:r>
          </a:p>
        </p:txBody>
      </p:sp>
      <p:sp>
        <p:nvSpPr>
          <p:cNvPr id="25" name="text-445">
            <a:extLst xmlns:a="http://schemas.openxmlformats.org/drawingml/2006/main">
              <a:ext uri="{FF2B5EF4-FFF2-40B4-BE49-F238E27FC236}">
                <a16:creationId xmlns:a16="http://schemas.microsoft.com/office/drawing/2014/main" id="{C6E1F093-C725-43EE-B7C9-8C35AFB2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429" y="2381250"/>
            <a:ext cx="866204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تشغيل</a:t>
            </a:r>
          </a:p>
        </p:txBody>
      </p:sp>
      <p:sp>
        <p:nvSpPr>
          <p:cNvPr id="26" name="text-446">
            <a:extLst xmlns:a="http://schemas.openxmlformats.org/drawingml/2006/main">
              <a:ext uri="{FF2B5EF4-FFF2-40B4-BE49-F238E27FC236}">
                <a16:creationId xmlns:a16="http://schemas.microsoft.com/office/drawing/2014/main" id="{EC63EA06-E72D-433E-A06F-B3B3A947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6734" y="3371850"/>
            <a:ext cx="605666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عند</a:t>
            </a:r>
          </a:p>
        </p:txBody>
      </p:sp>
      <p:sp>
        <p:nvSpPr>
          <p:cNvPr id="27" name="text-447">
            <a:extLst xmlns:a="http://schemas.openxmlformats.org/drawingml/2006/main">
              <a:ext uri="{FF2B5EF4-FFF2-40B4-BE49-F238E27FC236}">
                <a16:creationId xmlns:a16="http://schemas.microsoft.com/office/drawing/2014/main" id="{488CEF1D-BC3E-4BAE-A1EE-BBF3B56E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520" y="3371850"/>
            <a:ext cx="940632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تعطل</a:t>
            </a:r>
          </a:p>
        </p:txBody>
      </p:sp>
      <p:sp>
        <p:nvSpPr>
          <p:cNvPr id="28" name="text-448">
            <a:extLst xmlns:a="http://schemas.openxmlformats.org/drawingml/2006/main">
              <a:ext uri="{FF2B5EF4-FFF2-40B4-BE49-F238E27FC236}">
                <a16:creationId xmlns:a16="http://schemas.microsoft.com/office/drawing/2014/main" id="{6A8C0113-DD2B-4D4B-86FB-767BDC9C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575" y="3371850"/>
            <a:ext cx="1156364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الخدمة</a:t>
            </a:r>
          </a:p>
        </p:txBody>
      </p:sp>
      <p:sp>
        <p:nvSpPr>
          <p:cNvPr id="29" name="text-449">
            <a:extLst xmlns:a="http://schemas.openxmlformats.org/drawingml/2006/main">
              <a:ext uri="{FF2B5EF4-FFF2-40B4-BE49-F238E27FC236}">
                <a16:creationId xmlns:a16="http://schemas.microsoft.com/office/drawing/2014/main" id="{39EC4F92-52AC-4319-A97B-27841ECC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5738" y="4133850"/>
            <a:ext cx="726662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رسالة</a:t>
            </a:r>
          </a:p>
        </p:txBody>
      </p:sp>
      <p:sp>
        <p:nvSpPr>
          <p:cNvPr id="30" name="text-450">
            <a:extLst xmlns:a="http://schemas.openxmlformats.org/drawingml/2006/main">
              <a:ext uri="{FF2B5EF4-FFF2-40B4-BE49-F238E27FC236}">
                <a16:creationId xmlns:a16="http://schemas.microsoft.com/office/drawing/2014/main" id="{0942F7CF-B24A-4331-97E8-BD6F2890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582" y="4133850"/>
            <a:ext cx="786384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صريحة</a:t>
            </a:r>
          </a:p>
        </p:txBody>
      </p:sp>
      <p:sp>
        <p:nvSpPr>
          <p:cNvPr id="31" name="text-451">
            <a:extLst xmlns:a="http://schemas.openxmlformats.org/drawingml/2006/main">
              <a:ext uri="{FF2B5EF4-FFF2-40B4-BE49-F238E27FC236}">
                <a16:creationId xmlns:a16="http://schemas.microsoft.com/office/drawing/2014/main" id="{E562E61E-A465-4A2A-9A0C-EEEB5713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054" y="4133850"/>
            <a:ext cx="724757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وإعادة</a:t>
            </a:r>
          </a:p>
        </p:txBody>
      </p:sp>
      <p:sp>
        <p:nvSpPr>
          <p:cNvPr id="32" name="text-452">
            <a:extLst xmlns:a="http://schemas.openxmlformats.org/drawingml/2006/main">
              <a:ext uri="{FF2B5EF4-FFF2-40B4-BE49-F238E27FC236}">
                <a16:creationId xmlns:a16="http://schemas.microsoft.com/office/drawing/2014/main" id="{D8001C48-D410-4812-9789-894796E7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172" y="4133850"/>
            <a:ext cx="501110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آمنة</a:t>
            </a:r>
          </a:p>
        </p:txBody>
      </p:sp>
      <p:sp>
        <p:nvSpPr>
          <p:cNvPr id="33" name="text-453">
            <a:extLst xmlns:a="http://schemas.openxmlformats.org/drawingml/2006/main">
              <a:ext uri="{FF2B5EF4-FFF2-40B4-BE49-F238E27FC236}">
                <a16:creationId xmlns:a16="http://schemas.microsoft.com/office/drawing/2014/main" id="{0803E971-D941-4711-8447-04315F9F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665" y="4133850"/>
            <a:ext cx="927735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والمصدر</a:t>
            </a:r>
          </a:p>
        </p:txBody>
      </p:sp>
      <p:sp>
        <p:nvSpPr>
          <p:cNvPr id="34" name="text-454">
            <a:extLst xmlns:a="http://schemas.openxmlformats.org/drawingml/2006/main">
              <a:ext uri="{FF2B5EF4-FFF2-40B4-BE49-F238E27FC236}">
                <a16:creationId xmlns:a16="http://schemas.microsoft.com/office/drawing/2014/main" id="{1DD709D7-6C6A-4F48-8204-53B95388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833" y="4133850"/>
            <a:ext cx="865060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والعرض</a:t>
            </a:r>
          </a:p>
        </p:txBody>
      </p:sp>
      <p:sp>
        <p:nvSpPr>
          <p:cNvPr id="35" name="text-455">
            <a:extLst xmlns:a="http://schemas.openxmlformats.org/drawingml/2006/main">
              <a:ext uri="{FF2B5EF4-FFF2-40B4-BE49-F238E27FC236}">
                <a16:creationId xmlns:a16="http://schemas.microsoft.com/office/drawing/2014/main" id="{518A978C-AC03-4E0C-ACBD-A1A253B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771" y="4133850"/>
            <a:ext cx="804291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متاحان</a:t>
            </a:r>
          </a:p>
        </p:txBody>
      </p:sp>
      <p:sp>
        <p:nvSpPr>
          <p:cNvPr id="36" name="text-456">
            <a:extLst xmlns:a="http://schemas.openxmlformats.org/drawingml/2006/main">
              <a:ext uri="{FF2B5EF4-FFF2-40B4-BE49-F238E27FC236}">
                <a16:creationId xmlns:a16="http://schemas.microsoft.com/office/drawing/2014/main" id="{1AFAC327-9388-4A9D-8E75-1FDA53D0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653" y="4133850"/>
            <a:ext cx="861346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للاطلاع</a:t>
            </a:r>
          </a:p>
        </p:txBody>
      </p:sp>
      <p:sp>
        <p:nvSpPr>
          <p:cNvPr id="37" name="text-457">
            <a:extLst xmlns:a="http://schemas.openxmlformats.org/drawingml/2006/main">
              <a:ext uri="{FF2B5EF4-FFF2-40B4-BE49-F238E27FC236}">
                <a16:creationId xmlns:a16="http://schemas.microsoft.com/office/drawing/2014/main" id="{9151DC64-5286-4F38-8A88-52917D93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062" y="5162550"/>
            <a:ext cx="420338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تبنٍّ</a:t>
            </a:r>
          </a:p>
        </p:txBody>
      </p:sp>
      <p:sp>
        <p:nvSpPr>
          <p:cNvPr id="38" name="text-458">
            <a:extLst xmlns:a="http://schemas.openxmlformats.org/drawingml/2006/main">
              <a:ext uri="{FF2B5EF4-FFF2-40B4-BE49-F238E27FC236}">
                <a16:creationId xmlns:a16="http://schemas.microsoft.com/office/drawing/2014/main" id="{FCF2F898-4F64-420C-BBFA-F1BF73E7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05" y="5162550"/>
            <a:ext cx="906685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تدريجي</a:t>
            </a:r>
          </a:p>
        </p:txBody>
      </p:sp>
      <p:sp>
        <p:nvSpPr>
          <p:cNvPr id="39" name="text-459">
            <a:extLst xmlns:a="http://schemas.openxmlformats.org/drawingml/2006/main">
              <a:ext uri="{FF2B5EF4-FFF2-40B4-BE49-F238E27FC236}">
                <a16:creationId xmlns:a16="http://schemas.microsoft.com/office/drawing/2014/main" id="{19DBB87C-AE9D-421B-A5B9-50365DA4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818" y="5162550"/>
            <a:ext cx="890016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بإشراف</a:t>
            </a:r>
          </a:p>
        </p:txBody>
      </p:sp>
      <p:sp>
        <p:nvSpPr>
          <p:cNvPr id="40" name="text-460">
            <a:extLst xmlns:a="http://schemas.openxmlformats.org/drawingml/2006/main">
              <a:ext uri="{FF2B5EF4-FFF2-40B4-BE49-F238E27FC236}">
                <a16:creationId xmlns:a16="http://schemas.microsoft.com/office/drawing/2014/main" id="{39B77D35-6E94-4EFB-B59E-88C444E3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710" y="5162550"/>
            <a:ext cx="785336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مختص</a:t>
            </a:r>
          </a:p>
        </p:txBody>
      </p:sp>
      <p:sp>
        <p:nvSpPr>
          <p:cNvPr id="41" name="text-461">
            <a:extLst xmlns:a="http://schemas.openxmlformats.org/drawingml/2006/main">
              <a:ext uri="{FF2B5EF4-FFF2-40B4-BE49-F238E27FC236}">
                <a16:creationId xmlns:a16="http://schemas.microsoft.com/office/drawing/2014/main" id="{46E0833A-2490-421C-9E6D-02CFB209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758" y="5162550"/>
            <a:ext cx="305181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ثم</a:t>
            </a:r>
          </a:p>
        </p:txBody>
      </p:sp>
      <p:sp>
        <p:nvSpPr>
          <p:cNvPr id="42" name="text-462">
            <a:extLst xmlns:a="http://schemas.openxmlformats.org/drawingml/2006/main">
              <a:ext uri="{FF2B5EF4-FFF2-40B4-BE49-F238E27FC236}">
                <a16:creationId xmlns:a16="http://schemas.microsoft.com/office/drawing/2014/main" id="{D710BBF1-D8A3-4D21-BA5D-B8E8D0F3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426" y="5162550"/>
            <a:ext cx="670560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توسّع</a:t>
            </a:r>
          </a:p>
        </p:txBody>
      </p:sp>
      <p:sp>
        <p:nvSpPr>
          <p:cNvPr id="43" name="text-463">
            <a:extLst xmlns:a="http://schemas.openxmlformats.org/drawingml/2006/main">
              <a:ext uri="{FF2B5EF4-FFF2-40B4-BE49-F238E27FC236}">
                <a16:creationId xmlns:a16="http://schemas.microsoft.com/office/drawing/2014/main" id="{85A4E980-7A3D-41A8-8FD6-276C7228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4081" y="5162550"/>
            <a:ext cx="399574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بعد</a:t>
            </a:r>
          </a:p>
        </p:txBody>
      </p:sp>
      <p:sp>
        <p:nvSpPr>
          <p:cNvPr id="44" name="text-464">
            <a:extLst xmlns:a="http://schemas.openxmlformats.org/drawingml/2006/main">
              <a:ext uri="{FF2B5EF4-FFF2-40B4-BE49-F238E27FC236}">
                <a16:creationId xmlns:a16="http://schemas.microsoft.com/office/drawing/2014/main" id="{94D5033D-9912-4C2A-9FE6-E0463351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223" y="5162550"/>
            <a:ext cx="688086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تحقق</a:t>
            </a:r>
          </a:p>
        </p:txBody>
      </p:sp>
      <p:sp>
        <p:nvSpPr>
          <p:cNvPr id="45" name="text-465">
            <a:extLst xmlns:a="http://schemas.openxmlformats.org/drawingml/2006/main">
              <a:ext uri="{FF2B5EF4-FFF2-40B4-BE49-F238E27FC236}">
                <a16:creationId xmlns:a16="http://schemas.microsoft.com/office/drawing/2014/main" id="{C0BEFBCB-F5B6-49FA-B4BD-3519271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58" y="5162550"/>
            <a:ext cx="752094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الجودة</a:t>
            </a:r>
          </a:p>
        </p:txBody>
      </p:sp>
    </p:spTree>
    <p:extLst>
      <p:ext uri="{BB962C8B-B14F-4D97-AF65-F5344CB8AC3E}">
        <p14:creationId xmlns:p14="http://schemas.microsoft.com/office/powerpoint/2010/main" val="918276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466">
            <a:extLst xmlns:a="http://schemas.openxmlformats.org/drawingml/2006/main">
              <a:ext uri="{FF2B5EF4-FFF2-40B4-BE49-F238E27FC236}">
                <a16:creationId xmlns:a16="http://schemas.microsoft.com/office/drawing/2014/main" id="{AB697F8F-DB02-4F2F-A98B-2C92AF7D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577" y="457200"/>
            <a:ext cx="1023823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جرّب</a:t>
            </a:r>
          </a:p>
        </p:txBody>
      </p:sp>
      <p:sp>
        <p:nvSpPr>
          <p:cNvPr id="2" name="text-467">
            <a:extLst xmlns:a="http://schemas.openxmlformats.org/drawingml/2006/main">
              <a:ext uri="{FF2B5EF4-FFF2-40B4-BE49-F238E27FC236}">
                <a16:creationId xmlns:a16="http://schemas.microsoft.com/office/drawing/2014/main" id="{00E545DD-B261-4AD4-8C3C-DD0D9466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243" y="457200"/>
            <a:ext cx="1188844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وافتح</a:t>
            </a:r>
          </a:p>
        </p:txBody>
      </p:sp>
      <p:sp>
        <p:nvSpPr>
          <p:cNvPr id="3" name="text-468">
            <a:extLst xmlns:a="http://schemas.openxmlformats.org/drawingml/2006/main">
              <a:ext uri="{FF2B5EF4-FFF2-40B4-BE49-F238E27FC236}">
                <a16:creationId xmlns:a16="http://schemas.microsoft.com/office/drawing/2014/main" id="{A6DBE49D-0D88-4393-B453-F8442127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516" y="457200"/>
            <a:ext cx="1285237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الدليل</a:t>
            </a:r>
          </a:p>
        </p:txBody>
      </p:sp>
      <p:sp>
        <p:nvSpPr>
          <p:cNvPr id="4" name="text-469">
            <a:extLst xmlns:a="http://schemas.openxmlformats.org/drawingml/2006/main">
              <a:ext uri="{FF2B5EF4-FFF2-40B4-BE49-F238E27FC236}">
                <a16:creationId xmlns:a16="http://schemas.microsoft.com/office/drawing/2014/main" id="{F677F3AE-5D27-4B1A-9F05-1511D1BF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628" y="457200"/>
            <a:ext cx="979399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وأعد</a:t>
            </a:r>
          </a:p>
        </p:txBody>
      </p:sp>
      <p:sp>
        <p:nvSpPr>
          <p:cNvPr id="5" name="text-470">
            <a:extLst xmlns:a="http://schemas.openxmlformats.org/drawingml/2006/main">
              <a:ext uri="{FF2B5EF4-FFF2-40B4-BE49-F238E27FC236}">
                <a16:creationId xmlns:a16="http://schemas.microsoft.com/office/drawing/2014/main" id="{5E6D39AF-18F2-4176-9E4E-B5B10943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422" y="457200"/>
            <a:ext cx="1532715" cy="771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3225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الاختبار</a:t>
            </a:r>
          </a:p>
        </p:txBody>
      </p:sp>
      <p:sp>
        <p:nvSpPr>
          <p:cNvPr id="6" name="shape-471">
            <a:extLst xmlns:a="http://schemas.openxmlformats.org/drawingml/2006/main">
              <a:ext uri="{FF2B5EF4-FFF2-40B4-BE49-F238E27FC236}">
                <a16:creationId xmlns:a16="http://schemas.microsoft.com/office/drawing/2014/main" id="{314BBD8F-371B-4876-BCB5-AE1F9BAA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4A"/>
          </a:solidFill>
          <a:ln xmlns:a="http://schemas.openxmlformats.org/drawingml/2006/main" w="9525">
            <a:noFill/>
          </a:ln>
        </p:spPr>
      </p:sp>
      <p:sp>
        <p:nvSpPr>
          <p:cNvPr id="7" name="text-472">
            <a:extLst xmlns:a="http://schemas.openxmlformats.org/drawingml/2006/main">
              <a:ext uri="{FF2B5EF4-FFF2-40B4-BE49-F238E27FC236}">
                <a16:creationId xmlns:a16="http://schemas.microsoft.com/office/drawing/2014/main" id="{6E0ECE13-E0AA-4AE1-BE9C-946AAFC4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127" y="6324600"/>
            <a:ext cx="65627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سلسبيل</a:t>
            </a:r>
          </a:p>
        </p:txBody>
      </p:sp>
      <p:sp>
        <p:nvSpPr>
          <p:cNvPr id="8" name="text-473">
            <a:extLst xmlns:a="http://schemas.openxmlformats.org/drawingml/2006/main">
              <a:ext uri="{FF2B5EF4-FFF2-40B4-BE49-F238E27FC236}">
                <a16:creationId xmlns:a16="http://schemas.microsoft.com/office/drawing/2014/main" id="{64BF1821-D384-42BD-B983-F9688F83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729" y="6324600"/>
            <a:ext cx="9534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9" name="text-474">
            <a:extLst xmlns:a="http://schemas.openxmlformats.org/drawingml/2006/main">
              <a:ext uri="{FF2B5EF4-FFF2-40B4-BE49-F238E27FC236}">
                <a16:creationId xmlns:a16="http://schemas.microsoft.com/office/drawing/2014/main" id="{025631FF-F9B7-47DB-A088-B2FE4DA1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521" y="6324600"/>
            <a:ext cx="480155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تسليم</a:t>
            </a:r>
          </a:p>
        </p:txBody>
      </p:sp>
      <p:sp>
        <p:nvSpPr>
          <p:cNvPr id="10" name="text-475">
            <a:extLst xmlns:a="http://schemas.openxmlformats.org/drawingml/2006/main">
              <a:ext uri="{FF2B5EF4-FFF2-40B4-BE49-F238E27FC236}">
                <a16:creationId xmlns:a16="http://schemas.microsoft.com/office/drawing/2014/main" id="{7C17205B-1F41-49E0-9065-8B018E11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786" y="6324600"/>
            <a:ext cx="130683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٥</a:t>
            </a:r>
          </a:p>
        </p:txBody>
      </p:sp>
      <p:sp>
        <p:nvSpPr>
          <p:cNvPr id="11" name="text-476">
            <a:extLst xmlns:a="http://schemas.openxmlformats.org/drawingml/2006/main">
              <a:ext uri="{FF2B5EF4-FFF2-40B4-BE49-F238E27FC236}">
                <a16:creationId xmlns:a16="http://schemas.microsoft.com/office/drawing/2014/main" id="{3A711FFC-C924-4579-8E24-DA7F138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302" y="6324600"/>
            <a:ext cx="396430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أكتوبر</a:t>
            </a:r>
          </a:p>
        </p:txBody>
      </p:sp>
      <p:sp>
        <p:nvSpPr>
          <p:cNvPr id="12" name="text-477">
            <a:extLst xmlns:a="http://schemas.openxmlformats.org/drawingml/2006/main">
              <a:ext uri="{FF2B5EF4-FFF2-40B4-BE49-F238E27FC236}">
                <a16:creationId xmlns:a16="http://schemas.microsoft.com/office/drawing/2014/main" id="{DC6D0AB0-0A14-4F62-A324-6F316C6C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18" y="6324600"/>
            <a:ext cx="408432" cy="36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2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٢٠٢٦</a:t>
            </a:r>
          </a:p>
        </p:txBody>
      </p:sp>
      <p:sp>
        <p:nvSpPr>
          <p:cNvPr id="13" name="text-478">
            <a:extLst xmlns:a="http://schemas.openxmlformats.org/drawingml/2006/main">
              <a:ext uri="{FF2B5EF4-FFF2-40B4-BE49-F238E27FC236}">
                <a16:creationId xmlns:a16="http://schemas.microsoft.com/office/drawing/2014/main" id="{BAE9E5F6-44A1-49BE-B506-6E28CCA1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571500" cy="393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4" name="text-479">
            <a:extLst xmlns:a="http://schemas.openxmlformats.org/drawingml/2006/main">
              <a:ext uri="{FF2B5EF4-FFF2-40B4-BE49-F238E27FC236}">
                <a16:creationId xmlns:a16="http://schemas.microsoft.com/office/drawing/2014/main" id="{74E61115-DB81-43A9-AE53-7CEBA324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43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DCA7E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EDCA7E"/>
                </a:solidFill>
                <a:latin typeface="Tahoma"/>
                <a:ea typeface="Tahoma"/>
                <a:cs typeface="Tahoma"/>
              </a:rPr>
              <a:t>islamicaich.salsabeel.ai</a:t>
            </a:r>
          </a:p>
        </p:txBody>
      </p:sp>
      <p:sp>
        <p:nvSpPr>
          <p:cNvPr id="15" name="text-480">
            <a:extLst xmlns:a="http://schemas.openxmlformats.org/drawingml/2006/main">
              <a:ext uri="{FF2B5EF4-FFF2-40B4-BE49-F238E27FC236}">
                <a16:creationId xmlns:a16="http://schemas.microsoft.com/office/drawing/2014/main" id="{3FE999C0-0A7D-43E0-802D-F50E9A39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0116" y="2828925"/>
            <a:ext cx="869918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الفيديو</a:t>
            </a:r>
          </a:p>
        </p:txBody>
      </p:sp>
      <p:sp>
        <p:nvSpPr>
          <p:cNvPr id="16" name="text-481">
            <a:extLst xmlns:a="http://schemas.openxmlformats.org/drawingml/2006/main">
              <a:ext uri="{FF2B5EF4-FFF2-40B4-BE49-F238E27FC236}">
                <a16:creationId xmlns:a16="http://schemas.microsoft.com/office/drawing/2014/main" id="{5E696505-A2D1-4380-8372-6AB89C0E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181" y="2828925"/>
            <a:ext cx="149257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17" name="text-482">
            <a:extLst xmlns:a="http://schemas.openxmlformats.org/drawingml/2006/main">
              <a:ext uri="{FF2B5EF4-FFF2-40B4-BE49-F238E27FC236}">
                <a16:creationId xmlns:a16="http://schemas.microsoft.com/office/drawing/2014/main" id="{61D06CAA-6C31-4BD2-8C8D-ADB4DF52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316" y="2828925"/>
            <a:ext cx="1115187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المحادثة</a:t>
            </a:r>
          </a:p>
        </p:txBody>
      </p:sp>
      <p:sp>
        <p:nvSpPr>
          <p:cNvPr id="18" name="text-483">
            <a:extLst xmlns:a="http://schemas.openxmlformats.org/drawingml/2006/main">
              <a:ext uri="{FF2B5EF4-FFF2-40B4-BE49-F238E27FC236}">
                <a16:creationId xmlns:a16="http://schemas.microsoft.com/office/drawing/2014/main" id="{91A5E5D9-E81A-43CB-92C6-71683783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382" y="2828925"/>
            <a:ext cx="149257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·</a:t>
            </a:r>
          </a:p>
        </p:txBody>
      </p:sp>
      <p:sp>
        <p:nvSpPr>
          <p:cNvPr id="19" name="text-484">
            <a:extLst xmlns:a="http://schemas.openxmlformats.org/drawingml/2006/main">
              <a:ext uri="{FF2B5EF4-FFF2-40B4-BE49-F238E27FC236}">
                <a16:creationId xmlns:a16="http://schemas.microsoft.com/office/drawing/2014/main" id="{7D266149-E096-4914-9BB4-0EE2902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866" y="2828925"/>
            <a:ext cx="987838" cy="613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475" b="0">
                <a:solidFill>
                  <a:srgbClr val="F1F5ED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F1F5ED"/>
                </a:solidFill>
                <a:latin typeface="Tahoma"/>
                <a:ea typeface="Tahoma"/>
                <a:cs typeface="Tahoma"/>
              </a:rPr>
              <a:t>المصادر</a:t>
            </a:r>
          </a:p>
        </p:txBody>
      </p:sp>
      <p:sp>
        <p:nvSpPr>
          <p:cNvPr id="20" name="text-485">
            <a:extLst xmlns:a="http://schemas.openxmlformats.org/drawingml/2006/main">
              <a:ext uri="{FF2B5EF4-FFF2-40B4-BE49-F238E27FC236}">
                <a16:creationId xmlns:a16="http://schemas.microsoft.com/office/drawing/2014/main" id="{C363F07A-926B-41DD-8BC6-6D562B80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661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78DAC1"/>
                </a:solidFill>
                <a:latin typeface="Tahoma"/>
                <a:ea typeface="Tahoma"/>
                <a:cs typeface="Tahoma"/>
              </a:defRPr>
            </a:pPr>
            <a:r>
              <a:rPr sz="2700" b="0">
                <a:solidFill>
                  <a:srgbClr val="78DAC1"/>
                </a:solidFill>
                <a:latin typeface="Tahoma"/>
                <a:ea typeface="Tahoma"/>
                <a:cs typeface="Tahoma"/>
              </a:rPr>
              <a:t>github.com/Salsabeel-AI/islamicaich</a:t>
            </a:r>
          </a:p>
        </p:txBody>
      </p:sp>
      <p:sp>
        <p:nvSpPr>
          <p:cNvPr id="21" name="text-486">
            <a:extLst xmlns:a="http://schemas.openxmlformats.org/drawingml/2006/main">
              <a:ext uri="{FF2B5EF4-FFF2-40B4-BE49-F238E27FC236}">
                <a16:creationId xmlns:a16="http://schemas.microsoft.com/office/drawing/2014/main" id="{1FD061F3-AA87-4BBC-B2A8-5BDB9D20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658" y="4829175"/>
            <a:ext cx="581120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الكود</a:t>
            </a:r>
          </a:p>
        </p:txBody>
      </p:sp>
      <p:sp>
        <p:nvSpPr>
          <p:cNvPr id="22" name="text-487">
            <a:extLst xmlns:a="http://schemas.openxmlformats.org/drawingml/2006/main">
              <a:ext uri="{FF2B5EF4-FFF2-40B4-BE49-F238E27FC236}">
                <a16:creationId xmlns:a16="http://schemas.microsoft.com/office/drawing/2014/main" id="{AC75DF13-CF21-456C-82E1-751AED01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120" y="4829175"/>
            <a:ext cx="1183767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والمعمارية</a:t>
            </a:r>
          </a:p>
        </p:txBody>
      </p:sp>
      <p:sp>
        <p:nvSpPr>
          <p:cNvPr id="23" name="text-488">
            <a:extLst xmlns:a="http://schemas.openxmlformats.org/drawingml/2006/main">
              <a:ext uri="{FF2B5EF4-FFF2-40B4-BE49-F238E27FC236}">
                <a16:creationId xmlns:a16="http://schemas.microsoft.com/office/drawing/2014/main" id="{F2422A18-EBEB-496C-BC3E-58538F61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825" y="4829175"/>
            <a:ext cx="753523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والأدلة</a:t>
            </a:r>
          </a:p>
        </p:txBody>
      </p:sp>
      <p:sp>
        <p:nvSpPr>
          <p:cNvPr id="24" name="text-489">
            <a:extLst xmlns:a="http://schemas.openxmlformats.org/drawingml/2006/main">
              <a:ext uri="{FF2B5EF4-FFF2-40B4-BE49-F238E27FC236}">
                <a16:creationId xmlns:a16="http://schemas.microsoft.com/office/drawing/2014/main" id="{F366FFCF-3F07-4651-ACCB-ADF75DC6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178" y="4829175"/>
            <a:ext cx="529876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وخط</a:t>
            </a:r>
          </a:p>
        </p:txBody>
      </p:sp>
      <p:sp>
        <p:nvSpPr>
          <p:cNvPr id="25" name="text-490">
            <a:extLst xmlns:a="http://schemas.openxmlformats.org/drawingml/2006/main">
              <a:ext uri="{FF2B5EF4-FFF2-40B4-BE49-F238E27FC236}">
                <a16:creationId xmlns:a16="http://schemas.microsoft.com/office/drawing/2014/main" id="{9AA8C08C-1267-4E49-BE79-142A6F47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858" y="4829175"/>
            <a:ext cx="959548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الأساس</a:t>
            </a:r>
          </a:p>
        </p:txBody>
      </p:sp>
      <p:sp>
        <p:nvSpPr>
          <p:cNvPr id="26" name="text-491">
            <a:extLst xmlns:a="http://schemas.openxmlformats.org/drawingml/2006/main">
              <a:ext uri="{FF2B5EF4-FFF2-40B4-BE49-F238E27FC236}">
                <a16:creationId xmlns:a16="http://schemas.microsoft.com/office/drawing/2014/main" id="{6AF5BB1A-30F6-4D3D-AD06-248ABC56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748" y="4829175"/>
            <a:ext cx="420338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بين</a:t>
            </a:r>
          </a:p>
        </p:txBody>
      </p:sp>
      <p:sp>
        <p:nvSpPr>
          <p:cNvPr id="27" name="text-492">
            <a:extLst xmlns:a="http://schemas.openxmlformats.org/drawingml/2006/main">
              <a:ext uri="{FF2B5EF4-FFF2-40B4-BE49-F238E27FC236}">
                <a16:creationId xmlns:a16="http://schemas.microsoft.com/office/drawing/2014/main" id="{1D99FB9B-FDE8-46B9-AD7F-9AD4711A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122" y="4829175"/>
            <a:ext cx="746855" cy="551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0">
                <a:solidFill>
                  <a:srgbClr val="B9CEC4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B9CEC4"/>
                </a:solidFill>
                <a:latin typeface="Tahoma"/>
                <a:ea typeface="Tahoma"/>
                <a:cs typeface="Tahoma"/>
              </a:rPr>
              <a:t>أيديكم</a:t>
            </a:r>
          </a:p>
        </p:txBody>
      </p:sp>
    </p:spTree>
    <p:extLst>
      <p:ext uri="{BB962C8B-B14F-4D97-AF65-F5344CB8AC3E}">
        <p14:creationId xmlns:p14="http://schemas.microsoft.com/office/powerpoint/2010/main" val="1036206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2026-10-05T12:17:18.6080000Z</dcterms:created>
  <dcterms:modified xsi:type="dcterms:W3CDTF">2026-10-05T12:17:18.6080000Z</dcterms:modified>
</coreProperties>
</file>