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1d534d2414e403f" /><Relationship Type="http://schemas.openxmlformats.org/officeDocument/2006/relationships/extended-properties" Target="/docProps/app.xml" Id="Rf13aee3b0eab4958" /><Relationship Type="http://schemas.openxmlformats.org/officeDocument/2006/relationships/officeDocument" Target="/ppt/presentation.xml" Id="Rd0158b6838834c5d" /></Relationships>
</file>

<file path=ppt/presentation.xml><?xml version="1.0" encoding="utf-8"?>
<p:presentation xmlns:p="http://schemas.openxmlformats.org/presentationml/2006/main">
  <p:sldMasterIdLst>
    <p:sldMasterId xmlns:r="http://schemas.openxmlformats.org/officeDocument/2006/relationships" id="2147483648" r:id="R4a1aaecd111e4138"/>
  </p:sldMasterIdLst>
  <p:notesMasterIdLst>
    <p:notesMasterId xmlns:r="http://schemas.openxmlformats.org/officeDocument/2006/relationships" r:id="Rae321a82223f4b4a"/>
  </p:notesMasterIdLst>
  <p:sldIdLst>
    <p:sldId xmlns:r="http://schemas.openxmlformats.org/officeDocument/2006/relationships" id="256" r:id="R3ae093d6498847f4"/>
    <p:sldId xmlns:r="http://schemas.openxmlformats.org/officeDocument/2006/relationships" id="257" r:id="R6b231ee07bbf4a7b"/>
    <p:sldId xmlns:r="http://schemas.openxmlformats.org/officeDocument/2006/relationships" id="258" r:id="Reced400c28324b9f"/>
    <p:sldId xmlns:r="http://schemas.openxmlformats.org/officeDocument/2006/relationships" id="259" r:id="R7bbc1c5d28b34fef"/>
    <p:sldId xmlns:r="http://schemas.openxmlformats.org/officeDocument/2006/relationships" id="260" r:id="Rfa86ce15aad1426b"/>
    <p:sldId xmlns:r="http://schemas.openxmlformats.org/officeDocument/2006/relationships" id="261" r:id="R0cb8ba030ac44944"/>
    <p:sldId xmlns:r="http://schemas.openxmlformats.org/officeDocument/2006/relationships" id="262" r:id="R9c51e1168a1e4a74"/>
    <p:sldId xmlns:r="http://schemas.openxmlformats.org/officeDocument/2006/relationships" id="263" r:id="Rddd5615eeef14261"/>
    <p:sldId xmlns:r="http://schemas.openxmlformats.org/officeDocument/2006/relationships" id="264" r:id="Rfd363fb8256c42f4"/>
    <p:sldId xmlns:r="http://schemas.openxmlformats.org/officeDocument/2006/relationships" id="265" r:id="Rf50719ff1b744d16"/>
    <p:sldId xmlns:r="http://schemas.openxmlformats.org/officeDocument/2006/relationships" id="266" r:id="Ra3b9b4d0cf884d62"/>
    <p:sldId xmlns:r="http://schemas.openxmlformats.org/officeDocument/2006/relationships" id="267" r:id="R394af146871a43a6"/>
    <p:sldId xmlns:r="http://schemas.openxmlformats.org/officeDocument/2006/relationships" id="268" r:id="R6fb6826e8a6748fb"/>
    <p:sldId xmlns:r="http://schemas.openxmlformats.org/officeDocument/2006/relationships" id="269" r:id="R09b5270ba92944d9"/>
    <p:sldId xmlns:r="http://schemas.openxmlformats.org/officeDocument/2006/relationships" id="270" r:id="Rcc1d1b6597354b99"/>
    <p:sldId xmlns:r="http://schemas.openxmlformats.org/officeDocument/2006/relationships" id="271" r:id="R42073af9ec8746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83852b466e45f1" /><Relationship Type="http://schemas.openxmlformats.org/officeDocument/2006/relationships/slideMaster" Target="/ppt/slideMasters/slideMaster1.xml" Id="R4a1aaecd111e4138" /><Relationship Type="http://schemas.openxmlformats.org/officeDocument/2006/relationships/notesMaster" Target="/ppt/notesMasters/notesMaster1.xml" Id="Rae321a82223f4b4a" /><Relationship Type="http://schemas.openxmlformats.org/officeDocument/2006/relationships/presProps" Target="/ppt/presProps.xml" Id="Raad492b4ebeb4527" /><Relationship Type="http://schemas.openxmlformats.org/officeDocument/2006/relationships/tableStyles" Target="/ppt/tableStyles.xml" Id="R75e9b0d02b504563" /><Relationship Type="http://schemas.openxmlformats.org/officeDocument/2006/relationships/slide" Target="/ppt/slides/slide1.xml" Id="R3ae093d6498847f4" /><Relationship Type="http://schemas.openxmlformats.org/officeDocument/2006/relationships/slide" Target="/ppt/slides/slide2.xml" Id="R6b231ee07bbf4a7b" /><Relationship Type="http://schemas.openxmlformats.org/officeDocument/2006/relationships/slide" Target="/ppt/slides/slide3.xml" Id="Reced400c28324b9f" /><Relationship Type="http://schemas.openxmlformats.org/officeDocument/2006/relationships/slide" Target="/ppt/slides/slide4.xml" Id="R7bbc1c5d28b34fef" /><Relationship Type="http://schemas.openxmlformats.org/officeDocument/2006/relationships/slide" Target="/ppt/slides/slide5.xml" Id="Rfa86ce15aad1426b" /><Relationship Type="http://schemas.openxmlformats.org/officeDocument/2006/relationships/slide" Target="/ppt/slides/slide6.xml" Id="R0cb8ba030ac44944" /><Relationship Type="http://schemas.openxmlformats.org/officeDocument/2006/relationships/slide" Target="/ppt/slides/slide7.xml" Id="R9c51e1168a1e4a74" /><Relationship Type="http://schemas.openxmlformats.org/officeDocument/2006/relationships/slide" Target="/ppt/slides/slide8.xml" Id="Rddd5615eeef14261" /><Relationship Type="http://schemas.openxmlformats.org/officeDocument/2006/relationships/slide" Target="/ppt/slides/slide9.xml" Id="Rfd363fb8256c42f4" /><Relationship Type="http://schemas.openxmlformats.org/officeDocument/2006/relationships/slide" Target="/ppt/slides/slide10.xml" Id="Rf50719ff1b744d16" /><Relationship Type="http://schemas.openxmlformats.org/officeDocument/2006/relationships/slide" Target="/ppt/slides/slide11.xml" Id="Ra3b9b4d0cf884d62" /><Relationship Type="http://schemas.openxmlformats.org/officeDocument/2006/relationships/slide" Target="/ppt/slides/slide12.xml" Id="R394af146871a43a6" /><Relationship Type="http://schemas.openxmlformats.org/officeDocument/2006/relationships/slide" Target="/ppt/slides/slide13.xml" Id="R6fb6826e8a6748fb" /><Relationship Type="http://schemas.openxmlformats.org/officeDocument/2006/relationships/slide" Target="/ppt/slides/slide14.xml" Id="R09b5270ba92944d9" /><Relationship Type="http://schemas.openxmlformats.org/officeDocument/2006/relationships/slide" Target="/ppt/slides/slide15.xml" Id="Rcc1d1b6597354b99" /><Relationship Type="http://schemas.openxmlformats.org/officeDocument/2006/relationships/slide" Target="/ppt/slides/slide16.xml" Id="R42073af9ec8746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fb2535389548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b434d91a6e4d76" /><Relationship Type="http://schemas.openxmlformats.org/officeDocument/2006/relationships/notesMaster" Target="/ppt/notesMasters/notesMaster1.xml" Id="Re037e892795d48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f3cb7d67f845f3" /><Relationship Type="http://schemas.openxmlformats.org/officeDocument/2006/relationships/notesMaster" Target="/ppt/notesMasters/notesMaster1.xml" Id="Rb9472719f2a54e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ff53b860da4f50" /><Relationship Type="http://schemas.openxmlformats.org/officeDocument/2006/relationships/notesMaster" Target="/ppt/notesMasters/notesMaster1.xml" Id="R08d13632f32649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73c0b1728f4c0d" /><Relationship Type="http://schemas.openxmlformats.org/officeDocument/2006/relationships/notesMaster" Target="/ppt/notesMasters/notesMaster1.xml" Id="R31fe4ed32fd247a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85ac5070d148d6" /><Relationship Type="http://schemas.openxmlformats.org/officeDocument/2006/relationships/notesMaster" Target="/ppt/notesMasters/notesMaster1.xml" Id="Rfa978d8269e640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c5db9acaca4b9b" /><Relationship Type="http://schemas.openxmlformats.org/officeDocument/2006/relationships/notesMaster" Target="/ppt/notesMasters/notesMaster1.xml" Id="R78469083544e47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23c7b3a27c4b26" /><Relationship Type="http://schemas.openxmlformats.org/officeDocument/2006/relationships/notesMaster" Target="/ppt/notesMasters/notesMaster1.xml" Id="R518ab34fbff043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f67f3acdbd43f7" /><Relationship Type="http://schemas.openxmlformats.org/officeDocument/2006/relationships/notesMaster" Target="/ppt/notesMasters/notesMaster1.xml" Id="Rf8b576191ff84a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a1072e2cae414059" /><Relationship Type="http://schemas.openxmlformats.org/officeDocument/2006/relationships/notesMaster" Target="/ppt/notesMasters/notesMaster1.xml" Id="Re66e29211e1547a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b4fbef90c5f4195" /><Relationship Type="http://schemas.openxmlformats.org/officeDocument/2006/relationships/notesMaster" Target="/ppt/notesMasters/notesMaster1.xml" Id="Re59b43f7cf7b4d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6d7b2a4937491f" /><Relationship Type="http://schemas.openxmlformats.org/officeDocument/2006/relationships/notesMaster" Target="/ppt/notesMasters/notesMaster1.xml" Id="Rdcbc55f6792648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6cfb0e003447dd" /><Relationship Type="http://schemas.openxmlformats.org/officeDocument/2006/relationships/notesMaster" Target="/ppt/notesMasters/notesMaster1.xml" Id="Rf6690c588441421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1f2ca032fd4c42" /><Relationship Type="http://schemas.openxmlformats.org/officeDocument/2006/relationships/notesMaster" Target="/ppt/notesMasters/notesMaster1.xml" Id="Rbb4fc94ab891458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655d7474e244adf" /><Relationship Type="http://schemas.openxmlformats.org/officeDocument/2006/relationships/notesMaster" Target="/ppt/notesMasters/notesMaster1.xml" Id="R8dd5374fe49b443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8351c4acda34b0b" /><Relationship Type="http://schemas.openxmlformats.org/officeDocument/2006/relationships/notesMaster" Target="/ppt/notesMasters/notesMaster1.xml" Id="R7a2cd7baacd140a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3737665e34481a" /><Relationship Type="http://schemas.openxmlformats.org/officeDocument/2006/relationships/notesMaster" Target="/ppt/notesMasters/notesMaster1.xml" Id="R9ab19551515c448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الاسم المسجل: برق: الذكاء العربي الموثّق لخدمة المعرفة الإسلامية. مجلس سلسبيل اسم تجربة الاستخدام الحالية. المصدر: README.md ودليل المجلس https://islamicaich.salsabeel.ai/judge-guide.html . الادعاء بامتلاك الأوزان يخص برق الفتى، ولا يمتد إلى كل اعتماد في شخصيتي لينة وقبس.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المشهد البصري من الفيلم المعتمد R10 العلماء صور توضيحية لا صور تاريخية فوتوغرافية. الخوارزمي: الجبر ابن الهيثم: البحث التجريبي. لا ندّعي اختراع جميع العلوم أو تشبيهًا تقنيًا يثبت جودة النموذج. مصدر المشهد: media/source/picture.mp4 عند الثانية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سؤال من المرجعية. لقطة فعلية من المجلس الرئيسي في6أكتوبر بعد تثبيت النسخة. أجاب الفتى في4.9ث في هذه العينة وفتح مرجع الجمهرة92923 وطابق نصه. هذه عينة منتقاة لا نسبة دقة عامة. المصدر https://islamic-content.com/post/92923 . evidence/screenshots/council-kaaba-answer.png وcouncil-kaaba-source-text.png.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حقيقية من المجلس الرئيسي بعد تثبيت نسخة6أكتوبر. https://islamicaich.salsabeel.ai/README.md . الفتى نموذج سيادي، ولينة وقبس تجربتان تستخدمان أدوات سلسبيل مع اعتماداتهما المعلنة. لا يثبت هذا المشهد جودة جميع الأجوبة.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دليل المجلس ودليل المستخدم docs/USER_GUIDE_AR.md. الاختيار من البطاقة أو قائمة تحدّث مع. السؤال المقترح يرسل مباشرة. أدوات الكتابة والاختيار تعطل أثناء الطلب لمنع التكرار. المصادر تبدأ بالظهور عند اكتمال الرد النهائي.</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إنتاج حقيقية لقارئ الطبري في جواب الحجرات11 يوم6أكتوبر. https://islamicaich.salsabeel.ai/judge-guide.html . تغيير الشخصية يستعيد محادثتها الحالية أثناء بقاء الصفحة. الإحالة المعروفة ترسل السؤال الأصلي فقط؛ لا تنقل كامل التاريخ.</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مخطط مفاهيمي من architecture/README.md. المجلس يدير اختيار الشخصية والسياق والبث والمصادر. برق الفتى نموذج سلسبيل السيادي. لينة وقبس تستخدمان أدوات سلسبيل واعتمادات إضافية، فلا تنطبق عليهما دعوى امتلاك كل الأوزان. مزود الخدمة منفصل عن كود واجهة التحدي.</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استلهمنا من حفظ الإمام البخاري ودقة ضبطه الفصل بين هوية النص ونقله وشرحه. اللقطة تبين استكمال الآية وموضعها ولا تثبت جميع مكونات براءة أو تشغيل GPU. evidence/screenshots/nmn-nahl-result.jpg. لا تعني هذه العينة اجتياز اختبار تصحيح النص المحرف بكل صياغاته.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اللقطة أصلية. الدعوى تخص قسم البصمة الفارقة فقط يوجد خطأ وزن صرفي معروف أعلى اللقطة لا ندّعي صحته. البحث سابق للتحدي: https://barq.salsabeel.ai/public/reports/barq-findings-public-ar-2026-07-07.html . قوة الاقتران إحصائية وليست حكمًا قطعيًا.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docs/INNOVATION_AR.md وevidence/innovation-register.json. أرقام الطلبات مؤكدة في سجل المالك بتاريخ1أكتوبر؛ ليست براءات ممنوحة ولم نتحقق مستقلا من السجل الرسمي. بحث المتجاور تقرير منشور من المالك؛ لا ادعاء تحكيم أكاديمي. هذه مكونات سابقة للتحدي، والإضافة دمجها في تجربة المشاركة.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أمثلة منتقاة: جدول المواريث التعليمي لورثة مسمين وصافي تركة ليس فتوى شخصية شواهد رشيد 11:78,11:87,11:97 ومرشد18:17. evidence/claims.json C03 وC05.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data-cards/rag/embedding-receipt.json index-receipt.json وretrieval-experiment.json بيانات تضمين وفهرسة سابقة للتحدي. text-embedding-3-small اعتماد خارجي. data-cards/sft/provenance.json وresults.json. الأرقام ليست دقة إجابات SFT مرشح محدود الاستخدام وتراجعاته معلنة.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challenge/README.md وchallenge/baseline/manifest.json. خط الأساس مصدر تاريخي مؤرخ لا إثباتًا مستقلاً لساعة بدء المنافسة. لا تنسب المنصة والأوزان والبحث السابق إلى أيام التحدي.</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إيصال النسخة الثابتة6أكتوبر بعد التحويل17:55:39الرياض. 368 اختبارًا محليًا و60 فحص تشغيل محلي و28 فحصًا عامًا. العينات الحية للشخصيات الثلاث تثبت التشغيل والبث وفتح مراجع محددة، ولا تعطي نسبة دقة عامة. قبس له ملاحظات في اتساع العبارات وإسنادها الدقيق.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النسخة الرئيسية ثابتة للاختبار البشري. التطوير في نطاق مستقل، والأرشيف محفوظ. اعتماد أدوات المعرفة المشتركة لا يعني تجميد محتواها. طلب واحد منفذ وطابور حتى12؛ لا اختبار حمل عام أو اتفاقية SLA. المحادثات مؤقتة.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الرابط الرئيسي للمجلس الثابت. دليل المحكم https://islamicaich.salsabeel.ai/judge-guide.html . الكود والبيانات المسموح بها والأدلة في المستودع العام. مواد العرض توضح نطاق الجاهزية ولا تثبت صحة جميع الأجوبة.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b79c8ee4d04c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b90a70412746f7" /><Relationship Type="http://schemas.openxmlformats.org/officeDocument/2006/relationships/slideLayout" Target="/ppt/slideLayouts/slideLayout1.xml" Id="R1f1d441b5ba445d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1d441b5ba445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ce9d29564f4705" /><Relationship Type="http://schemas.openxmlformats.org/officeDocument/2006/relationships/notesSlide" Target="/ppt/notesSlides/notesSlide1.xml" Id="Rd5023bbc75fb4b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4c24956f1fe4786" /><Relationship Type="http://schemas.openxmlformats.org/officeDocument/2006/relationships/image" Target="/ppt/media/image.png" Id="Rd15746ff6a6845c0" /><Relationship Type="http://schemas.openxmlformats.org/officeDocument/2006/relationships/notesSlide" Target="/ppt/notesSlides/notesSlide2.xml" Id="Ra5a85e89f5934c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a62f00974d84aee" /><Relationship Type="http://schemas.openxmlformats.org/officeDocument/2006/relationships/image" Target="/ppt/media/image.jpeg" Id="Rd37089618f4c49f8" /><Relationship Type="http://schemas.openxmlformats.org/officeDocument/2006/relationships/notesSlide" Target="/ppt/notesSlides/notesSlide3.xml" Id="R681f88f9249342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0557799e581412d" /><Relationship Type="http://schemas.openxmlformats.org/officeDocument/2006/relationships/image" Target="/ppt/media/image2.jpeg" Id="Re02dec31550340c1" /><Relationship Type="http://schemas.openxmlformats.org/officeDocument/2006/relationships/notesSlide" Target="/ppt/notesSlides/notesSlide4.xml" Id="R121c5469f14349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f8cbda83788451b" /><Relationship Type="http://schemas.openxmlformats.org/officeDocument/2006/relationships/image" Target="/ppt/media/image3.jpeg" Id="Re0fa89ac48a5450e" /><Relationship Type="http://schemas.openxmlformats.org/officeDocument/2006/relationships/notesSlide" Target="/ppt/notesSlides/notesSlide5.xml" Id="Rc7eabefb230c4a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8d232bb32c74c23" /><Relationship Type="http://schemas.openxmlformats.org/officeDocument/2006/relationships/image" Target="/ppt/media/image4.jpeg" Id="R8282215074f741b8" /><Relationship Type="http://schemas.openxmlformats.org/officeDocument/2006/relationships/notesSlide" Target="/ppt/notesSlides/notesSlide6.xml" Id="R3778c43cea874d1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a865601d404cde" /><Relationship Type="http://schemas.openxmlformats.org/officeDocument/2006/relationships/notesSlide" Target="/ppt/notesSlides/notesSlide7.xml" Id="R2310c714330f43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9a171291b664436" /><Relationship Type="http://schemas.openxmlformats.org/officeDocument/2006/relationships/image" Target="/ppt/media/image5.jpeg" Id="Re714cb5ef2b14ce1" /><Relationship Type="http://schemas.openxmlformats.org/officeDocument/2006/relationships/notesSlide" Target="/ppt/notesSlides/notesSlide8.xml" Id="R07ab6ad27f7b43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307e4f15c004915" /><Relationship Type="http://schemas.openxmlformats.org/officeDocument/2006/relationships/image" Target="/ppt/media/image6.jpeg" Id="R44123b85416448b1" /><Relationship Type="http://schemas.openxmlformats.org/officeDocument/2006/relationships/notesSlide" Target="/ppt/notesSlides/notesSlide9.xml" Id="R17188181edd54f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128a54dd1a04c58" /><Relationship Type="http://schemas.openxmlformats.org/officeDocument/2006/relationships/notesSlide" Target="/ppt/notesSlides/notesSlide10.xml" Id="R8c0ebfeaa32742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e3cf146636241bf" /><Relationship Type="http://schemas.openxmlformats.org/officeDocument/2006/relationships/image" Target="/ppt/media/image2.png" Id="R8c5f378a07dc41cd" /><Relationship Type="http://schemas.openxmlformats.org/officeDocument/2006/relationships/notesSlide" Target="/ppt/notesSlides/notesSlide11.xml" Id="R7f99b1c23a74435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14582f1c3a34692" /><Relationship Type="http://schemas.openxmlformats.org/officeDocument/2006/relationships/notesSlide" Target="/ppt/notesSlides/notesSlide12.xml" Id="R80de0e4d6dda4b4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e4ab0860e494025" /><Relationship Type="http://schemas.openxmlformats.org/officeDocument/2006/relationships/notesSlide" Target="/ppt/notesSlides/notesSlide13.xml" Id="Rba98d525593c457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fcb7aae4dea4868" /><Relationship Type="http://schemas.openxmlformats.org/officeDocument/2006/relationships/notesSlide" Target="/ppt/notesSlides/notesSlide14.xml" Id="R60a714d4db8241f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3778d53741f4616" /><Relationship Type="http://schemas.openxmlformats.org/officeDocument/2006/relationships/notesSlide" Target="/ppt/notesSlides/notesSlide15.xml" Id="R6ec3076b824e49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29f43622a424578" /><Relationship Type="http://schemas.openxmlformats.org/officeDocument/2006/relationships/notesSlide" Target="/ppt/notesSlides/notesSlide16.xml" Id="R760e6a84981f42fb" /></Relationships>
</file>

<file path=ppt/slides/slide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3" name="shape-1">
            <a:extLst xmlns:a="http://schemas.openxmlformats.org/drawingml/2006/main">
              <a:ext uri="{FF2B5EF4-FFF2-40B4-BE49-F238E27FC236}">
                <a16:creationId xmlns:a16="http://schemas.microsoft.com/office/drawing/2014/main" id="{F046E7DC-A24C-4D2A-96BC-DCC6082C118C}"/>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2" name="text-2">
            <a:extLst xmlns:a="http://schemas.openxmlformats.org/drawingml/2006/main">
              <a:ext uri="{FF2B5EF4-FFF2-40B4-BE49-F238E27FC236}">
                <a16:creationId xmlns:a16="http://schemas.microsoft.com/office/drawing/2014/main" id="{11AEBEB6-F492-4926-8E68-8750D46AD44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3" name="text-3">
            <a:extLst xmlns:a="http://schemas.openxmlformats.org/drawingml/2006/main">
              <a:ext uri="{FF2B5EF4-FFF2-40B4-BE49-F238E27FC236}">
                <a16:creationId xmlns:a16="http://schemas.microsoft.com/office/drawing/2014/main" id="{772CCDBE-300D-4E55-BFFB-65EAEAC6FF9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4" name="text-4">
            <a:extLst xmlns:a="http://schemas.openxmlformats.org/drawingml/2006/main">
              <a:ext uri="{FF2B5EF4-FFF2-40B4-BE49-F238E27FC236}">
                <a16:creationId xmlns:a16="http://schemas.microsoft.com/office/drawing/2014/main" id="{F87B6790-B965-468F-8D2A-901996F7527F}"/>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5" name="text-5">
            <a:extLst xmlns:a="http://schemas.openxmlformats.org/drawingml/2006/main">
              <a:ext uri="{FF2B5EF4-FFF2-40B4-BE49-F238E27FC236}">
                <a16:creationId xmlns:a16="http://schemas.microsoft.com/office/drawing/2014/main" id="{CB771C63-8CA8-450E-8980-30CA905DCA9E}"/>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6" name="text-6">
            <a:extLst xmlns:a="http://schemas.openxmlformats.org/drawingml/2006/main">
              <a:ext uri="{FF2B5EF4-FFF2-40B4-BE49-F238E27FC236}">
                <a16:creationId xmlns:a16="http://schemas.microsoft.com/office/drawing/2014/main" id="{6D2D2EDA-D72A-411B-82DE-0550B4534988}"/>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7" name="text-7">
            <a:extLst xmlns:a="http://schemas.openxmlformats.org/drawingml/2006/main">
              <a:ext uri="{FF2B5EF4-FFF2-40B4-BE49-F238E27FC236}">
                <a16:creationId xmlns:a16="http://schemas.microsoft.com/office/drawing/2014/main" id="{B00DDDD3-B555-4FDB-9FC1-9D40F595C44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8" name="text-8">
            <a:extLst xmlns:a="http://schemas.openxmlformats.org/drawingml/2006/main">
              <a:ext uri="{FF2B5EF4-FFF2-40B4-BE49-F238E27FC236}">
                <a16:creationId xmlns:a16="http://schemas.microsoft.com/office/drawing/2014/main" id="{5C2C2ED3-61B9-43E5-823C-13FA44096AB6}"/>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01</a:t>
            </a:r>
          </a:p>
        </p:txBody>
      </p:sp>
      <p:sp>
        <p:nvSpPr>
          <p:cNvPr id="9" name="text-9">
            <a:extLst xmlns:a="http://schemas.openxmlformats.org/drawingml/2006/main">
              <a:ext uri="{FF2B5EF4-FFF2-40B4-BE49-F238E27FC236}">
                <a16:creationId xmlns:a16="http://schemas.microsoft.com/office/drawing/2014/main" id="{8FA7EF2C-5B39-4FAF-9B15-AD7ACBAAAE93}"/>
              </a:ext>
            </a:extLst>
          </p:cNvPr>
          <p:cNvSpPr>
            <a:spLocks xmlns:a="http://schemas.openxmlformats.org/drawingml/2006/main" noGrp="1"/>
          </p:cNvSpPr>
          <p:nvPr/>
        </p:nvSpPr>
        <p:spPr>
          <a:xfrm xmlns:a="http://schemas.openxmlformats.org/drawingml/2006/main">
            <a:off x="9760527" y="742950"/>
            <a:ext cx="1821873" cy="16354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7350" b="1">
                <a:solidFill>
                  <a:srgbClr val="EDCA7E"/>
                </a:solidFill>
                <a:latin typeface="Tahoma"/>
                <a:ea typeface="Tahoma"/>
                <a:cs typeface="Tahoma"/>
              </a:defRPr>
            </a:pPr>
            <a:r>
              <a:rPr sz="7350" b="1">
                <a:solidFill>
                  <a:srgbClr val="EDCA7E"/>
                </a:solidFill>
                <a:latin typeface="Tahoma"/>
                <a:ea typeface="Tahoma"/>
                <a:cs typeface="Tahoma"/>
              </a:rPr>
              <a:t>برق</a:t>
            </a:r>
          </a:p>
        </p:txBody>
      </p:sp>
      <p:sp>
        <p:nvSpPr>
          <p:cNvPr id="10" name="text-10">
            <a:extLst xmlns:a="http://schemas.openxmlformats.org/drawingml/2006/main">
              <a:ext uri="{FF2B5EF4-FFF2-40B4-BE49-F238E27FC236}">
                <a16:creationId xmlns:a16="http://schemas.microsoft.com/office/drawing/2014/main" id="{DAA3BFDB-CFB4-4453-8EA9-F8721320958C}"/>
              </a:ext>
            </a:extLst>
          </p:cNvPr>
          <p:cNvSpPr>
            <a:spLocks xmlns:a="http://schemas.openxmlformats.org/drawingml/2006/main" noGrp="1"/>
          </p:cNvSpPr>
          <p:nvPr/>
        </p:nvSpPr>
        <p:spPr>
          <a:xfrm xmlns:a="http://schemas.openxmlformats.org/drawingml/2006/main">
            <a:off x="10184503" y="2152650"/>
            <a:ext cx="13978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الذكاء</a:t>
            </a:r>
          </a:p>
        </p:txBody>
      </p:sp>
      <p:sp>
        <p:nvSpPr>
          <p:cNvPr id="11" name="text-11">
            <a:extLst xmlns:a="http://schemas.openxmlformats.org/drawingml/2006/main">
              <a:ext uri="{FF2B5EF4-FFF2-40B4-BE49-F238E27FC236}">
                <a16:creationId xmlns:a16="http://schemas.microsoft.com/office/drawing/2014/main" id="{D108E7D3-831F-45B4-A2BF-AC0F2FF09849}"/>
              </a:ext>
            </a:extLst>
          </p:cNvPr>
          <p:cNvSpPr>
            <a:spLocks xmlns:a="http://schemas.openxmlformats.org/drawingml/2006/main" noGrp="1"/>
          </p:cNvSpPr>
          <p:nvPr/>
        </p:nvSpPr>
        <p:spPr>
          <a:xfrm xmlns:a="http://schemas.openxmlformats.org/drawingml/2006/main">
            <a:off x="8286171" y="2152650"/>
            <a:ext cx="17666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العربي</a:t>
            </a:r>
          </a:p>
        </p:txBody>
      </p:sp>
      <p:sp>
        <p:nvSpPr>
          <p:cNvPr id="12" name="text-12">
            <a:extLst xmlns:a="http://schemas.openxmlformats.org/drawingml/2006/main">
              <a:ext uri="{FF2B5EF4-FFF2-40B4-BE49-F238E27FC236}">
                <a16:creationId xmlns:a16="http://schemas.microsoft.com/office/drawing/2014/main" id="{09692D23-B702-4ED1-9208-C0CD9B664341}"/>
              </a:ext>
            </a:extLst>
          </p:cNvPr>
          <p:cNvSpPr>
            <a:spLocks xmlns:a="http://schemas.openxmlformats.org/drawingml/2006/main" noGrp="1"/>
          </p:cNvSpPr>
          <p:nvPr/>
        </p:nvSpPr>
        <p:spPr>
          <a:xfrm xmlns:a="http://schemas.openxmlformats.org/drawingml/2006/main">
            <a:off x="6367729" y="2152650"/>
            <a:ext cx="178680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الموثّق</a:t>
            </a:r>
          </a:p>
        </p:txBody>
      </p:sp>
      <p:sp>
        <p:nvSpPr>
          <p:cNvPr id="13" name="text-13">
            <a:extLst xmlns:a="http://schemas.openxmlformats.org/drawingml/2006/main">
              <a:ext uri="{FF2B5EF4-FFF2-40B4-BE49-F238E27FC236}">
                <a16:creationId xmlns:a16="http://schemas.microsoft.com/office/drawing/2014/main" id="{D9990E16-B3A0-43A2-9B7F-85E82E2D9C7E}"/>
              </a:ext>
            </a:extLst>
          </p:cNvPr>
          <p:cNvSpPr>
            <a:spLocks xmlns:a="http://schemas.openxmlformats.org/drawingml/2006/main" noGrp="1"/>
          </p:cNvSpPr>
          <p:nvPr/>
        </p:nvSpPr>
        <p:spPr>
          <a:xfrm xmlns:a="http://schemas.openxmlformats.org/drawingml/2006/main">
            <a:off x="9977963" y="2905125"/>
            <a:ext cx="160443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لخدمة</a:t>
            </a:r>
          </a:p>
        </p:txBody>
      </p:sp>
      <p:sp>
        <p:nvSpPr>
          <p:cNvPr id="14" name="text-14">
            <a:extLst xmlns:a="http://schemas.openxmlformats.org/drawingml/2006/main">
              <a:ext uri="{FF2B5EF4-FFF2-40B4-BE49-F238E27FC236}">
                <a16:creationId xmlns:a16="http://schemas.microsoft.com/office/drawing/2014/main" id="{D888DD75-AD90-45AA-9F3F-9C5F7D3A389E}"/>
              </a:ext>
            </a:extLst>
          </p:cNvPr>
          <p:cNvSpPr>
            <a:spLocks xmlns:a="http://schemas.openxmlformats.org/drawingml/2006/main" noGrp="1"/>
          </p:cNvSpPr>
          <p:nvPr/>
        </p:nvSpPr>
        <p:spPr>
          <a:xfrm xmlns:a="http://schemas.openxmlformats.org/drawingml/2006/main">
            <a:off x="7876162" y="2905125"/>
            <a:ext cx="197016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المعرفة</a:t>
            </a:r>
          </a:p>
        </p:txBody>
      </p:sp>
      <p:sp>
        <p:nvSpPr>
          <p:cNvPr id="15" name="text-15">
            <a:extLst xmlns:a="http://schemas.openxmlformats.org/drawingml/2006/main">
              <a:ext uri="{FF2B5EF4-FFF2-40B4-BE49-F238E27FC236}">
                <a16:creationId xmlns:a16="http://schemas.microsoft.com/office/drawing/2014/main" id="{5CA27993-B977-4650-ABF1-376529E62D71}"/>
              </a:ext>
            </a:extLst>
          </p:cNvPr>
          <p:cNvSpPr>
            <a:spLocks xmlns:a="http://schemas.openxmlformats.org/drawingml/2006/main" noGrp="1"/>
          </p:cNvSpPr>
          <p:nvPr/>
        </p:nvSpPr>
        <p:spPr>
          <a:xfrm xmlns:a="http://schemas.openxmlformats.org/drawingml/2006/main">
            <a:off x="5318585" y="2905125"/>
            <a:ext cx="2425941"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الإسلامية</a:t>
            </a:r>
          </a:p>
        </p:txBody>
      </p:sp>
      <p:sp>
        <p:nvSpPr>
          <p:cNvPr id="16" name="text-16">
            <a:extLst xmlns:a="http://schemas.openxmlformats.org/drawingml/2006/main">
              <a:ext uri="{FF2B5EF4-FFF2-40B4-BE49-F238E27FC236}">
                <a16:creationId xmlns:a16="http://schemas.microsoft.com/office/drawing/2014/main" id="{DC240CB8-3366-4B72-939A-FF8FDD449199}"/>
              </a:ext>
            </a:extLst>
          </p:cNvPr>
          <p:cNvSpPr>
            <a:spLocks xmlns:a="http://schemas.openxmlformats.org/drawingml/2006/main" noGrp="1"/>
          </p:cNvSpPr>
          <p:nvPr/>
        </p:nvSpPr>
        <p:spPr>
          <a:xfrm xmlns:a="http://schemas.openxmlformats.org/drawingml/2006/main">
            <a:off x="10306842" y="4086225"/>
            <a:ext cx="1275558"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78DAC1"/>
                </a:solidFill>
                <a:latin typeface="Tahoma"/>
                <a:ea typeface="Tahoma"/>
                <a:cs typeface="Tahoma"/>
              </a:defRPr>
            </a:pPr>
            <a:r>
              <a:rPr sz="2925" b="1">
                <a:solidFill>
                  <a:srgbClr val="78DAC1"/>
                </a:solidFill>
                <a:latin typeface="Tahoma"/>
                <a:ea typeface="Tahoma"/>
                <a:cs typeface="Tahoma"/>
              </a:rPr>
              <a:t>مجلس</a:t>
            </a:r>
          </a:p>
        </p:txBody>
      </p:sp>
      <p:sp>
        <p:nvSpPr>
          <p:cNvPr id="17" name="text-17">
            <a:extLst xmlns:a="http://schemas.openxmlformats.org/drawingml/2006/main">
              <a:ext uri="{FF2B5EF4-FFF2-40B4-BE49-F238E27FC236}">
                <a16:creationId xmlns:a16="http://schemas.microsoft.com/office/drawing/2014/main" id="{50FDFC40-C604-4F34-B2D0-A2F728E9F7A5}"/>
              </a:ext>
            </a:extLst>
          </p:cNvPr>
          <p:cNvSpPr>
            <a:spLocks xmlns:a="http://schemas.openxmlformats.org/drawingml/2006/main" noGrp="1"/>
          </p:cNvSpPr>
          <p:nvPr/>
        </p:nvSpPr>
        <p:spPr>
          <a:xfrm xmlns:a="http://schemas.openxmlformats.org/drawingml/2006/main">
            <a:off x="8549088" y="4086225"/>
            <a:ext cx="1667934"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78DAC1"/>
                </a:solidFill>
                <a:latin typeface="Tahoma"/>
                <a:ea typeface="Tahoma"/>
                <a:cs typeface="Tahoma"/>
              </a:defRPr>
            </a:pPr>
            <a:r>
              <a:rPr sz="2925" b="1">
                <a:solidFill>
                  <a:srgbClr val="78DAC1"/>
                </a:solidFill>
                <a:latin typeface="Tahoma"/>
                <a:ea typeface="Tahoma"/>
                <a:cs typeface="Tahoma"/>
              </a:rPr>
              <a:t>سلسبيل</a:t>
            </a:r>
          </a:p>
        </p:txBody>
      </p:sp>
      <p:sp>
        <p:nvSpPr>
          <p:cNvPr id="18" name="text-18">
            <a:extLst xmlns:a="http://schemas.openxmlformats.org/drawingml/2006/main">
              <a:ext uri="{FF2B5EF4-FFF2-40B4-BE49-F238E27FC236}">
                <a16:creationId xmlns:a16="http://schemas.microsoft.com/office/drawing/2014/main" id="{46A1F136-B04C-4E2A-9140-9A9A58EE8F50}"/>
              </a:ext>
            </a:extLst>
          </p:cNvPr>
          <p:cNvSpPr>
            <a:spLocks xmlns:a="http://schemas.openxmlformats.org/drawingml/2006/main" noGrp="1"/>
          </p:cNvSpPr>
          <p:nvPr/>
        </p:nvSpPr>
        <p:spPr>
          <a:xfrm xmlns:a="http://schemas.openxmlformats.org/drawingml/2006/main">
            <a:off x="10868830" y="4810125"/>
            <a:ext cx="7135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الفتى</a:t>
            </a:r>
          </a:p>
        </p:txBody>
      </p:sp>
      <p:sp>
        <p:nvSpPr>
          <p:cNvPr id="19" name="text-19">
            <a:extLst xmlns:a="http://schemas.openxmlformats.org/drawingml/2006/main">
              <a:ext uri="{FF2B5EF4-FFF2-40B4-BE49-F238E27FC236}">
                <a16:creationId xmlns:a16="http://schemas.microsoft.com/office/drawing/2014/main" id="{84A7E986-9F3C-493F-A2C4-8E1D0BD62FCA}"/>
              </a:ext>
            </a:extLst>
          </p:cNvPr>
          <p:cNvSpPr>
            <a:spLocks xmlns:a="http://schemas.openxmlformats.org/drawingml/2006/main" noGrp="1"/>
          </p:cNvSpPr>
          <p:nvPr/>
        </p:nvSpPr>
        <p:spPr>
          <a:xfrm xmlns:a="http://schemas.openxmlformats.org/drawingml/2006/main">
            <a:off x="10201818" y="4810125"/>
            <a:ext cx="59976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ولينة</a:t>
            </a:r>
          </a:p>
        </p:txBody>
      </p:sp>
      <p:sp>
        <p:nvSpPr>
          <p:cNvPr id="20" name="text-20">
            <a:extLst xmlns:a="http://schemas.openxmlformats.org/drawingml/2006/main">
              <a:ext uri="{FF2B5EF4-FFF2-40B4-BE49-F238E27FC236}">
                <a16:creationId xmlns:a16="http://schemas.microsoft.com/office/drawing/2014/main" id="{F0921B2C-5B65-4154-89FB-636763F9F719}"/>
              </a:ext>
            </a:extLst>
          </p:cNvPr>
          <p:cNvSpPr>
            <a:spLocks xmlns:a="http://schemas.openxmlformats.org/drawingml/2006/main" noGrp="1"/>
          </p:cNvSpPr>
          <p:nvPr/>
        </p:nvSpPr>
        <p:spPr>
          <a:xfrm xmlns:a="http://schemas.openxmlformats.org/drawingml/2006/main">
            <a:off x="9392844" y="4810125"/>
            <a:ext cx="741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وقبس</a:t>
            </a:r>
          </a:p>
        </p:txBody>
      </p:sp>
      <p:sp>
        <p:nvSpPr>
          <p:cNvPr id="21" name="text-21">
            <a:extLst xmlns:a="http://schemas.openxmlformats.org/drawingml/2006/main">
              <a:ext uri="{FF2B5EF4-FFF2-40B4-BE49-F238E27FC236}">
                <a16:creationId xmlns:a16="http://schemas.microsoft.com/office/drawing/2014/main" id="{1F47E5CE-C028-439A-9C29-181489EE2360}"/>
              </a:ext>
            </a:extLst>
          </p:cNvPr>
          <p:cNvSpPr>
            <a:spLocks xmlns:a="http://schemas.openxmlformats.org/drawingml/2006/main" noGrp="1"/>
          </p:cNvSpPr>
          <p:nvPr/>
        </p:nvSpPr>
        <p:spPr>
          <a:xfrm xmlns:a="http://schemas.openxmlformats.org/drawingml/2006/main">
            <a:off x="8850429" y="4810125"/>
            <a:ext cx="4751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لكل</a:t>
            </a:r>
          </a:p>
        </p:txBody>
      </p:sp>
      <p:sp>
        <p:nvSpPr>
          <p:cNvPr id="22" name="text-22">
            <a:extLst xmlns:a="http://schemas.openxmlformats.org/drawingml/2006/main">
              <a:ext uri="{FF2B5EF4-FFF2-40B4-BE49-F238E27FC236}">
                <a16:creationId xmlns:a16="http://schemas.microsoft.com/office/drawing/2014/main" id="{EDCF2453-BD69-4D9A-90E9-D28DDCF7AF0C}"/>
              </a:ext>
            </a:extLst>
          </p:cNvPr>
          <p:cNvSpPr>
            <a:spLocks xmlns:a="http://schemas.openxmlformats.org/drawingml/2006/main" noGrp="1"/>
          </p:cNvSpPr>
          <p:nvPr/>
        </p:nvSpPr>
        <p:spPr>
          <a:xfrm xmlns:a="http://schemas.openxmlformats.org/drawingml/2006/main">
            <a:off x="8087272" y="4810125"/>
            <a:ext cx="6959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سؤال</a:t>
            </a:r>
          </a:p>
        </p:txBody>
      </p:sp>
      <p:sp>
        <p:nvSpPr>
          <p:cNvPr id="23" name="text-23">
            <a:extLst xmlns:a="http://schemas.openxmlformats.org/drawingml/2006/main">
              <a:ext uri="{FF2B5EF4-FFF2-40B4-BE49-F238E27FC236}">
                <a16:creationId xmlns:a16="http://schemas.microsoft.com/office/drawing/2014/main" id="{45D2F1DB-E7C0-4052-BECD-F6EDCE83CDBA}"/>
              </a:ext>
            </a:extLst>
          </p:cNvPr>
          <p:cNvSpPr>
            <a:spLocks xmlns:a="http://schemas.openxmlformats.org/drawingml/2006/main" noGrp="1"/>
          </p:cNvSpPr>
          <p:nvPr/>
        </p:nvSpPr>
        <p:spPr>
          <a:xfrm xmlns:a="http://schemas.openxmlformats.org/drawingml/2006/main">
            <a:off x="7409468" y="4810125"/>
            <a:ext cx="6105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رفيق</a:t>
            </a:r>
          </a:p>
        </p:txBody>
      </p:sp>
      <p:sp>
        <p:nvSpPr>
          <p:cNvPr id="24" name="text-24">
            <a:extLst xmlns:a="http://schemas.openxmlformats.org/drawingml/2006/main">
              <a:ext uri="{FF2B5EF4-FFF2-40B4-BE49-F238E27FC236}">
                <a16:creationId xmlns:a16="http://schemas.microsoft.com/office/drawing/2014/main" id="{08808E45-4FD7-4D43-B604-A097C31866E1}"/>
              </a:ext>
            </a:extLst>
          </p:cNvPr>
          <p:cNvSpPr>
            <a:spLocks xmlns:a="http://schemas.openxmlformats.org/drawingml/2006/main" noGrp="1"/>
          </p:cNvSpPr>
          <p:nvPr/>
        </p:nvSpPr>
        <p:spPr>
          <a:xfrm xmlns:a="http://schemas.openxmlformats.org/drawingml/2006/main">
            <a:off x="6622961" y="4810125"/>
            <a:ext cx="7192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معرفة</a:t>
            </a:r>
          </a:p>
        </p:txBody>
      </p:sp>
      <p:sp>
        <p:nvSpPr>
          <p:cNvPr id="25" name="text-25">
            <a:extLst xmlns:a="http://schemas.openxmlformats.org/drawingml/2006/main">
              <a:ext uri="{FF2B5EF4-FFF2-40B4-BE49-F238E27FC236}">
                <a16:creationId xmlns:a16="http://schemas.microsoft.com/office/drawing/2014/main" id="{4A18FB08-5329-4C1A-B602-AA5E0821C3D6}"/>
              </a:ext>
            </a:extLst>
          </p:cNvPr>
          <p:cNvSpPr>
            <a:spLocks xmlns:a="http://schemas.openxmlformats.org/drawingml/2006/main" noGrp="1"/>
          </p:cNvSpPr>
          <p:nvPr/>
        </p:nvSpPr>
        <p:spPr>
          <a:xfrm xmlns:a="http://schemas.openxmlformats.org/drawingml/2006/main">
            <a:off x="10929362" y="5467350"/>
            <a:ext cx="65303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الفريق</a:t>
            </a:r>
          </a:p>
        </p:txBody>
      </p:sp>
      <p:sp>
        <p:nvSpPr>
          <p:cNvPr id="26" name="text-26">
            <a:extLst xmlns:a="http://schemas.openxmlformats.org/drawingml/2006/main">
              <a:ext uri="{FF2B5EF4-FFF2-40B4-BE49-F238E27FC236}">
                <a16:creationId xmlns:a16="http://schemas.microsoft.com/office/drawing/2014/main" id="{EBF2C34B-8F74-4220-9A6E-21187AF24A3D}"/>
              </a:ext>
            </a:extLst>
          </p:cNvPr>
          <p:cNvSpPr>
            <a:spLocks xmlns:a="http://schemas.openxmlformats.org/drawingml/2006/main" noGrp="1"/>
          </p:cNvSpPr>
          <p:nvPr/>
        </p:nvSpPr>
        <p:spPr>
          <a:xfrm xmlns:a="http://schemas.openxmlformats.org/drawingml/2006/main">
            <a:off x="9940014" y="5467350"/>
            <a:ext cx="9369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سلسبيل</a:t>
            </a:r>
          </a:p>
        </p:txBody>
      </p:sp>
      <p:sp>
        <p:nvSpPr>
          <p:cNvPr id="27" name="text-27">
            <a:extLst xmlns:a="http://schemas.openxmlformats.org/drawingml/2006/main">
              <a:ext uri="{FF2B5EF4-FFF2-40B4-BE49-F238E27FC236}">
                <a16:creationId xmlns:a16="http://schemas.microsoft.com/office/drawing/2014/main" id="{5068888B-CF15-4E87-89E0-B241F1C40272}"/>
              </a:ext>
            </a:extLst>
          </p:cNvPr>
          <p:cNvSpPr>
            <a:spLocks xmlns:a="http://schemas.openxmlformats.org/drawingml/2006/main" noGrp="1"/>
          </p:cNvSpPr>
          <p:nvPr/>
        </p:nvSpPr>
        <p:spPr>
          <a:xfrm xmlns:a="http://schemas.openxmlformats.org/drawingml/2006/main">
            <a:off x="9766331" y="54673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28" name="text-28">
            <a:extLst xmlns:a="http://schemas.openxmlformats.org/drawingml/2006/main">
              <a:ext uri="{FF2B5EF4-FFF2-40B4-BE49-F238E27FC236}">
                <a16:creationId xmlns:a16="http://schemas.microsoft.com/office/drawing/2014/main" id="{7B2C6474-C6CD-4893-8DBD-0AA32C2299B8}"/>
              </a:ext>
            </a:extLst>
          </p:cNvPr>
          <p:cNvSpPr>
            <a:spLocks xmlns:a="http://schemas.openxmlformats.org/drawingml/2006/main" noGrp="1"/>
          </p:cNvSpPr>
          <p:nvPr/>
        </p:nvSpPr>
        <p:spPr>
          <a:xfrm xmlns:a="http://schemas.openxmlformats.org/drawingml/2006/main">
            <a:off x="9151165" y="5467350"/>
            <a:ext cx="56277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مسار</a:t>
            </a:r>
          </a:p>
        </p:txBody>
      </p:sp>
      <p:sp>
        <p:nvSpPr>
          <p:cNvPr id="29" name="text-29">
            <a:extLst xmlns:a="http://schemas.openxmlformats.org/drawingml/2006/main">
              <a:ext uri="{FF2B5EF4-FFF2-40B4-BE49-F238E27FC236}">
                <a16:creationId xmlns:a16="http://schemas.microsoft.com/office/drawing/2014/main" id="{155BE439-0928-4C26-8EA3-8BE931FF5C35}"/>
              </a:ext>
            </a:extLst>
          </p:cNvPr>
          <p:cNvSpPr>
            <a:spLocks xmlns:a="http://schemas.openxmlformats.org/drawingml/2006/main" noGrp="1"/>
          </p:cNvSpPr>
          <p:nvPr/>
        </p:nvSpPr>
        <p:spPr>
          <a:xfrm xmlns:a="http://schemas.openxmlformats.org/drawingml/2006/main">
            <a:off x="8531093" y="5467350"/>
            <a:ext cx="56768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الحوار</a:t>
            </a:r>
          </a:p>
        </p:txBody>
      </p:sp>
      <p:sp>
        <p:nvSpPr>
          <p:cNvPr id="30" name="text-30">
            <a:extLst xmlns:a="http://schemas.openxmlformats.org/drawingml/2006/main">
              <a:ext uri="{FF2B5EF4-FFF2-40B4-BE49-F238E27FC236}">
                <a16:creationId xmlns:a16="http://schemas.microsoft.com/office/drawing/2014/main" id="{74926837-7949-4485-A6C4-2541E9ECE620}"/>
              </a:ext>
            </a:extLst>
          </p:cNvPr>
          <p:cNvSpPr>
            <a:spLocks xmlns:a="http://schemas.openxmlformats.org/drawingml/2006/main" noGrp="1"/>
          </p:cNvSpPr>
          <p:nvPr/>
        </p:nvSpPr>
        <p:spPr>
          <a:xfrm xmlns:a="http://schemas.openxmlformats.org/drawingml/2006/main">
            <a:off x="7631611" y="5467350"/>
            <a:ext cx="84709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المعرفي</a:t>
            </a:r>
          </a:p>
        </p:txBody>
      </p:sp>
      <p:sp>
        <p:nvSpPr>
          <p:cNvPr id="31" name="text-31">
            <a:extLst xmlns:a="http://schemas.openxmlformats.org/drawingml/2006/main">
              <a:ext uri="{FF2B5EF4-FFF2-40B4-BE49-F238E27FC236}">
                <a16:creationId xmlns:a16="http://schemas.microsoft.com/office/drawing/2014/main" id="{5B916638-FACC-40CB-9D03-EF542DC95CE4}"/>
              </a:ext>
            </a:extLst>
          </p:cNvPr>
          <p:cNvSpPr>
            <a:spLocks xmlns:a="http://schemas.openxmlformats.org/drawingml/2006/main" noGrp="1"/>
          </p:cNvSpPr>
          <p:nvPr/>
        </p:nvSpPr>
        <p:spPr>
          <a:xfrm xmlns:a="http://schemas.openxmlformats.org/drawingml/2006/main">
            <a:off x="6692297" y="5467350"/>
            <a:ext cx="88692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والإجابات</a:t>
            </a:r>
          </a:p>
        </p:txBody>
      </p:sp>
      <p:sp>
        <p:nvSpPr>
          <p:cNvPr id="32" name="text-32">
            <a:extLst xmlns:a="http://schemas.openxmlformats.org/drawingml/2006/main">
              <a:ext uri="{FF2B5EF4-FFF2-40B4-BE49-F238E27FC236}">
                <a16:creationId xmlns:a16="http://schemas.microsoft.com/office/drawing/2014/main" id="{72D4F3B9-EC07-4C29-9FC8-47E5E5F385D2}"/>
              </a:ext>
            </a:extLst>
          </p:cNvPr>
          <p:cNvSpPr>
            <a:spLocks xmlns:a="http://schemas.openxmlformats.org/drawingml/2006/main" noGrp="1"/>
          </p:cNvSpPr>
          <p:nvPr/>
        </p:nvSpPr>
        <p:spPr>
          <a:xfrm xmlns:a="http://schemas.openxmlformats.org/drawingml/2006/main">
            <a:off x="5829311" y="5467350"/>
            <a:ext cx="8105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الموثوقة</a:t>
            </a:r>
          </a:p>
        </p:txBody>
      </p:sp>
    </p:spTree>
    <p:extLst>
      <p:ext uri="{BB962C8B-B14F-4D97-AF65-F5344CB8AC3E}">
        <p14:creationId xmlns:p14="http://schemas.microsoft.com/office/powerpoint/2010/main" val="1206739916"/>
      </p:ext>
    </p:extLst>
  </p:cSld>
</p:sld>
</file>

<file path=ppt/slides/slide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2" name="text-33">
            <a:extLst xmlns:a="http://schemas.openxmlformats.org/drawingml/2006/main">
              <a:ext uri="{FF2B5EF4-FFF2-40B4-BE49-F238E27FC236}">
                <a16:creationId xmlns:a16="http://schemas.microsoft.com/office/drawing/2014/main" id="{41709C1B-0752-4781-86BD-E59F8E34A82B}"/>
              </a:ext>
            </a:extLst>
          </p:cNvPr>
          <p:cNvSpPr>
            <a:spLocks xmlns:a="http://schemas.openxmlformats.org/drawingml/2006/main" noGrp="1"/>
          </p:cNvSpPr>
          <p:nvPr/>
        </p:nvSpPr>
        <p:spPr>
          <a:xfrm xmlns:a="http://schemas.openxmlformats.org/drawingml/2006/main">
            <a:off x="10308229" y="457200"/>
            <a:ext cx="12741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معرفة</a:t>
            </a:r>
          </a:p>
        </p:txBody>
      </p:sp>
      <p:sp>
        <p:nvSpPr>
          <p:cNvPr id="2" name="text-34">
            <a:extLst xmlns:a="http://schemas.openxmlformats.org/drawingml/2006/main">
              <a:ext uri="{FF2B5EF4-FFF2-40B4-BE49-F238E27FC236}">
                <a16:creationId xmlns:a16="http://schemas.microsoft.com/office/drawing/2014/main" id="{7974DD87-769C-4C68-A137-0C616FE9C3C2}"/>
              </a:ext>
            </a:extLst>
          </p:cNvPr>
          <p:cNvSpPr>
            <a:spLocks xmlns:a="http://schemas.openxmlformats.org/drawingml/2006/main" noGrp="1"/>
          </p:cNvSpPr>
          <p:nvPr/>
        </p:nvSpPr>
        <p:spPr>
          <a:xfrm xmlns:a="http://schemas.openxmlformats.org/drawingml/2006/main">
            <a:off x="9210561" y="457200"/>
            <a:ext cx="9967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الأمة</a:t>
            </a:r>
          </a:p>
        </p:txBody>
      </p:sp>
      <p:sp>
        <p:nvSpPr>
          <p:cNvPr id="3" name="text-35">
            <a:extLst xmlns:a="http://schemas.openxmlformats.org/drawingml/2006/main">
              <a:ext uri="{FF2B5EF4-FFF2-40B4-BE49-F238E27FC236}">
                <a16:creationId xmlns:a16="http://schemas.microsoft.com/office/drawing/2014/main" id="{2E9B97CC-8281-4308-A50C-561551FC8BAC}"/>
              </a:ext>
            </a:extLst>
          </p:cNvPr>
          <p:cNvSpPr>
            <a:spLocks xmlns:a="http://schemas.openxmlformats.org/drawingml/2006/main" noGrp="1"/>
          </p:cNvSpPr>
          <p:nvPr/>
        </p:nvSpPr>
        <p:spPr>
          <a:xfrm xmlns:a="http://schemas.openxmlformats.org/drawingml/2006/main">
            <a:off x="7505555" y="457200"/>
            <a:ext cx="16040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تستحق</a:t>
            </a:r>
          </a:p>
        </p:txBody>
      </p:sp>
      <p:sp>
        <p:nvSpPr>
          <p:cNvPr id="4" name="text-36">
            <a:extLst xmlns:a="http://schemas.openxmlformats.org/drawingml/2006/main">
              <a:ext uri="{FF2B5EF4-FFF2-40B4-BE49-F238E27FC236}">
                <a16:creationId xmlns:a16="http://schemas.microsoft.com/office/drawing/2014/main" id="{9E398DF5-E8A6-4F76-853C-D463C7835EE0}"/>
              </a:ext>
            </a:extLst>
          </p:cNvPr>
          <p:cNvSpPr>
            <a:spLocks xmlns:a="http://schemas.openxmlformats.org/drawingml/2006/main" noGrp="1"/>
          </p:cNvSpPr>
          <p:nvPr/>
        </p:nvSpPr>
        <p:spPr>
          <a:xfrm xmlns:a="http://schemas.openxmlformats.org/drawingml/2006/main">
            <a:off x="625335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أدوات</a:t>
            </a:r>
          </a:p>
        </p:txBody>
      </p:sp>
      <p:sp>
        <p:nvSpPr>
          <p:cNvPr id="5" name="text-37">
            <a:extLst xmlns:a="http://schemas.openxmlformats.org/drawingml/2006/main">
              <a:ext uri="{FF2B5EF4-FFF2-40B4-BE49-F238E27FC236}">
                <a16:creationId xmlns:a16="http://schemas.microsoft.com/office/drawing/2014/main" id="{348891CF-D642-488E-AD20-32182F30FE99}"/>
              </a:ext>
            </a:extLst>
          </p:cNvPr>
          <p:cNvSpPr>
            <a:spLocks xmlns:a="http://schemas.openxmlformats.org/drawingml/2006/main" noGrp="1"/>
          </p:cNvSpPr>
          <p:nvPr/>
        </p:nvSpPr>
        <p:spPr>
          <a:xfrm xmlns:a="http://schemas.openxmlformats.org/drawingml/2006/main">
            <a:off x="5139240" y="457200"/>
            <a:ext cx="10131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نملك</a:t>
            </a:r>
          </a:p>
        </p:txBody>
      </p:sp>
      <p:sp>
        <p:nvSpPr>
          <p:cNvPr id="6" name="text-38">
            <a:extLst xmlns:a="http://schemas.openxmlformats.org/drawingml/2006/main">
              <a:ext uri="{FF2B5EF4-FFF2-40B4-BE49-F238E27FC236}">
                <a16:creationId xmlns:a16="http://schemas.microsoft.com/office/drawing/2014/main" id="{DB998B8A-291F-4BF1-B050-447BFAECBE86}"/>
              </a:ext>
            </a:extLst>
          </p:cNvPr>
          <p:cNvSpPr>
            <a:spLocks xmlns:a="http://schemas.openxmlformats.org/drawingml/2006/main" noGrp="1"/>
          </p:cNvSpPr>
          <p:nvPr/>
        </p:nvSpPr>
        <p:spPr>
          <a:xfrm xmlns:a="http://schemas.openxmlformats.org/drawingml/2006/main">
            <a:off x="3758458" y="457200"/>
            <a:ext cx="127981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زمامها</a:t>
            </a:r>
          </a:p>
        </p:txBody>
      </p:sp>
      <p:sp>
        <p:nvSpPr>
          <p:cNvPr id="7" name="shape-39">
            <a:extLst xmlns:a="http://schemas.openxmlformats.org/drawingml/2006/main">
              <a:ext uri="{FF2B5EF4-FFF2-40B4-BE49-F238E27FC236}">
                <a16:creationId xmlns:a16="http://schemas.microsoft.com/office/drawing/2014/main" id="{F33523E5-7959-4902-8E47-F25ED5ADD10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40">
            <a:extLst xmlns:a="http://schemas.openxmlformats.org/drawingml/2006/main">
              <a:ext uri="{FF2B5EF4-FFF2-40B4-BE49-F238E27FC236}">
                <a16:creationId xmlns:a16="http://schemas.microsoft.com/office/drawing/2014/main" id="{E9DD9988-EA70-4661-9923-CC4D24F6E543}"/>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41">
            <a:extLst xmlns:a="http://schemas.openxmlformats.org/drawingml/2006/main">
              <a:ext uri="{FF2B5EF4-FFF2-40B4-BE49-F238E27FC236}">
                <a16:creationId xmlns:a16="http://schemas.microsoft.com/office/drawing/2014/main" id="{2FC5265B-937D-4622-9490-8242E346B3D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42">
            <a:extLst xmlns:a="http://schemas.openxmlformats.org/drawingml/2006/main">
              <a:ext uri="{FF2B5EF4-FFF2-40B4-BE49-F238E27FC236}">
                <a16:creationId xmlns:a16="http://schemas.microsoft.com/office/drawing/2014/main" id="{47715D0A-D5EA-47E9-82EC-355E49B23F1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43">
            <a:extLst xmlns:a="http://schemas.openxmlformats.org/drawingml/2006/main">
              <a:ext uri="{FF2B5EF4-FFF2-40B4-BE49-F238E27FC236}">
                <a16:creationId xmlns:a16="http://schemas.microsoft.com/office/drawing/2014/main" id="{356F451E-03DE-4BD0-BC91-FD2E2A8FECF6}"/>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44">
            <a:extLst xmlns:a="http://schemas.openxmlformats.org/drawingml/2006/main">
              <a:ext uri="{FF2B5EF4-FFF2-40B4-BE49-F238E27FC236}">
                <a16:creationId xmlns:a16="http://schemas.microsoft.com/office/drawing/2014/main" id="{9D90DAA0-2B7C-4C0A-8347-79B3671D5898}"/>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45">
            <a:extLst xmlns:a="http://schemas.openxmlformats.org/drawingml/2006/main">
              <a:ext uri="{FF2B5EF4-FFF2-40B4-BE49-F238E27FC236}">
                <a16:creationId xmlns:a16="http://schemas.microsoft.com/office/drawing/2014/main" id="{BB1394AB-A09C-4408-A5A9-7C4D15154A37}"/>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46">
            <a:extLst xmlns:a="http://schemas.openxmlformats.org/drawingml/2006/main">
              <a:ext uri="{FF2B5EF4-FFF2-40B4-BE49-F238E27FC236}">
                <a16:creationId xmlns:a16="http://schemas.microsoft.com/office/drawing/2014/main" id="{4DC49EE6-476E-4C30-A5F2-1BECDFB7050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02</a:t>
            </a:r>
          </a:p>
        </p:txBody>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d15746ff6a6845c0"/>
          <a:stretch xmlns:a="http://schemas.openxmlformats.org/drawingml/2006/main"/>
        </p:blipFill>
        <p:spPr>
          <a:xfrm xmlns:a="http://schemas.openxmlformats.org/drawingml/2006/main">
            <a:off x="609600" y="1362670"/>
            <a:ext cx="7143750" cy="4018359"/>
          </a:xfrm>
          <a:prstGeom xmlns:a="http://schemas.openxmlformats.org/drawingml/2006/main" prst="rect">
            <a:avLst/>
          </a:prstGeom>
        </p:spPr>
      </p:pic>
      <p:sp>
        <p:nvSpPr>
          <p:cNvPr id="16" name="text-47">
            <a:extLst xmlns:a="http://schemas.openxmlformats.org/drawingml/2006/main">
              <a:ext uri="{FF2B5EF4-FFF2-40B4-BE49-F238E27FC236}">
                <a16:creationId xmlns:a16="http://schemas.microsoft.com/office/drawing/2014/main" id="{ACFF2491-F6BA-471C-B7EE-AE742639BDAF}"/>
              </a:ext>
            </a:extLst>
          </p:cNvPr>
          <p:cNvSpPr>
            <a:spLocks xmlns:a="http://schemas.openxmlformats.org/drawingml/2006/main" noGrp="1"/>
          </p:cNvSpPr>
          <p:nvPr/>
        </p:nvSpPr>
        <p:spPr>
          <a:xfrm xmlns:a="http://schemas.openxmlformats.org/drawingml/2006/main">
            <a:off x="9833633" y="1543050"/>
            <a:ext cx="1748767"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الخوارزمي</a:t>
            </a:r>
          </a:p>
        </p:txBody>
      </p:sp>
      <p:sp>
        <p:nvSpPr>
          <p:cNvPr id="17" name="text-48">
            <a:extLst xmlns:a="http://schemas.openxmlformats.org/drawingml/2006/main">
              <a:ext uri="{FF2B5EF4-FFF2-40B4-BE49-F238E27FC236}">
                <a16:creationId xmlns:a16="http://schemas.microsoft.com/office/drawing/2014/main" id="{7EEE8F6D-7334-46C0-875E-47D985AEC18D}"/>
              </a:ext>
            </a:extLst>
          </p:cNvPr>
          <p:cNvSpPr>
            <a:spLocks xmlns:a="http://schemas.openxmlformats.org/drawingml/2006/main" noGrp="1"/>
          </p:cNvSpPr>
          <p:nvPr/>
        </p:nvSpPr>
        <p:spPr>
          <a:xfrm xmlns:a="http://schemas.openxmlformats.org/drawingml/2006/main">
            <a:off x="11022368" y="2143125"/>
            <a:ext cx="5600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الجبر</a:t>
            </a:r>
          </a:p>
        </p:txBody>
      </p:sp>
      <p:sp>
        <p:nvSpPr>
          <p:cNvPr id="18" name="text-49">
            <a:extLst xmlns:a="http://schemas.openxmlformats.org/drawingml/2006/main">
              <a:ext uri="{FF2B5EF4-FFF2-40B4-BE49-F238E27FC236}">
                <a16:creationId xmlns:a16="http://schemas.microsoft.com/office/drawing/2014/main" id="{AF07F5C2-651D-4E51-BFDE-BB7EF24F25ED}"/>
              </a:ext>
            </a:extLst>
          </p:cNvPr>
          <p:cNvSpPr>
            <a:spLocks xmlns:a="http://schemas.openxmlformats.org/drawingml/2006/main" noGrp="1"/>
          </p:cNvSpPr>
          <p:nvPr/>
        </p:nvSpPr>
        <p:spPr>
          <a:xfrm xmlns:a="http://schemas.openxmlformats.org/drawingml/2006/main">
            <a:off x="9600634" y="2143125"/>
            <a:ext cx="136039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والخوارزميات</a:t>
            </a:r>
          </a:p>
        </p:txBody>
      </p:sp>
      <p:sp>
        <p:nvSpPr>
          <p:cNvPr id="19" name="text-50">
            <a:extLst xmlns:a="http://schemas.openxmlformats.org/drawingml/2006/main">
              <a:ext uri="{FF2B5EF4-FFF2-40B4-BE49-F238E27FC236}">
                <a16:creationId xmlns:a16="http://schemas.microsoft.com/office/drawing/2014/main" id="{BA95540E-5276-4989-99B3-59BA760770D5}"/>
              </a:ext>
            </a:extLst>
          </p:cNvPr>
          <p:cNvSpPr>
            <a:spLocks xmlns:a="http://schemas.openxmlformats.org/drawingml/2006/main" noGrp="1"/>
          </p:cNvSpPr>
          <p:nvPr/>
        </p:nvSpPr>
        <p:spPr>
          <a:xfrm xmlns:a="http://schemas.openxmlformats.org/drawingml/2006/main">
            <a:off x="11027306" y="3238500"/>
            <a:ext cx="555094"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ابن</a:t>
            </a:r>
          </a:p>
        </p:txBody>
      </p:sp>
      <p:sp>
        <p:nvSpPr>
          <p:cNvPr id="20" name="text-51">
            <a:extLst xmlns:a="http://schemas.openxmlformats.org/drawingml/2006/main">
              <a:ext uri="{FF2B5EF4-FFF2-40B4-BE49-F238E27FC236}">
                <a16:creationId xmlns:a16="http://schemas.microsoft.com/office/drawing/2014/main" id="{200E953F-72EC-4A6A-B5C0-72F11AB89C2A}"/>
              </a:ext>
            </a:extLst>
          </p:cNvPr>
          <p:cNvSpPr>
            <a:spLocks xmlns:a="http://schemas.openxmlformats.org/drawingml/2006/main" noGrp="1"/>
          </p:cNvSpPr>
          <p:nvPr/>
        </p:nvSpPr>
        <p:spPr>
          <a:xfrm xmlns:a="http://schemas.openxmlformats.org/drawingml/2006/main">
            <a:off x="9961234" y="3238500"/>
            <a:ext cx="987491"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الهيثم</a:t>
            </a:r>
          </a:p>
        </p:txBody>
      </p:sp>
      <p:sp>
        <p:nvSpPr>
          <p:cNvPr id="21" name="text-52">
            <a:extLst xmlns:a="http://schemas.openxmlformats.org/drawingml/2006/main">
              <a:ext uri="{FF2B5EF4-FFF2-40B4-BE49-F238E27FC236}">
                <a16:creationId xmlns:a16="http://schemas.microsoft.com/office/drawing/2014/main" id="{F9B08F07-B325-44FE-BAC6-D11D4B90DC29}"/>
              </a:ext>
            </a:extLst>
          </p:cNvPr>
          <p:cNvSpPr>
            <a:spLocks xmlns:a="http://schemas.openxmlformats.org/drawingml/2006/main" noGrp="1"/>
          </p:cNvSpPr>
          <p:nvPr/>
        </p:nvSpPr>
        <p:spPr>
          <a:xfrm xmlns:a="http://schemas.openxmlformats.org/drawingml/2006/main">
            <a:off x="10796230" y="3838575"/>
            <a:ext cx="78617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التجربة</a:t>
            </a:r>
          </a:p>
        </p:txBody>
      </p:sp>
      <p:sp>
        <p:nvSpPr>
          <p:cNvPr id="22" name="text-53">
            <a:extLst xmlns:a="http://schemas.openxmlformats.org/drawingml/2006/main">
              <a:ext uri="{FF2B5EF4-FFF2-40B4-BE49-F238E27FC236}">
                <a16:creationId xmlns:a16="http://schemas.microsoft.com/office/drawing/2014/main" id="{F5F90D85-DE74-4C0F-82D0-7E8ED1C9D321}"/>
              </a:ext>
            </a:extLst>
          </p:cNvPr>
          <p:cNvSpPr>
            <a:spLocks xmlns:a="http://schemas.openxmlformats.org/drawingml/2006/main" noGrp="1"/>
          </p:cNvSpPr>
          <p:nvPr/>
        </p:nvSpPr>
        <p:spPr>
          <a:xfrm xmlns:a="http://schemas.openxmlformats.org/drawingml/2006/main">
            <a:off x="9812841" y="3838575"/>
            <a:ext cx="92204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والبرهان</a:t>
            </a:r>
          </a:p>
        </p:txBody>
      </p:sp>
      <p:sp>
        <p:nvSpPr>
          <p:cNvPr id="23" name="text-54">
            <a:extLst xmlns:a="http://schemas.openxmlformats.org/drawingml/2006/main">
              <a:ext uri="{FF2B5EF4-FFF2-40B4-BE49-F238E27FC236}">
                <a16:creationId xmlns:a16="http://schemas.microsoft.com/office/drawing/2014/main" id="{13913A5E-D391-4D13-A3CB-BAFBF35C3991}"/>
              </a:ext>
            </a:extLst>
          </p:cNvPr>
          <p:cNvSpPr>
            <a:spLocks xmlns:a="http://schemas.openxmlformats.org/drawingml/2006/main" noGrp="1"/>
          </p:cNvSpPr>
          <p:nvPr/>
        </p:nvSpPr>
        <p:spPr>
          <a:xfrm xmlns:a="http://schemas.openxmlformats.org/drawingml/2006/main">
            <a:off x="10687037" y="5505450"/>
            <a:ext cx="89536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المعرفة</a:t>
            </a:r>
          </a:p>
        </p:txBody>
      </p:sp>
      <p:sp>
        <p:nvSpPr>
          <p:cNvPr id="24" name="text-55">
            <a:extLst xmlns:a="http://schemas.openxmlformats.org/drawingml/2006/main">
              <a:ext uri="{FF2B5EF4-FFF2-40B4-BE49-F238E27FC236}">
                <a16:creationId xmlns:a16="http://schemas.microsoft.com/office/drawing/2014/main" id="{C73B6F47-2CA1-481C-A2C5-D0F7B82435FB}"/>
              </a:ext>
            </a:extLst>
          </p:cNvPr>
          <p:cNvSpPr>
            <a:spLocks xmlns:a="http://schemas.openxmlformats.org/drawingml/2006/main" noGrp="1"/>
          </p:cNvSpPr>
          <p:nvPr/>
        </p:nvSpPr>
        <p:spPr>
          <a:xfrm xmlns:a="http://schemas.openxmlformats.org/drawingml/2006/main">
            <a:off x="9450707" y="5505450"/>
            <a:ext cx="116908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الإسلامية</a:t>
            </a:r>
          </a:p>
        </p:txBody>
      </p:sp>
      <p:sp>
        <p:nvSpPr>
          <p:cNvPr id="25" name="text-56">
            <a:extLst xmlns:a="http://schemas.openxmlformats.org/drawingml/2006/main">
              <a:ext uri="{FF2B5EF4-FFF2-40B4-BE49-F238E27FC236}">
                <a16:creationId xmlns:a16="http://schemas.microsoft.com/office/drawing/2014/main" id="{13BAA12D-A1C8-4A7E-8D93-AD960487785B}"/>
              </a:ext>
            </a:extLst>
          </p:cNvPr>
          <p:cNvSpPr>
            <a:spLocks xmlns:a="http://schemas.openxmlformats.org/drawingml/2006/main" noGrp="1"/>
          </p:cNvSpPr>
          <p:nvPr/>
        </p:nvSpPr>
        <p:spPr>
          <a:xfrm xmlns:a="http://schemas.openxmlformats.org/drawingml/2006/main">
            <a:off x="8714922" y="5505450"/>
            <a:ext cx="66853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تحتاج</a:t>
            </a:r>
          </a:p>
        </p:txBody>
      </p:sp>
      <p:sp>
        <p:nvSpPr>
          <p:cNvPr id="26" name="text-57">
            <a:extLst xmlns:a="http://schemas.openxmlformats.org/drawingml/2006/main">
              <a:ext uri="{FF2B5EF4-FFF2-40B4-BE49-F238E27FC236}">
                <a16:creationId xmlns:a16="http://schemas.microsoft.com/office/drawing/2014/main" id="{587E3FBE-FBA0-4376-9947-07CCD431F634}"/>
              </a:ext>
            </a:extLst>
          </p:cNvPr>
          <p:cNvSpPr>
            <a:spLocks xmlns:a="http://schemas.openxmlformats.org/drawingml/2006/main" noGrp="1"/>
          </p:cNvSpPr>
          <p:nvPr/>
        </p:nvSpPr>
        <p:spPr>
          <a:xfrm xmlns:a="http://schemas.openxmlformats.org/drawingml/2006/main">
            <a:off x="7879557" y="5505450"/>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سيادة</a:t>
            </a:r>
          </a:p>
        </p:txBody>
      </p:sp>
      <p:sp>
        <p:nvSpPr>
          <p:cNvPr id="27" name="text-58">
            <a:extLst xmlns:a="http://schemas.openxmlformats.org/drawingml/2006/main">
              <a:ext uri="{FF2B5EF4-FFF2-40B4-BE49-F238E27FC236}">
                <a16:creationId xmlns:a16="http://schemas.microsoft.com/office/drawing/2014/main" id="{B0571EB4-B573-444B-BD15-EC3051254920}"/>
              </a:ext>
            </a:extLst>
          </p:cNvPr>
          <p:cNvSpPr>
            <a:spLocks xmlns:a="http://schemas.openxmlformats.org/drawingml/2006/main" noGrp="1"/>
          </p:cNvSpPr>
          <p:nvPr/>
        </p:nvSpPr>
        <p:spPr>
          <a:xfrm xmlns:a="http://schemas.openxmlformats.org/drawingml/2006/main">
            <a:off x="7221964" y="5505450"/>
            <a:ext cx="59034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على</a:t>
            </a:r>
          </a:p>
        </p:txBody>
      </p:sp>
      <p:sp>
        <p:nvSpPr>
          <p:cNvPr id="28" name="text-59">
            <a:extLst xmlns:a="http://schemas.openxmlformats.org/drawingml/2006/main">
              <a:ext uri="{FF2B5EF4-FFF2-40B4-BE49-F238E27FC236}">
                <a16:creationId xmlns:a16="http://schemas.microsoft.com/office/drawing/2014/main" id="{8E161F65-262F-4940-B7E8-62F093E4D725}"/>
              </a:ext>
            </a:extLst>
          </p:cNvPr>
          <p:cNvSpPr>
            <a:spLocks xmlns:a="http://schemas.openxmlformats.org/drawingml/2006/main" noGrp="1"/>
          </p:cNvSpPr>
          <p:nvPr/>
        </p:nvSpPr>
        <p:spPr>
          <a:xfrm xmlns:a="http://schemas.openxmlformats.org/drawingml/2006/main">
            <a:off x="6483431" y="5505450"/>
            <a:ext cx="67128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الذكاء</a:t>
            </a:r>
          </a:p>
        </p:txBody>
      </p:sp>
      <p:sp>
        <p:nvSpPr>
          <p:cNvPr id="29" name="text-60">
            <a:extLst xmlns:a="http://schemas.openxmlformats.org/drawingml/2006/main">
              <a:ext uri="{FF2B5EF4-FFF2-40B4-BE49-F238E27FC236}">
                <a16:creationId xmlns:a16="http://schemas.microsoft.com/office/drawing/2014/main" id="{9B1A71CB-DA36-44C3-B13C-961761495BBC}"/>
              </a:ext>
            </a:extLst>
          </p:cNvPr>
          <p:cNvSpPr>
            <a:spLocks xmlns:a="http://schemas.openxmlformats.org/drawingml/2006/main" noGrp="1"/>
          </p:cNvSpPr>
          <p:nvPr/>
        </p:nvSpPr>
        <p:spPr>
          <a:xfrm xmlns:a="http://schemas.openxmlformats.org/drawingml/2006/main">
            <a:off x="5659447" y="5505450"/>
            <a:ext cx="7567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وضبطًا</a:t>
            </a:r>
          </a:p>
        </p:txBody>
      </p:sp>
      <p:sp>
        <p:nvSpPr>
          <p:cNvPr id="30" name="text-61">
            <a:extLst xmlns:a="http://schemas.openxmlformats.org/drawingml/2006/main">
              <a:ext uri="{FF2B5EF4-FFF2-40B4-BE49-F238E27FC236}">
                <a16:creationId xmlns:a16="http://schemas.microsoft.com/office/drawing/2014/main" id="{F10D969D-55EC-421B-ABD7-B949F0845CC3}"/>
              </a:ext>
            </a:extLst>
          </p:cNvPr>
          <p:cNvSpPr>
            <a:spLocks xmlns:a="http://schemas.openxmlformats.org/drawingml/2006/main" noGrp="1"/>
          </p:cNvSpPr>
          <p:nvPr/>
        </p:nvSpPr>
        <p:spPr>
          <a:xfrm xmlns:a="http://schemas.openxmlformats.org/drawingml/2006/main">
            <a:off x="4943284" y="5505450"/>
            <a:ext cx="64891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للنص</a:t>
            </a:r>
          </a:p>
        </p:txBody>
      </p:sp>
      <p:sp>
        <p:nvSpPr>
          <p:cNvPr id="31" name="text-62">
            <a:extLst xmlns:a="http://schemas.openxmlformats.org/drawingml/2006/main">
              <a:ext uri="{FF2B5EF4-FFF2-40B4-BE49-F238E27FC236}">
                <a16:creationId xmlns:a16="http://schemas.microsoft.com/office/drawing/2014/main" id="{2A6B217E-AF19-43BD-8295-804FD80C9394}"/>
              </a:ext>
            </a:extLst>
          </p:cNvPr>
          <p:cNvSpPr>
            <a:spLocks xmlns:a="http://schemas.openxmlformats.org/drawingml/2006/main" noGrp="1"/>
          </p:cNvSpPr>
          <p:nvPr/>
        </p:nvSpPr>
        <p:spPr>
          <a:xfrm xmlns:a="http://schemas.openxmlformats.org/drawingml/2006/main">
            <a:off x="3586085" y="5505450"/>
            <a:ext cx="12899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والاستدلال</a:t>
            </a:r>
          </a:p>
        </p:txBody>
      </p:sp>
    </p:spTree>
    <p:extLst>
      <p:ext uri="{BB962C8B-B14F-4D97-AF65-F5344CB8AC3E}">
        <p14:creationId xmlns:p14="http://schemas.microsoft.com/office/powerpoint/2010/main" val="450289602"/>
      </p:ext>
    </p:extLst>
  </p:cSld>
</p:sld>
</file>

<file path=ppt/slides/slide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2" name="text-63">
            <a:extLst xmlns:a="http://schemas.openxmlformats.org/drawingml/2006/main">
              <a:ext uri="{FF2B5EF4-FFF2-40B4-BE49-F238E27FC236}">
                <a16:creationId xmlns:a16="http://schemas.microsoft.com/office/drawing/2014/main" id="{60D55DDB-F0AA-4FAD-A81B-7A571E8117A1}"/>
              </a:ext>
            </a:extLst>
          </p:cNvPr>
          <p:cNvSpPr>
            <a:spLocks xmlns:a="http://schemas.openxmlformats.org/drawingml/2006/main" noGrp="1"/>
          </p:cNvSpPr>
          <p:nvPr/>
        </p:nvSpPr>
        <p:spPr>
          <a:xfrm xmlns:a="http://schemas.openxmlformats.org/drawingml/2006/main">
            <a:off x="10611056" y="457200"/>
            <a:ext cx="9713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لماذا</a:t>
            </a:r>
          </a:p>
        </p:txBody>
      </p:sp>
      <p:sp>
        <p:nvSpPr>
          <p:cNvPr id="2" name="text-64">
            <a:extLst xmlns:a="http://schemas.openxmlformats.org/drawingml/2006/main">
              <a:ext uri="{FF2B5EF4-FFF2-40B4-BE49-F238E27FC236}">
                <a16:creationId xmlns:a16="http://schemas.microsoft.com/office/drawing/2014/main" id="{2162F771-B896-40BC-80EF-88ECC4C6ECF6}"/>
              </a:ext>
            </a:extLst>
          </p:cNvPr>
          <p:cNvSpPr>
            <a:spLocks xmlns:a="http://schemas.openxmlformats.org/drawingml/2006/main" noGrp="1"/>
          </p:cNvSpPr>
          <p:nvPr/>
        </p:nvSpPr>
        <p:spPr>
          <a:xfrm xmlns:a="http://schemas.openxmlformats.org/drawingml/2006/main">
            <a:off x="9665642" y="457200"/>
            <a:ext cx="8444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يعبد</a:t>
            </a:r>
          </a:p>
        </p:txBody>
      </p:sp>
      <p:sp>
        <p:nvSpPr>
          <p:cNvPr id="3" name="text-65">
            <a:extLst xmlns:a="http://schemas.openxmlformats.org/drawingml/2006/main">
              <a:ext uri="{FF2B5EF4-FFF2-40B4-BE49-F238E27FC236}">
                <a16:creationId xmlns:a16="http://schemas.microsoft.com/office/drawing/2014/main" id="{F18A29F3-EB07-4B37-9342-DEEC08A1AA6F}"/>
              </a:ext>
            </a:extLst>
          </p:cNvPr>
          <p:cNvSpPr>
            <a:spLocks xmlns:a="http://schemas.openxmlformats.org/drawingml/2006/main" noGrp="1"/>
          </p:cNvSpPr>
          <p:nvPr/>
        </p:nvSpPr>
        <p:spPr>
          <a:xfrm xmlns:a="http://schemas.openxmlformats.org/drawingml/2006/main">
            <a:off x="7466426" y="457200"/>
            <a:ext cx="20982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المسلمون</a:t>
            </a:r>
          </a:p>
        </p:txBody>
      </p:sp>
      <p:sp>
        <p:nvSpPr>
          <p:cNvPr id="4" name="text-66">
            <a:extLst xmlns:a="http://schemas.openxmlformats.org/drawingml/2006/main">
              <a:ext uri="{FF2B5EF4-FFF2-40B4-BE49-F238E27FC236}">
                <a16:creationId xmlns:a16="http://schemas.microsoft.com/office/drawing/2014/main" id="{AFDBC8B5-BC72-46AD-AB26-B8A5A0BA09CF}"/>
              </a:ext>
            </a:extLst>
          </p:cNvPr>
          <p:cNvSpPr>
            <a:spLocks xmlns:a="http://schemas.openxmlformats.org/drawingml/2006/main" noGrp="1"/>
          </p:cNvSpPr>
          <p:nvPr/>
        </p:nvSpPr>
        <p:spPr>
          <a:xfrm xmlns:a="http://schemas.openxmlformats.org/drawingml/2006/main">
            <a:off x="5856221" y="457200"/>
            <a:ext cx="1509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الكعبة؟</a:t>
            </a:r>
          </a:p>
        </p:txBody>
      </p:sp>
      <p:sp>
        <p:nvSpPr>
          <p:cNvPr id="5" name="shape-67">
            <a:extLst xmlns:a="http://schemas.openxmlformats.org/drawingml/2006/main">
              <a:ext uri="{FF2B5EF4-FFF2-40B4-BE49-F238E27FC236}">
                <a16:creationId xmlns:a16="http://schemas.microsoft.com/office/drawing/2014/main" id="{D705402A-308E-49FC-B8E0-FFB66A0B7AF3}"/>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68">
            <a:extLst xmlns:a="http://schemas.openxmlformats.org/drawingml/2006/main">
              <a:ext uri="{FF2B5EF4-FFF2-40B4-BE49-F238E27FC236}">
                <a16:creationId xmlns:a16="http://schemas.microsoft.com/office/drawing/2014/main" id="{4E4115F9-ECE3-4C37-BCE0-87196E755EB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69">
            <a:extLst xmlns:a="http://schemas.openxmlformats.org/drawingml/2006/main">
              <a:ext uri="{FF2B5EF4-FFF2-40B4-BE49-F238E27FC236}">
                <a16:creationId xmlns:a16="http://schemas.microsoft.com/office/drawing/2014/main" id="{56E4058E-C3D3-4BCA-848D-1B1C1443A620}"/>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70">
            <a:extLst xmlns:a="http://schemas.openxmlformats.org/drawingml/2006/main">
              <a:ext uri="{FF2B5EF4-FFF2-40B4-BE49-F238E27FC236}">
                <a16:creationId xmlns:a16="http://schemas.microsoft.com/office/drawing/2014/main" id="{47E419DF-FFBC-40D2-9627-B8F71D2F51D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71">
            <a:extLst xmlns:a="http://schemas.openxmlformats.org/drawingml/2006/main">
              <a:ext uri="{FF2B5EF4-FFF2-40B4-BE49-F238E27FC236}">
                <a16:creationId xmlns:a16="http://schemas.microsoft.com/office/drawing/2014/main" id="{28AE87DE-7017-4410-960B-6EAA03CE8465}"/>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72">
            <a:extLst xmlns:a="http://schemas.openxmlformats.org/drawingml/2006/main">
              <a:ext uri="{FF2B5EF4-FFF2-40B4-BE49-F238E27FC236}">
                <a16:creationId xmlns:a16="http://schemas.microsoft.com/office/drawing/2014/main" id="{68A8AE3E-C392-4A06-A125-4BF3B3209E9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73">
            <a:extLst xmlns:a="http://schemas.openxmlformats.org/drawingml/2006/main">
              <a:ext uri="{FF2B5EF4-FFF2-40B4-BE49-F238E27FC236}">
                <a16:creationId xmlns:a16="http://schemas.microsoft.com/office/drawing/2014/main" id="{06E29B30-DB3A-4315-AB59-6D59692260F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74">
            <a:extLst xmlns:a="http://schemas.openxmlformats.org/drawingml/2006/main">
              <a:ext uri="{FF2B5EF4-FFF2-40B4-BE49-F238E27FC236}">
                <a16:creationId xmlns:a16="http://schemas.microsoft.com/office/drawing/2014/main" id="{D86619C2-D82A-445B-82B4-9886D03A59F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03</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d37089618f4c49f8"/>
          <a:stretch xmlns:a="http://schemas.openxmlformats.org/drawingml/2006/main"/>
        </p:blipFill>
        <p:spPr>
          <a:xfrm xmlns:a="http://schemas.openxmlformats.org/drawingml/2006/main">
            <a:off x="609600" y="1451584"/>
            <a:ext cx="7381875" cy="4154858"/>
          </a:xfrm>
          <a:prstGeom xmlns:a="http://schemas.openxmlformats.org/drawingml/2006/main" prst="rect">
            <a:avLst/>
          </a:prstGeom>
        </p:spPr>
      </p:pic>
      <p:sp>
        <p:nvSpPr>
          <p:cNvPr id="14" name="text-75">
            <a:extLst xmlns:a="http://schemas.openxmlformats.org/drawingml/2006/main">
              <a:ext uri="{FF2B5EF4-FFF2-40B4-BE49-F238E27FC236}">
                <a16:creationId xmlns:a16="http://schemas.microsoft.com/office/drawing/2014/main" id="{336B64C1-72C4-4404-84ED-129CDF1A9BC4}"/>
              </a:ext>
            </a:extLst>
          </p:cNvPr>
          <p:cNvSpPr>
            <a:spLocks xmlns:a="http://schemas.openxmlformats.org/drawingml/2006/main" noGrp="1"/>
          </p:cNvSpPr>
          <p:nvPr/>
        </p:nvSpPr>
        <p:spPr>
          <a:xfrm xmlns:a="http://schemas.openxmlformats.org/drawingml/2006/main">
            <a:off x="10719923" y="1714500"/>
            <a:ext cx="862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يصحح</a:t>
            </a:r>
          </a:p>
        </p:txBody>
      </p:sp>
      <p:sp>
        <p:nvSpPr>
          <p:cNvPr id="15" name="text-76">
            <a:extLst xmlns:a="http://schemas.openxmlformats.org/drawingml/2006/main">
              <a:ext uri="{FF2B5EF4-FFF2-40B4-BE49-F238E27FC236}">
                <a16:creationId xmlns:a16="http://schemas.microsoft.com/office/drawing/2014/main" id="{71AAC91E-9C9B-403E-88E5-08D159FAD9D0}"/>
              </a:ext>
            </a:extLst>
          </p:cNvPr>
          <p:cNvSpPr>
            <a:spLocks xmlns:a="http://schemas.openxmlformats.org/drawingml/2006/main" noGrp="1"/>
          </p:cNvSpPr>
          <p:nvPr/>
        </p:nvSpPr>
        <p:spPr>
          <a:xfrm xmlns:a="http://schemas.openxmlformats.org/drawingml/2006/main">
            <a:off x="9748578" y="1714500"/>
            <a:ext cx="90943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فرضية</a:t>
            </a:r>
          </a:p>
        </p:txBody>
      </p:sp>
      <p:sp>
        <p:nvSpPr>
          <p:cNvPr id="16" name="text-77">
            <a:extLst xmlns:a="http://schemas.openxmlformats.org/drawingml/2006/main">
              <a:ext uri="{FF2B5EF4-FFF2-40B4-BE49-F238E27FC236}">
                <a16:creationId xmlns:a16="http://schemas.microsoft.com/office/drawing/2014/main" id="{DA81A55A-C681-45E0-888F-050445370AAF}"/>
              </a:ext>
            </a:extLst>
          </p:cNvPr>
          <p:cNvSpPr>
            <a:spLocks xmlns:a="http://schemas.openxmlformats.org/drawingml/2006/main" noGrp="1"/>
          </p:cNvSpPr>
          <p:nvPr/>
        </p:nvSpPr>
        <p:spPr>
          <a:xfrm xmlns:a="http://schemas.openxmlformats.org/drawingml/2006/main">
            <a:off x="8663414" y="1714500"/>
            <a:ext cx="10232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السؤال</a:t>
            </a:r>
          </a:p>
        </p:txBody>
      </p:sp>
      <p:sp>
        <p:nvSpPr>
          <p:cNvPr id="17" name="text-78">
            <a:extLst xmlns:a="http://schemas.openxmlformats.org/drawingml/2006/main">
              <a:ext uri="{FF2B5EF4-FFF2-40B4-BE49-F238E27FC236}">
                <a16:creationId xmlns:a16="http://schemas.microsoft.com/office/drawing/2014/main" id="{FCC5C4A8-9B2C-4041-9750-8502E2894950}"/>
              </a:ext>
            </a:extLst>
          </p:cNvPr>
          <p:cNvSpPr>
            <a:spLocks xmlns:a="http://schemas.openxmlformats.org/drawingml/2006/main" noGrp="1"/>
          </p:cNvSpPr>
          <p:nvPr/>
        </p:nvSpPr>
        <p:spPr>
          <a:xfrm xmlns:a="http://schemas.openxmlformats.org/drawingml/2006/main">
            <a:off x="10459231" y="2590800"/>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المسلمون</a:t>
            </a:r>
          </a:p>
        </p:txBody>
      </p:sp>
      <p:sp>
        <p:nvSpPr>
          <p:cNvPr id="18" name="text-79">
            <a:extLst xmlns:a="http://schemas.openxmlformats.org/drawingml/2006/main">
              <a:ext uri="{FF2B5EF4-FFF2-40B4-BE49-F238E27FC236}">
                <a16:creationId xmlns:a16="http://schemas.microsoft.com/office/drawing/2014/main" id="{639AE484-1DA7-40CA-BC60-DB37A3ED0253}"/>
              </a:ext>
            </a:extLst>
          </p:cNvPr>
          <p:cNvSpPr>
            <a:spLocks xmlns:a="http://schemas.openxmlformats.org/drawingml/2006/main" noGrp="1"/>
          </p:cNvSpPr>
          <p:nvPr/>
        </p:nvSpPr>
        <p:spPr>
          <a:xfrm xmlns:a="http://schemas.openxmlformats.org/drawingml/2006/main">
            <a:off x="9664119" y="2590800"/>
            <a:ext cx="7367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يعبدون</a:t>
            </a:r>
          </a:p>
        </p:txBody>
      </p:sp>
      <p:sp>
        <p:nvSpPr>
          <p:cNvPr id="19" name="text-80">
            <a:extLst xmlns:a="http://schemas.openxmlformats.org/drawingml/2006/main">
              <a:ext uri="{FF2B5EF4-FFF2-40B4-BE49-F238E27FC236}">
                <a16:creationId xmlns:a16="http://schemas.microsoft.com/office/drawing/2014/main" id="{4C165C4A-446B-497A-A35B-9AA19DA78D71}"/>
              </a:ext>
            </a:extLst>
          </p:cNvPr>
          <p:cNvSpPr>
            <a:spLocks xmlns:a="http://schemas.openxmlformats.org/drawingml/2006/main" noGrp="1"/>
          </p:cNvSpPr>
          <p:nvPr/>
        </p:nvSpPr>
        <p:spPr>
          <a:xfrm xmlns:a="http://schemas.openxmlformats.org/drawingml/2006/main">
            <a:off x="9263203" y="2590800"/>
            <a:ext cx="34252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الله</a:t>
            </a:r>
          </a:p>
        </p:txBody>
      </p:sp>
      <p:sp>
        <p:nvSpPr>
          <p:cNvPr id="20" name="text-81">
            <a:extLst xmlns:a="http://schemas.openxmlformats.org/drawingml/2006/main">
              <a:ext uri="{FF2B5EF4-FFF2-40B4-BE49-F238E27FC236}">
                <a16:creationId xmlns:a16="http://schemas.microsoft.com/office/drawing/2014/main" id="{D090B70C-2651-4B1A-961E-BD1182D45482}"/>
              </a:ext>
            </a:extLst>
          </p:cNvPr>
          <p:cNvSpPr>
            <a:spLocks xmlns:a="http://schemas.openxmlformats.org/drawingml/2006/main" noGrp="1"/>
          </p:cNvSpPr>
          <p:nvPr/>
        </p:nvSpPr>
        <p:spPr>
          <a:xfrm xmlns:a="http://schemas.openxmlformats.org/drawingml/2006/main">
            <a:off x="10809867" y="3038475"/>
            <a:ext cx="77253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والكعبة</a:t>
            </a:r>
          </a:p>
        </p:txBody>
      </p:sp>
      <p:sp>
        <p:nvSpPr>
          <p:cNvPr id="21" name="text-82">
            <a:extLst xmlns:a="http://schemas.openxmlformats.org/drawingml/2006/main">
              <a:ext uri="{FF2B5EF4-FFF2-40B4-BE49-F238E27FC236}">
                <a16:creationId xmlns:a16="http://schemas.microsoft.com/office/drawing/2014/main" id="{EA3F605C-D743-4CCC-87CE-99307F00864B}"/>
              </a:ext>
            </a:extLst>
          </p:cNvPr>
          <p:cNvSpPr>
            <a:spLocks xmlns:a="http://schemas.openxmlformats.org/drawingml/2006/main" noGrp="1"/>
          </p:cNvSpPr>
          <p:nvPr/>
        </p:nvSpPr>
        <p:spPr>
          <a:xfrm xmlns:a="http://schemas.openxmlformats.org/drawingml/2006/main">
            <a:off x="10283178" y="3038475"/>
            <a:ext cx="4683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قبلة</a:t>
            </a:r>
          </a:p>
        </p:txBody>
      </p:sp>
      <p:sp>
        <p:nvSpPr>
          <p:cNvPr id="22" name="text-83">
            <a:extLst xmlns:a="http://schemas.openxmlformats.org/drawingml/2006/main">
              <a:ext uri="{FF2B5EF4-FFF2-40B4-BE49-F238E27FC236}">
                <a16:creationId xmlns:a16="http://schemas.microsoft.com/office/drawing/2014/main" id="{5F08479B-A81C-4749-83C8-947FC8CAA13D}"/>
              </a:ext>
            </a:extLst>
          </p:cNvPr>
          <p:cNvSpPr>
            <a:spLocks xmlns:a="http://schemas.openxmlformats.org/drawingml/2006/main" noGrp="1"/>
          </p:cNvSpPr>
          <p:nvPr/>
        </p:nvSpPr>
        <p:spPr>
          <a:xfrm xmlns:a="http://schemas.openxmlformats.org/drawingml/2006/main">
            <a:off x="9425473" y="3038475"/>
            <a:ext cx="79931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صلاتهم</a:t>
            </a:r>
          </a:p>
        </p:txBody>
      </p:sp>
      <p:sp>
        <p:nvSpPr>
          <p:cNvPr id="23" name="text-84">
            <a:extLst xmlns:a="http://schemas.openxmlformats.org/drawingml/2006/main">
              <a:ext uri="{FF2B5EF4-FFF2-40B4-BE49-F238E27FC236}">
                <a16:creationId xmlns:a16="http://schemas.microsoft.com/office/drawing/2014/main" id="{956EC156-C26C-4EC4-8144-8C840B260BAC}"/>
              </a:ext>
            </a:extLst>
          </p:cNvPr>
          <p:cNvSpPr>
            <a:spLocks xmlns:a="http://schemas.openxmlformats.org/drawingml/2006/main" noGrp="1"/>
          </p:cNvSpPr>
          <p:nvPr/>
        </p:nvSpPr>
        <p:spPr>
          <a:xfrm xmlns:a="http://schemas.openxmlformats.org/drawingml/2006/main">
            <a:off x="11288239" y="3952875"/>
            <a:ext cx="2941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ثم</a:t>
            </a:r>
          </a:p>
        </p:txBody>
      </p:sp>
      <p:sp>
        <p:nvSpPr>
          <p:cNvPr id="24" name="text-85">
            <a:extLst xmlns:a="http://schemas.openxmlformats.org/drawingml/2006/main">
              <a:ext uri="{FF2B5EF4-FFF2-40B4-BE49-F238E27FC236}">
                <a16:creationId xmlns:a16="http://schemas.microsoft.com/office/drawing/2014/main" id="{D8D578BC-D2C4-4B14-8D08-035F3545234C}"/>
              </a:ext>
            </a:extLst>
          </p:cNvPr>
          <p:cNvSpPr>
            <a:spLocks xmlns:a="http://schemas.openxmlformats.org/drawingml/2006/main" noGrp="1"/>
          </p:cNvSpPr>
          <p:nvPr/>
        </p:nvSpPr>
        <p:spPr>
          <a:xfrm xmlns:a="http://schemas.openxmlformats.org/drawingml/2006/main">
            <a:off x="10743194" y="3952875"/>
            <a:ext cx="48370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يتيح</a:t>
            </a:r>
          </a:p>
        </p:txBody>
      </p:sp>
      <p:sp>
        <p:nvSpPr>
          <p:cNvPr id="25" name="text-86">
            <a:extLst xmlns:a="http://schemas.openxmlformats.org/drawingml/2006/main">
              <a:ext uri="{FF2B5EF4-FFF2-40B4-BE49-F238E27FC236}">
                <a16:creationId xmlns:a16="http://schemas.microsoft.com/office/drawing/2014/main" id="{6D21C346-0B47-4C3E-A89B-D45E0D48148E}"/>
              </a:ext>
            </a:extLst>
          </p:cNvPr>
          <p:cNvSpPr>
            <a:spLocks xmlns:a="http://schemas.openxmlformats.org/drawingml/2006/main" noGrp="1"/>
          </p:cNvSpPr>
          <p:nvPr/>
        </p:nvSpPr>
        <p:spPr>
          <a:xfrm xmlns:a="http://schemas.openxmlformats.org/drawingml/2006/main">
            <a:off x="10256621" y="3952875"/>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فتح</a:t>
            </a:r>
          </a:p>
        </p:txBody>
      </p:sp>
      <p:sp>
        <p:nvSpPr>
          <p:cNvPr id="26" name="text-87">
            <a:extLst xmlns:a="http://schemas.openxmlformats.org/drawingml/2006/main">
              <a:ext uri="{FF2B5EF4-FFF2-40B4-BE49-F238E27FC236}">
                <a16:creationId xmlns:a16="http://schemas.microsoft.com/office/drawing/2014/main" id="{DF16C8EC-623A-4857-9D29-BAC4E9205074}"/>
              </a:ext>
            </a:extLst>
          </p:cNvPr>
          <p:cNvSpPr>
            <a:spLocks xmlns:a="http://schemas.openxmlformats.org/drawingml/2006/main" noGrp="1"/>
          </p:cNvSpPr>
          <p:nvPr/>
        </p:nvSpPr>
        <p:spPr>
          <a:xfrm xmlns:a="http://schemas.openxmlformats.org/drawingml/2006/main">
            <a:off x="9414506" y="3952875"/>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المصدر</a:t>
            </a:r>
          </a:p>
        </p:txBody>
      </p:sp>
      <p:sp>
        <p:nvSpPr>
          <p:cNvPr id="27" name="text-88">
            <a:extLst xmlns:a="http://schemas.openxmlformats.org/drawingml/2006/main">
              <a:ext uri="{FF2B5EF4-FFF2-40B4-BE49-F238E27FC236}">
                <a16:creationId xmlns:a16="http://schemas.microsoft.com/office/drawing/2014/main" id="{ED9CC0B2-CC2F-4021-8094-48487AA11BD0}"/>
              </a:ext>
            </a:extLst>
          </p:cNvPr>
          <p:cNvSpPr>
            <a:spLocks xmlns:a="http://schemas.openxmlformats.org/drawingml/2006/main" noGrp="1"/>
          </p:cNvSpPr>
          <p:nvPr/>
        </p:nvSpPr>
        <p:spPr>
          <a:xfrm xmlns:a="http://schemas.openxmlformats.org/drawingml/2006/main">
            <a:off x="10653386" y="4438650"/>
            <a:ext cx="92901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والتحقق</a:t>
            </a:r>
          </a:p>
        </p:txBody>
      </p:sp>
      <p:sp>
        <p:nvSpPr>
          <p:cNvPr id="28" name="text-89">
            <a:extLst xmlns:a="http://schemas.openxmlformats.org/drawingml/2006/main">
              <a:ext uri="{FF2B5EF4-FFF2-40B4-BE49-F238E27FC236}">
                <a16:creationId xmlns:a16="http://schemas.microsoft.com/office/drawing/2014/main" id="{1570CB86-C1EA-48E7-8871-1E5940052694}"/>
              </a:ext>
            </a:extLst>
          </p:cNvPr>
          <p:cNvSpPr>
            <a:spLocks xmlns:a="http://schemas.openxmlformats.org/drawingml/2006/main" noGrp="1"/>
          </p:cNvSpPr>
          <p:nvPr/>
        </p:nvSpPr>
        <p:spPr>
          <a:xfrm xmlns:a="http://schemas.openxmlformats.org/drawingml/2006/main">
            <a:off x="10219496" y="4438650"/>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من</a:t>
            </a:r>
          </a:p>
        </p:txBody>
      </p:sp>
      <p:sp>
        <p:nvSpPr>
          <p:cNvPr id="29" name="text-90">
            <a:extLst xmlns:a="http://schemas.openxmlformats.org/drawingml/2006/main">
              <a:ext uri="{FF2B5EF4-FFF2-40B4-BE49-F238E27FC236}">
                <a16:creationId xmlns:a16="http://schemas.microsoft.com/office/drawing/2014/main" id="{E03A9706-1C53-4D17-A4B8-89DEB8A42E83}"/>
              </a:ext>
            </a:extLst>
          </p:cNvPr>
          <p:cNvSpPr>
            <a:spLocks xmlns:a="http://schemas.openxmlformats.org/drawingml/2006/main" noGrp="1"/>
          </p:cNvSpPr>
          <p:nvPr/>
        </p:nvSpPr>
        <p:spPr>
          <a:xfrm xmlns:a="http://schemas.openxmlformats.org/drawingml/2006/main">
            <a:off x="9580464" y="443865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النص</a:t>
            </a:r>
          </a:p>
        </p:txBody>
      </p:sp>
      <p:sp>
        <p:nvSpPr>
          <p:cNvPr id="30" name="text-91">
            <a:extLst xmlns:a="http://schemas.openxmlformats.org/drawingml/2006/main">
              <a:ext uri="{FF2B5EF4-FFF2-40B4-BE49-F238E27FC236}">
                <a16:creationId xmlns:a16="http://schemas.microsoft.com/office/drawing/2014/main" id="{D8DBC222-F8E9-4AC2-9EFC-928ECB7301CC}"/>
              </a:ext>
            </a:extLst>
          </p:cNvPr>
          <p:cNvSpPr>
            <a:spLocks xmlns:a="http://schemas.openxmlformats.org/drawingml/2006/main" noGrp="1"/>
          </p:cNvSpPr>
          <p:nvPr/>
        </p:nvSpPr>
        <p:spPr>
          <a:xfrm xmlns:a="http://schemas.openxmlformats.org/drawingml/2006/main">
            <a:off x="11058570" y="5657850"/>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لقطة</a:t>
            </a:r>
          </a:p>
        </p:txBody>
      </p:sp>
      <p:sp>
        <p:nvSpPr>
          <p:cNvPr id="31" name="text-92">
            <a:extLst xmlns:a="http://schemas.openxmlformats.org/drawingml/2006/main">
              <a:ext uri="{FF2B5EF4-FFF2-40B4-BE49-F238E27FC236}">
                <a16:creationId xmlns:a16="http://schemas.microsoft.com/office/drawing/2014/main" id="{6E3539CC-D483-4036-ACEC-B6B5E14D2C39}"/>
              </a:ext>
            </a:extLst>
          </p:cNvPr>
          <p:cNvSpPr>
            <a:spLocks xmlns:a="http://schemas.openxmlformats.org/drawingml/2006/main" noGrp="1"/>
          </p:cNvSpPr>
          <p:nvPr/>
        </p:nvSpPr>
        <p:spPr>
          <a:xfrm xmlns:a="http://schemas.openxmlformats.org/drawingml/2006/main">
            <a:off x="10594979" y="5657850"/>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حية</a:t>
            </a:r>
          </a:p>
        </p:txBody>
      </p:sp>
      <p:sp>
        <p:nvSpPr>
          <p:cNvPr id="32" name="text-93">
            <a:extLst xmlns:a="http://schemas.openxmlformats.org/drawingml/2006/main">
              <a:ext uri="{FF2B5EF4-FFF2-40B4-BE49-F238E27FC236}">
                <a16:creationId xmlns:a16="http://schemas.microsoft.com/office/drawing/2014/main" id="{F0F69C40-6203-488A-8366-9D3F9C223815}"/>
              </a:ext>
            </a:extLst>
          </p:cNvPr>
          <p:cNvSpPr>
            <a:spLocks xmlns:a="http://schemas.openxmlformats.org/drawingml/2006/main" noGrp="1"/>
          </p:cNvSpPr>
          <p:nvPr/>
        </p:nvSpPr>
        <p:spPr>
          <a:xfrm xmlns:a="http://schemas.openxmlformats.org/drawingml/2006/main">
            <a:off x="10207226" y="5657850"/>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من</a:t>
            </a:r>
          </a:p>
        </p:txBody>
      </p:sp>
      <p:sp>
        <p:nvSpPr>
          <p:cNvPr id="33" name="text-94">
            <a:extLst xmlns:a="http://schemas.openxmlformats.org/drawingml/2006/main">
              <a:ext uri="{FF2B5EF4-FFF2-40B4-BE49-F238E27FC236}">
                <a16:creationId xmlns:a16="http://schemas.microsoft.com/office/drawing/2014/main" id="{3E7B7775-EE08-430A-BA49-F725BFFEDD22}"/>
              </a:ext>
            </a:extLst>
          </p:cNvPr>
          <p:cNvSpPr>
            <a:spLocks xmlns:a="http://schemas.openxmlformats.org/drawingml/2006/main" noGrp="1"/>
          </p:cNvSpPr>
          <p:nvPr/>
        </p:nvSpPr>
        <p:spPr>
          <a:xfrm xmlns:a="http://schemas.openxmlformats.org/drawingml/2006/main">
            <a:off x="9303231" y="5657850"/>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المجلس</a:t>
            </a:r>
          </a:p>
        </p:txBody>
      </p:sp>
      <p:sp>
        <p:nvSpPr>
          <p:cNvPr id="34" name="text-95">
            <a:extLst xmlns:a="http://schemas.openxmlformats.org/drawingml/2006/main">
              <a:ext uri="{FF2B5EF4-FFF2-40B4-BE49-F238E27FC236}">
                <a16:creationId xmlns:a16="http://schemas.microsoft.com/office/drawing/2014/main" id="{B4A8FF20-DF24-4A68-BEF3-675B28860F73}"/>
              </a:ext>
            </a:extLst>
          </p:cNvPr>
          <p:cNvSpPr>
            <a:spLocks xmlns:a="http://schemas.openxmlformats.org/drawingml/2006/main" noGrp="1"/>
          </p:cNvSpPr>
          <p:nvPr/>
        </p:nvSpPr>
        <p:spPr>
          <a:xfrm xmlns:a="http://schemas.openxmlformats.org/drawingml/2006/main">
            <a:off x="9078140" y="5657850"/>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٦</a:t>
            </a:r>
          </a:p>
        </p:txBody>
      </p:sp>
      <p:sp>
        <p:nvSpPr>
          <p:cNvPr id="35" name="text-96">
            <a:extLst xmlns:a="http://schemas.openxmlformats.org/drawingml/2006/main">
              <a:ext uri="{FF2B5EF4-FFF2-40B4-BE49-F238E27FC236}">
                <a16:creationId xmlns:a16="http://schemas.microsoft.com/office/drawing/2014/main" id="{7EF98131-B9F9-4E8C-AD11-76ECDB10602C}"/>
              </a:ext>
            </a:extLst>
          </p:cNvPr>
          <p:cNvSpPr>
            <a:spLocks xmlns:a="http://schemas.openxmlformats.org/drawingml/2006/main" noGrp="1"/>
          </p:cNvSpPr>
          <p:nvPr/>
        </p:nvSpPr>
        <p:spPr>
          <a:xfrm xmlns:a="http://schemas.openxmlformats.org/drawingml/2006/main">
            <a:off x="8466604" y="5657850"/>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أكتوبر</a:t>
            </a:r>
          </a:p>
        </p:txBody>
      </p:sp>
      <p:sp>
        <p:nvSpPr>
          <p:cNvPr id="36" name="text-97">
            <a:extLst xmlns:a="http://schemas.openxmlformats.org/drawingml/2006/main">
              <a:ext uri="{FF2B5EF4-FFF2-40B4-BE49-F238E27FC236}">
                <a16:creationId xmlns:a16="http://schemas.microsoft.com/office/drawing/2014/main" id="{72655F3E-EBD4-4F5C-A240-52E7D747F87E}"/>
              </a:ext>
            </a:extLst>
          </p:cNvPr>
          <p:cNvSpPr>
            <a:spLocks xmlns:a="http://schemas.openxmlformats.org/drawingml/2006/main" noGrp="1"/>
          </p:cNvSpPr>
          <p:nvPr/>
        </p:nvSpPr>
        <p:spPr>
          <a:xfrm xmlns:a="http://schemas.openxmlformats.org/drawingml/2006/main">
            <a:off x="8292921" y="56578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37" name="text-98">
            <a:extLst xmlns:a="http://schemas.openxmlformats.org/drawingml/2006/main">
              <a:ext uri="{FF2B5EF4-FFF2-40B4-BE49-F238E27FC236}">
                <a16:creationId xmlns:a16="http://schemas.microsoft.com/office/drawing/2014/main" id="{92247930-9D28-4C70-9DD4-1878B6D5C1DE}"/>
              </a:ext>
            </a:extLst>
          </p:cNvPr>
          <p:cNvSpPr>
            <a:spLocks xmlns:a="http://schemas.openxmlformats.org/drawingml/2006/main" noGrp="1"/>
          </p:cNvSpPr>
          <p:nvPr/>
        </p:nvSpPr>
        <p:spPr>
          <a:xfrm xmlns:a="http://schemas.openxmlformats.org/drawingml/2006/main">
            <a:off x="7542268" y="5657850"/>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المصدر</a:t>
            </a:r>
          </a:p>
        </p:txBody>
      </p:sp>
      <p:sp>
        <p:nvSpPr>
          <p:cNvPr id="38" name="text-99">
            <a:extLst xmlns:a="http://schemas.openxmlformats.org/drawingml/2006/main">
              <a:ext uri="{FF2B5EF4-FFF2-40B4-BE49-F238E27FC236}">
                <a16:creationId xmlns:a16="http://schemas.microsoft.com/office/drawing/2014/main" id="{FAA6D9D9-39A8-4E3F-97AF-4ABFA72B3228}"/>
              </a:ext>
            </a:extLst>
          </p:cNvPr>
          <p:cNvSpPr>
            <a:spLocks xmlns:a="http://schemas.openxmlformats.org/drawingml/2006/main" noGrp="1"/>
          </p:cNvSpPr>
          <p:nvPr/>
        </p:nvSpPr>
        <p:spPr>
          <a:xfrm xmlns:a="http://schemas.openxmlformats.org/drawingml/2006/main">
            <a:off x="7107718" y="5657850"/>
            <a:ext cx="3821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فُتح</a:t>
            </a:r>
          </a:p>
        </p:txBody>
      </p:sp>
      <p:sp>
        <p:nvSpPr>
          <p:cNvPr id="39" name="text-100">
            <a:extLst xmlns:a="http://schemas.openxmlformats.org/drawingml/2006/main">
              <a:ext uri="{FF2B5EF4-FFF2-40B4-BE49-F238E27FC236}">
                <a16:creationId xmlns:a16="http://schemas.microsoft.com/office/drawing/2014/main" id="{42F5A7AD-87FF-46D6-9401-FE96B4694384}"/>
              </a:ext>
            </a:extLst>
          </p:cNvPr>
          <p:cNvSpPr>
            <a:spLocks xmlns:a="http://schemas.openxmlformats.org/drawingml/2006/main" noGrp="1"/>
          </p:cNvSpPr>
          <p:nvPr/>
        </p:nvSpPr>
        <p:spPr>
          <a:xfrm xmlns:a="http://schemas.openxmlformats.org/drawingml/2006/main">
            <a:off x="6380611" y="5657850"/>
            <a:ext cx="67472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وطُوبق</a:t>
            </a:r>
          </a:p>
        </p:txBody>
      </p:sp>
      <p:sp>
        <p:nvSpPr>
          <p:cNvPr id="40" name="text-101">
            <a:extLst xmlns:a="http://schemas.openxmlformats.org/drawingml/2006/main">
              <a:ext uri="{FF2B5EF4-FFF2-40B4-BE49-F238E27FC236}">
                <a16:creationId xmlns:a16="http://schemas.microsoft.com/office/drawing/2014/main" id="{AA07B934-FCF3-4776-86FF-CE713DDB1FD9}"/>
              </a:ext>
            </a:extLst>
          </p:cNvPr>
          <p:cNvSpPr>
            <a:spLocks xmlns:a="http://schemas.openxmlformats.org/drawingml/2006/main" noGrp="1"/>
          </p:cNvSpPr>
          <p:nvPr/>
        </p:nvSpPr>
        <p:spPr>
          <a:xfrm xmlns:a="http://schemas.openxmlformats.org/drawingml/2006/main">
            <a:off x="6032101" y="5657850"/>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مع</a:t>
            </a:r>
          </a:p>
        </p:txBody>
      </p:sp>
      <p:sp>
        <p:nvSpPr>
          <p:cNvPr id="41" name="text-102">
            <a:extLst xmlns:a="http://schemas.openxmlformats.org/drawingml/2006/main">
              <a:ext uri="{FF2B5EF4-FFF2-40B4-BE49-F238E27FC236}">
                <a16:creationId xmlns:a16="http://schemas.microsoft.com/office/drawing/2014/main" id="{D23301E3-2AA6-43C8-9405-71A8F354FD22}"/>
              </a:ext>
            </a:extLst>
          </p:cNvPr>
          <p:cNvSpPr>
            <a:spLocks xmlns:a="http://schemas.openxmlformats.org/drawingml/2006/main" noGrp="1"/>
          </p:cNvSpPr>
          <p:nvPr/>
        </p:nvSpPr>
        <p:spPr>
          <a:xfrm xmlns:a="http://schemas.openxmlformats.org/drawingml/2006/main">
            <a:off x="5307250" y="5657850"/>
            <a:ext cx="6724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الجواب</a:t>
            </a:r>
          </a:p>
        </p:txBody>
      </p:sp>
    </p:spTree>
    <p:extLst>
      <p:ext uri="{BB962C8B-B14F-4D97-AF65-F5344CB8AC3E}">
        <p14:creationId xmlns:p14="http://schemas.microsoft.com/office/powerpoint/2010/main" val="679257578"/>
      </p:ext>
    </p:extLst>
  </p:cSld>
</p:sld>
</file>

<file path=ppt/slides/slide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9" name="text-103">
            <a:extLst xmlns:a="http://schemas.openxmlformats.org/drawingml/2006/main">
              <a:ext uri="{FF2B5EF4-FFF2-40B4-BE49-F238E27FC236}">
                <a16:creationId xmlns:a16="http://schemas.microsoft.com/office/drawing/2014/main" id="{603D4709-716D-42C2-924F-094B1770FC91}"/>
              </a:ext>
            </a:extLst>
          </p:cNvPr>
          <p:cNvSpPr>
            <a:spLocks xmlns:a="http://schemas.openxmlformats.org/drawingml/2006/main" noGrp="1"/>
          </p:cNvSpPr>
          <p:nvPr/>
        </p:nvSpPr>
        <p:spPr>
          <a:xfrm xmlns:a="http://schemas.openxmlformats.org/drawingml/2006/main">
            <a:off x="10179947" y="457200"/>
            <a:ext cx="14024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مجلس</a:t>
            </a:r>
          </a:p>
        </p:txBody>
      </p:sp>
      <p:sp>
        <p:nvSpPr>
          <p:cNvPr id="2" name="text-104">
            <a:extLst xmlns:a="http://schemas.openxmlformats.org/drawingml/2006/main">
              <a:ext uri="{FF2B5EF4-FFF2-40B4-BE49-F238E27FC236}">
                <a16:creationId xmlns:a16="http://schemas.microsoft.com/office/drawing/2014/main" id="{53654DC0-A521-43BF-A7CC-1AF4AD04D8BE}"/>
              </a:ext>
            </a:extLst>
          </p:cNvPr>
          <p:cNvSpPr>
            <a:spLocks xmlns:a="http://schemas.openxmlformats.org/drawingml/2006/main" noGrp="1"/>
          </p:cNvSpPr>
          <p:nvPr/>
        </p:nvSpPr>
        <p:spPr>
          <a:xfrm xmlns:a="http://schemas.openxmlformats.org/drawingml/2006/main">
            <a:off x="8243834" y="457200"/>
            <a:ext cx="18351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سلسبيل</a:t>
            </a:r>
          </a:p>
        </p:txBody>
      </p:sp>
      <p:sp>
        <p:nvSpPr>
          <p:cNvPr id="3" name="text-105">
            <a:extLst xmlns:a="http://schemas.openxmlformats.org/drawingml/2006/main">
              <a:ext uri="{FF2B5EF4-FFF2-40B4-BE49-F238E27FC236}">
                <a16:creationId xmlns:a16="http://schemas.microsoft.com/office/drawing/2014/main" id="{33D530C7-BF14-4C0D-AAAB-56E45BD5CACD}"/>
              </a:ext>
            </a:extLst>
          </p:cNvPr>
          <p:cNvSpPr>
            <a:spLocks xmlns:a="http://schemas.openxmlformats.org/drawingml/2006/main" noGrp="1"/>
          </p:cNvSpPr>
          <p:nvPr/>
        </p:nvSpPr>
        <p:spPr>
          <a:xfrm xmlns:a="http://schemas.openxmlformats.org/drawingml/2006/main">
            <a:off x="6986184" y="457200"/>
            <a:ext cx="115668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يوضح</a:t>
            </a:r>
          </a:p>
        </p:txBody>
      </p:sp>
      <p:sp>
        <p:nvSpPr>
          <p:cNvPr id="4" name="text-106">
            <a:extLst xmlns:a="http://schemas.openxmlformats.org/drawingml/2006/main">
              <a:ext uri="{FF2B5EF4-FFF2-40B4-BE49-F238E27FC236}">
                <a16:creationId xmlns:a16="http://schemas.microsoft.com/office/drawing/2014/main" id="{E19ED4A8-EEC1-4D8B-9F02-0602D2B1220F}"/>
              </a:ext>
            </a:extLst>
          </p:cNvPr>
          <p:cNvSpPr>
            <a:spLocks xmlns:a="http://schemas.openxmlformats.org/drawingml/2006/main" noGrp="1"/>
          </p:cNvSpPr>
          <p:nvPr/>
        </p:nvSpPr>
        <p:spPr>
          <a:xfrm xmlns:a="http://schemas.openxmlformats.org/drawingml/2006/main">
            <a:off x="6193422" y="457200"/>
            <a:ext cx="6917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دور</a:t>
            </a:r>
          </a:p>
        </p:txBody>
      </p:sp>
      <p:sp>
        <p:nvSpPr>
          <p:cNvPr id="5" name="text-107">
            <a:extLst xmlns:a="http://schemas.openxmlformats.org/drawingml/2006/main">
              <a:ext uri="{FF2B5EF4-FFF2-40B4-BE49-F238E27FC236}">
                <a16:creationId xmlns:a16="http://schemas.microsoft.com/office/drawing/2014/main" id="{FB47AA0A-B15A-47A8-862C-70F856FBF29A}"/>
              </a:ext>
            </a:extLst>
          </p:cNvPr>
          <p:cNvSpPr>
            <a:spLocks xmlns:a="http://schemas.openxmlformats.org/drawingml/2006/main" noGrp="1"/>
          </p:cNvSpPr>
          <p:nvPr/>
        </p:nvSpPr>
        <p:spPr>
          <a:xfrm xmlns:a="http://schemas.openxmlformats.org/drawingml/2006/main">
            <a:off x="5469110" y="457200"/>
            <a:ext cx="62334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كل</a:t>
            </a:r>
          </a:p>
        </p:txBody>
      </p:sp>
      <p:sp>
        <p:nvSpPr>
          <p:cNvPr id="6" name="text-108">
            <a:extLst xmlns:a="http://schemas.openxmlformats.org/drawingml/2006/main">
              <a:ext uri="{FF2B5EF4-FFF2-40B4-BE49-F238E27FC236}">
                <a16:creationId xmlns:a16="http://schemas.microsoft.com/office/drawing/2014/main" id="{4E1B7B90-B535-47FE-A784-88B7736B922E}"/>
              </a:ext>
            </a:extLst>
          </p:cNvPr>
          <p:cNvSpPr>
            <a:spLocks xmlns:a="http://schemas.openxmlformats.org/drawingml/2006/main" noGrp="1"/>
          </p:cNvSpPr>
          <p:nvPr/>
        </p:nvSpPr>
        <p:spPr>
          <a:xfrm xmlns:a="http://schemas.openxmlformats.org/drawingml/2006/main">
            <a:off x="3673861"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شخصية</a:t>
            </a:r>
          </a:p>
        </p:txBody>
      </p:sp>
      <p:sp>
        <p:nvSpPr>
          <p:cNvPr id="7" name="shape-109">
            <a:extLst xmlns:a="http://schemas.openxmlformats.org/drawingml/2006/main">
              <a:ext uri="{FF2B5EF4-FFF2-40B4-BE49-F238E27FC236}">
                <a16:creationId xmlns:a16="http://schemas.microsoft.com/office/drawing/2014/main" id="{4F3085DC-CAB1-4167-A540-95551FEB8224}"/>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110">
            <a:extLst xmlns:a="http://schemas.openxmlformats.org/drawingml/2006/main">
              <a:ext uri="{FF2B5EF4-FFF2-40B4-BE49-F238E27FC236}">
                <a16:creationId xmlns:a16="http://schemas.microsoft.com/office/drawing/2014/main" id="{8BC190BC-DF1A-42E4-A4DD-253F62A41012}"/>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111">
            <a:extLst xmlns:a="http://schemas.openxmlformats.org/drawingml/2006/main">
              <a:ext uri="{FF2B5EF4-FFF2-40B4-BE49-F238E27FC236}">
                <a16:creationId xmlns:a16="http://schemas.microsoft.com/office/drawing/2014/main" id="{B278CD60-2882-42DD-8BBF-06FFFB6AA2CA}"/>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112">
            <a:extLst xmlns:a="http://schemas.openxmlformats.org/drawingml/2006/main">
              <a:ext uri="{FF2B5EF4-FFF2-40B4-BE49-F238E27FC236}">
                <a16:creationId xmlns:a16="http://schemas.microsoft.com/office/drawing/2014/main" id="{726E60AC-E81F-4533-83AA-23974F89695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113">
            <a:extLst xmlns:a="http://schemas.openxmlformats.org/drawingml/2006/main">
              <a:ext uri="{FF2B5EF4-FFF2-40B4-BE49-F238E27FC236}">
                <a16:creationId xmlns:a16="http://schemas.microsoft.com/office/drawing/2014/main" id="{3994C9AC-AE15-48D3-8418-77233224F854}"/>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114">
            <a:extLst xmlns:a="http://schemas.openxmlformats.org/drawingml/2006/main">
              <a:ext uri="{FF2B5EF4-FFF2-40B4-BE49-F238E27FC236}">
                <a16:creationId xmlns:a16="http://schemas.microsoft.com/office/drawing/2014/main" id="{575B6208-CDA3-457B-9230-4C14DC9567B1}"/>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115">
            <a:extLst xmlns:a="http://schemas.openxmlformats.org/drawingml/2006/main">
              <a:ext uri="{FF2B5EF4-FFF2-40B4-BE49-F238E27FC236}">
                <a16:creationId xmlns:a16="http://schemas.microsoft.com/office/drawing/2014/main" id="{33C347B6-8EB9-4BC3-B256-28D0B3D65759}"/>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116">
            <a:extLst xmlns:a="http://schemas.openxmlformats.org/drawingml/2006/main">
              <a:ext uri="{FF2B5EF4-FFF2-40B4-BE49-F238E27FC236}">
                <a16:creationId xmlns:a16="http://schemas.microsoft.com/office/drawing/2014/main" id="{50D83DC0-9201-4962-9BEF-3B4C5E9328FE}"/>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04</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e02dec31550340c1"/>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6" name="text-117">
            <a:extLst xmlns:a="http://schemas.openxmlformats.org/drawingml/2006/main">
              <a:ext uri="{FF2B5EF4-FFF2-40B4-BE49-F238E27FC236}">
                <a16:creationId xmlns:a16="http://schemas.microsoft.com/office/drawing/2014/main" id="{2956ABB5-5FB5-4FEF-A40A-CC13E7FDE29B}"/>
              </a:ext>
            </a:extLst>
          </p:cNvPr>
          <p:cNvSpPr>
            <a:spLocks xmlns:a="http://schemas.openxmlformats.org/drawingml/2006/main" noGrp="1"/>
          </p:cNvSpPr>
          <p:nvPr/>
        </p:nvSpPr>
        <p:spPr>
          <a:xfrm xmlns:a="http://schemas.openxmlformats.org/drawingml/2006/main">
            <a:off x="10998281" y="1514475"/>
            <a:ext cx="58411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برق</a:t>
            </a:r>
          </a:p>
        </p:txBody>
      </p:sp>
      <p:sp>
        <p:nvSpPr>
          <p:cNvPr id="17" name="text-118">
            <a:extLst xmlns:a="http://schemas.openxmlformats.org/drawingml/2006/main">
              <a:ext uri="{FF2B5EF4-FFF2-40B4-BE49-F238E27FC236}">
                <a16:creationId xmlns:a16="http://schemas.microsoft.com/office/drawing/2014/main" id="{A6D98CFB-C829-4085-B28B-9F3A02B3111A}"/>
              </a:ext>
            </a:extLst>
          </p:cNvPr>
          <p:cNvSpPr>
            <a:spLocks xmlns:a="http://schemas.openxmlformats.org/drawingml/2006/main" noGrp="1"/>
          </p:cNvSpPr>
          <p:nvPr/>
        </p:nvSpPr>
        <p:spPr>
          <a:xfrm xmlns:a="http://schemas.openxmlformats.org/drawingml/2006/main">
            <a:off x="10092229" y="1514475"/>
            <a:ext cx="8413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الفتى</a:t>
            </a:r>
          </a:p>
        </p:txBody>
      </p:sp>
      <p:sp>
        <p:nvSpPr>
          <p:cNvPr id="18" name="text-119">
            <a:extLst xmlns:a="http://schemas.openxmlformats.org/drawingml/2006/main">
              <a:ext uri="{FF2B5EF4-FFF2-40B4-BE49-F238E27FC236}">
                <a16:creationId xmlns:a16="http://schemas.microsoft.com/office/drawing/2014/main" id="{3F9E60E0-E045-40B0-AE55-D0EAB64BA65B}"/>
              </a:ext>
            </a:extLst>
          </p:cNvPr>
          <p:cNvSpPr>
            <a:spLocks xmlns:a="http://schemas.openxmlformats.org/drawingml/2006/main" noGrp="1"/>
          </p:cNvSpPr>
          <p:nvPr/>
        </p:nvSpPr>
        <p:spPr>
          <a:xfrm xmlns:a="http://schemas.openxmlformats.org/drawingml/2006/main">
            <a:off x="10968899" y="2019300"/>
            <a:ext cx="6135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القرآن</a:t>
            </a:r>
          </a:p>
        </p:txBody>
      </p:sp>
      <p:sp>
        <p:nvSpPr>
          <p:cNvPr id="19" name="text-120">
            <a:extLst xmlns:a="http://schemas.openxmlformats.org/drawingml/2006/main">
              <a:ext uri="{FF2B5EF4-FFF2-40B4-BE49-F238E27FC236}">
                <a16:creationId xmlns:a16="http://schemas.microsoft.com/office/drawing/2014/main" id="{6AB9E7BC-B0DA-49A5-9DC0-606DBE73E6B5}"/>
              </a:ext>
            </a:extLst>
          </p:cNvPr>
          <p:cNvSpPr>
            <a:spLocks xmlns:a="http://schemas.openxmlformats.org/drawingml/2006/main" noGrp="1"/>
          </p:cNvSpPr>
          <p:nvPr/>
        </p:nvSpPr>
        <p:spPr>
          <a:xfrm xmlns:a="http://schemas.openxmlformats.org/drawingml/2006/main">
            <a:off x="10045960" y="2019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والحديث</a:t>
            </a:r>
          </a:p>
        </p:txBody>
      </p:sp>
      <p:sp>
        <p:nvSpPr>
          <p:cNvPr id="20" name="text-121">
            <a:extLst xmlns:a="http://schemas.openxmlformats.org/drawingml/2006/main">
              <a:ext uri="{FF2B5EF4-FFF2-40B4-BE49-F238E27FC236}">
                <a16:creationId xmlns:a16="http://schemas.microsoft.com/office/drawing/2014/main" id="{DBBED328-9AF4-4AE8-A767-FFDC3A648DEC}"/>
              </a:ext>
            </a:extLst>
          </p:cNvPr>
          <p:cNvSpPr>
            <a:spLocks xmlns:a="http://schemas.openxmlformats.org/drawingml/2006/main" noGrp="1"/>
          </p:cNvSpPr>
          <p:nvPr/>
        </p:nvSpPr>
        <p:spPr>
          <a:xfrm xmlns:a="http://schemas.openxmlformats.org/drawingml/2006/main">
            <a:off x="9376825" y="2019300"/>
            <a:ext cx="6137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واللغة</a:t>
            </a:r>
          </a:p>
        </p:txBody>
      </p:sp>
      <p:sp>
        <p:nvSpPr>
          <p:cNvPr id="21" name="text-122">
            <a:extLst xmlns:a="http://schemas.openxmlformats.org/drawingml/2006/main">
              <a:ext uri="{FF2B5EF4-FFF2-40B4-BE49-F238E27FC236}">
                <a16:creationId xmlns:a16="http://schemas.microsoft.com/office/drawing/2014/main" id="{F2020AC5-132D-4B42-9F6F-155AFDBEEC4C}"/>
              </a:ext>
            </a:extLst>
          </p:cNvPr>
          <p:cNvSpPr>
            <a:spLocks xmlns:a="http://schemas.openxmlformats.org/drawingml/2006/main" noGrp="1"/>
          </p:cNvSpPr>
          <p:nvPr/>
        </p:nvSpPr>
        <p:spPr>
          <a:xfrm xmlns:a="http://schemas.openxmlformats.org/drawingml/2006/main">
            <a:off x="11015221" y="2905125"/>
            <a:ext cx="56717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لينة</a:t>
            </a:r>
          </a:p>
        </p:txBody>
      </p:sp>
      <p:sp>
        <p:nvSpPr>
          <p:cNvPr id="22" name="text-123">
            <a:extLst xmlns:a="http://schemas.openxmlformats.org/drawingml/2006/main">
              <a:ext uri="{FF2B5EF4-FFF2-40B4-BE49-F238E27FC236}">
                <a16:creationId xmlns:a16="http://schemas.microsoft.com/office/drawing/2014/main" id="{E8A63D66-4F47-41E1-9048-CE068798A820}"/>
              </a:ext>
            </a:extLst>
          </p:cNvPr>
          <p:cNvSpPr>
            <a:spLocks xmlns:a="http://schemas.openxmlformats.org/drawingml/2006/main" noGrp="1"/>
          </p:cNvSpPr>
          <p:nvPr/>
        </p:nvSpPr>
        <p:spPr>
          <a:xfrm xmlns:a="http://schemas.openxmlformats.org/drawingml/2006/main">
            <a:off x="11028255" y="3409950"/>
            <a:ext cx="5541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الفقه</a:t>
            </a:r>
          </a:p>
        </p:txBody>
      </p:sp>
      <p:sp>
        <p:nvSpPr>
          <p:cNvPr id="23" name="text-124">
            <a:extLst xmlns:a="http://schemas.openxmlformats.org/drawingml/2006/main">
              <a:ext uri="{FF2B5EF4-FFF2-40B4-BE49-F238E27FC236}">
                <a16:creationId xmlns:a16="http://schemas.microsoft.com/office/drawing/2014/main" id="{89350DED-B56D-4B3D-AE51-912EB0F9595C}"/>
              </a:ext>
            </a:extLst>
          </p:cNvPr>
          <p:cNvSpPr>
            <a:spLocks xmlns:a="http://schemas.openxmlformats.org/drawingml/2006/main" noGrp="1"/>
          </p:cNvSpPr>
          <p:nvPr/>
        </p:nvSpPr>
        <p:spPr>
          <a:xfrm xmlns:a="http://schemas.openxmlformats.org/drawingml/2006/main">
            <a:off x="10263661" y="3409950"/>
            <a:ext cx="7092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وأحكام</a:t>
            </a:r>
          </a:p>
        </p:txBody>
      </p:sp>
      <p:sp>
        <p:nvSpPr>
          <p:cNvPr id="24" name="text-125">
            <a:extLst xmlns:a="http://schemas.openxmlformats.org/drawingml/2006/main">
              <a:ext uri="{FF2B5EF4-FFF2-40B4-BE49-F238E27FC236}">
                <a16:creationId xmlns:a16="http://schemas.microsoft.com/office/drawing/2014/main" id="{86352736-F69E-43CE-9B0E-324DFFD42E7A}"/>
              </a:ext>
            </a:extLst>
          </p:cNvPr>
          <p:cNvSpPr>
            <a:spLocks xmlns:a="http://schemas.openxmlformats.org/drawingml/2006/main" noGrp="1"/>
          </p:cNvSpPr>
          <p:nvPr/>
        </p:nvSpPr>
        <p:spPr>
          <a:xfrm xmlns:a="http://schemas.openxmlformats.org/drawingml/2006/main">
            <a:off x="9503482" y="3409950"/>
            <a:ext cx="7048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الأسرة</a:t>
            </a:r>
          </a:p>
        </p:txBody>
      </p:sp>
      <p:sp>
        <p:nvSpPr>
          <p:cNvPr id="25" name="text-126">
            <a:extLst xmlns:a="http://schemas.openxmlformats.org/drawingml/2006/main">
              <a:ext uri="{FF2B5EF4-FFF2-40B4-BE49-F238E27FC236}">
                <a16:creationId xmlns:a16="http://schemas.microsoft.com/office/drawing/2014/main" id="{EA4F3E74-9C32-4B10-8F7E-065386F2F41B}"/>
              </a:ext>
            </a:extLst>
          </p:cNvPr>
          <p:cNvSpPr>
            <a:spLocks xmlns:a="http://schemas.openxmlformats.org/drawingml/2006/main" noGrp="1"/>
          </p:cNvSpPr>
          <p:nvPr/>
        </p:nvSpPr>
        <p:spPr>
          <a:xfrm xmlns:a="http://schemas.openxmlformats.org/drawingml/2006/main">
            <a:off x="10832257" y="4295775"/>
            <a:ext cx="75014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قبس</a:t>
            </a:r>
          </a:p>
        </p:txBody>
      </p:sp>
      <p:sp>
        <p:nvSpPr>
          <p:cNvPr id="26" name="text-127">
            <a:extLst xmlns:a="http://schemas.openxmlformats.org/drawingml/2006/main">
              <a:ext uri="{FF2B5EF4-FFF2-40B4-BE49-F238E27FC236}">
                <a16:creationId xmlns:a16="http://schemas.microsoft.com/office/drawing/2014/main" id="{53FC75A6-56F1-4D41-BCBB-D645DDAE028C}"/>
              </a:ext>
            </a:extLst>
          </p:cNvPr>
          <p:cNvSpPr>
            <a:spLocks xmlns:a="http://schemas.openxmlformats.org/drawingml/2006/main" noGrp="1"/>
          </p:cNvSpPr>
          <p:nvPr/>
        </p:nvSpPr>
        <p:spPr>
          <a:xfrm xmlns:a="http://schemas.openxmlformats.org/drawingml/2006/main">
            <a:off x="10933483" y="4800600"/>
            <a:ext cx="6489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البحث</a:t>
            </a:r>
          </a:p>
        </p:txBody>
      </p:sp>
      <p:sp>
        <p:nvSpPr>
          <p:cNvPr id="27" name="text-128">
            <a:extLst xmlns:a="http://schemas.openxmlformats.org/drawingml/2006/main">
              <a:ext uri="{FF2B5EF4-FFF2-40B4-BE49-F238E27FC236}">
                <a16:creationId xmlns:a16="http://schemas.microsoft.com/office/drawing/2014/main" id="{574FB861-D997-43A7-ABD8-7ED5F72D0183}"/>
              </a:ext>
            </a:extLst>
          </p:cNvPr>
          <p:cNvSpPr>
            <a:spLocks xmlns:a="http://schemas.openxmlformats.org/drawingml/2006/main" noGrp="1"/>
          </p:cNvSpPr>
          <p:nvPr/>
        </p:nvSpPr>
        <p:spPr>
          <a:xfrm xmlns:a="http://schemas.openxmlformats.org/drawingml/2006/main">
            <a:off x="10407683" y="4800600"/>
            <a:ext cx="47046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وربط</a:t>
            </a:r>
          </a:p>
        </p:txBody>
      </p:sp>
      <p:sp>
        <p:nvSpPr>
          <p:cNvPr id="28" name="text-129">
            <a:extLst xmlns:a="http://schemas.openxmlformats.org/drawingml/2006/main">
              <a:ext uri="{FF2B5EF4-FFF2-40B4-BE49-F238E27FC236}">
                <a16:creationId xmlns:a16="http://schemas.microsoft.com/office/drawing/2014/main" id="{FA76024E-AF9C-423C-93DC-87243C6140D1}"/>
              </a:ext>
            </a:extLst>
          </p:cNvPr>
          <p:cNvSpPr>
            <a:spLocks xmlns:a="http://schemas.openxmlformats.org/drawingml/2006/main" noGrp="1"/>
          </p:cNvSpPr>
          <p:nvPr/>
        </p:nvSpPr>
        <p:spPr>
          <a:xfrm xmlns:a="http://schemas.openxmlformats.org/drawingml/2006/main">
            <a:off x="9781323" y="4800600"/>
            <a:ext cx="5710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الأدلة</a:t>
            </a:r>
          </a:p>
        </p:txBody>
      </p:sp>
    </p:spTree>
    <p:extLst>
      <p:ext uri="{BB962C8B-B14F-4D97-AF65-F5344CB8AC3E}">
        <p14:creationId xmlns:p14="http://schemas.microsoft.com/office/powerpoint/2010/main" val="594309923"/>
      </p:ext>
    </p:extLst>
  </p:cSld>
</p:sld>
</file>

<file path=ppt/slides/slide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3" name="text-130">
            <a:extLst xmlns:a="http://schemas.openxmlformats.org/drawingml/2006/main">
              <a:ext uri="{FF2B5EF4-FFF2-40B4-BE49-F238E27FC236}">
                <a16:creationId xmlns:a16="http://schemas.microsoft.com/office/drawing/2014/main" id="{A5AAF78E-1050-44B3-AD4A-11549D49DAC8}"/>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31">
            <a:extLst xmlns:a="http://schemas.openxmlformats.org/drawingml/2006/main">
              <a:ext uri="{FF2B5EF4-FFF2-40B4-BE49-F238E27FC236}">
                <a16:creationId xmlns:a16="http://schemas.microsoft.com/office/drawing/2014/main" id="{DC524A77-BDD5-4315-A7F7-26A62F5F444C}"/>
              </a:ext>
            </a:extLst>
          </p:cNvPr>
          <p:cNvSpPr>
            <a:spLocks xmlns:a="http://schemas.openxmlformats.org/drawingml/2006/main" noGrp="1"/>
          </p:cNvSpPr>
          <p:nvPr/>
        </p:nvSpPr>
        <p:spPr>
          <a:xfrm xmlns:a="http://schemas.openxmlformats.org/drawingml/2006/main">
            <a:off x="9628594" y="457200"/>
            <a:ext cx="96490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تبدأ؟</a:t>
            </a:r>
          </a:p>
        </p:txBody>
      </p:sp>
      <p:sp>
        <p:nvSpPr>
          <p:cNvPr id="3" name="text-132">
            <a:extLst xmlns:a="http://schemas.openxmlformats.org/drawingml/2006/main">
              <a:ext uri="{FF2B5EF4-FFF2-40B4-BE49-F238E27FC236}">
                <a16:creationId xmlns:a16="http://schemas.microsoft.com/office/drawing/2014/main" id="{D0F995D0-7B83-4DD0-AB8F-D725C9CF1F67}"/>
              </a:ext>
            </a:extLst>
          </p:cNvPr>
          <p:cNvSpPr>
            <a:spLocks xmlns:a="http://schemas.openxmlformats.org/drawingml/2006/main" noGrp="1"/>
          </p:cNvSpPr>
          <p:nvPr/>
        </p:nvSpPr>
        <p:spPr>
          <a:xfrm xmlns:a="http://schemas.openxmlformats.org/drawingml/2006/main">
            <a:off x="7833345"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شخصية</a:t>
            </a:r>
          </a:p>
        </p:txBody>
      </p:sp>
      <p:sp>
        <p:nvSpPr>
          <p:cNvPr id="4" name="text-133">
            <a:extLst xmlns:a="http://schemas.openxmlformats.org/drawingml/2006/main">
              <a:ext uri="{FF2B5EF4-FFF2-40B4-BE49-F238E27FC236}">
                <a16:creationId xmlns:a16="http://schemas.microsoft.com/office/drawing/2014/main" id="{B3830B6F-4DD8-45FF-A137-0FF663008469}"/>
              </a:ext>
            </a:extLst>
          </p:cNvPr>
          <p:cNvSpPr>
            <a:spLocks xmlns:a="http://schemas.openxmlformats.org/drawingml/2006/main" noGrp="1"/>
          </p:cNvSpPr>
          <p:nvPr/>
        </p:nvSpPr>
        <p:spPr>
          <a:xfrm xmlns:a="http://schemas.openxmlformats.org/drawingml/2006/main">
            <a:off x="7234839"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ثم</a:t>
            </a:r>
          </a:p>
        </p:txBody>
      </p:sp>
      <p:sp>
        <p:nvSpPr>
          <p:cNvPr id="5" name="text-134">
            <a:extLst xmlns:a="http://schemas.openxmlformats.org/drawingml/2006/main">
              <a:ext uri="{FF2B5EF4-FFF2-40B4-BE49-F238E27FC236}">
                <a16:creationId xmlns:a16="http://schemas.microsoft.com/office/drawing/2014/main" id="{152429E9-C9BB-476C-96C7-383B147E90BF}"/>
              </a:ext>
            </a:extLst>
          </p:cNvPr>
          <p:cNvSpPr>
            <a:spLocks xmlns:a="http://schemas.openxmlformats.org/drawingml/2006/main" noGrp="1"/>
          </p:cNvSpPr>
          <p:nvPr/>
        </p:nvSpPr>
        <p:spPr>
          <a:xfrm xmlns:a="http://schemas.openxmlformats.org/drawingml/2006/main">
            <a:off x="5928947" y="457200"/>
            <a:ext cx="12049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سؤال</a:t>
            </a:r>
          </a:p>
        </p:txBody>
      </p:sp>
      <p:sp>
        <p:nvSpPr>
          <p:cNvPr id="6" name="shape-135">
            <a:extLst xmlns:a="http://schemas.openxmlformats.org/drawingml/2006/main">
              <a:ext uri="{FF2B5EF4-FFF2-40B4-BE49-F238E27FC236}">
                <a16:creationId xmlns:a16="http://schemas.microsoft.com/office/drawing/2014/main" id="{62AA41F2-4392-407F-87F7-BDC97DE3B54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136">
            <a:extLst xmlns:a="http://schemas.openxmlformats.org/drawingml/2006/main">
              <a:ext uri="{FF2B5EF4-FFF2-40B4-BE49-F238E27FC236}">
                <a16:creationId xmlns:a16="http://schemas.microsoft.com/office/drawing/2014/main" id="{6635F589-8C4F-45C7-9593-B4DDC3450E12}"/>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137">
            <a:extLst xmlns:a="http://schemas.openxmlformats.org/drawingml/2006/main">
              <a:ext uri="{FF2B5EF4-FFF2-40B4-BE49-F238E27FC236}">
                <a16:creationId xmlns:a16="http://schemas.microsoft.com/office/drawing/2014/main" id="{671D8AFC-0950-4EA6-A04B-86F4825D5488}"/>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138">
            <a:extLst xmlns:a="http://schemas.openxmlformats.org/drawingml/2006/main">
              <a:ext uri="{FF2B5EF4-FFF2-40B4-BE49-F238E27FC236}">
                <a16:creationId xmlns:a16="http://schemas.microsoft.com/office/drawing/2014/main" id="{454A6C48-6804-4DA2-B29F-ADA603246DF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139">
            <a:extLst xmlns:a="http://schemas.openxmlformats.org/drawingml/2006/main">
              <a:ext uri="{FF2B5EF4-FFF2-40B4-BE49-F238E27FC236}">
                <a16:creationId xmlns:a16="http://schemas.microsoft.com/office/drawing/2014/main" id="{724937B6-6866-4984-B165-2EA163833ADA}"/>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140">
            <a:extLst xmlns:a="http://schemas.openxmlformats.org/drawingml/2006/main">
              <a:ext uri="{FF2B5EF4-FFF2-40B4-BE49-F238E27FC236}">
                <a16:creationId xmlns:a16="http://schemas.microsoft.com/office/drawing/2014/main" id="{F27DEB64-E0E1-46BB-B2EC-3D197531B74C}"/>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141">
            <a:extLst xmlns:a="http://schemas.openxmlformats.org/drawingml/2006/main">
              <a:ext uri="{FF2B5EF4-FFF2-40B4-BE49-F238E27FC236}">
                <a16:creationId xmlns:a16="http://schemas.microsoft.com/office/drawing/2014/main" id="{9B8228EF-8B03-42D8-914E-08FFA5A83DBE}"/>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142">
            <a:extLst xmlns:a="http://schemas.openxmlformats.org/drawingml/2006/main">
              <a:ext uri="{FF2B5EF4-FFF2-40B4-BE49-F238E27FC236}">
                <a16:creationId xmlns:a16="http://schemas.microsoft.com/office/drawing/2014/main" id="{6785C958-D1B3-4705-9394-4C941999D45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05</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e0fa89ac48a5450e"/>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5" name="text-143">
            <a:extLst xmlns:a="http://schemas.openxmlformats.org/drawingml/2006/main">
              <a:ext uri="{FF2B5EF4-FFF2-40B4-BE49-F238E27FC236}">
                <a16:creationId xmlns:a16="http://schemas.microsoft.com/office/drawing/2014/main" id="{3772E937-AFE6-4984-859A-6F3495D8DDEB}"/>
              </a:ext>
            </a:extLst>
          </p:cNvPr>
          <p:cNvSpPr>
            <a:spLocks xmlns:a="http://schemas.openxmlformats.org/drawingml/2006/main" noGrp="1"/>
          </p:cNvSpPr>
          <p:nvPr/>
        </p:nvSpPr>
        <p:spPr>
          <a:xfrm xmlns:a="http://schemas.openxmlformats.org/drawingml/2006/main">
            <a:off x="10983224" y="1590675"/>
            <a:ext cx="5991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اختر</a:t>
            </a:r>
          </a:p>
        </p:txBody>
      </p:sp>
      <p:sp>
        <p:nvSpPr>
          <p:cNvPr id="16" name="text-144">
            <a:extLst xmlns:a="http://schemas.openxmlformats.org/drawingml/2006/main">
              <a:ext uri="{FF2B5EF4-FFF2-40B4-BE49-F238E27FC236}">
                <a16:creationId xmlns:a16="http://schemas.microsoft.com/office/drawing/2014/main" id="{880DB686-AA13-494E-83D0-568939B421F7}"/>
              </a:ext>
            </a:extLst>
          </p:cNvPr>
          <p:cNvSpPr>
            <a:spLocks xmlns:a="http://schemas.openxmlformats.org/drawingml/2006/main" noGrp="1"/>
          </p:cNvSpPr>
          <p:nvPr/>
        </p:nvSpPr>
        <p:spPr>
          <a:xfrm xmlns:a="http://schemas.openxmlformats.org/drawingml/2006/main">
            <a:off x="9567992" y="1590675"/>
            <a:ext cx="135332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الشخصية</a:t>
            </a:r>
          </a:p>
        </p:txBody>
      </p:sp>
      <p:sp>
        <p:nvSpPr>
          <p:cNvPr id="17" name="text-145">
            <a:extLst xmlns:a="http://schemas.openxmlformats.org/drawingml/2006/main">
              <a:ext uri="{FF2B5EF4-FFF2-40B4-BE49-F238E27FC236}">
                <a16:creationId xmlns:a16="http://schemas.microsoft.com/office/drawing/2014/main" id="{49BA4CED-29F1-4005-AAEC-6FE981E29D3D}"/>
              </a:ext>
            </a:extLst>
          </p:cNvPr>
          <p:cNvSpPr>
            <a:spLocks xmlns:a="http://schemas.openxmlformats.org/drawingml/2006/main" noGrp="1"/>
          </p:cNvSpPr>
          <p:nvPr/>
        </p:nvSpPr>
        <p:spPr>
          <a:xfrm xmlns:a="http://schemas.openxmlformats.org/drawingml/2006/main">
            <a:off x="11051506" y="2371725"/>
            <a:ext cx="530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اكتب</a:t>
            </a:r>
          </a:p>
        </p:txBody>
      </p:sp>
      <p:sp>
        <p:nvSpPr>
          <p:cNvPr id="18" name="text-146">
            <a:extLst xmlns:a="http://schemas.openxmlformats.org/drawingml/2006/main">
              <a:ext uri="{FF2B5EF4-FFF2-40B4-BE49-F238E27FC236}">
                <a16:creationId xmlns:a16="http://schemas.microsoft.com/office/drawing/2014/main" id="{E77CB7BB-ED7A-4200-A658-CC87B7D928C0}"/>
              </a:ext>
            </a:extLst>
          </p:cNvPr>
          <p:cNvSpPr>
            <a:spLocks xmlns:a="http://schemas.openxmlformats.org/drawingml/2006/main" noGrp="1"/>
          </p:cNvSpPr>
          <p:nvPr/>
        </p:nvSpPr>
        <p:spPr>
          <a:xfrm xmlns:a="http://schemas.openxmlformats.org/drawingml/2006/main">
            <a:off x="10720940" y="23717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ثم</a:t>
            </a:r>
          </a:p>
        </p:txBody>
      </p:sp>
      <p:sp>
        <p:nvSpPr>
          <p:cNvPr id="19" name="text-147">
            <a:extLst xmlns:a="http://schemas.openxmlformats.org/drawingml/2006/main">
              <a:ext uri="{FF2B5EF4-FFF2-40B4-BE49-F238E27FC236}">
                <a16:creationId xmlns:a16="http://schemas.microsoft.com/office/drawing/2014/main" id="{FC7B460E-6144-42E2-95B9-F5DD2BFBB940}"/>
              </a:ext>
            </a:extLst>
          </p:cNvPr>
          <p:cNvSpPr>
            <a:spLocks xmlns:a="http://schemas.openxmlformats.org/drawingml/2006/main" noGrp="1"/>
          </p:cNvSpPr>
          <p:nvPr/>
        </p:nvSpPr>
        <p:spPr>
          <a:xfrm xmlns:a="http://schemas.openxmlformats.org/drawingml/2006/main">
            <a:off x="10091342" y="2371725"/>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اضغط</a:t>
            </a:r>
          </a:p>
        </p:txBody>
      </p:sp>
      <p:sp>
        <p:nvSpPr>
          <p:cNvPr id="20" name="text-148">
            <a:extLst xmlns:a="http://schemas.openxmlformats.org/drawingml/2006/main">
              <a:ext uri="{FF2B5EF4-FFF2-40B4-BE49-F238E27FC236}">
                <a16:creationId xmlns:a16="http://schemas.microsoft.com/office/drawing/2014/main" id="{665697DF-C38F-49F1-AADF-7608C2794E24}"/>
              </a:ext>
            </a:extLst>
          </p:cNvPr>
          <p:cNvSpPr>
            <a:spLocks xmlns:a="http://schemas.openxmlformats.org/drawingml/2006/main" noGrp="1"/>
          </p:cNvSpPr>
          <p:nvPr/>
        </p:nvSpPr>
        <p:spPr>
          <a:xfrm xmlns:a="http://schemas.openxmlformats.org/drawingml/2006/main">
            <a:off x="9229033" y="2371725"/>
            <a:ext cx="80696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الإرسال</a:t>
            </a:r>
          </a:p>
        </p:txBody>
      </p:sp>
      <p:sp>
        <p:nvSpPr>
          <p:cNvPr id="21" name="text-149">
            <a:extLst xmlns:a="http://schemas.openxmlformats.org/drawingml/2006/main">
              <a:ext uri="{FF2B5EF4-FFF2-40B4-BE49-F238E27FC236}">
                <a16:creationId xmlns:a16="http://schemas.microsoft.com/office/drawing/2014/main" id="{9B3C4C6B-06EC-4106-9DDB-137579C7228C}"/>
              </a:ext>
            </a:extLst>
          </p:cNvPr>
          <p:cNvSpPr>
            <a:spLocks xmlns:a="http://schemas.openxmlformats.org/drawingml/2006/main" noGrp="1"/>
          </p:cNvSpPr>
          <p:nvPr/>
        </p:nvSpPr>
        <p:spPr>
          <a:xfrm xmlns:a="http://schemas.openxmlformats.org/drawingml/2006/main">
            <a:off x="11382815" y="3124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أو</a:t>
            </a:r>
          </a:p>
        </p:txBody>
      </p:sp>
      <p:sp>
        <p:nvSpPr>
          <p:cNvPr id="22" name="text-150">
            <a:extLst xmlns:a="http://schemas.openxmlformats.org/drawingml/2006/main">
              <a:ext uri="{FF2B5EF4-FFF2-40B4-BE49-F238E27FC236}">
                <a16:creationId xmlns:a16="http://schemas.microsoft.com/office/drawing/2014/main" id="{6C2A1536-5450-4FE0-8EDE-B6B72183A95E}"/>
              </a:ext>
            </a:extLst>
          </p:cNvPr>
          <p:cNvSpPr>
            <a:spLocks xmlns:a="http://schemas.openxmlformats.org/drawingml/2006/main" noGrp="1"/>
          </p:cNvSpPr>
          <p:nvPr/>
        </p:nvSpPr>
        <p:spPr>
          <a:xfrm xmlns:a="http://schemas.openxmlformats.org/drawingml/2006/main">
            <a:off x="10753217" y="3124200"/>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اضغط</a:t>
            </a:r>
          </a:p>
        </p:txBody>
      </p:sp>
      <p:sp>
        <p:nvSpPr>
          <p:cNvPr id="23" name="text-151">
            <a:extLst xmlns:a="http://schemas.openxmlformats.org/drawingml/2006/main">
              <a:ext uri="{FF2B5EF4-FFF2-40B4-BE49-F238E27FC236}">
                <a16:creationId xmlns:a16="http://schemas.microsoft.com/office/drawing/2014/main" id="{F4403E2A-985A-495A-ABB9-B95FB6F42F84}"/>
              </a:ext>
            </a:extLst>
          </p:cNvPr>
          <p:cNvSpPr>
            <a:spLocks xmlns:a="http://schemas.openxmlformats.org/drawingml/2006/main" noGrp="1"/>
          </p:cNvSpPr>
          <p:nvPr/>
        </p:nvSpPr>
        <p:spPr>
          <a:xfrm xmlns:a="http://schemas.openxmlformats.org/drawingml/2006/main">
            <a:off x="10102036" y="3124200"/>
            <a:ext cx="59584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سؤالًا</a:t>
            </a:r>
          </a:p>
        </p:txBody>
      </p:sp>
      <p:sp>
        <p:nvSpPr>
          <p:cNvPr id="24" name="text-152">
            <a:extLst xmlns:a="http://schemas.openxmlformats.org/drawingml/2006/main">
              <a:ext uri="{FF2B5EF4-FFF2-40B4-BE49-F238E27FC236}">
                <a16:creationId xmlns:a16="http://schemas.microsoft.com/office/drawing/2014/main" id="{9C4E940A-7D3B-4E4B-A86A-4E2804E46F5A}"/>
              </a:ext>
            </a:extLst>
          </p:cNvPr>
          <p:cNvSpPr>
            <a:spLocks xmlns:a="http://schemas.openxmlformats.org/drawingml/2006/main" noGrp="1"/>
          </p:cNvSpPr>
          <p:nvPr/>
        </p:nvSpPr>
        <p:spPr>
          <a:xfrm xmlns:a="http://schemas.openxmlformats.org/drawingml/2006/main">
            <a:off x="9337344" y="3124200"/>
            <a:ext cx="70935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مقترحًا</a:t>
            </a:r>
          </a:p>
        </p:txBody>
      </p:sp>
      <p:sp>
        <p:nvSpPr>
          <p:cNvPr id="25" name="text-153">
            <a:extLst xmlns:a="http://schemas.openxmlformats.org/drawingml/2006/main">
              <a:ext uri="{FF2B5EF4-FFF2-40B4-BE49-F238E27FC236}">
                <a16:creationId xmlns:a16="http://schemas.microsoft.com/office/drawing/2014/main" id="{F8C5F5B9-20CB-4AE4-8E3A-260977EB8A2F}"/>
              </a:ext>
            </a:extLst>
          </p:cNvPr>
          <p:cNvSpPr>
            <a:spLocks xmlns:a="http://schemas.openxmlformats.org/drawingml/2006/main" noGrp="1"/>
          </p:cNvSpPr>
          <p:nvPr/>
        </p:nvSpPr>
        <p:spPr>
          <a:xfrm xmlns:a="http://schemas.openxmlformats.org/drawingml/2006/main">
            <a:off x="11065830" y="3876675"/>
            <a:ext cx="5165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يظهر</a:t>
            </a:r>
          </a:p>
        </p:txBody>
      </p:sp>
      <p:sp>
        <p:nvSpPr>
          <p:cNvPr id="26" name="text-154">
            <a:extLst xmlns:a="http://schemas.openxmlformats.org/drawingml/2006/main">
              <a:ext uri="{FF2B5EF4-FFF2-40B4-BE49-F238E27FC236}">
                <a16:creationId xmlns:a16="http://schemas.microsoft.com/office/drawing/2014/main" id="{B589930A-41C5-4F63-B4F1-0716BD417C08}"/>
              </a:ext>
            </a:extLst>
          </p:cNvPr>
          <p:cNvSpPr>
            <a:spLocks xmlns:a="http://schemas.openxmlformats.org/drawingml/2006/main" noGrp="1"/>
          </p:cNvSpPr>
          <p:nvPr/>
        </p:nvSpPr>
        <p:spPr>
          <a:xfrm xmlns:a="http://schemas.openxmlformats.org/drawingml/2006/main">
            <a:off x="10311537" y="387667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الجواب</a:t>
            </a:r>
          </a:p>
        </p:txBody>
      </p:sp>
      <p:sp>
        <p:nvSpPr>
          <p:cNvPr id="27" name="text-155">
            <a:extLst xmlns:a="http://schemas.openxmlformats.org/drawingml/2006/main">
              <a:ext uri="{FF2B5EF4-FFF2-40B4-BE49-F238E27FC236}">
                <a16:creationId xmlns:a16="http://schemas.microsoft.com/office/drawing/2014/main" id="{465B9232-0A7E-4683-8F21-B73ECEE30164}"/>
              </a:ext>
            </a:extLst>
          </p:cNvPr>
          <p:cNvSpPr>
            <a:spLocks xmlns:a="http://schemas.openxmlformats.org/drawingml/2006/main" noGrp="1"/>
          </p:cNvSpPr>
          <p:nvPr/>
        </p:nvSpPr>
        <p:spPr>
          <a:xfrm xmlns:a="http://schemas.openxmlformats.org/drawingml/2006/main">
            <a:off x="9532718" y="3876675"/>
            <a:ext cx="7234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تدريجيًا</a:t>
            </a:r>
          </a:p>
        </p:txBody>
      </p:sp>
      <p:sp>
        <p:nvSpPr>
          <p:cNvPr id="28" name="text-156">
            <a:extLst xmlns:a="http://schemas.openxmlformats.org/drawingml/2006/main">
              <a:ext uri="{FF2B5EF4-FFF2-40B4-BE49-F238E27FC236}">
                <a16:creationId xmlns:a16="http://schemas.microsoft.com/office/drawing/2014/main" id="{EAC5B387-BE88-4A9B-A3CF-52A9984B423B}"/>
              </a:ext>
            </a:extLst>
          </p:cNvPr>
          <p:cNvSpPr>
            <a:spLocks xmlns:a="http://schemas.openxmlformats.org/drawingml/2006/main" noGrp="1"/>
          </p:cNvSpPr>
          <p:nvPr/>
        </p:nvSpPr>
        <p:spPr>
          <a:xfrm xmlns:a="http://schemas.openxmlformats.org/drawingml/2006/main">
            <a:off x="11055430" y="4629150"/>
            <a:ext cx="5269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انتظر</a:t>
            </a:r>
          </a:p>
        </p:txBody>
      </p:sp>
      <p:sp>
        <p:nvSpPr>
          <p:cNvPr id="29" name="text-157">
            <a:extLst xmlns:a="http://schemas.openxmlformats.org/drawingml/2006/main">
              <a:ext uri="{FF2B5EF4-FFF2-40B4-BE49-F238E27FC236}">
                <a16:creationId xmlns:a16="http://schemas.microsoft.com/office/drawing/2014/main" id="{1E2B86A0-B137-4F30-8C17-67189DF26F05}"/>
              </a:ext>
            </a:extLst>
          </p:cNvPr>
          <p:cNvSpPr>
            <a:spLocks xmlns:a="http://schemas.openxmlformats.org/drawingml/2006/main" noGrp="1"/>
          </p:cNvSpPr>
          <p:nvPr/>
        </p:nvSpPr>
        <p:spPr>
          <a:xfrm xmlns:a="http://schemas.openxmlformats.org/drawingml/2006/main">
            <a:off x="10267879" y="4629150"/>
            <a:ext cx="73221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اكتماله</a:t>
            </a:r>
          </a:p>
        </p:txBody>
      </p:sp>
      <p:sp>
        <p:nvSpPr>
          <p:cNvPr id="30" name="text-158">
            <a:extLst xmlns:a="http://schemas.openxmlformats.org/drawingml/2006/main">
              <a:ext uri="{FF2B5EF4-FFF2-40B4-BE49-F238E27FC236}">
                <a16:creationId xmlns:a16="http://schemas.microsoft.com/office/drawing/2014/main" id="{DEBA52D9-D320-424D-841B-8E747F20EB6C}"/>
              </a:ext>
            </a:extLst>
          </p:cNvPr>
          <p:cNvSpPr>
            <a:spLocks xmlns:a="http://schemas.openxmlformats.org/drawingml/2006/main" noGrp="1"/>
          </p:cNvSpPr>
          <p:nvPr/>
        </p:nvSpPr>
        <p:spPr>
          <a:xfrm xmlns:a="http://schemas.openxmlformats.org/drawingml/2006/main">
            <a:off x="9937313" y="4629150"/>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ثم</a:t>
            </a:r>
          </a:p>
        </p:txBody>
      </p:sp>
      <p:sp>
        <p:nvSpPr>
          <p:cNvPr id="31" name="text-159">
            <a:extLst xmlns:a="http://schemas.openxmlformats.org/drawingml/2006/main">
              <a:ext uri="{FF2B5EF4-FFF2-40B4-BE49-F238E27FC236}">
                <a16:creationId xmlns:a16="http://schemas.microsoft.com/office/drawing/2014/main" id="{6A638970-4841-45D1-BC74-EBA0EA6EEE29}"/>
              </a:ext>
            </a:extLst>
          </p:cNvPr>
          <p:cNvSpPr>
            <a:spLocks xmlns:a="http://schemas.openxmlformats.org/drawingml/2006/main" noGrp="1"/>
          </p:cNvSpPr>
          <p:nvPr/>
        </p:nvSpPr>
        <p:spPr>
          <a:xfrm xmlns:a="http://schemas.openxmlformats.org/drawingml/2006/main">
            <a:off x="9367463" y="4629150"/>
            <a:ext cx="5145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قيّمه</a:t>
            </a:r>
          </a:p>
        </p:txBody>
      </p:sp>
      <p:sp>
        <p:nvSpPr>
          <p:cNvPr id="32" name="text-160">
            <a:extLst xmlns:a="http://schemas.openxmlformats.org/drawingml/2006/main">
              <a:ext uri="{FF2B5EF4-FFF2-40B4-BE49-F238E27FC236}">
                <a16:creationId xmlns:a16="http://schemas.microsoft.com/office/drawing/2014/main" id="{3291DDB2-1C1D-48F2-A02F-74AEB38BEFCF}"/>
              </a:ext>
            </a:extLst>
          </p:cNvPr>
          <p:cNvSpPr>
            <a:spLocks xmlns:a="http://schemas.openxmlformats.org/drawingml/2006/main" noGrp="1"/>
          </p:cNvSpPr>
          <p:nvPr/>
        </p:nvSpPr>
        <p:spPr>
          <a:xfrm xmlns:a="http://schemas.openxmlformats.org/drawingml/2006/main">
            <a:off x="11394980" y="5676900"/>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لا</a:t>
            </a:r>
          </a:p>
        </p:txBody>
      </p:sp>
      <p:sp>
        <p:nvSpPr>
          <p:cNvPr id="33" name="text-161">
            <a:extLst xmlns:a="http://schemas.openxmlformats.org/drawingml/2006/main">
              <a:ext uri="{FF2B5EF4-FFF2-40B4-BE49-F238E27FC236}">
                <a16:creationId xmlns:a16="http://schemas.microsoft.com/office/drawing/2014/main" id="{1DDCEF15-ED74-4622-8A1E-0CF33EF39E76}"/>
              </a:ext>
            </a:extLst>
          </p:cNvPr>
          <p:cNvSpPr>
            <a:spLocks xmlns:a="http://schemas.openxmlformats.org/drawingml/2006/main" noGrp="1"/>
          </p:cNvSpPr>
          <p:nvPr/>
        </p:nvSpPr>
        <p:spPr>
          <a:xfrm xmlns:a="http://schemas.openxmlformats.org/drawingml/2006/main">
            <a:off x="10758025" y="5676900"/>
            <a:ext cx="5816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يحتاج</a:t>
            </a:r>
          </a:p>
        </p:txBody>
      </p:sp>
      <p:sp>
        <p:nvSpPr>
          <p:cNvPr id="34" name="text-162">
            <a:extLst xmlns:a="http://schemas.openxmlformats.org/drawingml/2006/main">
              <a:ext uri="{FF2B5EF4-FFF2-40B4-BE49-F238E27FC236}">
                <a16:creationId xmlns:a16="http://schemas.microsoft.com/office/drawing/2014/main" id="{83D2E820-7B73-4801-9B3F-22FB29B4B80F}"/>
              </a:ext>
            </a:extLst>
          </p:cNvPr>
          <p:cNvSpPr>
            <a:spLocks xmlns:a="http://schemas.openxmlformats.org/drawingml/2006/main" noGrp="1"/>
          </p:cNvSpPr>
          <p:nvPr/>
        </p:nvSpPr>
        <p:spPr>
          <a:xfrm xmlns:a="http://schemas.openxmlformats.org/drawingml/2006/main">
            <a:off x="10204264" y="5676900"/>
            <a:ext cx="498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الزائر</a:t>
            </a:r>
          </a:p>
        </p:txBody>
      </p:sp>
      <p:sp>
        <p:nvSpPr>
          <p:cNvPr id="35" name="text-163">
            <a:extLst xmlns:a="http://schemas.openxmlformats.org/drawingml/2006/main">
              <a:ext uri="{FF2B5EF4-FFF2-40B4-BE49-F238E27FC236}">
                <a16:creationId xmlns:a16="http://schemas.microsoft.com/office/drawing/2014/main" id="{8B0C1F91-1A39-453E-A0F2-D12862B45B8E}"/>
              </a:ext>
            </a:extLst>
          </p:cNvPr>
          <p:cNvSpPr>
            <a:spLocks xmlns:a="http://schemas.openxmlformats.org/drawingml/2006/main" noGrp="1"/>
          </p:cNvSpPr>
          <p:nvPr/>
        </p:nvSpPr>
        <p:spPr>
          <a:xfrm xmlns:a="http://schemas.openxmlformats.org/drawingml/2006/main">
            <a:off x="9469299" y="5676900"/>
            <a:ext cx="679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مفتاحًا</a:t>
            </a:r>
          </a:p>
        </p:txBody>
      </p:sp>
      <p:sp>
        <p:nvSpPr>
          <p:cNvPr id="36" name="text-164">
            <a:extLst xmlns:a="http://schemas.openxmlformats.org/drawingml/2006/main">
              <a:ext uri="{FF2B5EF4-FFF2-40B4-BE49-F238E27FC236}">
                <a16:creationId xmlns:a16="http://schemas.microsoft.com/office/drawing/2014/main" id="{5CC8AD88-089E-407A-BB35-30F12593A588}"/>
              </a:ext>
            </a:extLst>
          </p:cNvPr>
          <p:cNvSpPr>
            <a:spLocks xmlns:a="http://schemas.openxmlformats.org/drawingml/2006/main" noGrp="1"/>
          </p:cNvSpPr>
          <p:nvPr/>
        </p:nvSpPr>
        <p:spPr>
          <a:xfrm xmlns:a="http://schemas.openxmlformats.org/drawingml/2006/main">
            <a:off x="9289131"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37" name="text-165">
            <a:extLst xmlns:a="http://schemas.openxmlformats.org/drawingml/2006/main">
              <a:ext uri="{FF2B5EF4-FFF2-40B4-BE49-F238E27FC236}">
                <a16:creationId xmlns:a16="http://schemas.microsoft.com/office/drawing/2014/main" id="{29BD7AE2-95C9-458E-8425-FAF1D718F546}"/>
              </a:ext>
            </a:extLst>
          </p:cNvPr>
          <p:cNvSpPr>
            <a:spLocks xmlns:a="http://schemas.openxmlformats.org/drawingml/2006/main" noGrp="1"/>
          </p:cNvSpPr>
          <p:nvPr/>
        </p:nvSpPr>
        <p:spPr>
          <a:xfrm xmlns:a="http://schemas.openxmlformats.org/drawingml/2006/main">
            <a:off x="8818958" y="5676900"/>
            <a:ext cx="41483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لكل</a:t>
            </a:r>
          </a:p>
        </p:txBody>
      </p:sp>
      <p:sp>
        <p:nvSpPr>
          <p:cNvPr id="38" name="text-166">
            <a:extLst xmlns:a="http://schemas.openxmlformats.org/drawingml/2006/main">
              <a:ext uri="{FF2B5EF4-FFF2-40B4-BE49-F238E27FC236}">
                <a16:creationId xmlns:a16="http://schemas.microsoft.com/office/drawing/2014/main" id="{A6F4E0F9-DE9A-4A3F-A84C-739370810591}"/>
              </a:ext>
            </a:extLst>
          </p:cNvPr>
          <p:cNvSpPr>
            <a:spLocks xmlns:a="http://schemas.openxmlformats.org/drawingml/2006/main" noGrp="1"/>
          </p:cNvSpPr>
          <p:nvPr/>
        </p:nvSpPr>
        <p:spPr>
          <a:xfrm xmlns:a="http://schemas.openxmlformats.org/drawingml/2006/main">
            <a:off x="7903279" y="5676900"/>
            <a:ext cx="8603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شخصية</a:t>
            </a:r>
          </a:p>
        </p:txBody>
      </p:sp>
      <p:sp>
        <p:nvSpPr>
          <p:cNvPr id="39" name="text-167">
            <a:extLst xmlns:a="http://schemas.openxmlformats.org/drawingml/2006/main">
              <a:ext uri="{FF2B5EF4-FFF2-40B4-BE49-F238E27FC236}">
                <a16:creationId xmlns:a16="http://schemas.microsoft.com/office/drawing/2014/main" id="{28DA530F-9854-4970-B399-5C27259FB328}"/>
              </a:ext>
            </a:extLst>
          </p:cNvPr>
          <p:cNvSpPr>
            <a:spLocks xmlns:a="http://schemas.openxmlformats.org/drawingml/2006/main" noGrp="1"/>
          </p:cNvSpPr>
          <p:nvPr/>
        </p:nvSpPr>
        <p:spPr>
          <a:xfrm xmlns:a="http://schemas.openxmlformats.org/drawingml/2006/main">
            <a:off x="6968567" y="5676900"/>
            <a:ext cx="8793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محادثتها</a:t>
            </a:r>
          </a:p>
        </p:txBody>
      </p:sp>
      <p:sp>
        <p:nvSpPr>
          <p:cNvPr id="40" name="text-168">
            <a:extLst xmlns:a="http://schemas.openxmlformats.org/drawingml/2006/main">
              <a:ext uri="{FF2B5EF4-FFF2-40B4-BE49-F238E27FC236}">
                <a16:creationId xmlns:a16="http://schemas.microsoft.com/office/drawing/2014/main" id="{F0F13241-B795-4C6F-9AE9-1154024175BC}"/>
              </a:ext>
            </a:extLst>
          </p:cNvPr>
          <p:cNvSpPr>
            <a:spLocks xmlns:a="http://schemas.openxmlformats.org/drawingml/2006/main" noGrp="1"/>
          </p:cNvSpPr>
          <p:nvPr/>
        </p:nvSpPr>
        <p:spPr>
          <a:xfrm xmlns:a="http://schemas.openxmlformats.org/drawingml/2006/main">
            <a:off x="6494960" y="5676900"/>
            <a:ext cx="41826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أثناء</a:t>
            </a:r>
          </a:p>
        </p:txBody>
      </p:sp>
      <p:sp>
        <p:nvSpPr>
          <p:cNvPr id="41" name="text-169">
            <a:extLst xmlns:a="http://schemas.openxmlformats.org/drawingml/2006/main">
              <a:ext uri="{FF2B5EF4-FFF2-40B4-BE49-F238E27FC236}">
                <a16:creationId xmlns:a16="http://schemas.microsoft.com/office/drawing/2014/main" id="{A1BF0898-8BF3-4DE9-99D4-73BF0603B164}"/>
              </a:ext>
            </a:extLst>
          </p:cNvPr>
          <p:cNvSpPr>
            <a:spLocks xmlns:a="http://schemas.openxmlformats.org/drawingml/2006/main" noGrp="1"/>
          </p:cNvSpPr>
          <p:nvPr/>
        </p:nvSpPr>
        <p:spPr>
          <a:xfrm xmlns:a="http://schemas.openxmlformats.org/drawingml/2006/main">
            <a:off x="6043035" y="5676900"/>
            <a:ext cx="396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بقاء</a:t>
            </a:r>
          </a:p>
        </p:txBody>
      </p:sp>
      <p:sp>
        <p:nvSpPr>
          <p:cNvPr id="42" name="text-170">
            <a:extLst xmlns:a="http://schemas.openxmlformats.org/drawingml/2006/main">
              <a:ext uri="{FF2B5EF4-FFF2-40B4-BE49-F238E27FC236}">
                <a16:creationId xmlns:a16="http://schemas.microsoft.com/office/drawing/2014/main" id="{4673D6E0-BCC8-412E-B51F-6C2401E01770}"/>
              </a:ext>
            </a:extLst>
          </p:cNvPr>
          <p:cNvSpPr>
            <a:spLocks xmlns:a="http://schemas.openxmlformats.org/drawingml/2006/main" noGrp="1"/>
          </p:cNvSpPr>
          <p:nvPr/>
        </p:nvSpPr>
        <p:spPr>
          <a:xfrm xmlns:a="http://schemas.openxmlformats.org/drawingml/2006/main">
            <a:off x="5202212" y="5676900"/>
            <a:ext cx="785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الصفحة</a:t>
            </a:r>
          </a:p>
        </p:txBody>
      </p:sp>
    </p:spTree>
    <p:extLst>
      <p:ext uri="{BB962C8B-B14F-4D97-AF65-F5344CB8AC3E}">
        <p14:creationId xmlns:p14="http://schemas.microsoft.com/office/powerpoint/2010/main" val="1053091947"/>
      </p:ext>
    </p:extLst>
  </p:cSld>
</p:sld>
</file>

<file path=ppt/slides/slide6.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2" name="text-171">
            <a:extLst xmlns:a="http://schemas.openxmlformats.org/drawingml/2006/main">
              <a:ext uri="{FF2B5EF4-FFF2-40B4-BE49-F238E27FC236}">
                <a16:creationId xmlns:a16="http://schemas.microsoft.com/office/drawing/2014/main" id="{52C0D14F-729A-4DFE-B859-D8FC3FBBA11C}"/>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72">
            <a:extLst xmlns:a="http://schemas.openxmlformats.org/drawingml/2006/main">
              <a:ext uri="{FF2B5EF4-FFF2-40B4-BE49-F238E27FC236}">
                <a16:creationId xmlns:a16="http://schemas.microsoft.com/office/drawing/2014/main" id="{7743B7A2-33FC-4303-89B6-8D25EE3E291C}"/>
              </a:ext>
            </a:extLst>
          </p:cNvPr>
          <p:cNvSpPr>
            <a:spLocks xmlns:a="http://schemas.openxmlformats.org/drawingml/2006/main" noGrp="1"/>
          </p:cNvSpPr>
          <p:nvPr/>
        </p:nvSpPr>
        <p:spPr>
          <a:xfrm xmlns:a="http://schemas.openxmlformats.org/drawingml/2006/main">
            <a:off x="8990251" y="457200"/>
            <a:ext cx="16032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تتحقق؟</a:t>
            </a:r>
          </a:p>
        </p:txBody>
      </p:sp>
      <p:sp>
        <p:nvSpPr>
          <p:cNvPr id="3" name="text-173">
            <a:extLst xmlns:a="http://schemas.openxmlformats.org/drawingml/2006/main">
              <a:ext uri="{FF2B5EF4-FFF2-40B4-BE49-F238E27FC236}">
                <a16:creationId xmlns:a16="http://schemas.microsoft.com/office/drawing/2014/main" id="{C44D2FE5-6731-402F-8E09-98D98A5E7347}"/>
              </a:ext>
            </a:extLst>
          </p:cNvPr>
          <p:cNvSpPr>
            <a:spLocks xmlns:a="http://schemas.openxmlformats.org/drawingml/2006/main" noGrp="1"/>
          </p:cNvSpPr>
          <p:nvPr/>
        </p:nvSpPr>
        <p:spPr>
          <a:xfrm xmlns:a="http://schemas.openxmlformats.org/drawingml/2006/main">
            <a:off x="7988473" y="457200"/>
            <a:ext cx="9008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افتح</a:t>
            </a:r>
          </a:p>
        </p:txBody>
      </p:sp>
      <p:sp>
        <p:nvSpPr>
          <p:cNvPr id="4" name="text-174">
            <a:extLst xmlns:a="http://schemas.openxmlformats.org/drawingml/2006/main">
              <a:ext uri="{FF2B5EF4-FFF2-40B4-BE49-F238E27FC236}">
                <a16:creationId xmlns:a16="http://schemas.microsoft.com/office/drawing/2014/main" id="{8397114E-4131-47E0-B042-CC3ED0F36530}"/>
              </a:ext>
            </a:extLst>
          </p:cNvPr>
          <p:cNvSpPr>
            <a:spLocks xmlns:a="http://schemas.openxmlformats.org/drawingml/2006/main" noGrp="1"/>
          </p:cNvSpPr>
          <p:nvPr/>
        </p:nvSpPr>
        <p:spPr>
          <a:xfrm xmlns:a="http://schemas.openxmlformats.org/drawingml/2006/main">
            <a:off x="6468610" y="457200"/>
            <a:ext cx="14188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المرجع</a:t>
            </a:r>
          </a:p>
        </p:txBody>
      </p:sp>
      <p:sp>
        <p:nvSpPr>
          <p:cNvPr id="5" name="text-175">
            <a:extLst xmlns:a="http://schemas.openxmlformats.org/drawingml/2006/main">
              <a:ext uri="{FF2B5EF4-FFF2-40B4-BE49-F238E27FC236}">
                <a16:creationId xmlns:a16="http://schemas.microsoft.com/office/drawing/2014/main" id="{90455B5C-2C70-4EE2-8C5D-2327AA70F57F}"/>
              </a:ext>
            </a:extLst>
          </p:cNvPr>
          <p:cNvSpPr>
            <a:spLocks xmlns:a="http://schemas.openxmlformats.org/drawingml/2006/main" noGrp="1"/>
          </p:cNvSpPr>
          <p:nvPr/>
        </p:nvSpPr>
        <p:spPr>
          <a:xfrm xmlns:a="http://schemas.openxmlformats.org/drawingml/2006/main">
            <a:off x="5870105"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ثم</a:t>
            </a:r>
          </a:p>
        </p:txBody>
      </p:sp>
      <p:sp>
        <p:nvSpPr>
          <p:cNvPr id="6" name="text-176">
            <a:extLst xmlns:a="http://schemas.openxmlformats.org/drawingml/2006/main">
              <a:ext uri="{FF2B5EF4-FFF2-40B4-BE49-F238E27FC236}">
                <a16:creationId xmlns:a16="http://schemas.microsoft.com/office/drawing/2014/main" id="{B964F440-E8C0-4737-8B38-3809E342E976}"/>
              </a:ext>
            </a:extLst>
          </p:cNvPr>
          <p:cNvSpPr>
            <a:spLocks xmlns:a="http://schemas.openxmlformats.org/drawingml/2006/main" noGrp="1"/>
          </p:cNvSpPr>
          <p:nvPr/>
        </p:nvSpPr>
        <p:spPr>
          <a:xfrm xmlns:a="http://schemas.openxmlformats.org/drawingml/2006/main">
            <a:off x="5007704" y="457200"/>
            <a:ext cx="7614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تابع</a:t>
            </a:r>
          </a:p>
        </p:txBody>
      </p:sp>
      <p:sp>
        <p:nvSpPr>
          <p:cNvPr id="7" name="shape-177">
            <a:extLst xmlns:a="http://schemas.openxmlformats.org/drawingml/2006/main">
              <a:ext uri="{FF2B5EF4-FFF2-40B4-BE49-F238E27FC236}">
                <a16:creationId xmlns:a16="http://schemas.microsoft.com/office/drawing/2014/main" id="{CE37AC46-F9F6-422C-AC10-E58F4E52A12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178">
            <a:extLst xmlns:a="http://schemas.openxmlformats.org/drawingml/2006/main">
              <a:ext uri="{FF2B5EF4-FFF2-40B4-BE49-F238E27FC236}">
                <a16:creationId xmlns:a16="http://schemas.microsoft.com/office/drawing/2014/main" id="{2D10B501-9DA4-4820-9561-E087FE376ADD}"/>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179">
            <a:extLst xmlns:a="http://schemas.openxmlformats.org/drawingml/2006/main">
              <a:ext uri="{FF2B5EF4-FFF2-40B4-BE49-F238E27FC236}">
                <a16:creationId xmlns:a16="http://schemas.microsoft.com/office/drawing/2014/main" id="{D2C4D830-7FF0-4A02-9635-F1BB47163239}"/>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180">
            <a:extLst xmlns:a="http://schemas.openxmlformats.org/drawingml/2006/main">
              <a:ext uri="{FF2B5EF4-FFF2-40B4-BE49-F238E27FC236}">
                <a16:creationId xmlns:a16="http://schemas.microsoft.com/office/drawing/2014/main" id="{8FA98981-4CF2-49C2-BEFA-10A6DE986F87}"/>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181">
            <a:extLst xmlns:a="http://schemas.openxmlformats.org/drawingml/2006/main">
              <a:ext uri="{FF2B5EF4-FFF2-40B4-BE49-F238E27FC236}">
                <a16:creationId xmlns:a16="http://schemas.microsoft.com/office/drawing/2014/main" id="{A85BD05A-5D35-45F2-A2F4-A85093FDD6BE}"/>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182">
            <a:extLst xmlns:a="http://schemas.openxmlformats.org/drawingml/2006/main">
              <a:ext uri="{FF2B5EF4-FFF2-40B4-BE49-F238E27FC236}">
                <a16:creationId xmlns:a16="http://schemas.microsoft.com/office/drawing/2014/main" id="{A68FC41F-C3E1-4DC3-8B0D-ED3731ADB7F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183">
            <a:extLst xmlns:a="http://schemas.openxmlformats.org/drawingml/2006/main">
              <a:ext uri="{FF2B5EF4-FFF2-40B4-BE49-F238E27FC236}">
                <a16:creationId xmlns:a16="http://schemas.microsoft.com/office/drawing/2014/main" id="{0CF0C70D-FE56-4E82-8676-B4D3AA7D2DE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184">
            <a:extLst xmlns:a="http://schemas.openxmlformats.org/drawingml/2006/main">
              <a:ext uri="{FF2B5EF4-FFF2-40B4-BE49-F238E27FC236}">
                <a16:creationId xmlns:a16="http://schemas.microsoft.com/office/drawing/2014/main" id="{7185B438-167B-41BA-BA0F-746015380A76}"/>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06</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8282215074f741b8"/>
          <a:stretch xmlns:a="http://schemas.openxmlformats.org/drawingml/2006/main"/>
        </p:blipFill>
        <p:spPr>
          <a:xfrm xmlns:a="http://schemas.openxmlformats.org/drawingml/2006/main">
            <a:off x="609600" y="1400966"/>
            <a:ext cx="7477125" cy="4208469"/>
          </a:xfrm>
          <a:prstGeom xmlns:a="http://schemas.openxmlformats.org/drawingml/2006/main" prst="rect">
            <a:avLst/>
          </a:prstGeom>
        </p:spPr>
      </p:pic>
      <p:sp>
        <p:nvSpPr>
          <p:cNvPr id="16" name="text-185">
            <a:extLst xmlns:a="http://schemas.openxmlformats.org/drawingml/2006/main">
              <a:ext uri="{FF2B5EF4-FFF2-40B4-BE49-F238E27FC236}">
                <a16:creationId xmlns:a16="http://schemas.microsoft.com/office/drawing/2014/main" id="{59DC3267-AE87-48DC-91E4-EC2194158AD0}"/>
              </a:ext>
            </a:extLst>
          </p:cNvPr>
          <p:cNvSpPr>
            <a:spLocks xmlns:a="http://schemas.openxmlformats.org/drawingml/2006/main" noGrp="1"/>
          </p:cNvSpPr>
          <p:nvPr/>
        </p:nvSpPr>
        <p:spPr>
          <a:xfrm xmlns:a="http://schemas.openxmlformats.org/drawingml/2006/main">
            <a:off x="10798774" y="1571625"/>
            <a:ext cx="78362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اضغط</a:t>
            </a:r>
          </a:p>
        </p:txBody>
      </p:sp>
      <p:sp>
        <p:nvSpPr>
          <p:cNvPr id="17" name="text-186">
            <a:extLst xmlns:a="http://schemas.openxmlformats.org/drawingml/2006/main">
              <a:ext uri="{FF2B5EF4-FFF2-40B4-BE49-F238E27FC236}">
                <a16:creationId xmlns:a16="http://schemas.microsoft.com/office/drawing/2014/main" id="{8D94F3B6-91A7-4568-B963-5E524178252B}"/>
              </a:ext>
            </a:extLst>
          </p:cNvPr>
          <p:cNvSpPr>
            <a:spLocks xmlns:a="http://schemas.openxmlformats.org/drawingml/2006/main" noGrp="1"/>
          </p:cNvSpPr>
          <p:nvPr/>
        </p:nvSpPr>
        <p:spPr>
          <a:xfrm xmlns:a="http://schemas.openxmlformats.org/drawingml/2006/main">
            <a:off x="9777687" y="1571625"/>
            <a:ext cx="962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المصدر</a:t>
            </a:r>
          </a:p>
        </p:txBody>
      </p:sp>
      <p:sp>
        <p:nvSpPr>
          <p:cNvPr id="18" name="text-187">
            <a:extLst xmlns:a="http://schemas.openxmlformats.org/drawingml/2006/main">
              <a:ext uri="{FF2B5EF4-FFF2-40B4-BE49-F238E27FC236}">
                <a16:creationId xmlns:a16="http://schemas.microsoft.com/office/drawing/2014/main" id="{C6F7AF63-E406-4EED-B091-1D69F0415939}"/>
              </a:ext>
            </a:extLst>
          </p:cNvPr>
          <p:cNvSpPr>
            <a:spLocks xmlns:a="http://schemas.openxmlformats.org/drawingml/2006/main" noGrp="1"/>
          </p:cNvSpPr>
          <p:nvPr/>
        </p:nvSpPr>
        <p:spPr>
          <a:xfrm xmlns:a="http://schemas.openxmlformats.org/drawingml/2006/main">
            <a:off x="11019719" y="2333625"/>
            <a:ext cx="56268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طابق</a:t>
            </a:r>
          </a:p>
        </p:txBody>
      </p:sp>
      <p:sp>
        <p:nvSpPr>
          <p:cNvPr id="19" name="text-188">
            <a:extLst xmlns:a="http://schemas.openxmlformats.org/drawingml/2006/main">
              <a:ext uri="{FF2B5EF4-FFF2-40B4-BE49-F238E27FC236}">
                <a16:creationId xmlns:a16="http://schemas.microsoft.com/office/drawing/2014/main" id="{0F1BEAAE-6D8D-4FBE-9AC6-32B389846AFA}"/>
              </a:ext>
            </a:extLst>
          </p:cNvPr>
          <p:cNvSpPr>
            <a:spLocks xmlns:a="http://schemas.openxmlformats.org/drawingml/2006/main" noGrp="1"/>
          </p:cNvSpPr>
          <p:nvPr/>
        </p:nvSpPr>
        <p:spPr>
          <a:xfrm xmlns:a="http://schemas.openxmlformats.org/drawingml/2006/main">
            <a:off x="10426617" y="2333625"/>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النص</a:t>
            </a:r>
          </a:p>
        </p:txBody>
      </p:sp>
      <p:sp>
        <p:nvSpPr>
          <p:cNvPr id="20" name="text-189">
            <a:extLst xmlns:a="http://schemas.openxmlformats.org/drawingml/2006/main">
              <a:ext uri="{FF2B5EF4-FFF2-40B4-BE49-F238E27FC236}">
                <a16:creationId xmlns:a16="http://schemas.microsoft.com/office/drawing/2014/main" id="{8761D871-80A3-4EF6-A9D1-061473140E8D}"/>
              </a:ext>
            </a:extLst>
          </p:cNvPr>
          <p:cNvSpPr>
            <a:spLocks xmlns:a="http://schemas.openxmlformats.org/drawingml/2006/main" noGrp="1"/>
          </p:cNvSpPr>
          <p:nvPr/>
        </p:nvSpPr>
        <p:spPr>
          <a:xfrm xmlns:a="http://schemas.openxmlformats.org/drawingml/2006/main">
            <a:off x="10064461" y="23336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مع</a:t>
            </a:r>
          </a:p>
        </p:txBody>
      </p:sp>
      <p:sp>
        <p:nvSpPr>
          <p:cNvPr id="21" name="text-190">
            <a:extLst xmlns:a="http://schemas.openxmlformats.org/drawingml/2006/main">
              <a:ext uri="{FF2B5EF4-FFF2-40B4-BE49-F238E27FC236}">
                <a16:creationId xmlns:a16="http://schemas.microsoft.com/office/drawing/2014/main" id="{43508383-219B-4C2A-92EF-01063AB990FD}"/>
              </a:ext>
            </a:extLst>
          </p:cNvPr>
          <p:cNvSpPr>
            <a:spLocks xmlns:a="http://schemas.openxmlformats.org/drawingml/2006/main" noGrp="1"/>
          </p:cNvSpPr>
          <p:nvPr/>
        </p:nvSpPr>
        <p:spPr>
          <a:xfrm xmlns:a="http://schemas.openxmlformats.org/drawingml/2006/main">
            <a:off x="9310168" y="233362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الجواب</a:t>
            </a:r>
          </a:p>
        </p:txBody>
      </p:sp>
      <p:sp>
        <p:nvSpPr>
          <p:cNvPr id="22" name="text-191">
            <a:extLst xmlns:a="http://schemas.openxmlformats.org/drawingml/2006/main">
              <a:ext uri="{FF2B5EF4-FFF2-40B4-BE49-F238E27FC236}">
                <a16:creationId xmlns:a16="http://schemas.microsoft.com/office/drawing/2014/main" id="{44441C55-E42A-4819-BDD6-D940D49E826D}"/>
              </a:ext>
            </a:extLst>
          </p:cNvPr>
          <p:cNvSpPr>
            <a:spLocks xmlns:a="http://schemas.openxmlformats.org/drawingml/2006/main" noGrp="1"/>
          </p:cNvSpPr>
          <p:nvPr/>
        </p:nvSpPr>
        <p:spPr>
          <a:xfrm xmlns:a="http://schemas.openxmlformats.org/drawingml/2006/main">
            <a:off x="11035514" y="3095625"/>
            <a:ext cx="54688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أغلق</a:t>
            </a:r>
          </a:p>
        </p:txBody>
      </p:sp>
      <p:sp>
        <p:nvSpPr>
          <p:cNvPr id="23" name="text-192">
            <a:extLst xmlns:a="http://schemas.openxmlformats.org/drawingml/2006/main">
              <a:ext uri="{FF2B5EF4-FFF2-40B4-BE49-F238E27FC236}">
                <a16:creationId xmlns:a16="http://schemas.microsoft.com/office/drawing/2014/main" id="{04774AD3-E881-4DE4-A168-FFBA930865F0}"/>
              </a:ext>
            </a:extLst>
          </p:cNvPr>
          <p:cNvSpPr>
            <a:spLocks xmlns:a="http://schemas.openxmlformats.org/drawingml/2006/main" noGrp="1"/>
          </p:cNvSpPr>
          <p:nvPr/>
        </p:nvSpPr>
        <p:spPr>
          <a:xfrm xmlns:a="http://schemas.openxmlformats.org/drawingml/2006/main">
            <a:off x="10315265" y="3095625"/>
            <a:ext cx="6649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القارئ</a:t>
            </a:r>
          </a:p>
        </p:txBody>
      </p:sp>
      <p:sp>
        <p:nvSpPr>
          <p:cNvPr id="24" name="text-193">
            <a:extLst xmlns:a="http://schemas.openxmlformats.org/drawingml/2006/main">
              <a:ext uri="{FF2B5EF4-FFF2-40B4-BE49-F238E27FC236}">
                <a16:creationId xmlns:a16="http://schemas.microsoft.com/office/drawing/2014/main" id="{31964054-3FDE-4386-AC9D-EEA70CFB646D}"/>
              </a:ext>
            </a:extLst>
          </p:cNvPr>
          <p:cNvSpPr>
            <a:spLocks xmlns:a="http://schemas.openxmlformats.org/drawingml/2006/main" noGrp="1"/>
          </p:cNvSpPr>
          <p:nvPr/>
        </p:nvSpPr>
        <p:spPr>
          <a:xfrm xmlns:a="http://schemas.openxmlformats.org/drawingml/2006/main">
            <a:off x="9766018" y="3095625"/>
            <a:ext cx="4939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وتابع</a:t>
            </a:r>
          </a:p>
        </p:txBody>
      </p:sp>
      <p:sp>
        <p:nvSpPr>
          <p:cNvPr id="25" name="text-194">
            <a:extLst xmlns:a="http://schemas.openxmlformats.org/drawingml/2006/main">
              <a:ext uri="{FF2B5EF4-FFF2-40B4-BE49-F238E27FC236}">
                <a16:creationId xmlns:a16="http://schemas.microsoft.com/office/drawing/2014/main" id="{089A5F95-AA8D-433F-82EE-60254CDCEE0A}"/>
              </a:ext>
            </a:extLst>
          </p:cNvPr>
          <p:cNvSpPr>
            <a:spLocks xmlns:a="http://schemas.openxmlformats.org/drawingml/2006/main" noGrp="1"/>
          </p:cNvSpPr>
          <p:nvPr/>
        </p:nvSpPr>
        <p:spPr>
          <a:xfrm xmlns:a="http://schemas.openxmlformats.org/drawingml/2006/main">
            <a:off x="11183068" y="3857625"/>
            <a:ext cx="3993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بدّل</a:t>
            </a:r>
          </a:p>
        </p:txBody>
      </p:sp>
      <p:sp>
        <p:nvSpPr>
          <p:cNvPr id="26" name="text-195">
            <a:extLst xmlns:a="http://schemas.openxmlformats.org/drawingml/2006/main">
              <a:ext uri="{FF2B5EF4-FFF2-40B4-BE49-F238E27FC236}">
                <a16:creationId xmlns:a16="http://schemas.microsoft.com/office/drawing/2014/main" id="{D36217A4-9B5E-4D53-BDD3-EDB60FA371F8}"/>
              </a:ext>
            </a:extLst>
          </p:cNvPr>
          <p:cNvSpPr>
            <a:spLocks xmlns:a="http://schemas.openxmlformats.org/drawingml/2006/main" noGrp="1"/>
          </p:cNvSpPr>
          <p:nvPr/>
        </p:nvSpPr>
        <p:spPr>
          <a:xfrm xmlns:a="http://schemas.openxmlformats.org/drawingml/2006/main">
            <a:off x="10119443" y="385762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الشخصية</a:t>
            </a:r>
          </a:p>
        </p:txBody>
      </p:sp>
      <p:sp>
        <p:nvSpPr>
          <p:cNvPr id="27" name="text-196">
            <a:extLst xmlns:a="http://schemas.openxmlformats.org/drawingml/2006/main">
              <a:ext uri="{FF2B5EF4-FFF2-40B4-BE49-F238E27FC236}">
                <a16:creationId xmlns:a16="http://schemas.microsoft.com/office/drawing/2014/main" id="{E52FF9DA-732E-47BE-9B7B-223FFDA953DC}"/>
              </a:ext>
            </a:extLst>
          </p:cNvPr>
          <p:cNvSpPr>
            <a:spLocks xmlns:a="http://schemas.openxmlformats.org/drawingml/2006/main" noGrp="1"/>
          </p:cNvSpPr>
          <p:nvPr/>
        </p:nvSpPr>
        <p:spPr>
          <a:xfrm xmlns:a="http://schemas.openxmlformats.org/drawingml/2006/main">
            <a:off x="9788877" y="38576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ثم</a:t>
            </a:r>
          </a:p>
        </p:txBody>
      </p:sp>
      <p:sp>
        <p:nvSpPr>
          <p:cNvPr id="28" name="text-197">
            <a:extLst xmlns:a="http://schemas.openxmlformats.org/drawingml/2006/main">
              <a:ext uri="{FF2B5EF4-FFF2-40B4-BE49-F238E27FC236}">
                <a16:creationId xmlns:a16="http://schemas.microsoft.com/office/drawing/2014/main" id="{DD7F124E-54FA-408A-A94D-9D37D8650483}"/>
              </a:ext>
            </a:extLst>
          </p:cNvPr>
          <p:cNvSpPr>
            <a:spLocks xmlns:a="http://schemas.openxmlformats.org/drawingml/2006/main" noGrp="1"/>
          </p:cNvSpPr>
          <p:nvPr/>
        </p:nvSpPr>
        <p:spPr>
          <a:xfrm xmlns:a="http://schemas.openxmlformats.org/drawingml/2006/main">
            <a:off x="9242180" y="3857625"/>
            <a:ext cx="4913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ارجع</a:t>
            </a:r>
          </a:p>
        </p:txBody>
      </p:sp>
      <p:sp>
        <p:nvSpPr>
          <p:cNvPr id="29" name="text-198">
            <a:extLst xmlns:a="http://schemas.openxmlformats.org/drawingml/2006/main">
              <a:ext uri="{FF2B5EF4-FFF2-40B4-BE49-F238E27FC236}">
                <a16:creationId xmlns:a16="http://schemas.microsoft.com/office/drawing/2014/main" id="{E72F7384-33A0-42C1-A5F1-577C7DAFC5B7}"/>
              </a:ext>
            </a:extLst>
          </p:cNvPr>
          <p:cNvSpPr>
            <a:spLocks xmlns:a="http://schemas.openxmlformats.org/drawingml/2006/main" noGrp="1"/>
          </p:cNvSpPr>
          <p:nvPr/>
        </p:nvSpPr>
        <p:spPr>
          <a:xfrm xmlns:a="http://schemas.openxmlformats.org/drawingml/2006/main">
            <a:off x="10790932" y="4619625"/>
            <a:ext cx="79146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تستعيد</a:t>
            </a:r>
          </a:p>
        </p:txBody>
      </p:sp>
      <p:sp>
        <p:nvSpPr>
          <p:cNvPr id="30" name="text-199">
            <a:extLst xmlns:a="http://schemas.openxmlformats.org/drawingml/2006/main">
              <a:ext uri="{FF2B5EF4-FFF2-40B4-BE49-F238E27FC236}">
                <a16:creationId xmlns:a16="http://schemas.microsoft.com/office/drawing/2014/main" id="{6CC65B33-80C7-4142-821C-B485F449D660}"/>
              </a:ext>
            </a:extLst>
          </p:cNvPr>
          <p:cNvSpPr>
            <a:spLocks xmlns:a="http://schemas.openxmlformats.org/drawingml/2006/main" noGrp="1"/>
          </p:cNvSpPr>
          <p:nvPr/>
        </p:nvSpPr>
        <p:spPr>
          <a:xfrm xmlns:a="http://schemas.openxmlformats.org/drawingml/2006/main">
            <a:off x="10041644" y="4619625"/>
            <a:ext cx="6939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حوارها</a:t>
            </a:r>
          </a:p>
        </p:txBody>
      </p:sp>
      <p:sp>
        <p:nvSpPr>
          <p:cNvPr id="31" name="text-200">
            <a:extLst xmlns:a="http://schemas.openxmlformats.org/drawingml/2006/main">
              <a:ext uri="{FF2B5EF4-FFF2-40B4-BE49-F238E27FC236}">
                <a16:creationId xmlns:a16="http://schemas.microsoft.com/office/drawing/2014/main" id="{463B6DDE-7EA0-4C5E-8738-B1A11090E47F}"/>
              </a:ext>
            </a:extLst>
          </p:cNvPr>
          <p:cNvSpPr>
            <a:spLocks xmlns:a="http://schemas.openxmlformats.org/drawingml/2006/main" noGrp="1"/>
          </p:cNvSpPr>
          <p:nvPr/>
        </p:nvSpPr>
        <p:spPr>
          <a:xfrm xmlns:a="http://schemas.openxmlformats.org/drawingml/2006/main">
            <a:off x="9024031" y="4619625"/>
            <a:ext cx="96227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المستقل</a:t>
            </a:r>
          </a:p>
        </p:txBody>
      </p:sp>
      <p:sp>
        <p:nvSpPr>
          <p:cNvPr id="32" name="text-201">
            <a:extLst xmlns:a="http://schemas.openxmlformats.org/drawingml/2006/main">
              <a:ext uri="{FF2B5EF4-FFF2-40B4-BE49-F238E27FC236}">
                <a16:creationId xmlns:a16="http://schemas.microsoft.com/office/drawing/2014/main" id="{2669EE6D-5244-40A5-8CE2-74EE97C0BB69}"/>
              </a:ext>
            </a:extLst>
          </p:cNvPr>
          <p:cNvSpPr>
            <a:spLocks xmlns:a="http://schemas.openxmlformats.org/drawingml/2006/main" noGrp="1"/>
          </p:cNvSpPr>
          <p:nvPr/>
        </p:nvSpPr>
        <p:spPr>
          <a:xfrm xmlns:a="http://schemas.openxmlformats.org/drawingml/2006/main">
            <a:off x="10855683" y="5676900"/>
            <a:ext cx="7267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محادثة</a:t>
            </a:r>
          </a:p>
        </p:txBody>
      </p:sp>
      <p:sp>
        <p:nvSpPr>
          <p:cNvPr id="33" name="text-202">
            <a:extLst xmlns:a="http://schemas.openxmlformats.org/drawingml/2006/main">
              <a:ext uri="{FF2B5EF4-FFF2-40B4-BE49-F238E27FC236}">
                <a16:creationId xmlns:a16="http://schemas.microsoft.com/office/drawing/2014/main" id="{57480586-4C60-4759-A065-026717FA85EA}"/>
              </a:ext>
            </a:extLst>
          </p:cNvPr>
          <p:cNvSpPr>
            <a:spLocks xmlns:a="http://schemas.openxmlformats.org/drawingml/2006/main" noGrp="1"/>
          </p:cNvSpPr>
          <p:nvPr/>
        </p:nvSpPr>
        <p:spPr>
          <a:xfrm xmlns:a="http://schemas.openxmlformats.org/drawingml/2006/main">
            <a:off x="10148581" y="5676900"/>
            <a:ext cx="651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جديدة</a:t>
            </a:r>
          </a:p>
        </p:txBody>
      </p:sp>
      <p:sp>
        <p:nvSpPr>
          <p:cNvPr id="34" name="text-203">
            <a:extLst xmlns:a="http://schemas.openxmlformats.org/drawingml/2006/main">
              <a:ext uri="{FF2B5EF4-FFF2-40B4-BE49-F238E27FC236}">
                <a16:creationId xmlns:a16="http://schemas.microsoft.com/office/drawing/2014/main" id="{B4C38562-FBFF-492E-B7EB-B611252F3ABF}"/>
              </a:ext>
            </a:extLst>
          </p:cNvPr>
          <p:cNvSpPr>
            <a:spLocks xmlns:a="http://schemas.openxmlformats.org/drawingml/2006/main" noGrp="1"/>
          </p:cNvSpPr>
          <p:nvPr/>
        </p:nvSpPr>
        <p:spPr>
          <a:xfrm xmlns:a="http://schemas.openxmlformats.org/drawingml/2006/main">
            <a:off x="9405669" y="5676900"/>
            <a:ext cx="6875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تمسح</a:t>
            </a:r>
          </a:p>
        </p:txBody>
      </p:sp>
      <p:sp>
        <p:nvSpPr>
          <p:cNvPr id="35" name="text-204">
            <a:extLst xmlns:a="http://schemas.openxmlformats.org/drawingml/2006/main">
              <a:ext uri="{FF2B5EF4-FFF2-40B4-BE49-F238E27FC236}">
                <a16:creationId xmlns:a16="http://schemas.microsoft.com/office/drawing/2014/main" id="{970FD547-6DCC-4F46-B407-AA21F2964E47}"/>
              </a:ext>
            </a:extLst>
          </p:cNvPr>
          <p:cNvSpPr>
            <a:spLocks xmlns:a="http://schemas.openxmlformats.org/drawingml/2006/main" noGrp="1"/>
          </p:cNvSpPr>
          <p:nvPr/>
        </p:nvSpPr>
        <p:spPr>
          <a:xfrm xmlns:a="http://schemas.openxmlformats.org/drawingml/2006/main">
            <a:off x="8893800" y="5676900"/>
            <a:ext cx="456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حوار</a:t>
            </a:r>
          </a:p>
        </p:txBody>
      </p:sp>
      <p:sp>
        <p:nvSpPr>
          <p:cNvPr id="36" name="text-205">
            <a:extLst xmlns:a="http://schemas.openxmlformats.org/drawingml/2006/main">
              <a:ext uri="{FF2B5EF4-FFF2-40B4-BE49-F238E27FC236}">
                <a16:creationId xmlns:a16="http://schemas.microsoft.com/office/drawing/2014/main" id="{C11FC826-3F71-4D71-A3E5-F2C26A792A2C}"/>
              </a:ext>
            </a:extLst>
          </p:cNvPr>
          <p:cNvSpPr>
            <a:spLocks xmlns:a="http://schemas.openxmlformats.org/drawingml/2006/main" noGrp="1"/>
          </p:cNvSpPr>
          <p:nvPr/>
        </p:nvSpPr>
        <p:spPr>
          <a:xfrm xmlns:a="http://schemas.openxmlformats.org/drawingml/2006/main">
            <a:off x="7830175" y="5676900"/>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الشخصية</a:t>
            </a:r>
          </a:p>
        </p:txBody>
      </p:sp>
      <p:sp>
        <p:nvSpPr>
          <p:cNvPr id="37" name="text-206">
            <a:extLst xmlns:a="http://schemas.openxmlformats.org/drawingml/2006/main">
              <a:ext uri="{FF2B5EF4-FFF2-40B4-BE49-F238E27FC236}">
                <a16:creationId xmlns:a16="http://schemas.microsoft.com/office/drawing/2014/main" id="{C5D582F3-F604-4146-8047-B553BD427443}"/>
              </a:ext>
            </a:extLst>
          </p:cNvPr>
          <p:cNvSpPr>
            <a:spLocks xmlns:a="http://schemas.openxmlformats.org/drawingml/2006/main" noGrp="1"/>
          </p:cNvSpPr>
          <p:nvPr/>
        </p:nvSpPr>
        <p:spPr>
          <a:xfrm xmlns:a="http://schemas.openxmlformats.org/drawingml/2006/main">
            <a:off x="6929997" y="5676900"/>
            <a:ext cx="8448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المختارة</a:t>
            </a:r>
          </a:p>
        </p:txBody>
      </p:sp>
      <p:sp>
        <p:nvSpPr>
          <p:cNvPr id="38" name="text-207">
            <a:extLst xmlns:a="http://schemas.openxmlformats.org/drawingml/2006/main">
              <a:ext uri="{FF2B5EF4-FFF2-40B4-BE49-F238E27FC236}">
                <a16:creationId xmlns:a16="http://schemas.microsoft.com/office/drawing/2014/main" id="{24659B8C-7E1D-4F0C-9421-ACE04AAA0628}"/>
              </a:ext>
            </a:extLst>
          </p:cNvPr>
          <p:cNvSpPr>
            <a:spLocks xmlns:a="http://schemas.openxmlformats.org/drawingml/2006/main" noGrp="1"/>
          </p:cNvSpPr>
          <p:nvPr/>
        </p:nvSpPr>
        <p:spPr>
          <a:xfrm xmlns:a="http://schemas.openxmlformats.org/drawingml/2006/main">
            <a:off x="6439711" y="5676900"/>
            <a:ext cx="4349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فقط</a:t>
            </a:r>
          </a:p>
        </p:txBody>
      </p:sp>
      <p:sp>
        <p:nvSpPr>
          <p:cNvPr id="39" name="text-208">
            <a:extLst xmlns:a="http://schemas.openxmlformats.org/drawingml/2006/main">
              <a:ext uri="{FF2B5EF4-FFF2-40B4-BE49-F238E27FC236}">
                <a16:creationId xmlns:a16="http://schemas.microsoft.com/office/drawing/2014/main" id="{D3263EDF-F1E4-4815-8644-6C5DA5C479BF}"/>
              </a:ext>
            </a:extLst>
          </p:cNvPr>
          <p:cNvSpPr>
            <a:spLocks xmlns:a="http://schemas.openxmlformats.org/drawingml/2006/main" noGrp="1"/>
          </p:cNvSpPr>
          <p:nvPr/>
        </p:nvSpPr>
        <p:spPr>
          <a:xfrm xmlns:a="http://schemas.openxmlformats.org/drawingml/2006/main">
            <a:off x="6259544"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40" name="text-209">
            <a:extLst xmlns:a="http://schemas.openxmlformats.org/drawingml/2006/main">
              <a:ext uri="{FF2B5EF4-FFF2-40B4-BE49-F238E27FC236}">
                <a16:creationId xmlns:a16="http://schemas.microsoft.com/office/drawing/2014/main" id="{F795B342-AA54-4351-BBBF-158BC1F7A734}"/>
              </a:ext>
            </a:extLst>
          </p:cNvPr>
          <p:cNvSpPr>
            <a:spLocks xmlns:a="http://schemas.openxmlformats.org/drawingml/2006/main" noGrp="1"/>
          </p:cNvSpPr>
          <p:nvPr/>
        </p:nvSpPr>
        <p:spPr>
          <a:xfrm xmlns:a="http://schemas.openxmlformats.org/drawingml/2006/main">
            <a:off x="5575006" y="5676900"/>
            <a:ext cx="6291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الحفظ</a:t>
            </a:r>
          </a:p>
        </p:txBody>
      </p:sp>
      <p:sp>
        <p:nvSpPr>
          <p:cNvPr id="41" name="text-210">
            <a:extLst xmlns:a="http://schemas.openxmlformats.org/drawingml/2006/main">
              <a:ext uri="{FF2B5EF4-FFF2-40B4-BE49-F238E27FC236}">
                <a16:creationId xmlns:a16="http://schemas.microsoft.com/office/drawing/2014/main" id="{4E92C617-A9C5-402E-8371-316789D44400}"/>
              </a:ext>
            </a:extLst>
          </p:cNvPr>
          <p:cNvSpPr>
            <a:spLocks xmlns:a="http://schemas.openxmlformats.org/drawingml/2006/main" noGrp="1"/>
          </p:cNvSpPr>
          <p:nvPr/>
        </p:nvSpPr>
        <p:spPr>
          <a:xfrm xmlns:a="http://schemas.openxmlformats.org/drawingml/2006/main">
            <a:off x="4917252" y="5676900"/>
            <a:ext cx="60241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مؤقت</a:t>
            </a:r>
          </a:p>
        </p:txBody>
      </p:sp>
    </p:spTree>
    <p:extLst>
      <p:ext uri="{BB962C8B-B14F-4D97-AF65-F5344CB8AC3E}">
        <p14:creationId xmlns:p14="http://schemas.microsoft.com/office/powerpoint/2010/main" val="305792799"/>
      </p:ext>
    </p:extLst>
  </p:cSld>
</p:sld>
</file>

<file path=ppt/slides/slide7.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4" name="text-211">
            <a:extLst xmlns:a="http://schemas.openxmlformats.org/drawingml/2006/main">
              <a:ext uri="{FF2B5EF4-FFF2-40B4-BE49-F238E27FC236}">
                <a16:creationId xmlns:a16="http://schemas.microsoft.com/office/drawing/2014/main" id="{233729C5-33A2-484C-A763-F8E22086B159}"/>
              </a:ext>
            </a:extLst>
          </p:cNvPr>
          <p:cNvSpPr>
            <a:spLocks xmlns:a="http://schemas.openxmlformats.org/drawingml/2006/main" noGrp="1"/>
          </p:cNvSpPr>
          <p:nvPr/>
        </p:nvSpPr>
        <p:spPr>
          <a:xfrm xmlns:a="http://schemas.openxmlformats.org/drawingml/2006/main">
            <a:off x="9685538" y="457200"/>
            <a:ext cx="18968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المعمارية</a:t>
            </a:r>
          </a:p>
        </p:txBody>
      </p:sp>
      <p:sp>
        <p:nvSpPr>
          <p:cNvPr id="2" name="text-212">
            <a:extLst xmlns:a="http://schemas.openxmlformats.org/drawingml/2006/main">
              <a:ext uri="{FF2B5EF4-FFF2-40B4-BE49-F238E27FC236}">
                <a16:creationId xmlns:a16="http://schemas.microsoft.com/office/drawing/2014/main" id="{A50A7E6D-198D-4937-A4B9-57BF600122F7}"/>
              </a:ext>
            </a:extLst>
          </p:cNvPr>
          <p:cNvSpPr>
            <a:spLocks xmlns:a="http://schemas.openxmlformats.org/drawingml/2006/main" noGrp="1"/>
          </p:cNvSpPr>
          <p:nvPr/>
        </p:nvSpPr>
        <p:spPr>
          <a:xfrm xmlns:a="http://schemas.openxmlformats.org/drawingml/2006/main">
            <a:off x="8667514" y="457200"/>
            <a:ext cx="9170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ودور</a:t>
            </a:r>
          </a:p>
        </p:txBody>
      </p:sp>
      <p:sp>
        <p:nvSpPr>
          <p:cNvPr id="3" name="text-213">
            <a:extLst xmlns:a="http://schemas.openxmlformats.org/drawingml/2006/main">
              <a:ext uri="{FF2B5EF4-FFF2-40B4-BE49-F238E27FC236}">
                <a16:creationId xmlns:a16="http://schemas.microsoft.com/office/drawing/2014/main" id="{CF5B7080-5D74-4011-98EE-C22C5A5C0B26}"/>
              </a:ext>
            </a:extLst>
          </p:cNvPr>
          <p:cNvSpPr>
            <a:spLocks xmlns:a="http://schemas.openxmlformats.org/drawingml/2006/main" noGrp="1"/>
          </p:cNvSpPr>
          <p:nvPr/>
        </p:nvSpPr>
        <p:spPr>
          <a:xfrm xmlns:a="http://schemas.openxmlformats.org/drawingml/2006/main">
            <a:off x="7600851" y="457200"/>
            <a:ext cx="96569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مزوّد</a:t>
            </a:r>
          </a:p>
        </p:txBody>
      </p:sp>
      <p:sp>
        <p:nvSpPr>
          <p:cNvPr id="4" name="text-214">
            <a:extLst xmlns:a="http://schemas.openxmlformats.org/drawingml/2006/main">
              <a:ext uri="{FF2B5EF4-FFF2-40B4-BE49-F238E27FC236}">
                <a16:creationId xmlns:a16="http://schemas.microsoft.com/office/drawing/2014/main" id="{17762950-3862-4D83-A53C-4E12E9790A34}"/>
              </a:ext>
            </a:extLst>
          </p:cNvPr>
          <p:cNvSpPr>
            <a:spLocks xmlns:a="http://schemas.openxmlformats.org/drawingml/2006/main" noGrp="1"/>
          </p:cNvSpPr>
          <p:nvPr/>
        </p:nvSpPr>
        <p:spPr>
          <a:xfrm xmlns:a="http://schemas.openxmlformats.org/drawingml/2006/main">
            <a:off x="6084059" y="457200"/>
            <a:ext cx="141582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الخدمة</a:t>
            </a:r>
          </a:p>
        </p:txBody>
      </p:sp>
      <p:sp>
        <p:nvSpPr>
          <p:cNvPr id="5" name="shape-215">
            <a:extLst xmlns:a="http://schemas.openxmlformats.org/drawingml/2006/main">
              <a:ext uri="{FF2B5EF4-FFF2-40B4-BE49-F238E27FC236}">
                <a16:creationId xmlns:a16="http://schemas.microsoft.com/office/drawing/2014/main" id="{BBE4E705-53CF-4608-BCFD-F501F44C0572}"/>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216">
            <a:extLst xmlns:a="http://schemas.openxmlformats.org/drawingml/2006/main">
              <a:ext uri="{FF2B5EF4-FFF2-40B4-BE49-F238E27FC236}">
                <a16:creationId xmlns:a16="http://schemas.microsoft.com/office/drawing/2014/main" id="{CC36D199-AD82-4CC6-BF6B-0B7AAC2AD41E}"/>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217">
            <a:extLst xmlns:a="http://schemas.openxmlformats.org/drawingml/2006/main">
              <a:ext uri="{FF2B5EF4-FFF2-40B4-BE49-F238E27FC236}">
                <a16:creationId xmlns:a16="http://schemas.microsoft.com/office/drawing/2014/main" id="{2A76A85D-1284-4073-82D6-F875CFE300D1}"/>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218">
            <a:extLst xmlns:a="http://schemas.openxmlformats.org/drawingml/2006/main">
              <a:ext uri="{FF2B5EF4-FFF2-40B4-BE49-F238E27FC236}">
                <a16:creationId xmlns:a16="http://schemas.microsoft.com/office/drawing/2014/main" id="{AE8A903D-DC06-4899-BED4-D84F8736E8F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219">
            <a:extLst xmlns:a="http://schemas.openxmlformats.org/drawingml/2006/main">
              <a:ext uri="{FF2B5EF4-FFF2-40B4-BE49-F238E27FC236}">
                <a16:creationId xmlns:a16="http://schemas.microsoft.com/office/drawing/2014/main" id="{5C9A9391-1E3F-43F4-80A3-6F592D6E7678}"/>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220">
            <a:extLst xmlns:a="http://schemas.openxmlformats.org/drawingml/2006/main">
              <a:ext uri="{FF2B5EF4-FFF2-40B4-BE49-F238E27FC236}">
                <a16:creationId xmlns:a16="http://schemas.microsoft.com/office/drawing/2014/main" id="{73916C26-D248-4EE0-AE38-A7E26F6E368C}"/>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221">
            <a:extLst xmlns:a="http://schemas.openxmlformats.org/drawingml/2006/main">
              <a:ext uri="{FF2B5EF4-FFF2-40B4-BE49-F238E27FC236}">
                <a16:creationId xmlns:a16="http://schemas.microsoft.com/office/drawing/2014/main" id="{F3B961E6-4272-47C8-9425-1C467DEA22DC}"/>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222">
            <a:extLst xmlns:a="http://schemas.openxmlformats.org/drawingml/2006/main">
              <a:ext uri="{FF2B5EF4-FFF2-40B4-BE49-F238E27FC236}">
                <a16:creationId xmlns:a16="http://schemas.microsoft.com/office/drawing/2014/main" id="{E9977427-F881-467A-B00E-1586C64D14B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07</a:t>
            </a:r>
          </a:p>
        </p:txBody>
      </p:sp>
      <p:sp>
        <p:nvSpPr>
          <p:cNvPr id="13" name="shape-223">
            <a:extLst xmlns:a="http://schemas.openxmlformats.org/drawingml/2006/main">
              <a:ext uri="{FF2B5EF4-FFF2-40B4-BE49-F238E27FC236}">
                <a16:creationId xmlns:a16="http://schemas.microsoft.com/office/drawing/2014/main" id="{D57957E3-33EA-4D58-A1DA-BBF3CCE30E8C}"/>
              </a:ext>
            </a:extLst>
          </p:cNvPr>
          <p:cNvSpPr>
            <a:spLocks xmlns:a="http://schemas.openxmlformats.org/drawingml/2006/main" noGrp="1"/>
          </p:cNvSpPr>
          <p:nvPr/>
        </p:nvSpPr>
        <p:spPr>
          <a:xfrm xmlns:a="http://schemas.openxmlformats.org/drawingml/2006/main">
            <a:off x="91059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4" name="text-224">
            <a:extLst xmlns:a="http://schemas.openxmlformats.org/drawingml/2006/main">
              <a:ext uri="{FF2B5EF4-FFF2-40B4-BE49-F238E27FC236}">
                <a16:creationId xmlns:a16="http://schemas.microsoft.com/office/drawing/2014/main" id="{E7D8593E-7FA3-42C5-AAD3-DB1E9D4C2572}"/>
              </a:ext>
            </a:extLst>
          </p:cNvPr>
          <p:cNvSpPr>
            <a:spLocks xmlns:a="http://schemas.openxmlformats.org/drawingml/2006/main" noGrp="1"/>
          </p:cNvSpPr>
          <p:nvPr/>
        </p:nvSpPr>
        <p:spPr>
          <a:xfrm xmlns:a="http://schemas.openxmlformats.org/drawingml/2006/main">
            <a:off x="9635315" y="2019300"/>
            <a:ext cx="13795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المستخدم</a:t>
            </a:r>
          </a:p>
        </p:txBody>
      </p:sp>
      <p:sp>
        <p:nvSpPr>
          <p:cNvPr id="15" name="text-225">
            <a:extLst xmlns:a="http://schemas.openxmlformats.org/drawingml/2006/main">
              <a:ext uri="{FF2B5EF4-FFF2-40B4-BE49-F238E27FC236}">
                <a16:creationId xmlns:a16="http://schemas.microsoft.com/office/drawing/2014/main" id="{C9D0D890-16CA-48FC-B0ED-31CF0BF27F42}"/>
              </a:ext>
            </a:extLst>
          </p:cNvPr>
          <p:cNvSpPr>
            <a:spLocks xmlns:a="http://schemas.openxmlformats.org/drawingml/2006/main" noGrp="1"/>
          </p:cNvSpPr>
          <p:nvPr/>
        </p:nvSpPr>
        <p:spPr>
          <a:xfrm xmlns:a="http://schemas.openxmlformats.org/drawingml/2006/main">
            <a:off x="10551518" y="2628900"/>
            <a:ext cx="4436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يختار</a:t>
            </a:r>
          </a:p>
        </p:txBody>
      </p:sp>
      <p:sp>
        <p:nvSpPr>
          <p:cNvPr id="16" name="text-226">
            <a:extLst xmlns:a="http://schemas.openxmlformats.org/drawingml/2006/main">
              <a:ext uri="{FF2B5EF4-FFF2-40B4-BE49-F238E27FC236}">
                <a16:creationId xmlns:a16="http://schemas.microsoft.com/office/drawing/2014/main" id="{6B121DB4-45BD-48FC-A823-E14ED1DD1B5D}"/>
              </a:ext>
            </a:extLst>
          </p:cNvPr>
          <p:cNvSpPr>
            <a:spLocks xmlns:a="http://schemas.openxmlformats.org/drawingml/2006/main" noGrp="1"/>
          </p:cNvSpPr>
          <p:nvPr/>
        </p:nvSpPr>
        <p:spPr>
          <a:xfrm xmlns:a="http://schemas.openxmlformats.org/drawingml/2006/main">
            <a:off x="9655005" y="2628900"/>
            <a:ext cx="85307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الشخصية</a:t>
            </a:r>
          </a:p>
        </p:txBody>
      </p:sp>
      <p:sp>
        <p:nvSpPr>
          <p:cNvPr id="17" name="text-227">
            <a:extLst xmlns:a="http://schemas.openxmlformats.org/drawingml/2006/main">
              <a:ext uri="{FF2B5EF4-FFF2-40B4-BE49-F238E27FC236}">
                <a16:creationId xmlns:a16="http://schemas.microsoft.com/office/drawing/2014/main" id="{7FBA428A-2DBB-4DEB-93E7-8AB5B7C666BF}"/>
              </a:ext>
            </a:extLst>
          </p:cNvPr>
          <p:cNvSpPr>
            <a:spLocks xmlns:a="http://schemas.openxmlformats.org/drawingml/2006/main" noGrp="1"/>
          </p:cNvSpPr>
          <p:nvPr/>
        </p:nvSpPr>
        <p:spPr>
          <a:xfrm xmlns:a="http://schemas.openxmlformats.org/drawingml/2006/main">
            <a:off x="87820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18" name="shape-228">
            <a:extLst xmlns:a="http://schemas.openxmlformats.org/drawingml/2006/main">
              <a:ext uri="{FF2B5EF4-FFF2-40B4-BE49-F238E27FC236}">
                <a16:creationId xmlns:a16="http://schemas.microsoft.com/office/drawing/2014/main" id="{93232796-D56F-448C-9F98-214453C95660}"/>
              </a:ext>
            </a:extLst>
          </p:cNvPr>
          <p:cNvSpPr>
            <a:spLocks xmlns:a="http://schemas.openxmlformats.org/drawingml/2006/main" noGrp="1"/>
          </p:cNvSpPr>
          <p:nvPr/>
        </p:nvSpPr>
        <p:spPr>
          <a:xfrm xmlns:a="http://schemas.openxmlformats.org/drawingml/2006/main">
            <a:off x="63055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9" name="text-229">
            <a:extLst xmlns:a="http://schemas.openxmlformats.org/drawingml/2006/main">
              <a:ext uri="{FF2B5EF4-FFF2-40B4-BE49-F238E27FC236}">
                <a16:creationId xmlns:a16="http://schemas.microsoft.com/office/drawing/2014/main" id="{B1EF0928-427B-4780-BEA8-EA61C29814CE}"/>
              </a:ext>
            </a:extLst>
          </p:cNvPr>
          <p:cNvSpPr>
            <a:spLocks xmlns:a="http://schemas.openxmlformats.org/drawingml/2006/main" noGrp="1"/>
          </p:cNvSpPr>
          <p:nvPr/>
        </p:nvSpPr>
        <p:spPr>
          <a:xfrm xmlns:a="http://schemas.openxmlformats.org/drawingml/2006/main">
            <a:off x="6963000" y="2019300"/>
            <a:ext cx="11235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المجلس</a:t>
            </a:r>
          </a:p>
        </p:txBody>
      </p:sp>
      <p:sp>
        <p:nvSpPr>
          <p:cNvPr id="20" name="text-230">
            <a:extLst xmlns:a="http://schemas.openxmlformats.org/drawingml/2006/main">
              <a:ext uri="{FF2B5EF4-FFF2-40B4-BE49-F238E27FC236}">
                <a16:creationId xmlns:a16="http://schemas.microsoft.com/office/drawing/2014/main" id="{DB5A10FE-EDFC-4EB0-9066-4DACB4D2905E}"/>
              </a:ext>
            </a:extLst>
          </p:cNvPr>
          <p:cNvSpPr>
            <a:spLocks xmlns:a="http://schemas.openxmlformats.org/drawingml/2006/main" noGrp="1"/>
          </p:cNvSpPr>
          <p:nvPr/>
        </p:nvSpPr>
        <p:spPr>
          <a:xfrm xmlns:a="http://schemas.openxmlformats.org/drawingml/2006/main">
            <a:off x="7789826" y="2628900"/>
            <a:ext cx="5525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سياق</a:t>
            </a:r>
          </a:p>
        </p:txBody>
      </p:sp>
      <p:sp>
        <p:nvSpPr>
          <p:cNvPr id="21" name="text-231">
            <a:extLst xmlns:a="http://schemas.openxmlformats.org/drawingml/2006/main">
              <a:ext uri="{FF2B5EF4-FFF2-40B4-BE49-F238E27FC236}">
                <a16:creationId xmlns:a16="http://schemas.microsoft.com/office/drawing/2014/main" id="{3E7DE684-39CE-43E4-B470-BD574192426C}"/>
              </a:ext>
            </a:extLst>
          </p:cNvPr>
          <p:cNvSpPr>
            <a:spLocks xmlns:a="http://schemas.openxmlformats.org/drawingml/2006/main" noGrp="1"/>
          </p:cNvSpPr>
          <p:nvPr/>
        </p:nvSpPr>
        <p:spPr>
          <a:xfrm xmlns:a="http://schemas.openxmlformats.org/drawingml/2006/main">
            <a:off x="7371685" y="2628900"/>
            <a:ext cx="37470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وبث</a:t>
            </a:r>
          </a:p>
        </p:txBody>
      </p:sp>
      <p:sp>
        <p:nvSpPr>
          <p:cNvPr id="22" name="text-232">
            <a:extLst xmlns:a="http://schemas.openxmlformats.org/drawingml/2006/main">
              <a:ext uri="{FF2B5EF4-FFF2-40B4-BE49-F238E27FC236}">
                <a16:creationId xmlns:a16="http://schemas.microsoft.com/office/drawing/2014/main" id="{D0CD390B-8975-4834-A5E8-F743182A5120}"/>
              </a:ext>
            </a:extLst>
          </p:cNvPr>
          <p:cNvSpPr>
            <a:spLocks xmlns:a="http://schemas.openxmlformats.org/drawingml/2006/main" noGrp="1"/>
          </p:cNvSpPr>
          <p:nvPr/>
        </p:nvSpPr>
        <p:spPr>
          <a:xfrm xmlns:a="http://schemas.openxmlformats.org/drawingml/2006/main">
            <a:off x="6707098" y="2628900"/>
            <a:ext cx="62115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ومراجع</a:t>
            </a:r>
          </a:p>
        </p:txBody>
      </p:sp>
      <p:sp>
        <p:nvSpPr>
          <p:cNvPr id="23" name="text-233">
            <a:extLst xmlns:a="http://schemas.openxmlformats.org/drawingml/2006/main">
              <a:ext uri="{FF2B5EF4-FFF2-40B4-BE49-F238E27FC236}">
                <a16:creationId xmlns:a16="http://schemas.microsoft.com/office/drawing/2014/main" id="{B285B7B6-9AA3-4182-9823-9EE5EF8B4F7A}"/>
              </a:ext>
            </a:extLst>
          </p:cNvPr>
          <p:cNvSpPr>
            <a:spLocks xmlns:a="http://schemas.openxmlformats.org/drawingml/2006/main" noGrp="1"/>
          </p:cNvSpPr>
          <p:nvPr/>
        </p:nvSpPr>
        <p:spPr>
          <a:xfrm xmlns:a="http://schemas.openxmlformats.org/drawingml/2006/main">
            <a:off x="598170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24" name="shape-234">
            <a:extLst xmlns:a="http://schemas.openxmlformats.org/drawingml/2006/main">
              <a:ext uri="{FF2B5EF4-FFF2-40B4-BE49-F238E27FC236}">
                <a16:creationId xmlns:a16="http://schemas.microsoft.com/office/drawing/2014/main" id="{28A1D633-8077-47AA-A5AC-3B1E4239B2B7}"/>
              </a:ext>
            </a:extLst>
          </p:cNvPr>
          <p:cNvSpPr>
            <a:spLocks xmlns:a="http://schemas.openxmlformats.org/drawingml/2006/main" noGrp="1"/>
          </p:cNvSpPr>
          <p:nvPr/>
        </p:nvSpPr>
        <p:spPr>
          <a:xfrm xmlns:a="http://schemas.openxmlformats.org/drawingml/2006/main">
            <a:off x="35052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25" name="text-235">
            <a:extLst xmlns:a="http://schemas.openxmlformats.org/drawingml/2006/main">
              <a:ext uri="{FF2B5EF4-FFF2-40B4-BE49-F238E27FC236}">
                <a16:creationId xmlns:a16="http://schemas.microsoft.com/office/drawing/2014/main" id="{53BFA6E4-EA8C-45B6-9C76-8A368CB52061}"/>
              </a:ext>
            </a:extLst>
          </p:cNvPr>
          <p:cNvSpPr>
            <a:spLocks xmlns:a="http://schemas.openxmlformats.org/drawingml/2006/main" noGrp="1"/>
          </p:cNvSpPr>
          <p:nvPr/>
        </p:nvSpPr>
        <p:spPr>
          <a:xfrm xmlns:a="http://schemas.openxmlformats.org/drawingml/2006/main">
            <a:off x="4896425" y="2019300"/>
            <a:ext cx="9233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خدمات</a:t>
            </a:r>
          </a:p>
        </p:txBody>
      </p:sp>
      <p:sp>
        <p:nvSpPr>
          <p:cNvPr id="26" name="text-236">
            <a:extLst xmlns:a="http://schemas.openxmlformats.org/drawingml/2006/main">
              <a:ext uri="{FF2B5EF4-FFF2-40B4-BE49-F238E27FC236}">
                <a16:creationId xmlns:a16="http://schemas.microsoft.com/office/drawing/2014/main" id="{B2DEDE37-B178-4CCC-AC2D-129F4B0B8AD7}"/>
              </a:ext>
            </a:extLst>
          </p:cNvPr>
          <p:cNvSpPr>
            <a:spLocks xmlns:a="http://schemas.openxmlformats.org/drawingml/2006/main" noGrp="1"/>
          </p:cNvSpPr>
          <p:nvPr/>
        </p:nvSpPr>
        <p:spPr>
          <a:xfrm xmlns:a="http://schemas.openxmlformats.org/drawingml/2006/main">
            <a:off x="3629075" y="2019300"/>
            <a:ext cx="120829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سلسبيل</a:t>
            </a:r>
          </a:p>
        </p:txBody>
      </p:sp>
      <p:sp>
        <p:nvSpPr>
          <p:cNvPr id="27" name="text-237">
            <a:extLst xmlns:a="http://schemas.openxmlformats.org/drawingml/2006/main">
              <a:ext uri="{FF2B5EF4-FFF2-40B4-BE49-F238E27FC236}">
                <a16:creationId xmlns:a16="http://schemas.microsoft.com/office/drawing/2014/main" id="{40B1E667-CB0F-4044-88B7-9C206EE3B983}"/>
              </a:ext>
            </a:extLst>
          </p:cNvPr>
          <p:cNvSpPr>
            <a:spLocks xmlns:a="http://schemas.openxmlformats.org/drawingml/2006/main" noGrp="1"/>
          </p:cNvSpPr>
          <p:nvPr/>
        </p:nvSpPr>
        <p:spPr>
          <a:xfrm xmlns:a="http://schemas.openxmlformats.org/drawingml/2006/main">
            <a:off x="5067717" y="2628900"/>
            <a:ext cx="50352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نماذج</a:t>
            </a:r>
          </a:p>
        </p:txBody>
      </p:sp>
      <p:sp>
        <p:nvSpPr>
          <p:cNvPr id="28" name="text-238">
            <a:extLst xmlns:a="http://schemas.openxmlformats.org/drawingml/2006/main">
              <a:ext uri="{FF2B5EF4-FFF2-40B4-BE49-F238E27FC236}">
                <a16:creationId xmlns:a16="http://schemas.microsoft.com/office/drawing/2014/main" id="{37FBB281-C5A3-4EDC-90C2-9713BD858D09}"/>
              </a:ext>
            </a:extLst>
          </p:cNvPr>
          <p:cNvSpPr>
            <a:spLocks xmlns:a="http://schemas.openxmlformats.org/drawingml/2006/main" noGrp="1"/>
          </p:cNvSpPr>
          <p:nvPr/>
        </p:nvSpPr>
        <p:spPr>
          <a:xfrm xmlns:a="http://schemas.openxmlformats.org/drawingml/2006/main">
            <a:off x="4452282" y="2628900"/>
            <a:ext cx="5720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وأدوات</a:t>
            </a:r>
          </a:p>
        </p:txBody>
      </p:sp>
      <p:sp>
        <p:nvSpPr>
          <p:cNvPr id="29" name="text-239">
            <a:extLst xmlns:a="http://schemas.openxmlformats.org/drawingml/2006/main">
              <a:ext uri="{FF2B5EF4-FFF2-40B4-BE49-F238E27FC236}">
                <a16:creationId xmlns:a16="http://schemas.microsoft.com/office/drawing/2014/main" id="{880DE85F-80EF-4518-85CD-C69D7DAC3965}"/>
              </a:ext>
            </a:extLst>
          </p:cNvPr>
          <p:cNvSpPr>
            <a:spLocks xmlns:a="http://schemas.openxmlformats.org/drawingml/2006/main" noGrp="1"/>
          </p:cNvSpPr>
          <p:nvPr/>
        </p:nvSpPr>
        <p:spPr>
          <a:xfrm xmlns:a="http://schemas.openxmlformats.org/drawingml/2006/main">
            <a:off x="3877561" y="2628900"/>
            <a:ext cx="5312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معرفة</a:t>
            </a:r>
          </a:p>
        </p:txBody>
      </p:sp>
      <p:sp>
        <p:nvSpPr>
          <p:cNvPr id="30" name="text-240">
            <a:extLst xmlns:a="http://schemas.openxmlformats.org/drawingml/2006/main">
              <a:ext uri="{FF2B5EF4-FFF2-40B4-BE49-F238E27FC236}">
                <a16:creationId xmlns:a16="http://schemas.microsoft.com/office/drawing/2014/main" id="{6E5A4275-C7B3-465B-B634-7DD61B3D73BA}"/>
              </a:ext>
            </a:extLst>
          </p:cNvPr>
          <p:cNvSpPr>
            <a:spLocks xmlns:a="http://schemas.openxmlformats.org/drawingml/2006/main" noGrp="1"/>
          </p:cNvSpPr>
          <p:nvPr/>
        </p:nvSpPr>
        <p:spPr>
          <a:xfrm xmlns:a="http://schemas.openxmlformats.org/drawingml/2006/main">
            <a:off x="31813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31" name="shape-241">
            <a:extLst xmlns:a="http://schemas.openxmlformats.org/drawingml/2006/main">
              <a:ext uri="{FF2B5EF4-FFF2-40B4-BE49-F238E27FC236}">
                <a16:creationId xmlns:a16="http://schemas.microsoft.com/office/drawing/2014/main" id="{38D438FE-9264-47FC-B569-F7F8EC71B4B0}"/>
              </a:ext>
            </a:extLst>
          </p:cNvPr>
          <p:cNvSpPr>
            <a:spLocks xmlns:a="http://schemas.openxmlformats.org/drawingml/2006/main" noGrp="1"/>
          </p:cNvSpPr>
          <p:nvPr/>
        </p:nvSpPr>
        <p:spPr>
          <a:xfrm xmlns:a="http://schemas.openxmlformats.org/drawingml/2006/main">
            <a:off x="7048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32" name="text-242">
            <a:extLst xmlns:a="http://schemas.openxmlformats.org/drawingml/2006/main">
              <a:ext uri="{FF2B5EF4-FFF2-40B4-BE49-F238E27FC236}">
                <a16:creationId xmlns:a16="http://schemas.microsoft.com/office/drawing/2014/main" id="{2CED1F9F-D632-471F-AAC9-16CFBF2ADF67}"/>
              </a:ext>
            </a:extLst>
          </p:cNvPr>
          <p:cNvSpPr>
            <a:spLocks xmlns:a="http://schemas.openxmlformats.org/drawingml/2006/main" noGrp="1"/>
          </p:cNvSpPr>
          <p:nvPr/>
        </p:nvSpPr>
        <p:spPr>
          <a:xfrm xmlns:a="http://schemas.openxmlformats.org/drawingml/2006/main">
            <a:off x="1461607" y="2019300"/>
            <a:ext cx="924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الجواب</a:t>
            </a:r>
          </a:p>
        </p:txBody>
      </p:sp>
      <p:sp>
        <p:nvSpPr>
          <p:cNvPr id="33" name="text-243">
            <a:extLst xmlns:a="http://schemas.openxmlformats.org/drawingml/2006/main">
              <a:ext uri="{FF2B5EF4-FFF2-40B4-BE49-F238E27FC236}">
                <a16:creationId xmlns:a16="http://schemas.microsoft.com/office/drawing/2014/main" id="{D1D22D79-A3B4-42CE-86DA-29E1B4C08E75}"/>
              </a:ext>
            </a:extLst>
          </p:cNvPr>
          <p:cNvSpPr>
            <a:spLocks xmlns:a="http://schemas.openxmlformats.org/drawingml/2006/main" noGrp="1"/>
          </p:cNvSpPr>
          <p:nvPr/>
        </p:nvSpPr>
        <p:spPr>
          <a:xfrm xmlns:a="http://schemas.openxmlformats.org/drawingml/2006/main">
            <a:off x="2364003" y="2628900"/>
            <a:ext cx="3355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نص</a:t>
            </a:r>
          </a:p>
        </p:txBody>
      </p:sp>
      <p:sp>
        <p:nvSpPr>
          <p:cNvPr id="34" name="text-244">
            <a:extLst xmlns:a="http://schemas.openxmlformats.org/drawingml/2006/main">
              <a:ext uri="{FF2B5EF4-FFF2-40B4-BE49-F238E27FC236}">
                <a16:creationId xmlns:a16="http://schemas.microsoft.com/office/drawing/2014/main" id="{E25CDDF4-9A8F-4618-9DCD-0F2A04BEA6BC}"/>
              </a:ext>
            </a:extLst>
          </p:cNvPr>
          <p:cNvSpPr>
            <a:spLocks xmlns:a="http://schemas.openxmlformats.org/drawingml/2006/main" noGrp="1"/>
          </p:cNvSpPr>
          <p:nvPr/>
        </p:nvSpPr>
        <p:spPr>
          <a:xfrm xmlns:a="http://schemas.openxmlformats.org/drawingml/2006/main">
            <a:off x="1746507" y="2628900"/>
            <a:ext cx="57406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ومصدر</a:t>
            </a:r>
          </a:p>
        </p:txBody>
      </p:sp>
      <p:sp>
        <p:nvSpPr>
          <p:cNvPr id="35" name="text-245">
            <a:extLst xmlns:a="http://schemas.openxmlformats.org/drawingml/2006/main">
              <a:ext uri="{FF2B5EF4-FFF2-40B4-BE49-F238E27FC236}">
                <a16:creationId xmlns:a16="http://schemas.microsoft.com/office/drawing/2014/main" id="{20A0488C-BFDD-4654-9A9E-976AAE98B34E}"/>
              </a:ext>
            </a:extLst>
          </p:cNvPr>
          <p:cNvSpPr>
            <a:spLocks xmlns:a="http://schemas.openxmlformats.org/drawingml/2006/main" noGrp="1"/>
          </p:cNvSpPr>
          <p:nvPr/>
        </p:nvSpPr>
        <p:spPr>
          <a:xfrm xmlns:a="http://schemas.openxmlformats.org/drawingml/2006/main">
            <a:off x="1148535" y="2628900"/>
            <a:ext cx="55453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وحدود</a:t>
            </a:r>
          </a:p>
        </p:txBody>
      </p:sp>
      <p:sp>
        <p:nvSpPr>
          <p:cNvPr id="36" name="text-246">
            <a:extLst xmlns:a="http://schemas.openxmlformats.org/drawingml/2006/main">
              <a:ext uri="{FF2B5EF4-FFF2-40B4-BE49-F238E27FC236}">
                <a16:creationId xmlns:a16="http://schemas.microsoft.com/office/drawing/2014/main" id="{A689261D-991A-4C92-9CBF-E0557BF3B44F}"/>
              </a:ext>
            </a:extLst>
          </p:cNvPr>
          <p:cNvSpPr>
            <a:spLocks xmlns:a="http://schemas.openxmlformats.org/drawingml/2006/main" noGrp="1"/>
          </p:cNvSpPr>
          <p:nvPr/>
        </p:nvSpPr>
        <p:spPr>
          <a:xfrm xmlns:a="http://schemas.openxmlformats.org/drawingml/2006/main">
            <a:off x="10980054" y="3943350"/>
            <a:ext cx="6023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برق</a:t>
            </a:r>
          </a:p>
        </p:txBody>
      </p:sp>
      <p:sp>
        <p:nvSpPr>
          <p:cNvPr id="37" name="text-247">
            <a:extLst xmlns:a="http://schemas.openxmlformats.org/drawingml/2006/main">
              <a:ext uri="{FF2B5EF4-FFF2-40B4-BE49-F238E27FC236}">
                <a16:creationId xmlns:a16="http://schemas.microsoft.com/office/drawing/2014/main" id="{D16BAE64-A276-46F7-8B6F-F97E12DD9E5B}"/>
              </a:ext>
            </a:extLst>
          </p:cNvPr>
          <p:cNvSpPr>
            <a:spLocks xmlns:a="http://schemas.openxmlformats.org/drawingml/2006/main" noGrp="1"/>
          </p:cNvSpPr>
          <p:nvPr/>
        </p:nvSpPr>
        <p:spPr>
          <a:xfrm xmlns:a="http://schemas.openxmlformats.org/drawingml/2006/main">
            <a:off x="10044394" y="3943350"/>
            <a:ext cx="86822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الفتى</a:t>
            </a:r>
          </a:p>
        </p:txBody>
      </p:sp>
      <p:sp>
        <p:nvSpPr>
          <p:cNvPr id="38" name="text-248">
            <a:extLst xmlns:a="http://schemas.openxmlformats.org/drawingml/2006/main">
              <a:ext uri="{FF2B5EF4-FFF2-40B4-BE49-F238E27FC236}">
                <a16:creationId xmlns:a16="http://schemas.microsoft.com/office/drawing/2014/main" id="{082ECAF1-000F-47AC-B105-6F9BDAA1F2AC}"/>
              </a:ext>
            </a:extLst>
          </p:cNvPr>
          <p:cNvSpPr>
            <a:spLocks xmlns:a="http://schemas.openxmlformats.org/drawingml/2006/main" noGrp="1"/>
          </p:cNvSpPr>
          <p:nvPr/>
        </p:nvSpPr>
        <p:spPr>
          <a:xfrm xmlns:a="http://schemas.openxmlformats.org/drawingml/2006/main">
            <a:off x="9077531" y="3943350"/>
            <a:ext cx="89942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نموذج</a:t>
            </a:r>
          </a:p>
        </p:txBody>
      </p:sp>
      <p:sp>
        <p:nvSpPr>
          <p:cNvPr id="39" name="text-249">
            <a:extLst xmlns:a="http://schemas.openxmlformats.org/drawingml/2006/main">
              <a:ext uri="{FF2B5EF4-FFF2-40B4-BE49-F238E27FC236}">
                <a16:creationId xmlns:a16="http://schemas.microsoft.com/office/drawing/2014/main" id="{5241C66E-2D3F-4E2D-BCB2-A0BF02BCCCFB}"/>
              </a:ext>
            </a:extLst>
          </p:cNvPr>
          <p:cNvSpPr>
            <a:spLocks xmlns:a="http://schemas.openxmlformats.org/drawingml/2006/main" noGrp="1"/>
          </p:cNvSpPr>
          <p:nvPr/>
        </p:nvSpPr>
        <p:spPr>
          <a:xfrm xmlns:a="http://schemas.openxmlformats.org/drawingml/2006/main">
            <a:off x="8150885" y="3943350"/>
            <a:ext cx="85920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عربي</a:t>
            </a:r>
          </a:p>
        </p:txBody>
      </p:sp>
      <p:sp>
        <p:nvSpPr>
          <p:cNvPr id="40" name="text-250">
            <a:extLst xmlns:a="http://schemas.openxmlformats.org/drawingml/2006/main">
              <a:ext uri="{FF2B5EF4-FFF2-40B4-BE49-F238E27FC236}">
                <a16:creationId xmlns:a16="http://schemas.microsoft.com/office/drawing/2014/main" id="{E654A1E9-2D52-4A94-89F0-79D04F901C5B}"/>
              </a:ext>
            </a:extLst>
          </p:cNvPr>
          <p:cNvSpPr>
            <a:spLocks xmlns:a="http://schemas.openxmlformats.org/drawingml/2006/main" noGrp="1"/>
          </p:cNvSpPr>
          <p:nvPr/>
        </p:nvSpPr>
        <p:spPr>
          <a:xfrm xmlns:a="http://schemas.openxmlformats.org/drawingml/2006/main">
            <a:off x="7019285" y="3943350"/>
            <a:ext cx="106416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سيادي</a:t>
            </a:r>
          </a:p>
        </p:txBody>
      </p:sp>
      <p:sp>
        <p:nvSpPr>
          <p:cNvPr id="41" name="text-251">
            <a:extLst xmlns:a="http://schemas.openxmlformats.org/drawingml/2006/main">
              <a:ext uri="{FF2B5EF4-FFF2-40B4-BE49-F238E27FC236}">
                <a16:creationId xmlns:a16="http://schemas.microsoft.com/office/drawing/2014/main" id="{809BC5C5-05FB-4852-B13F-FD6087A87ED7}"/>
              </a:ext>
            </a:extLst>
          </p:cNvPr>
          <p:cNvSpPr>
            <a:spLocks xmlns:a="http://schemas.openxmlformats.org/drawingml/2006/main" noGrp="1"/>
          </p:cNvSpPr>
          <p:nvPr/>
        </p:nvSpPr>
        <p:spPr>
          <a:xfrm xmlns:a="http://schemas.openxmlformats.org/drawingml/2006/main">
            <a:off x="6210818" y="3943350"/>
            <a:ext cx="7410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نملك</a:t>
            </a:r>
          </a:p>
        </p:txBody>
      </p:sp>
      <p:sp>
        <p:nvSpPr>
          <p:cNvPr id="42" name="text-252">
            <a:extLst xmlns:a="http://schemas.openxmlformats.org/drawingml/2006/main">
              <a:ext uri="{FF2B5EF4-FFF2-40B4-BE49-F238E27FC236}">
                <a16:creationId xmlns:a16="http://schemas.microsoft.com/office/drawing/2014/main" id="{876900C4-4943-4102-9541-2219185ED1AE}"/>
              </a:ext>
            </a:extLst>
          </p:cNvPr>
          <p:cNvSpPr>
            <a:spLocks xmlns:a="http://schemas.openxmlformats.org/drawingml/2006/main" noGrp="1"/>
          </p:cNvSpPr>
          <p:nvPr/>
        </p:nvSpPr>
        <p:spPr>
          <a:xfrm xmlns:a="http://schemas.openxmlformats.org/drawingml/2006/main">
            <a:off x="5304084" y="3943350"/>
            <a:ext cx="8392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أوزانه</a:t>
            </a:r>
          </a:p>
        </p:txBody>
      </p:sp>
      <p:sp>
        <p:nvSpPr>
          <p:cNvPr id="43" name="text-253">
            <a:extLst xmlns:a="http://schemas.openxmlformats.org/drawingml/2006/main">
              <a:ext uri="{FF2B5EF4-FFF2-40B4-BE49-F238E27FC236}">
                <a16:creationId xmlns:a16="http://schemas.microsoft.com/office/drawing/2014/main" id="{6884709E-D6BE-4575-8E3E-9D219E031624}"/>
              </a:ext>
            </a:extLst>
          </p:cNvPr>
          <p:cNvSpPr>
            <a:spLocks xmlns:a="http://schemas.openxmlformats.org/drawingml/2006/main" noGrp="1"/>
          </p:cNvSpPr>
          <p:nvPr/>
        </p:nvSpPr>
        <p:spPr>
          <a:xfrm xmlns:a="http://schemas.openxmlformats.org/drawingml/2006/main">
            <a:off x="11131856" y="4543425"/>
            <a:ext cx="4505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لينة</a:t>
            </a:r>
          </a:p>
        </p:txBody>
      </p:sp>
      <p:sp>
        <p:nvSpPr>
          <p:cNvPr id="44" name="text-254">
            <a:extLst xmlns:a="http://schemas.openxmlformats.org/drawingml/2006/main">
              <a:ext uri="{FF2B5EF4-FFF2-40B4-BE49-F238E27FC236}">
                <a16:creationId xmlns:a16="http://schemas.microsoft.com/office/drawing/2014/main" id="{066BC08C-0F34-4D30-8152-55B9348C2FEF}"/>
              </a:ext>
            </a:extLst>
          </p:cNvPr>
          <p:cNvSpPr>
            <a:spLocks xmlns:a="http://schemas.openxmlformats.org/drawingml/2006/main" noGrp="1"/>
          </p:cNvSpPr>
          <p:nvPr/>
        </p:nvSpPr>
        <p:spPr>
          <a:xfrm xmlns:a="http://schemas.openxmlformats.org/drawingml/2006/main">
            <a:off x="10377351" y="4543425"/>
            <a:ext cx="6931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وقبس</a:t>
            </a:r>
          </a:p>
        </p:txBody>
      </p:sp>
      <p:sp>
        <p:nvSpPr>
          <p:cNvPr id="45" name="text-255">
            <a:extLst xmlns:a="http://schemas.openxmlformats.org/drawingml/2006/main">
              <a:ext uri="{FF2B5EF4-FFF2-40B4-BE49-F238E27FC236}">
                <a16:creationId xmlns:a16="http://schemas.microsoft.com/office/drawing/2014/main" id="{ED9BCC36-AC6F-4C98-AD34-B2F5577DB4DA}"/>
              </a:ext>
            </a:extLst>
          </p:cNvPr>
          <p:cNvSpPr>
            <a:spLocks xmlns:a="http://schemas.openxmlformats.org/drawingml/2006/main" noGrp="1"/>
          </p:cNvSpPr>
          <p:nvPr/>
        </p:nvSpPr>
        <p:spPr>
          <a:xfrm xmlns:a="http://schemas.openxmlformats.org/drawingml/2006/main">
            <a:off x="9219429" y="4543425"/>
            <a:ext cx="109658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تستفيدان</a:t>
            </a:r>
          </a:p>
        </p:txBody>
      </p:sp>
      <p:sp>
        <p:nvSpPr>
          <p:cNvPr id="46" name="text-256">
            <a:extLst xmlns:a="http://schemas.openxmlformats.org/drawingml/2006/main">
              <a:ext uri="{FF2B5EF4-FFF2-40B4-BE49-F238E27FC236}">
                <a16:creationId xmlns:a16="http://schemas.microsoft.com/office/drawing/2014/main" id="{5C7ACA73-A7B4-4FEA-A44D-3D79715E3E40}"/>
              </a:ext>
            </a:extLst>
          </p:cNvPr>
          <p:cNvSpPr>
            <a:spLocks xmlns:a="http://schemas.openxmlformats.org/drawingml/2006/main" noGrp="1"/>
          </p:cNvSpPr>
          <p:nvPr/>
        </p:nvSpPr>
        <p:spPr>
          <a:xfrm xmlns:a="http://schemas.openxmlformats.org/drawingml/2006/main">
            <a:off x="8785539" y="4543425"/>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من</a:t>
            </a:r>
          </a:p>
        </p:txBody>
      </p:sp>
      <p:sp>
        <p:nvSpPr>
          <p:cNvPr id="47" name="text-257">
            <a:extLst xmlns:a="http://schemas.openxmlformats.org/drawingml/2006/main">
              <a:ext uri="{FF2B5EF4-FFF2-40B4-BE49-F238E27FC236}">
                <a16:creationId xmlns:a16="http://schemas.microsoft.com/office/drawing/2014/main" id="{E31B3CD9-6099-474C-9440-6F62F752BD12}"/>
              </a:ext>
            </a:extLst>
          </p:cNvPr>
          <p:cNvSpPr>
            <a:spLocks xmlns:a="http://schemas.openxmlformats.org/drawingml/2006/main" noGrp="1"/>
          </p:cNvSpPr>
          <p:nvPr/>
        </p:nvSpPr>
        <p:spPr>
          <a:xfrm xmlns:a="http://schemas.openxmlformats.org/drawingml/2006/main">
            <a:off x="8110109" y="4543425"/>
            <a:ext cx="61408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أدوات</a:t>
            </a:r>
          </a:p>
        </p:txBody>
      </p:sp>
      <p:sp>
        <p:nvSpPr>
          <p:cNvPr id="48" name="text-258">
            <a:extLst xmlns:a="http://schemas.openxmlformats.org/drawingml/2006/main">
              <a:ext uri="{FF2B5EF4-FFF2-40B4-BE49-F238E27FC236}">
                <a16:creationId xmlns:a16="http://schemas.microsoft.com/office/drawing/2014/main" id="{E8207F92-C561-423E-80A9-C74CB5B1F64C}"/>
              </a:ext>
            </a:extLst>
          </p:cNvPr>
          <p:cNvSpPr>
            <a:spLocks xmlns:a="http://schemas.openxmlformats.org/drawingml/2006/main" noGrp="1"/>
          </p:cNvSpPr>
          <p:nvPr/>
        </p:nvSpPr>
        <p:spPr>
          <a:xfrm xmlns:a="http://schemas.openxmlformats.org/drawingml/2006/main">
            <a:off x="6999474" y="4543425"/>
            <a:ext cx="10492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سلسبيل</a:t>
            </a:r>
          </a:p>
        </p:txBody>
      </p:sp>
      <p:sp>
        <p:nvSpPr>
          <p:cNvPr id="49" name="text-259">
            <a:extLst xmlns:a="http://schemas.openxmlformats.org/drawingml/2006/main">
              <a:ext uri="{FF2B5EF4-FFF2-40B4-BE49-F238E27FC236}">
                <a16:creationId xmlns:a16="http://schemas.microsoft.com/office/drawing/2014/main" id="{D3C426CD-BBE7-4D32-A834-C7233E1B0F17}"/>
              </a:ext>
            </a:extLst>
          </p:cNvPr>
          <p:cNvSpPr>
            <a:spLocks xmlns:a="http://schemas.openxmlformats.org/drawingml/2006/main" noGrp="1"/>
          </p:cNvSpPr>
          <p:nvPr/>
        </p:nvSpPr>
        <p:spPr>
          <a:xfrm xmlns:a="http://schemas.openxmlformats.org/drawingml/2006/main">
            <a:off x="6291865" y="4543425"/>
            <a:ext cx="64626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لقراءة</a:t>
            </a:r>
          </a:p>
        </p:txBody>
      </p:sp>
      <p:sp>
        <p:nvSpPr>
          <p:cNvPr id="50" name="text-260">
            <a:extLst xmlns:a="http://schemas.openxmlformats.org/drawingml/2006/main">
              <a:ext uri="{FF2B5EF4-FFF2-40B4-BE49-F238E27FC236}">
                <a16:creationId xmlns:a16="http://schemas.microsoft.com/office/drawing/2014/main" id="{BF771AF0-265C-4EFC-9201-0C0618D8557E}"/>
              </a:ext>
            </a:extLst>
          </p:cNvPr>
          <p:cNvSpPr>
            <a:spLocks xmlns:a="http://schemas.openxmlformats.org/drawingml/2006/main" noGrp="1"/>
          </p:cNvSpPr>
          <p:nvPr/>
        </p:nvSpPr>
        <p:spPr>
          <a:xfrm xmlns:a="http://schemas.openxmlformats.org/drawingml/2006/main">
            <a:off x="5392063" y="4543425"/>
            <a:ext cx="8384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المصادر</a:t>
            </a:r>
          </a:p>
        </p:txBody>
      </p:sp>
      <p:sp>
        <p:nvSpPr>
          <p:cNvPr id="51" name="text-261">
            <a:extLst xmlns:a="http://schemas.openxmlformats.org/drawingml/2006/main">
              <a:ext uri="{FF2B5EF4-FFF2-40B4-BE49-F238E27FC236}">
                <a16:creationId xmlns:a16="http://schemas.microsoft.com/office/drawing/2014/main" id="{C31191E5-7C39-4876-9579-45C07CAC6FEF}"/>
              </a:ext>
            </a:extLst>
          </p:cNvPr>
          <p:cNvSpPr>
            <a:spLocks xmlns:a="http://schemas.openxmlformats.org/drawingml/2006/main" noGrp="1"/>
          </p:cNvSpPr>
          <p:nvPr/>
        </p:nvSpPr>
        <p:spPr>
          <a:xfrm xmlns:a="http://schemas.openxmlformats.org/drawingml/2006/main">
            <a:off x="4825728" y="4543425"/>
            <a:ext cx="5049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وربط</a:t>
            </a:r>
          </a:p>
        </p:txBody>
      </p:sp>
      <p:sp>
        <p:nvSpPr>
          <p:cNvPr id="52" name="text-262">
            <a:extLst xmlns:a="http://schemas.openxmlformats.org/drawingml/2006/main">
              <a:ext uri="{FF2B5EF4-FFF2-40B4-BE49-F238E27FC236}">
                <a16:creationId xmlns:a16="http://schemas.microsoft.com/office/drawing/2014/main" id="{4DD361CE-5C8D-4BEF-BB7A-B34E71833E23}"/>
              </a:ext>
            </a:extLst>
          </p:cNvPr>
          <p:cNvSpPr>
            <a:spLocks xmlns:a="http://schemas.openxmlformats.org/drawingml/2006/main" noGrp="1"/>
          </p:cNvSpPr>
          <p:nvPr/>
        </p:nvSpPr>
        <p:spPr>
          <a:xfrm xmlns:a="http://schemas.openxmlformats.org/drawingml/2006/main">
            <a:off x="4150690" y="4543425"/>
            <a:ext cx="61369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الأدلة</a:t>
            </a:r>
          </a:p>
        </p:txBody>
      </p:sp>
      <p:sp>
        <p:nvSpPr>
          <p:cNvPr id="53" name="text-263">
            <a:extLst xmlns:a="http://schemas.openxmlformats.org/drawingml/2006/main">
              <a:ext uri="{FF2B5EF4-FFF2-40B4-BE49-F238E27FC236}">
                <a16:creationId xmlns:a16="http://schemas.microsoft.com/office/drawing/2014/main" id="{94E3F913-6A9E-4BDC-8005-E6791A249DA3}"/>
              </a:ext>
            </a:extLst>
          </p:cNvPr>
          <p:cNvSpPr>
            <a:spLocks xmlns:a="http://schemas.openxmlformats.org/drawingml/2006/main" noGrp="1"/>
          </p:cNvSpPr>
          <p:nvPr/>
        </p:nvSpPr>
        <p:spPr>
          <a:xfrm xmlns:a="http://schemas.openxmlformats.org/drawingml/2006/main">
            <a:off x="10987638" y="5324475"/>
            <a:ext cx="594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مفتاح</a:t>
            </a:r>
          </a:p>
        </p:txBody>
      </p:sp>
      <p:sp>
        <p:nvSpPr>
          <p:cNvPr id="54" name="text-264">
            <a:extLst xmlns:a="http://schemas.openxmlformats.org/drawingml/2006/main">
              <a:ext uri="{FF2B5EF4-FFF2-40B4-BE49-F238E27FC236}">
                <a16:creationId xmlns:a16="http://schemas.microsoft.com/office/drawing/2014/main" id="{2603D221-429A-4657-821D-6F295A474CEB}"/>
              </a:ext>
            </a:extLst>
          </p:cNvPr>
          <p:cNvSpPr>
            <a:spLocks xmlns:a="http://schemas.openxmlformats.org/drawingml/2006/main" noGrp="1"/>
          </p:cNvSpPr>
          <p:nvPr/>
        </p:nvSpPr>
        <p:spPr>
          <a:xfrm xmlns:a="http://schemas.openxmlformats.org/drawingml/2006/main">
            <a:off x="10199597" y="53244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الخدمة</a:t>
            </a:r>
          </a:p>
        </p:txBody>
      </p:sp>
      <p:sp>
        <p:nvSpPr>
          <p:cNvPr id="55" name="text-265">
            <a:extLst xmlns:a="http://schemas.openxmlformats.org/drawingml/2006/main">
              <a:ext uri="{FF2B5EF4-FFF2-40B4-BE49-F238E27FC236}">
                <a16:creationId xmlns:a16="http://schemas.microsoft.com/office/drawing/2014/main" id="{29E3943D-D7D3-43AF-AE09-9145D104A93E}"/>
              </a:ext>
            </a:extLst>
          </p:cNvPr>
          <p:cNvSpPr>
            <a:spLocks xmlns:a="http://schemas.openxmlformats.org/drawingml/2006/main" noGrp="1"/>
          </p:cNvSpPr>
          <p:nvPr/>
        </p:nvSpPr>
        <p:spPr>
          <a:xfrm xmlns:a="http://schemas.openxmlformats.org/drawingml/2006/main">
            <a:off x="9761014" y="5324475"/>
            <a:ext cx="38324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في</a:t>
            </a:r>
          </a:p>
        </p:txBody>
      </p:sp>
      <p:sp>
        <p:nvSpPr>
          <p:cNvPr id="56" name="text-266">
            <a:extLst xmlns:a="http://schemas.openxmlformats.org/drawingml/2006/main">
              <a:ext uri="{FF2B5EF4-FFF2-40B4-BE49-F238E27FC236}">
                <a16:creationId xmlns:a16="http://schemas.microsoft.com/office/drawing/2014/main" id="{257B2173-06C9-4AC7-87F5-6297EE26F194}"/>
              </a:ext>
            </a:extLst>
          </p:cNvPr>
          <p:cNvSpPr>
            <a:spLocks xmlns:a="http://schemas.openxmlformats.org/drawingml/2006/main" noGrp="1"/>
          </p:cNvSpPr>
          <p:nvPr/>
        </p:nvSpPr>
        <p:spPr>
          <a:xfrm xmlns:a="http://schemas.openxmlformats.org/drawingml/2006/main">
            <a:off x="9040471" y="5324475"/>
            <a:ext cx="6652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الخادم</a:t>
            </a:r>
          </a:p>
        </p:txBody>
      </p:sp>
      <p:sp>
        <p:nvSpPr>
          <p:cNvPr id="57" name="text-267">
            <a:extLst xmlns:a="http://schemas.openxmlformats.org/drawingml/2006/main">
              <a:ext uri="{FF2B5EF4-FFF2-40B4-BE49-F238E27FC236}">
                <a16:creationId xmlns:a16="http://schemas.microsoft.com/office/drawing/2014/main" id="{1F6C795B-3427-4B33-997A-E47F34AC2BC8}"/>
              </a:ext>
            </a:extLst>
          </p:cNvPr>
          <p:cNvSpPr>
            <a:spLocks xmlns:a="http://schemas.openxmlformats.org/drawingml/2006/main" noGrp="1"/>
          </p:cNvSpPr>
          <p:nvPr/>
        </p:nvSpPr>
        <p:spPr>
          <a:xfrm xmlns:a="http://schemas.openxmlformats.org/drawingml/2006/main">
            <a:off x="8860304" y="53244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58" name="text-268">
            <a:extLst xmlns:a="http://schemas.openxmlformats.org/drawingml/2006/main">
              <a:ext uri="{FF2B5EF4-FFF2-40B4-BE49-F238E27FC236}">
                <a16:creationId xmlns:a16="http://schemas.microsoft.com/office/drawing/2014/main" id="{45DD48FA-49D0-4202-BFBB-E437CADAB6F6}"/>
              </a:ext>
            </a:extLst>
          </p:cNvPr>
          <p:cNvSpPr>
            <a:spLocks xmlns:a="http://schemas.openxmlformats.org/drawingml/2006/main" noGrp="1"/>
          </p:cNvSpPr>
          <p:nvPr/>
        </p:nvSpPr>
        <p:spPr>
          <a:xfrm xmlns:a="http://schemas.openxmlformats.org/drawingml/2006/main">
            <a:off x="8295162" y="5324475"/>
            <a:ext cx="5098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أوزان</a:t>
            </a:r>
          </a:p>
        </p:txBody>
      </p:sp>
      <p:sp>
        <p:nvSpPr>
          <p:cNvPr id="59" name="text-269">
            <a:extLst xmlns:a="http://schemas.openxmlformats.org/drawingml/2006/main">
              <a:ext uri="{FF2B5EF4-FFF2-40B4-BE49-F238E27FC236}">
                <a16:creationId xmlns:a16="http://schemas.microsoft.com/office/drawing/2014/main" id="{19993D4C-E2E1-46A8-9173-DA7C444989BB}"/>
              </a:ext>
            </a:extLst>
          </p:cNvPr>
          <p:cNvSpPr>
            <a:spLocks xmlns:a="http://schemas.openxmlformats.org/drawingml/2006/main" noGrp="1"/>
          </p:cNvSpPr>
          <p:nvPr/>
        </p:nvSpPr>
        <p:spPr>
          <a:xfrm xmlns:a="http://schemas.openxmlformats.org/drawingml/2006/main">
            <a:off x="7465818" y="5324475"/>
            <a:ext cx="77400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النموذج</a:t>
            </a:r>
          </a:p>
        </p:txBody>
      </p:sp>
      <p:sp>
        <p:nvSpPr>
          <p:cNvPr id="60" name="text-270">
            <a:extLst xmlns:a="http://schemas.openxmlformats.org/drawingml/2006/main">
              <a:ext uri="{FF2B5EF4-FFF2-40B4-BE49-F238E27FC236}">
                <a16:creationId xmlns:a16="http://schemas.microsoft.com/office/drawing/2014/main" id="{394CB3E0-C57F-41A9-9ECD-BBBC5BA3F7AC}"/>
              </a:ext>
            </a:extLst>
          </p:cNvPr>
          <p:cNvSpPr>
            <a:spLocks xmlns:a="http://schemas.openxmlformats.org/drawingml/2006/main" noGrp="1"/>
          </p:cNvSpPr>
          <p:nvPr/>
        </p:nvSpPr>
        <p:spPr>
          <a:xfrm xmlns:a="http://schemas.openxmlformats.org/drawingml/2006/main">
            <a:off x="6611554" y="5324475"/>
            <a:ext cx="79892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ومصنعه</a:t>
            </a:r>
          </a:p>
        </p:txBody>
      </p:sp>
      <p:sp>
        <p:nvSpPr>
          <p:cNvPr id="61" name="text-271">
            <a:extLst xmlns:a="http://schemas.openxmlformats.org/drawingml/2006/main">
              <a:ext uri="{FF2B5EF4-FFF2-40B4-BE49-F238E27FC236}">
                <a16:creationId xmlns:a16="http://schemas.microsoft.com/office/drawing/2014/main" id="{5E480CDF-FF17-487A-BA3F-E12C1C36B6E4}"/>
              </a:ext>
            </a:extLst>
          </p:cNvPr>
          <p:cNvSpPr>
            <a:spLocks xmlns:a="http://schemas.openxmlformats.org/drawingml/2006/main" noGrp="1"/>
          </p:cNvSpPr>
          <p:nvPr/>
        </p:nvSpPr>
        <p:spPr>
          <a:xfrm xmlns:a="http://schemas.openxmlformats.org/drawingml/2006/main">
            <a:off x="6045824" y="5324475"/>
            <a:ext cx="5103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خارج</a:t>
            </a:r>
          </a:p>
        </p:txBody>
      </p:sp>
      <p:sp>
        <p:nvSpPr>
          <p:cNvPr id="62" name="text-272">
            <a:extLst xmlns:a="http://schemas.openxmlformats.org/drawingml/2006/main">
              <a:ext uri="{FF2B5EF4-FFF2-40B4-BE49-F238E27FC236}">
                <a16:creationId xmlns:a16="http://schemas.microsoft.com/office/drawing/2014/main" id="{0A95A1CB-8573-4C35-AFAA-7D2392F6FC68}"/>
              </a:ext>
            </a:extLst>
          </p:cNvPr>
          <p:cNvSpPr>
            <a:spLocks xmlns:a="http://schemas.openxmlformats.org/drawingml/2006/main" noGrp="1"/>
          </p:cNvSpPr>
          <p:nvPr/>
        </p:nvSpPr>
        <p:spPr>
          <a:xfrm xmlns:a="http://schemas.openxmlformats.org/drawingml/2006/main">
            <a:off x="5425056" y="5324475"/>
            <a:ext cx="56542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نطاق</a:t>
            </a:r>
          </a:p>
        </p:txBody>
      </p:sp>
      <p:sp>
        <p:nvSpPr>
          <p:cNvPr id="63" name="text-273">
            <a:extLst xmlns:a="http://schemas.openxmlformats.org/drawingml/2006/main">
              <a:ext uri="{FF2B5EF4-FFF2-40B4-BE49-F238E27FC236}">
                <a16:creationId xmlns:a16="http://schemas.microsoft.com/office/drawing/2014/main" id="{6CF60F56-3EA7-4D6C-94AC-CE7BA5160D11}"/>
              </a:ext>
            </a:extLst>
          </p:cNvPr>
          <p:cNvSpPr>
            <a:spLocks xmlns:a="http://schemas.openxmlformats.org/drawingml/2006/main" noGrp="1"/>
          </p:cNvSpPr>
          <p:nvPr/>
        </p:nvSpPr>
        <p:spPr>
          <a:xfrm xmlns:a="http://schemas.openxmlformats.org/drawingml/2006/main">
            <a:off x="4516539" y="5324475"/>
            <a:ext cx="8531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التسليم</a:t>
            </a:r>
          </a:p>
        </p:txBody>
      </p:sp>
    </p:spTree>
    <p:extLst>
      <p:ext uri="{BB962C8B-B14F-4D97-AF65-F5344CB8AC3E}">
        <p14:creationId xmlns:p14="http://schemas.microsoft.com/office/powerpoint/2010/main" val="1646834588"/>
      </p:ext>
    </p:extLst>
  </p:cSld>
</p:sld>
</file>

<file path=ppt/slides/slide8.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3" name="text-274">
            <a:extLst xmlns:a="http://schemas.openxmlformats.org/drawingml/2006/main">
              <a:ext uri="{FF2B5EF4-FFF2-40B4-BE49-F238E27FC236}">
                <a16:creationId xmlns:a16="http://schemas.microsoft.com/office/drawing/2014/main" id="{09470274-C6FC-47EF-B51A-059ECEB2A84E}"/>
              </a:ext>
            </a:extLst>
          </p:cNvPr>
          <p:cNvSpPr>
            <a:spLocks xmlns:a="http://schemas.openxmlformats.org/drawingml/2006/main" noGrp="1"/>
          </p:cNvSpPr>
          <p:nvPr/>
        </p:nvSpPr>
        <p:spPr>
          <a:xfrm xmlns:a="http://schemas.openxmlformats.org/drawingml/2006/main">
            <a:off x="10207981" y="457200"/>
            <a:ext cx="13744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الذاكرة</a:t>
            </a:r>
          </a:p>
        </p:txBody>
      </p:sp>
      <p:sp>
        <p:nvSpPr>
          <p:cNvPr id="2" name="text-275">
            <a:extLst xmlns:a="http://schemas.openxmlformats.org/drawingml/2006/main">
              <a:ext uri="{FF2B5EF4-FFF2-40B4-BE49-F238E27FC236}">
                <a16:creationId xmlns:a16="http://schemas.microsoft.com/office/drawing/2014/main" id="{14B05CEB-C45E-4C28-BB37-CD48787991CE}"/>
              </a:ext>
            </a:extLst>
          </p:cNvPr>
          <p:cNvSpPr>
            <a:spLocks xmlns:a="http://schemas.openxmlformats.org/drawingml/2006/main" noGrp="1"/>
          </p:cNvSpPr>
          <p:nvPr/>
        </p:nvSpPr>
        <p:spPr>
          <a:xfrm xmlns:a="http://schemas.openxmlformats.org/drawingml/2006/main">
            <a:off x="8397080" y="457200"/>
            <a:ext cx="1709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المهيكلة</a:t>
            </a:r>
          </a:p>
        </p:txBody>
      </p:sp>
      <p:sp>
        <p:nvSpPr>
          <p:cNvPr id="3" name="text-276">
            <a:extLst xmlns:a="http://schemas.openxmlformats.org/drawingml/2006/main">
              <a:ext uri="{FF2B5EF4-FFF2-40B4-BE49-F238E27FC236}">
                <a16:creationId xmlns:a16="http://schemas.microsoft.com/office/drawing/2014/main" id="{C41CF4B9-A327-4275-8F3F-EBB53B6127E4}"/>
              </a:ext>
            </a:extLst>
          </p:cNvPr>
          <p:cNvSpPr>
            <a:spLocks xmlns:a="http://schemas.openxmlformats.org/drawingml/2006/main" noGrp="1"/>
          </p:cNvSpPr>
          <p:nvPr/>
        </p:nvSpPr>
        <p:spPr>
          <a:xfrm xmlns:a="http://schemas.openxmlformats.org/drawingml/2006/main">
            <a:off x="7184601" y="457200"/>
            <a:ext cx="11115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النص</a:t>
            </a:r>
          </a:p>
        </p:txBody>
      </p:sp>
      <p:sp>
        <p:nvSpPr>
          <p:cNvPr id="4" name="text-277">
            <a:extLst xmlns:a="http://schemas.openxmlformats.org/drawingml/2006/main">
              <a:ext uri="{FF2B5EF4-FFF2-40B4-BE49-F238E27FC236}">
                <a16:creationId xmlns:a16="http://schemas.microsoft.com/office/drawing/2014/main" id="{B587C736-BFE4-4D42-A46B-550381402672}"/>
              </a:ext>
            </a:extLst>
          </p:cNvPr>
          <p:cNvSpPr>
            <a:spLocks xmlns:a="http://schemas.openxmlformats.org/drawingml/2006/main" noGrp="1"/>
          </p:cNvSpPr>
          <p:nvPr/>
        </p:nvSpPr>
        <p:spPr>
          <a:xfrm xmlns:a="http://schemas.openxmlformats.org/drawingml/2006/main">
            <a:off x="6431958"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من</a:t>
            </a:r>
          </a:p>
        </p:txBody>
      </p:sp>
      <p:sp>
        <p:nvSpPr>
          <p:cNvPr id="5" name="text-278">
            <a:extLst xmlns:a="http://schemas.openxmlformats.org/drawingml/2006/main">
              <a:ext uri="{FF2B5EF4-FFF2-40B4-BE49-F238E27FC236}">
                <a16:creationId xmlns:a16="http://schemas.microsoft.com/office/drawing/2014/main" id="{6B2A7DDB-85BE-438B-9792-4B046449C232}"/>
              </a:ext>
            </a:extLst>
          </p:cNvPr>
          <p:cNvSpPr>
            <a:spLocks xmlns:a="http://schemas.openxmlformats.org/drawingml/2006/main" noGrp="1"/>
          </p:cNvSpPr>
          <p:nvPr/>
        </p:nvSpPr>
        <p:spPr>
          <a:xfrm xmlns:a="http://schemas.openxmlformats.org/drawingml/2006/main">
            <a:off x="5317251" y="457200"/>
            <a:ext cx="10137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أصله</a:t>
            </a:r>
          </a:p>
        </p:txBody>
      </p:sp>
      <p:sp>
        <p:nvSpPr>
          <p:cNvPr id="6" name="shape-279">
            <a:extLst xmlns:a="http://schemas.openxmlformats.org/drawingml/2006/main">
              <a:ext uri="{FF2B5EF4-FFF2-40B4-BE49-F238E27FC236}">
                <a16:creationId xmlns:a16="http://schemas.microsoft.com/office/drawing/2014/main" id="{E7FDEBDC-89C0-4FE9-A0FA-09C69FEA6C0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280">
            <a:extLst xmlns:a="http://schemas.openxmlformats.org/drawingml/2006/main">
              <a:ext uri="{FF2B5EF4-FFF2-40B4-BE49-F238E27FC236}">
                <a16:creationId xmlns:a16="http://schemas.microsoft.com/office/drawing/2014/main" id="{28A18DA3-B69A-4DDD-9A67-6B20BE847A65}"/>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281">
            <a:extLst xmlns:a="http://schemas.openxmlformats.org/drawingml/2006/main">
              <a:ext uri="{FF2B5EF4-FFF2-40B4-BE49-F238E27FC236}">
                <a16:creationId xmlns:a16="http://schemas.microsoft.com/office/drawing/2014/main" id="{936B065E-4E1E-4870-ACED-0B88FB167977}"/>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282">
            <a:extLst xmlns:a="http://schemas.openxmlformats.org/drawingml/2006/main">
              <a:ext uri="{FF2B5EF4-FFF2-40B4-BE49-F238E27FC236}">
                <a16:creationId xmlns:a16="http://schemas.microsoft.com/office/drawing/2014/main" id="{D79E19EE-EC06-4CC4-AE51-2A847663631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283">
            <a:extLst xmlns:a="http://schemas.openxmlformats.org/drawingml/2006/main">
              <a:ext uri="{FF2B5EF4-FFF2-40B4-BE49-F238E27FC236}">
                <a16:creationId xmlns:a16="http://schemas.microsoft.com/office/drawing/2014/main" id="{57C32EDB-FFA3-42D8-97BD-EBD06B5F58B5}"/>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284">
            <a:extLst xmlns:a="http://schemas.openxmlformats.org/drawingml/2006/main">
              <a:ext uri="{FF2B5EF4-FFF2-40B4-BE49-F238E27FC236}">
                <a16:creationId xmlns:a16="http://schemas.microsoft.com/office/drawing/2014/main" id="{984764A0-EFF5-4EBD-99D4-40918B5D1AA5}"/>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285">
            <a:extLst xmlns:a="http://schemas.openxmlformats.org/drawingml/2006/main">
              <a:ext uri="{FF2B5EF4-FFF2-40B4-BE49-F238E27FC236}">
                <a16:creationId xmlns:a16="http://schemas.microsoft.com/office/drawing/2014/main" id="{78BC3E1B-F96C-49F3-8737-DB235C04234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286">
            <a:extLst xmlns:a="http://schemas.openxmlformats.org/drawingml/2006/main">
              <a:ext uri="{FF2B5EF4-FFF2-40B4-BE49-F238E27FC236}">
                <a16:creationId xmlns:a16="http://schemas.microsoft.com/office/drawing/2014/main" id="{CC285FF4-9980-4A29-A1AA-B575A5F61DF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08</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e714cb5ef2b14ce1"/>
          <a:stretch xmlns:a="http://schemas.openxmlformats.org/drawingml/2006/main"/>
        </p:blipFill>
        <p:spPr>
          <a:xfrm xmlns:a="http://schemas.openxmlformats.org/drawingml/2006/main">
            <a:off x="1421108" y="1409700"/>
            <a:ext cx="4949235" cy="4257675"/>
          </a:xfrm>
          <a:prstGeom xmlns:a="http://schemas.openxmlformats.org/drawingml/2006/main" prst="rect">
            <a:avLst/>
          </a:prstGeom>
        </p:spPr>
      </p:pic>
      <p:sp>
        <p:nvSpPr>
          <p:cNvPr id="15" name="text-287">
            <a:extLst xmlns:a="http://schemas.openxmlformats.org/drawingml/2006/main">
              <a:ext uri="{FF2B5EF4-FFF2-40B4-BE49-F238E27FC236}">
                <a16:creationId xmlns:a16="http://schemas.microsoft.com/office/drawing/2014/main" id="{23EB7AA8-4D04-4C25-AB78-405B2CFDBF86}"/>
              </a:ext>
            </a:extLst>
          </p:cNvPr>
          <p:cNvSpPr>
            <a:spLocks xmlns:a="http://schemas.openxmlformats.org/drawingml/2006/main" noGrp="1"/>
          </p:cNvSpPr>
          <p:nvPr/>
        </p:nvSpPr>
        <p:spPr>
          <a:xfrm xmlns:a="http://schemas.openxmlformats.org/drawingml/2006/main">
            <a:off x="10312192" y="1762125"/>
            <a:ext cx="127020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استلهمنا</a:t>
            </a:r>
          </a:p>
        </p:txBody>
      </p:sp>
      <p:sp>
        <p:nvSpPr>
          <p:cNvPr id="16" name="text-288">
            <a:extLst xmlns:a="http://schemas.openxmlformats.org/drawingml/2006/main">
              <a:ext uri="{FF2B5EF4-FFF2-40B4-BE49-F238E27FC236}">
                <a16:creationId xmlns:a16="http://schemas.microsoft.com/office/drawing/2014/main" id="{2D6A1AB7-20AD-4530-8CB2-9241B2F9F123}"/>
              </a:ext>
            </a:extLst>
          </p:cNvPr>
          <p:cNvSpPr>
            <a:spLocks xmlns:a="http://schemas.openxmlformats.org/drawingml/2006/main" noGrp="1"/>
          </p:cNvSpPr>
          <p:nvPr/>
        </p:nvSpPr>
        <p:spPr>
          <a:xfrm xmlns:a="http://schemas.openxmlformats.org/drawingml/2006/main">
            <a:off x="9689055" y="1762125"/>
            <a:ext cx="55846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دقة</a:t>
            </a:r>
          </a:p>
        </p:txBody>
      </p:sp>
      <p:sp>
        <p:nvSpPr>
          <p:cNvPr id="17" name="text-289">
            <a:extLst xmlns:a="http://schemas.openxmlformats.org/drawingml/2006/main">
              <a:ext uri="{FF2B5EF4-FFF2-40B4-BE49-F238E27FC236}">
                <a16:creationId xmlns:a16="http://schemas.microsoft.com/office/drawing/2014/main" id="{04254825-F2C6-4F6D-BD0B-BC294885EC30}"/>
              </a:ext>
            </a:extLst>
          </p:cNvPr>
          <p:cNvSpPr>
            <a:spLocks xmlns:a="http://schemas.openxmlformats.org/drawingml/2006/main" noGrp="1"/>
          </p:cNvSpPr>
          <p:nvPr/>
        </p:nvSpPr>
        <p:spPr>
          <a:xfrm xmlns:a="http://schemas.openxmlformats.org/drawingml/2006/main">
            <a:off x="8744765" y="1762125"/>
            <a:ext cx="879615"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الحفظ</a:t>
            </a:r>
          </a:p>
        </p:txBody>
      </p:sp>
      <p:sp>
        <p:nvSpPr>
          <p:cNvPr id="18" name="text-290">
            <a:extLst xmlns:a="http://schemas.openxmlformats.org/drawingml/2006/main">
              <a:ext uri="{FF2B5EF4-FFF2-40B4-BE49-F238E27FC236}">
                <a16:creationId xmlns:a16="http://schemas.microsoft.com/office/drawing/2014/main" id="{34AA9DAC-48E4-469D-B598-466078188BFB}"/>
              </a:ext>
            </a:extLst>
          </p:cNvPr>
          <p:cNvSpPr>
            <a:spLocks xmlns:a="http://schemas.openxmlformats.org/drawingml/2006/main" noGrp="1"/>
          </p:cNvSpPr>
          <p:nvPr/>
        </p:nvSpPr>
        <p:spPr>
          <a:xfrm xmlns:a="http://schemas.openxmlformats.org/drawingml/2006/main">
            <a:off x="7627814" y="1762125"/>
            <a:ext cx="1052276"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والضبط</a:t>
            </a:r>
          </a:p>
        </p:txBody>
      </p:sp>
      <p:sp>
        <p:nvSpPr>
          <p:cNvPr id="19" name="text-291">
            <a:extLst xmlns:a="http://schemas.openxmlformats.org/drawingml/2006/main">
              <a:ext uri="{FF2B5EF4-FFF2-40B4-BE49-F238E27FC236}">
                <a16:creationId xmlns:a16="http://schemas.microsoft.com/office/drawing/2014/main" id="{C3489DEE-2162-4F17-8E54-373B722122D1}"/>
              </a:ext>
            </a:extLst>
          </p:cNvPr>
          <p:cNvSpPr>
            <a:spLocks xmlns:a="http://schemas.openxmlformats.org/drawingml/2006/main" noGrp="1"/>
          </p:cNvSpPr>
          <p:nvPr/>
        </p:nvSpPr>
        <p:spPr>
          <a:xfrm xmlns:a="http://schemas.openxmlformats.org/drawingml/2006/main">
            <a:off x="10967428" y="2667000"/>
            <a:ext cx="61497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نكتب</a:t>
            </a:r>
          </a:p>
        </p:txBody>
      </p:sp>
      <p:sp>
        <p:nvSpPr>
          <p:cNvPr id="20" name="text-292">
            <a:extLst xmlns:a="http://schemas.openxmlformats.org/drawingml/2006/main">
              <a:ext uri="{FF2B5EF4-FFF2-40B4-BE49-F238E27FC236}">
                <a16:creationId xmlns:a16="http://schemas.microsoft.com/office/drawing/2014/main" id="{4407E7C3-E02C-4D96-A320-5FB0233B1902}"/>
              </a:ext>
            </a:extLst>
          </p:cNvPr>
          <p:cNvSpPr>
            <a:spLocks xmlns:a="http://schemas.openxmlformats.org/drawingml/2006/main" noGrp="1"/>
          </p:cNvSpPr>
          <p:nvPr/>
        </p:nvSpPr>
        <p:spPr>
          <a:xfrm xmlns:a="http://schemas.openxmlformats.org/drawingml/2006/main">
            <a:off x="10337314" y="2667000"/>
            <a:ext cx="56582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بداية</a:t>
            </a:r>
          </a:p>
        </p:txBody>
      </p:sp>
      <p:sp>
        <p:nvSpPr>
          <p:cNvPr id="21" name="text-293">
            <a:extLst xmlns:a="http://schemas.openxmlformats.org/drawingml/2006/main">
              <a:ext uri="{FF2B5EF4-FFF2-40B4-BE49-F238E27FC236}">
                <a16:creationId xmlns:a16="http://schemas.microsoft.com/office/drawing/2014/main" id="{A82FC875-DE97-4BFD-9B3E-DEBC39182C93}"/>
              </a:ext>
            </a:extLst>
          </p:cNvPr>
          <p:cNvSpPr>
            <a:spLocks xmlns:a="http://schemas.openxmlformats.org/drawingml/2006/main" noGrp="1"/>
          </p:cNvSpPr>
          <p:nvPr/>
        </p:nvSpPr>
        <p:spPr>
          <a:xfrm xmlns:a="http://schemas.openxmlformats.org/drawingml/2006/main">
            <a:off x="9766849" y="2667000"/>
            <a:ext cx="5061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الآية</a:t>
            </a:r>
          </a:p>
        </p:txBody>
      </p:sp>
      <p:sp>
        <p:nvSpPr>
          <p:cNvPr id="22" name="text-294">
            <a:extLst xmlns:a="http://schemas.openxmlformats.org/drawingml/2006/main">
              <a:ext uri="{FF2B5EF4-FFF2-40B4-BE49-F238E27FC236}">
                <a16:creationId xmlns:a16="http://schemas.microsoft.com/office/drawing/2014/main" id="{A690B88B-05A5-4012-B651-EA6CD2F03661}"/>
              </a:ext>
            </a:extLst>
          </p:cNvPr>
          <p:cNvSpPr>
            <a:spLocks xmlns:a="http://schemas.openxmlformats.org/drawingml/2006/main" noGrp="1"/>
          </p:cNvSpPr>
          <p:nvPr/>
        </p:nvSpPr>
        <p:spPr>
          <a:xfrm xmlns:a="http://schemas.openxmlformats.org/drawingml/2006/main">
            <a:off x="10973216" y="3181350"/>
            <a:ext cx="60918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فيعود</a:t>
            </a:r>
          </a:p>
        </p:txBody>
      </p:sp>
      <p:sp>
        <p:nvSpPr>
          <p:cNvPr id="23" name="text-295">
            <a:extLst xmlns:a="http://schemas.openxmlformats.org/drawingml/2006/main">
              <a:ext uri="{FF2B5EF4-FFF2-40B4-BE49-F238E27FC236}">
                <a16:creationId xmlns:a16="http://schemas.microsoft.com/office/drawing/2014/main" id="{C80D34BF-F4FF-4E9E-87AA-488122C12851}"/>
              </a:ext>
            </a:extLst>
          </p:cNvPr>
          <p:cNvSpPr>
            <a:spLocks xmlns:a="http://schemas.openxmlformats.org/drawingml/2006/main" noGrp="1"/>
          </p:cNvSpPr>
          <p:nvPr/>
        </p:nvSpPr>
        <p:spPr>
          <a:xfrm xmlns:a="http://schemas.openxmlformats.org/drawingml/2006/main">
            <a:off x="10334184" y="318135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النص</a:t>
            </a:r>
          </a:p>
        </p:txBody>
      </p:sp>
      <p:sp>
        <p:nvSpPr>
          <p:cNvPr id="24" name="text-296">
            <a:extLst xmlns:a="http://schemas.openxmlformats.org/drawingml/2006/main">
              <a:ext uri="{FF2B5EF4-FFF2-40B4-BE49-F238E27FC236}">
                <a16:creationId xmlns:a16="http://schemas.microsoft.com/office/drawing/2014/main" id="{0B7D98F0-B2C4-4CD2-8B74-8E6D68C3297E}"/>
              </a:ext>
            </a:extLst>
          </p:cNvPr>
          <p:cNvSpPr>
            <a:spLocks xmlns:a="http://schemas.openxmlformats.org/drawingml/2006/main" noGrp="1"/>
          </p:cNvSpPr>
          <p:nvPr/>
        </p:nvSpPr>
        <p:spPr>
          <a:xfrm xmlns:a="http://schemas.openxmlformats.org/drawingml/2006/main">
            <a:off x="9944541" y="3181350"/>
            <a:ext cx="32830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مع</a:t>
            </a:r>
          </a:p>
        </p:txBody>
      </p:sp>
      <p:sp>
        <p:nvSpPr>
          <p:cNvPr id="25" name="text-297">
            <a:extLst xmlns:a="http://schemas.openxmlformats.org/drawingml/2006/main">
              <a:ext uri="{FF2B5EF4-FFF2-40B4-BE49-F238E27FC236}">
                <a16:creationId xmlns:a16="http://schemas.microsoft.com/office/drawing/2014/main" id="{F833707F-579C-4E4C-8661-72CC83EF67F1}"/>
              </a:ext>
            </a:extLst>
          </p:cNvPr>
          <p:cNvSpPr>
            <a:spLocks xmlns:a="http://schemas.openxmlformats.org/drawingml/2006/main" noGrp="1"/>
          </p:cNvSpPr>
          <p:nvPr/>
        </p:nvSpPr>
        <p:spPr>
          <a:xfrm xmlns:a="http://schemas.openxmlformats.org/drawingml/2006/main">
            <a:off x="9087514" y="3181350"/>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السورة</a:t>
            </a:r>
          </a:p>
        </p:txBody>
      </p:sp>
      <p:sp>
        <p:nvSpPr>
          <p:cNvPr id="26" name="text-298">
            <a:extLst xmlns:a="http://schemas.openxmlformats.org/drawingml/2006/main">
              <a:ext uri="{FF2B5EF4-FFF2-40B4-BE49-F238E27FC236}">
                <a16:creationId xmlns:a16="http://schemas.microsoft.com/office/drawing/2014/main" id="{75B988BD-F4D9-4EF3-AED5-3296CE58E15E}"/>
              </a:ext>
            </a:extLst>
          </p:cNvPr>
          <p:cNvSpPr>
            <a:spLocks xmlns:a="http://schemas.openxmlformats.org/drawingml/2006/main" noGrp="1"/>
          </p:cNvSpPr>
          <p:nvPr/>
        </p:nvSpPr>
        <p:spPr>
          <a:xfrm xmlns:a="http://schemas.openxmlformats.org/drawingml/2006/main">
            <a:off x="8338307" y="3181350"/>
            <a:ext cx="68786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والرقم</a:t>
            </a:r>
          </a:p>
        </p:txBody>
      </p:sp>
      <p:sp>
        <p:nvSpPr>
          <p:cNvPr id="27" name="text-299">
            <a:extLst xmlns:a="http://schemas.openxmlformats.org/drawingml/2006/main">
              <a:ext uri="{FF2B5EF4-FFF2-40B4-BE49-F238E27FC236}">
                <a16:creationId xmlns:a16="http://schemas.microsoft.com/office/drawing/2014/main" id="{61409383-35F8-432F-8191-8810FC2CDBC7}"/>
              </a:ext>
            </a:extLst>
          </p:cNvPr>
          <p:cNvSpPr>
            <a:spLocks xmlns:a="http://schemas.openxmlformats.org/drawingml/2006/main" noGrp="1"/>
          </p:cNvSpPr>
          <p:nvPr/>
        </p:nvSpPr>
        <p:spPr>
          <a:xfrm xmlns:a="http://schemas.openxmlformats.org/drawingml/2006/main">
            <a:off x="11022564" y="4086225"/>
            <a:ext cx="55983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هوية</a:t>
            </a:r>
          </a:p>
        </p:txBody>
      </p:sp>
      <p:sp>
        <p:nvSpPr>
          <p:cNvPr id="28" name="text-300">
            <a:extLst xmlns:a="http://schemas.openxmlformats.org/drawingml/2006/main">
              <a:ext uri="{FF2B5EF4-FFF2-40B4-BE49-F238E27FC236}">
                <a16:creationId xmlns:a16="http://schemas.microsoft.com/office/drawing/2014/main" id="{DC7C01B7-FCCF-44C2-BA33-A423F3C1C85D}"/>
              </a:ext>
            </a:extLst>
          </p:cNvPr>
          <p:cNvSpPr>
            <a:spLocks xmlns:a="http://schemas.openxmlformats.org/drawingml/2006/main" noGrp="1"/>
          </p:cNvSpPr>
          <p:nvPr/>
        </p:nvSpPr>
        <p:spPr>
          <a:xfrm xmlns:a="http://schemas.openxmlformats.org/drawingml/2006/main">
            <a:off x="10383532" y="4086225"/>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النص</a:t>
            </a:r>
          </a:p>
        </p:txBody>
      </p:sp>
      <p:sp>
        <p:nvSpPr>
          <p:cNvPr id="29" name="text-301">
            <a:extLst xmlns:a="http://schemas.openxmlformats.org/drawingml/2006/main">
              <a:ext uri="{FF2B5EF4-FFF2-40B4-BE49-F238E27FC236}">
                <a16:creationId xmlns:a16="http://schemas.microsoft.com/office/drawing/2014/main" id="{46DB311D-013C-4F84-A5C2-190491D180ED}"/>
              </a:ext>
            </a:extLst>
          </p:cNvPr>
          <p:cNvSpPr>
            <a:spLocks xmlns:a="http://schemas.openxmlformats.org/drawingml/2006/main" noGrp="1"/>
          </p:cNvSpPr>
          <p:nvPr/>
        </p:nvSpPr>
        <p:spPr>
          <a:xfrm xmlns:a="http://schemas.openxmlformats.org/drawingml/2006/main">
            <a:off x="9396414" y="4086225"/>
            <a:ext cx="92577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مستقلة</a:t>
            </a:r>
          </a:p>
        </p:txBody>
      </p:sp>
      <p:sp>
        <p:nvSpPr>
          <p:cNvPr id="30" name="text-302">
            <a:extLst xmlns:a="http://schemas.openxmlformats.org/drawingml/2006/main">
              <a:ext uri="{FF2B5EF4-FFF2-40B4-BE49-F238E27FC236}">
                <a16:creationId xmlns:a16="http://schemas.microsoft.com/office/drawing/2014/main" id="{18B74C4E-3EA1-44E1-98FE-B057C42AA656}"/>
              </a:ext>
            </a:extLst>
          </p:cNvPr>
          <p:cNvSpPr>
            <a:spLocks xmlns:a="http://schemas.openxmlformats.org/drawingml/2006/main" noGrp="1"/>
          </p:cNvSpPr>
          <p:nvPr/>
        </p:nvSpPr>
        <p:spPr>
          <a:xfrm xmlns:a="http://schemas.openxmlformats.org/drawingml/2006/main">
            <a:off x="8940549" y="4086225"/>
            <a:ext cx="39452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عن</a:t>
            </a:r>
          </a:p>
        </p:txBody>
      </p:sp>
      <p:sp>
        <p:nvSpPr>
          <p:cNvPr id="31" name="text-303">
            <a:extLst xmlns:a="http://schemas.openxmlformats.org/drawingml/2006/main">
              <a:ext uri="{FF2B5EF4-FFF2-40B4-BE49-F238E27FC236}">
                <a16:creationId xmlns:a16="http://schemas.microsoft.com/office/drawing/2014/main" id="{7E628D27-3B00-46D9-BC99-6C04506D28F9}"/>
              </a:ext>
            </a:extLst>
          </p:cNvPr>
          <p:cNvSpPr>
            <a:spLocks xmlns:a="http://schemas.openxmlformats.org/drawingml/2006/main" noGrp="1"/>
          </p:cNvSpPr>
          <p:nvPr/>
        </p:nvSpPr>
        <p:spPr>
          <a:xfrm xmlns:a="http://schemas.openxmlformats.org/drawingml/2006/main">
            <a:off x="8150039" y="4086225"/>
            <a:ext cx="72916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الشرح</a:t>
            </a:r>
          </a:p>
        </p:txBody>
      </p:sp>
      <p:sp>
        <p:nvSpPr>
          <p:cNvPr id="32" name="text-304">
            <a:extLst xmlns:a="http://schemas.openxmlformats.org/drawingml/2006/main">
              <a:ext uri="{FF2B5EF4-FFF2-40B4-BE49-F238E27FC236}">
                <a16:creationId xmlns:a16="http://schemas.microsoft.com/office/drawing/2014/main" id="{B7D7C8C0-048F-4F89-81B3-D628228EBED4}"/>
              </a:ext>
            </a:extLst>
          </p:cNvPr>
          <p:cNvSpPr>
            <a:spLocks xmlns:a="http://schemas.openxmlformats.org/drawingml/2006/main" noGrp="1"/>
          </p:cNvSpPr>
          <p:nvPr/>
        </p:nvSpPr>
        <p:spPr>
          <a:xfrm xmlns:a="http://schemas.openxmlformats.org/drawingml/2006/main">
            <a:off x="7239000" y="4638675"/>
            <a:ext cx="434340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1">
                <a:solidFill>
                  <a:srgbClr val="EDCA7E"/>
                </a:solidFill>
                <a:latin typeface="Tahoma"/>
                <a:ea typeface="Tahoma"/>
                <a:cs typeface="Tahoma"/>
              </a:defRPr>
            </a:pPr>
            <a:r>
              <a:rPr sz="1950" b="1">
                <a:solidFill>
                  <a:srgbClr val="EDCA7E"/>
                </a:solidFill>
                <a:latin typeface="Tahoma"/>
                <a:ea typeface="Tahoma"/>
                <a:cs typeface="Tahoma"/>
              </a:rPr>
              <a:t>NMN · SA 1020268774</a:t>
            </a:r>
          </a:p>
        </p:txBody>
      </p:sp>
      <p:sp>
        <p:nvSpPr>
          <p:cNvPr id="33" name="text-305">
            <a:extLst xmlns:a="http://schemas.openxmlformats.org/drawingml/2006/main">
              <a:ext uri="{FF2B5EF4-FFF2-40B4-BE49-F238E27FC236}">
                <a16:creationId xmlns:a16="http://schemas.microsoft.com/office/drawing/2014/main" id="{C5FDE33C-4EC0-409D-B2BB-A76F2402F356}"/>
              </a:ext>
            </a:extLst>
          </p:cNvPr>
          <p:cNvSpPr>
            <a:spLocks xmlns:a="http://schemas.openxmlformats.org/drawingml/2006/main" noGrp="1"/>
          </p:cNvSpPr>
          <p:nvPr/>
        </p:nvSpPr>
        <p:spPr>
          <a:xfrm xmlns:a="http://schemas.openxmlformats.org/drawingml/2006/main">
            <a:off x="11038360" y="5610225"/>
            <a:ext cx="54404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لقطة</a:t>
            </a:r>
          </a:p>
        </p:txBody>
      </p:sp>
      <p:sp>
        <p:nvSpPr>
          <p:cNvPr id="34" name="text-306">
            <a:extLst xmlns:a="http://schemas.openxmlformats.org/drawingml/2006/main">
              <a:ext uri="{FF2B5EF4-FFF2-40B4-BE49-F238E27FC236}">
                <a16:creationId xmlns:a16="http://schemas.microsoft.com/office/drawing/2014/main" id="{CF7918D4-ACD8-407E-9F81-00785DFC919F}"/>
              </a:ext>
            </a:extLst>
          </p:cNvPr>
          <p:cNvSpPr>
            <a:spLocks xmlns:a="http://schemas.openxmlformats.org/drawingml/2006/main" noGrp="1"/>
          </p:cNvSpPr>
          <p:nvPr/>
        </p:nvSpPr>
        <p:spPr>
          <a:xfrm xmlns:a="http://schemas.openxmlformats.org/drawingml/2006/main">
            <a:off x="10298980" y="5610225"/>
            <a:ext cx="68404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سابقة</a:t>
            </a:r>
          </a:p>
        </p:txBody>
      </p:sp>
      <p:sp>
        <p:nvSpPr>
          <p:cNvPr id="35" name="text-307">
            <a:extLst xmlns:a="http://schemas.openxmlformats.org/drawingml/2006/main">
              <a:ext uri="{FF2B5EF4-FFF2-40B4-BE49-F238E27FC236}">
                <a16:creationId xmlns:a16="http://schemas.microsoft.com/office/drawing/2014/main" id="{181B6CFB-A7BD-4B14-879B-87D10ACA2FFF}"/>
              </a:ext>
            </a:extLst>
          </p:cNvPr>
          <p:cNvSpPr>
            <a:spLocks xmlns:a="http://schemas.openxmlformats.org/drawingml/2006/main" noGrp="1"/>
          </p:cNvSpPr>
          <p:nvPr/>
        </p:nvSpPr>
        <p:spPr>
          <a:xfrm xmlns:a="http://schemas.openxmlformats.org/drawingml/2006/main">
            <a:off x="9638576" y="5610225"/>
            <a:ext cx="60506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موثّقة</a:t>
            </a:r>
          </a:p>
        </p:txBody>
      </p:sp>
      <p:sp>
        <p:nvSpPr>
          <p:cNvPr id="36" name="text-308">
            <a:extLst xmlns:a="http://schemas.openxmlformats.org/drawingml/2006/main">
              <a:ext uri="{FF2B5EF4-FFF2-40B4-BE49-F238E27FC236}">
                <a16:creationId xmlns:a16="http://schemas.microsoft.com/office/drawing/2014/main" id="{97F2B02A-6F6A-4765-8D4A-E0BA00B68185}"/>
              </a:ext>
            </a:extLst>
          </p:cNvPr>
          <p:cNvSpPr>
            <a:spLocks xmlns:a="http://schemas.openxmlformats.org/drawingml/2006/main" noGrp="1"/>
          </p:cNvSpPr>
          <p:nvPr/>
        </p:nvSpPr>
        <p:spPr>
          <a:xfrm xmlns:a="http://schemas.openxmlformats.org/drawingml/2006/main">
            <a:off x="8928334" y="5610225"/>
            <a:ext cx="65490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للقدرة</a:t>
            </a:r>
          </a:p>
        </p:txBody>
      </p:sp>
      <p:sp>
        <p:nvSpPr>
          <p:cNvPr id="37" name="text-309">
            <a:extLst xmlns:a="http://schemas.openxmlformats.org/drawingml/2006/main">
              <a:ext uri="{FF2B5EF4-FFF2-40B4-BE49-F238E27FC236}">
                <a16:creationId xmlns:a16="http://schemas.microsoft.com/office/drawing/2014/main" id="{4A8D4748-ADD6-43A3-9006-15E0935005CF}"/>
              </a:ext>
            </a:extLst>
          </p:cNvPr>
          <p:cNvSpPr>
            <a:spLocks xmlns:a="http://schemas.openxmlformats.org/drawingml/2006/main" noGrp="1"/>
          </p:cNvSpPr>
          <p:nvPr/>
        </p:nvSpPr>
        <p:spPr>
          <a:xfrm xmlns:a="http://schemas.openxmlformats.org/drawingml/2006/main">
            <a:off x="8748167" y="561022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38" name="text-310">
            <a:extLst xmlns:a="http://schemas.openxmlformats.org/drawingml/2006/main">
              <a:ext uri="{FF2B5EF4-FFF2-40B4-BE49-F238E27FC236}">
                <a16:creationId xmlns:a16="http://schemas.microsoft.com/office/drawing/2014/main" id="{1BEB2B75-1386-435C-80B1-F43430411B22}"/>
              </a:ext>
            </a:extLst>
          </p:cNvPr>
          <p:cNvSpPr>
            <a:spLocks xmlns:a="http://schemas.openxmlformats.org/drawingml/2006/main" noGrp="1"/>
          </p:cNvSpPr>
          <p:nvPr/>
        </p:nvSpPr>
        <p:spPr>
          <a:xfrm xmlns:a="http://schemas.openxmlformats.org/drawingml/2006/main">
            <a:off x="8505407" y="5610225"/>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لا</a:t>
            </a:r>
          </a:p>
        </p:txBody>
      </p:sp>
      <p:sp>
        <p:nvSpPr>
          <p:cNvPr id="39" name="text-311">
            <a:extLst xmlns:a="http://schemas.openxmlformats.org/drawingml/2006/main">
              <a:ext uri="{FF2B5EF4-FFF2-40B4-BE49-F238E27FC236}">
                <a16:creationId xmlns:a16="http://schemas.microsoft.com/office/drawing/2014/main" id="{335AB6BE-F7B8-47F1-9FDF-351102997AA1}"/>
              </a:ext>
            </a:extLst>
          </p:cNvPr>
          <p:cNvSpPr>
            <a:spLocks xmlns:a="http://schemas.openxmlformats.org/drawingml/2006/main" noGrp="1"/>
          </p:cNvSpPr>
          <p:nvPr/>
        </p:nvSpPr>
        <p:spPr>
          <a:xfrm xmlns:a="http://schemas.openxmlformats.org/drawingml/2006/main">
            <a:off x="7931044" y="5610225"/>
            <a:ext cx="51902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تمثل</a:t>
            </a:r>
          </a:p>
        </p:txBody>
      </p:sp>
      <p:sp>
        <p:nvSpPr>
          <p:cNvPr id="40" name="text-312">
            <a:extLst xmlns:a="http://schemas.openxmlformats.org/drawingml/2006/main">
              <a:ext uri="{FF2B5EF4-FFF2-40B4-BE49-F238E27FC236}">
                <a16:creationId xmlns:a16="http://schemas.microsoft.com/office/drawing/2014/main" id="{6E411328-A758-4C19-B605-7DBA3253AA2B}"/>
              </a:ext>
            </a:extLst>
          </p:cNvPr>
          <p:cNvSpPr>
            <a:spLocks xmlns:a="http://schemas.openxmlformats.org/drawingml/2006/main" noGrp="1"/>
          </p:cNvSpPr>
          <p:nvPr/>
        </p:nvSpPr>
        <p:spPr>
          <a:xfrm xmlns:a="http://schemas.openxmlformats.org/drawingml/2006/main">
            <a:off x="7238755" y="5610225"/>
            <a:ext cx="63694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واجهة</a:t>
            </a:r>
          </a:p>
        </p:txBody>
      </p:sp>
      <p:sp>
        <p:nvSpPr>
          <p:cNvPr id="41" name="text-313">
            <a:extLst xmlns:a="http://schemas.openxmlformats.org/drawingml/2006/main">
              <a:ext uri="{FF2B5EF4-FFF2-40B4-BE49-F238E27FC236}">
                <a16:creationId xmlns:a16="http://schemas.microsoft.com/office/drawing/2014/main" id="{8BCE4DEC-FD0B-4ECF-8178-DB4357062657}"/>
              </a:ext>
            </a:extLst>
          </p:cNvPr>
          <p:cNvSpPr>
            <a:spLocks xmlns:a="http://schemas.openxmlformats.org/drawingml/2006/main" noGrp="1"/>
          </p:cNvSpPr>
          <p:nvPr/>
        </p:nvSpPr>
        <p:spPr>
          <a:xfrm xmlns:a="http://schemas.openxmlformats.org/drawingml/2006/main">
            <a:off x="6297862" y="5610225"/>
            <a:ext cx="8855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المجلس</a:t>
            </a:r>
          </a:p>
        </p:txBody>
      </p:sp>
      <p:sp>
        <p:nvSpPr>
          <p:cNvPr id="42" name="text-314">
            <a:extLst xmlns:a="http://schemas.openxmlformats.org/drawingml/2006/main">
              <a:ext uri="{FF2B5EF4-FFF2-40B4-BE49-F238E27FC236}">
                <a16:creationId xmlns:a16="http://schemas.microsoft.com/office/drawing/2014/main" id="{A38AB86F-1CB5-49F5-9224-769CA7D30423}"/>
              </a:ext>
            </a:extLst>
          </p:cNvPr>
          <p:cNvSpPr>
            <a:spLocks xmlns:a="http://schemas.openxmlformats.org/drawingml/2006/main" noGrp="1"/>
          </p:cNvSpPr>
          <p:nvPr/>
        </p:nvSpPr>
        <p:spPr>
          <a:xfrm xmlns:a="http://schemas.openxmlformats.org/drawingml/2006/main">
            <a:off x="5573199" y="5610225"/>
            <a:ext cx="66932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الجديد</a:t>
            </a:r>
          </a:p>
        </p:txBody>
      </p:sp>
    </p:spTree>
    <p:extLst>
      <p:ext uri="{BB962C8B-B14F-4D97-AF65-F5344CB8AC3E}">
        <p14:creationId xmlns:p14="http://schemas.microsoft.com/office/powerpoint/2010/main" val="1740940846"/>
      </p:ext>
    </p:extLst>
  </p:cSld>
</p:sld>
</file>

<file path=ppt/slides/slide9.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9" name="text-315">
            <a:extLst xmlns:a="http://schemas.openxmlformats.org/drawingml/2006/main">
              <a:ext uri="{FF2B5EF4-FFF2-40B4-BE49-F238E27FC236}">
                <a16:creationId xmlns:a16="http://schemas.microsoft.com/office/drawing/2014/main" id="{4E993775-5D95-42F8-83DD-5CB9B6B27D52}"/>
              </a:ext>
            </a:extLst>
          </p:cNvPr>
          <p:cNvSpPr>
            <a:spLocks xmlns:a="http://schemas.openxmlformats.org/drawingml/2006/main" noGrp="1"/>
          </p:cNvSpPr>
          <p:nvPr/>
        </p:nvSpPr>
        <p:spPr>
          <a:xfrm xmlns:a="http://schemas.openxmlformats.org/drawingml/2006/main">
            <a:off x="9935962" y="457200"/>
            <a:ext cx="16464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المتجاور</a:t>
            </a:r>
          </a:p>
        </p:txBody>
      </p:sp>
      <p:sp>
        <p:nvSpPr>
          <p:cNvPr id="2" name="text-316">
            <a:extLst xmlns:a="http://schemas.openxmlformats.org/drawingml/2006/main">
              <a:ext uri="{FF2B5EF4-FFF2-40B4-BE49-F238E27FC236}">
                <a16:creationId xmlns:a16="http://schemas.microsoft.com/office/drawing/2014/main" id="{B0EA3508-DEE6-4C1F-960A-10019ADE0005}"/>
              </a:ext>
            </a:extLst>
          </p:cNvPr>
          <p:cNvSpPr>
            <a:spLocks xmlns:a="http://schemas.openxmlformats.org/drawingml/2006/main" noGrp="1"/>
          </p:cNvSpPr>
          <p:nvPr/>
        </p:nvSpPr>
        <p:spPr>
          <a:xfrm xmlns:a="http://schemas.openxmlformats.org/drawingml/2006/main">
            <a:off x="9078316" y="457200"/>
            <a:ext cx="7566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في</a:t>
            </a:r>
          </a:p>
        </p:txBody>
      </p:sp>
      <p:sp>
        <p:nvSpPr>
          <p:cNvPr id="3" name="text-317">
            <a:extLst xmlns:a="http://schemas.openxmlformats.org/drawingml/2006/main">
              <a:ext uri="{FF2B5EF4-FFF2-40B4-BE49-F238E27FC236}">
                <a16:creationId xmlns:a16="http://schemas.microsoft.com/office/drawing/2014/main" id="{9F7EAD43-230B-4DE4-A55C-63E0EF3E68AD}"/>
              </a:ext>
            </a:extLst>
          </p:cNvPr>
          <p:cNvSpPr>
            <a:spLocks xmlns:a="http://schemas.openxmlformats.org/drawingml/2006/main" noGrp="1"/>
          </p:cNvSpPr>
          <p:nvPr/>
        </p:nvSpPr>
        <p:spPr>
          <a:xfrm xmlns:a="http://schemas.openxmlformats.org/drawingml/2006/main">
            <a:off x="7742110" y="457200"/>
            <a:ext cx="1235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القرآن</a:t>
            </a:r>
          </a:p>
        </p:txBody>
      </p:sp>
      <p:sp>
        <p:nvSpPr>
          <p:cNvPr id="4" name="text-318">
            <a:extLst xmlns:a="http://schemas.openxmlformats.org/drawingml/2006/main">
              <a:ext uri="{FF2B5EF4-FFF2-40B4-BE49-F238E27FC236}">
                <a16:creationId xmlns:a16="http://schemas.microsoft.com/office/drawing/2014/main" id="{3D1C80E1-5F8D-43AF-A8B4-71B56CBBD862}"/>
              </a:ext>
            </a:extLst>
          </p:cNvPr>
          <p:cNvSpPr>
            <a:spLocks xmlns:a="http://schemas.openxmlformats.org/drawingml/2006/main" noGrp="1"/>
          </p:cNvSpPr>
          <p:nvPr/>
        </p:nvSpPr>
        <p:spPr>
          <a:xfrm xmlns:a="http://schemas.openxmlformats.org/drawingml/2006/main">
            <a:off x="6699717"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بحث</a:t>
            </a:r>
          </a:p>
        </p:txBody>
      </p:sp>
      <p:sp>
        <p:nvSpPr>
          <p:cNvPr id="5" name="text-319">
            <a:extLst xmlns:a="http://schemas.openxmlformats.org/drawingml/2006/main">
              <a:ext uri="{FF2B5EF4-FFF2-40B4-BE49-F238E27FC236}">
                <a16:creationId xmlns:a16="http://schemas.microsoft.com/office/drawing/2014/main" id="{ED3DB031-4C8A-4D55-9A72-3F663057D57E}"/>
              </a:ext>
            </a:extLst>
          </p:cNvPr>
          <p:cNvSpPr>
            <a:spLocks xmlns:a="http://schemas.openxmlformats.org/drawingml/2006/main" noGrp="1"/>
          </p:cNvSpPr>
          <p:nvPr/>
        </p:nvSpPr>
        <p:spPr>
          <a:xfrm xmlns:a="http://schemas.openxmlformats.org/drawingml/2006/main">
            <a:off x="5361630" y="457200"/>
            <a:ext cx="12371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يتحوّل</a:t>
            </a:r>
          </a:p>
        </p:txBody>
      </p:sp>
      <p:sp>
        <p:nvSpPr>
          <p:cNvPr id="6" name="text-320">
            <a:extLst xmlns:a="http://schemas.openxmlformats.org/drawingml/2006/main">
              <a:ext uri="{FF2B5EF4-FFF2-40B4-BE49-F238E27FC236}">
                <a16:creationId xmlns:a16="http://schemas.microsoft.com/office/drawing/2014/main" id="{D124492B-2544-48AE-94BB-2B963E42BA25}"/>
              </a:ext>
            </a:extLst>
          </p:cNvPr>
          <p:cNvSpPr>
            <a:spLocks xmlns:a="http://schemas.openxmlformats.org/drawingml/2006/main" noGrp="1"/>
          </p:cNvSpPr>
          <p:nvPr/>
        </p:nvSpPr>
        <p:spPr>
          <a:xfrm xmlns:a="http://schemas.openxmlformats.org/drawingml/2006/main">
            <a:off x="4479615" y="457200"/>
            <a:ext cx="78105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إلى</a:t>
            </a:r>
          </a:p>
        </p:txBody>
      </p:sp>
      <p:sp>
        <p:nvSpPr>
          <p:cNvPr id="7" name="text-321">
            <a:extLst xmlns:a="http://schemas.openxmlformats.org/drawingml/2006/main">
              <a:ext uri="{FF2B5EF4-FFF2-40B4-BE49-F238E27FC236}">
                <a16:creationId xmlns:a16="http://schemas.microsoft.com/office/drawing/2014/main" id="{3A5ABF2D-AFEA-48EF-813D-3C8739E74E65}"/>
              </a:ext>
            </a:extLst>
          </p:cNvPr>
          <p:cNvSpPr>
            <a:spLocks xmlns:a="http://schemas.openxmlformats.org/drawingml/2006/main" noGrp="1"/>
          </p:cNvSpPr>
          <p:nvPr/>
        </p:nvSpPr>
        <p:spPr>
          <a:xfrm xmlns:a="http://schemas.openxmlformats.org/drawingml/2006/main">
            <a:off x="3616322" y="457200"/>
            <a:ext cx="7623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أداة</a:t>
            </a:r>
          </a:p>
        </p:txBody>
      </p:sp>
      <p:sp>
        <p:nvSpPr>
          <p:cNvPr id="8" name="shape-322">
            <a:extLst xmlns:a="http://schemas.openxmlformats.org/drawingml/2006/main">
              <a:ext uri="{FF2B5EF4-FFF2-40B4-BE49-F238E27FC236}">
                <a16:creationId xmlns:a16="http://schemas.microsoft.com/office/drawing/2014/main" id="{634CCAAB-1510-45DC-A3B0-B3DD4CB9E43B}"/>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9" name="text-323">
            <a:extLst xmlns:a="http://schemas.openxmlformats.org/drawingml/2006/main">
              <a:ext uri="{FF2B5EF4-FFF2-40B4-BE49-F238E27FC236}">
                <a16:creationId xmlns:a16="http://schemas.microsoft.com/office/drawing/2014/main" id="{DF0C2C33-E1E7-4B36-8131-22923F7B71F3}"/>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10" name="text-324">
            <a:extLst xmlns:a="http://schemas.openxmlformats.org/drawingml/2006/main">
              <a:ext uri="{FF2B5EF4-FFF2-40B4-BE49-F238E27FC236}">
                <a16:creationId xmlns:a16="http://schemas.microsoft.com/office/drawing/2014/main" id="{03F6709E-E355-4760-973A-932833905BA1}"/>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1" name="text-325">
            <a:extLst xmlns:a="http://schemas.openxmlformats.org/drawingml/2006/main">
              <a:ext uri="{FF2B5EF4-FFF2-40B4-BE49-F238E27FC236}">
                <a16:creationId xmlns:a16="http://schemas.microsoft.com/office/drawing/2014/main" id="{761E948E-F7EB-472B-9823-E09FEE8AA584}"/>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2" name="text-326">
            <a:extLst xmlns:a="http://schemas.openxmlformats.org/drawingml/2006/main">
              <a:ext uri="{FF2B5EF4-FFF2-40B4-BE49-F238E27FC236}">
                <a16:creationId xmlns:a16="http://schemas.microsoft.com/office/drawing/2014/main" id="{A155183A-372E-41A3-9842-D9A4D0BBE6A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3" name="text-327">
            <a:extLst xmlns:a="http://schemas.openxmlformats.org/drawingml/2006/main">
              <a:ext uri="{FF2B5EF4-FFF2-40B4-BE49-F238E27FC236}">
                <a16:creationId xmlns:a16="http://schemas.microsoft.com/office/drawing/2014/main" id="{498E057E-8888-4AAF-8A43-DF46E04FCEF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4" name="text-328">
            <a:extLst xmlns:a="http://schemas.openxmlformats.org/drawingml/2006/main">
              <a:ext uri="{FF2B5EF4-FFF2-40B4-BE49-F238E27FC236}">
                <a16:creationId xmlns:a16="http://schemas.microsoft.com/office/drawing/2014/main" id="{63F56E46-E6B8-4F7C-A1BD-039A62C1624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5" name="text-329">
            <a:extLst xmlns:a="http://schemas.openxmlformats.org/drawingml/2006/main">
              <a:ext uri="{FF2B5EF4-FFF2-40B4-BE49-F238E27FC236}">
                <a16:creationId xmlns:a16="http://schemas.microsoft.com/office/drawing/2014/main" id="{DC1B2BBB-E4EB-40F1-B920-13B5F23A0456}"/>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09</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44123b85416448b1"/>
          <a:stretch xmlns:a="http://schemas.openxmlformats.org/drawingml/2006/main"/>
        </p:blipFill>
        <p:spPr>
          <a:xfrm xmlns:a="http://schemas.openxmlformats.org/drawingml/2006/main">
            <a:off x="1352670" y="1362075"/>
            <a:ext cx="7276859" cy="4095750"/>
          </a:xfrm>
          <a:prstGeom xmlns:a="http://schemas.openxmlformats.org/drawingml/2006/main" prst="rect">
            <a:avLst/>
          </a:prstGeom>
        </p:spPr>
      </p:pic>
      <p:sp>
        <p:nvSpPr>
          <p:cNvPr id="17" name="text-330">
            <a:extLst xmlns:a="http://schemas.openxmlformats.org/drawingml/2006/main">
              <a:ext uri="{FF2B5EF4-FFF2-40B4-BE49-F238E27FC236}">
                <a16:creationId xmlns:a16="http://schemas.microsoft.com/office/drawing/2014/main" id="{BF1A5875-036D-4E25-A319-F9AFB944F570}"/>
              </a:ext>
            </a:extLst>
          </p:cNvPr>
          <p:cNvSpPr>
            <a:spLocks xmlns:a="http://schemas.openxmlformats.org/drawingml/2006/main" noGrp="1"/>
          </p:cNvSpPr>
          <p:nvPr/>
        </p:nvSpPr>
        <p:spPr>
          <a:xfrm xmlns:a="http://schemas.openxmlformats.org/drawingml/2006/main">
            <a:off x="10509420" y="1762125"/>
            <a:ext cx="107298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النفس</a:t>
            </a:r>
          </a:p>
        </p:txBody>
      </p:sp>
      <p:sp>
        <p:nvSpPr>
          <p:cNvPr id="18" name="text-331">
            <a:extLst xmlns:a="http://schemas.openxmlformats.org/drawingml/2006/main">
              <a:ext uri="{FF2B5EF4-FFF2-40B4-BE49-F238E27FC236}">
                <a16:creationId xmlns:a16="http://schemas.microsoft.com/office/drawing/2014/main" id="{951632F0-36A8-4DDE-AFD4-3EBF6A6D97A0}"/>
              </a:ext>
            </a:extLst>
          </p:cNvPr>
          <p:cNvSpPr>
            <a:spLocks xmlns:a="http://schemas.openxmlformats.org/drawingml/2006/main" noGrp="1"/>
          </p:cNvSpPr>
          <p:nvPr/>
        </p:nvSpPr>
        <p:spPr>
          <a:xfrm xmlns:a="http://schemas.openxmlformats.org/drawingml/2006/main">
            <a:off x="10564498" y="2352675"/>
            <a:ext cx="101790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والروح</a:t>
            </a:r>
          </a:p>
        </p:txBody>
      </p:sp>
      <p:sp>
        <p:nvSpPr>
          <p:cNvPr id="19" name="text-332">
            <a:extLst xmlns:a="http://schemas.openxmlformats.org/drawingml/2006/main">
              <a:ext uri="{FF2B5EF4-FFF2-40B4-BE49-F238E27FC236}">
                <a16:creationId xmlns:a16="http://schemas.microsoft.com/office/drawing/2014/main" id="{1E397CBF-FA35-49C8-828F-A1A278543556}"/>
              </a:ext>
            </a:extLst>
          </p:cNvPr>
          <p:cNvSpPr>
            <a:spLocks xmlns:a="http://schemas.openxmlformats.org/drawingml/2006/main" noGrp="1"/>
          </p:cNvSpPr>
          <p:nvPr/>
        </p:nvSpPr>
        <p:spPr>
          <a:xfrm xmlns:a="http://schemas.openxmlformats.org/drawingml/2006/main">
            <a:off x="11028941" y="3419475"/>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قرائن</a:t>
            </a:r>
          </a:p>
        </p:txBody>
      </p:sp>
      <p:sp>
        <p:nvSpPr>
          <p:cNvPr id="20" name="text-333">
            <a:extLst xmlns:a="http://schemas.openxmlformats.org/drawingml/2006/main">
              <a:ext uri="{FF2B5EF4-FFF2-40B4-BE49-F238E27FC236}">
                <a16:creationId xmlns:a16="http://schemas.microsoft.com/office/drawing/2014/main" id="{4A5CA5EC-0C15-4B3F-89B1-8DBB63975FF6}"/>
              </a:ext>
            </a:extLst>
          </p:cNvPr>
          <p:cNvSpPr>
            <a:spLocks xmlns:a="http://schemas.openxmlformats.org/drawingml/2006/main" noGrp="1"/>
          </p:cNvSpPr>
          <p:nvPr/>
        </p:nvSpPr>
        <p:spPr>
          <a:xfrm xmlns:a="http://schemas.openxmlformats.org/drawingml/2006/main">
            <a:off x="9901939" y="3419475"/>
            <a:ext cx="10716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الاستعمال</a:t>
            </a:r>
          </a:p>
        </p:txBody>
      </p:sp>
      <p:sp>
        <p:nvSpPr>
          <p:cNvPr id="21" name="text-334">
            <a:extLst xmlns:a="http://schemas.openxmlformats.org/drawingml/2006/main">
              <a:ext uri="{FF2B5EF4-FFF2-40B4-BE49-F238E27FC236}">
                <a16:creationId xmlns:a16="http://schemas.microsoft.com/office/drawing/2014/main" id="{CCD8DDFD-A69D-4B1B-B20D-AF63D62C4786}"/>
              </a:ext>
            </a:extLst>
          </p:cNvPr>
          <p:cNvSpPr>
            <a:spLocks xmlns:a="http://schemas.openxmlformats.org/drawingml/2006/main" noGrp="1"/>
          </p:cNvSpPr>
          <p:nvPr/>
        </p:nvSpPr>
        <p:spPr>
          <a:xfrm xmlns:a="http://schemas.openxmlformats.org/drawingml/2006/main">
            <a:off x="10914450" y="3895725"/>
            <a:ext cx="6679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تختلف</a:t>
            </a:r>
          </a:p>
        </p:txBody>
      </p:sp>
      <p:sp>
        <p:nvSpPr>
          <p:cNvPr id="22" name="text-335">
            <a:extLst xmlns:a="http://schemas.openxmlformats.org/drawingml/2006/main">
              <a:ext uri="{FF2B5EF4-FFF2-40B4-BE49-F238E27FC236}">
                <a16:creationId xmlns:a16="http://schemas.microsoft.com/office/drawing/2014/main" id="{81B82C29-E076-473E-A8A0-37420CC6425E}"/>
              </a:ext>
            </a:extLst>
          </p:cNvPr>
          <p:cNvSpPr>
            <a:spLocks xmlns:a="http://schemas.openxmlformats.org/drawingml/2006/main" noGrp="1"/>
          </p:cNvSpPr>
          <p:nvPr/>
        </p:nvSpPr>
        <p:spPr>
          <a:xfrm xmlns:a="http://schemas.openxmlformats.org/drawingml/2006/main">
            <a:off x="11068282" y="5410200"/>
            <a:ext cx="51411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القوة</a:t>
            </a:r>
          </a:p>
        </p:txBody>
      </p:sp>
      <p:sp>
        <p:nvSpPr>
          <p:cNvPr id="23" name="text-336">
            <a:extLst xmlns:a="http://schemas.openxmlformats.org/drawingml/2006/main">
              <a:ext uri="{FF2B5EF4-FFF2-40B4-BE49-F238E27FC236}">
                <a16:creationId xmlns:a16="http://schemas.microsoft.com/office/drawing/2014/main" id="{CDADED2A-4D47-4D7D-822D-3B1E92AC8968}"/>
              </a:ext>
            </a:extLst>
          </p:cNvPr>
          <p:cNvSpPr>
            <a:spLocks xmlns:a="http://schemas.openxmlformats.org/drawingml/2006/main" noGrp="1"/>
          </p:cNvSpPr>
          <p:nvPr/>
        </p:nvSpPr>
        <p:spPr>
          <a:xfrm xmlns:a="http://schemas.openxmlformats.org/drawingml/2006/main">
            <a:off x="10568971" y="5410200"/>
            <a:ext cx="44397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تميّز</a:t>
            </a:r>
          </a:p>
        </p:txBody>
      </p:sp>
      <p:sp>
        <p:nvSpPr>
          <p:cNvPr id="24" name="text-337">
            <a:extLst xmlns:a="http://schemas.openxmlformats.org/drawingml/2006/main">
              <a:ext uri="{FF2B5EF4-FFF2-40B4-BE49-F238E27FC236}">
                <a16:creationId xmlns:a16="http://schemas.microsoft.com/office/drawing/2014/main" id="{64B00F0B-D7E4-4F00-90BF-9ED187CBB2F5}"/>
              </a:ext>
            </a:extLst>
          </p:cNvPr>
          <p:cNvSpPr>
            <a:spLocks xmlns:a="http://schemas.openxmlformats.org/drawingml/2006/main" noGrp="1"/>
          </p:cNvSpPr>
          <p:nvPr/>
        </p:nvSpPr>
        <p:spPr>
          <a:xfrm xmlns:a="http://schemas.openxmlformats.org/drawingml/2006/main">
            <a:off x="9756501" y="5410200"/>
            <a:ext cx="7571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الاقتران</a:t>
            </a:r>
          </a:p>
        </p:txBody>
      </p:sp>
      <p:sp>
        <p:nvSpPr>
          <p:cNvPr id="25" name="text-338">
            <a:extLst xmlns:a="http://schemas.openxmlformats.org/drawingml/2006/main">
              <a:ext uri="{FF2B5EF4-FFF2-40B4-BE49-F238E27FC236}">
                <a16:creationId xmlns:a16="http://schemas.microsoft.com/office/drawing/2014/main" id="{CAFA11C2-87DB-41AB-B2E4-F298DEB7DB58}"/>
              </a:ext>
            </a:extLst>
          </p:cNvPr>
          <p:cNvSpPr>
            <a:spLocks xmlns:a="http://schemas.openxmlformats.org/drawingml/2006/main" noGrp="1"/>
          </p:cNvSpPr>
          <p:nvPr/>
        </p:nvSpPr>
        <p:spPr>
          <a:xfrm xmlns:a="http://schemas.openxmlformats.org/drawingml/2006/main">
            <a:off x="8915776" y="5410200"/>
            <a:ext cx="7853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وليست</a:t>
            </a:r>
          </a:p>
        </p:txBody>
      </p:sp>
      <p:sp>
        <p:nvSpPr>
          <p:cNvPr id="26" name="text-339">
            <a:extLst xmlns:a="http://schemas.openxmlformats.org/drawingml/2006/main">
              <a:ext uri="{FF2B5EF4-FFF2-40B4-BE49-F238E27FC236}">
                <a16:creationId xmlns:a16="http://schemas.microsoft.com/office/drawing/2014/main" id="{CCEA9FEE-9FE5-4537-AA0B-BEBA86C5CF98}"/>
              </a:ext>
            </a:extLst>
          </p:cNvPr>
          <p:cNvSpPr>
            <a:spLocks xmlns:a="http://schemas.openxmlformats.org/drawingml/2006/main" noGrp="1"/>
          </p:cNvSpPr>
          <p:nvPr/>
        </p:nvSpPr>
        <p:spPr>
          <a:xfrm xmlns:a="http://schemas.openxmlformats.org/drawingml/2006/main">
            <a:off x="8369177" y="5410200"/>
            <a:ext cx="4912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عددًا</a:t>
            </a:r>
          </a:p>
        </p:txBody>
      </p:sp>
      <p:sp>
        <p:nvSpPr>
          <p:cNvPr id="27" name="text-340">
            <a:extLst xmlns:a="http://schemas.openxmlformats.org/drawingml/2006/main">
              <a:ext uri="{FF2B5EF4-FFF2-40B4-BE49-F238E27FC236}">
                <a16:creationId xmlns:a16="http://schemas.microsoft.com/office/drawing/2014/main" id="{EDC77E27-0318-473D-855B-E545D948AE93}"/>
              </a:ext>
            </a:extLst>
          </p:cNvPr>
          <p:cNvSpPr>
            <a:spLocks xmlns:a="http://schemas.openxmlformats.org/drawingml/2006/main" noGrp="1"/>
          </p:cNvSpPr>
          <p:nvPr/>
        </p:nvSpPr>
        <p:spPr>
          <a:xfrm xmlns:a="http://schemas.openxmlformats.org/drawingml/2006/main">
            <a:off x="8114252" y="5410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أو</a:t>
            </a:r>
          </a:p>
        </p:txBody>
      </p:sp>
      <p:sp>
        <p:nvSpPr>
          <p:cNvPr id="28" name="text-341">
            <a:extLst xmlns:a="http://schemas.openxmlformats.org/drawingml/2006/main">
              <a:ext uri="{FF2B5EF4-FFF2-40B4-BE49-F238E27FC236}">
                <a16:creationId xmlns:a16="http://schemas.microsoft.com/office/drawing/2014/main" id="{D1C6CE94-5F9B-4DF7-B0A8-F3B5F660CF3A}"/>
              </a:ext>
            </a:extLst>
          </p:cNvPr>
          <p:cNvSpPr>
            <a:spLocks xmlns:a="http://schemas.openxmlformats.org/drawingml/2006/main" noGrp="1"/>
          </p:cNvSpPr>
          <p:nvPr/>
        </p:nvSpPr>
        <p:spPr>
          <a:xfrm xmlns:a="http://schemas.openxmlformats.org/drawingml/2006/main">
            <a:off x="7507121" y="5410200"/>
            <a:ext cx="55179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حكمًا</a:t>
            </a:r>
          </a:p>
        </p:txBody>
      </p:sp>
      <p:sp>
        <p:nvSpPr>
          <p:cNvPr id="29" name="text-342">
            <a:extLst xmlns:a="http://schemas.openxmlformats.org/drawingml/2006/main">
              <a:ext uri="{FF2B5EF4-FFF2-40B4-BE49-F238E27FC236}">
                <a16:creationId xmlns:a16="http://schemas.microsoft.com/office/drawing/2014/main" id="{076C62BD-A996-4A61-A68B-02F955A3FE2D}"/>
              </a:ext>
            </a:extLst>
          </p:cNvPr>
          <p:cNvSpPr>
            <a:spLocks xmlns:a="http://schemas.openxmlformats.org/drawingml/2006/main" noGrp="1"/>
          </p:cNvSpPr>
          <p:nvPr/>
        </p:nvSpPr>
        <p:spPr>
          <a:xfrm xmlns:a="http://schemas.openxmlformats.org/drawingml/2006/main">
            <a:off x="6863298" y="5410200"/>
            <a:ext cx="588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قطعيًا</a:t>
            </a:r>
          </a:p>
        </p:txBody>
      </p:sp>
      <p:sp>
        <p:nvSpPr>
          <p:cNvPr id="30" name="text-343">
            <a:extLst xmlns:a="http://schemas.openxmlformats.org/drawingml/2006/main">
              <a:ext uri="{FF2B5EF4-FFF2-40B4-BE49-F238E27FC236}">
                <a16:creationId xmlns:a16="http://schemas.microsoft.com/office/drawing/2014/main" id="{29C2959C-0505-4DD1-BE71-ABA208FA2A6A}"/>
              </a:ext>
            </a:extLst>
          </p:cNvPr>
          <p:cNvSpPr>
            <a:spLocks xmlns:a="http://schemas.openxmlformats.org/drawingml/2006/main" noGrp="1"/>
          </p:cNvSpPr>
          <p:nvPr/>
        </p:nvSpPr>
        <p:spPr>
          <a:xfrm xmlns:a="http://schemas.openxmlformats.org/drawingml/2006/main">
            <a:off x="11098990" y="5781675"/>
            <a:ext cx="4834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لقطة</a:t>
            </a:r>
          </a:p>
        </p:txBody>
      </p:sp>
      <p:sp>
        <p:nvSpPr>
          <p:cNvPr id="31" name="text-344">
            <a:extLst xmlns:a="http://schemas.openxmlformats.org/drawingml/2006/main">
              <a:ext uri="{FF2B5EF4-FFF2-40B4-BE49-F238E27FC236}">
                <a16:creationId xmlns:a16="http://schemas.microsoft.com/office/drawing/2014/main" id="{87CB9C33-442B-4C09-B4CF-A7B0254C9A61}"/>
              </a:ext>
            </a:extLst>
          </p:cNvPr>
          <p:cNvSpPr>
            <a:spLocks xmlns:a="http://schemas.openxmlformats.org/drawingml/2006/main" noGrp="1"/>
          </p:cNvSpPr>
          <p:nvPr/>
        </p:nvSpPr>
        <p:spPr>
          <a:xfrm xmlns:a="http://schemas.openxmlformats.org/drawingml/2006/main">
            <a:off x="10445973" y="5781675"/>
            <a:ext cx="60653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سابقة</a:t>
            </a:r>
          </a:p>
        </p:txBody>
      </p:sp>
      <p:sp>
        <p:nvSpPr>
          <p:cNvPr id="32" name="text-345">
            <a:extLst xmlns:a="http://schemas.openxmlformats.org/drawingml/2006/main">
              <a:ext uri="{FF2B5EF4-FFF2-40B4-BE49-F238E27FC236}">
                <a16:creationId xmlns:a16="http://schemas.microsoft.com/office/drawing/2014/main" id="{14FE794E-AF22-4DFA-A1BD-4D7F0C774C1E}"/>
              </a:ext>
            </a:extLst>
          </p:cNvPr>
          <p:cNvSpPr>
            <a:spLocks xmlns:a="http://schemas.openxmlformats.org/drawingml/2006/main" noGrp="1"/>
          </p:cNvSpPr>
          <p:nvPr/>
        </p:nvSpPr>
        <p:spPr>
          <a:xfrm xmlns:a="http://schemas.openxmlformats.org/drawingml/2006/main">
            <a:off x="9818661" y="5781675"/>
            <a:ext cx="58083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للقدرة</a:t>
            </a:r>
          </a:p>
        </p:txBody>
      </p:sp>
      <p:sp>
        <p:nvSpPr>
          <p:cNvPr id="33" name="text-346">
            <a:extLst xmlns:a="http://schemas.openxmlformats.org/drawingml/2006/main">
              <a:ext uri="{FF2B5EF4-FFF2-40B4-BE49-F238E27FC236}">
                <a16:creationId xmlns:a16="http://schemas.microsoft.com/office/drawing/2014/main" id="{2E272E46-512A-475A-8060-90F02AABF25C}"/>
              </a:ext>
            </a:extLst>
          </p:cNvPr>
          <p:cNvSpPr>
            <a:spLocks xmlns:a="http://schemas.openxmlformats.org/drawingml/2006/main" noGrp="1"/>
          </p:cNvSpPr>
          <p:nvPr/>
        </p:nvSpPr>
        <p:spPr>
          <a:xfrm xmlns:a="http://schemas.openxmlformats.org/drawingml/2006/main">
            <a:off x="9657751" y="5781675"/>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34" name="text-347">
            <a:extLst xmlns:a="http://schemas.openxmlformats.org/drawingml/2006/main">
              <a:ext uri="{FF2B5EF4-FFF2-40B4-BE49-F238E27FC236}">
                <a16:creationId xmlns:a16="http://schemas.microsoft.com/office/drawing/2014/main" id="{0B447F13-FBA6-4432-BC10-64508B4DAE25}"/>
              </a:ext>
            </a:extLst>
          </p:cNvPr>
          <p:cNvSpPr>
            <a:spLocks xmlns:a="http://schemas.openxmlformats.org/drawingml/2006/main" noGrp="1"/>
          </p:cNvSpPr>
          <p:nvPr/>
        </p:nvSpPr>
        <p:spPr>
          <a:xfrm xmlns:a="http://schemas.openxmlformats.org/drawingml/2006/main">
            <a:off x="9035638" y="5781675"/>
            <a:ext cx="57563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البحث</a:t>
            </a:r>
          </a:p>
        </p:txBody>
      </p:sp>
      <p:sp>
        <p:nvSpPr>
          <p:cNvPr id="35" name="text-348">
            <a:extLst xmlns:a="http://schemas.openxmlformats.org/drawingml/2006/main">
              <a:ext uri="{FF2B5EF4-FFF2-40B4-BE49-F238E27FC236}">
                <a16:creationId xmlns:a16="http://schemas.microsoft.com/office/drawing/2014/main" id="{F279E4B0-A79B-4B31-BCEC-1D354F0F418D}"/>
              </a:ext>
            </a:extLst>
          </p:cNvPr>
          <p:cNvSpPr>
            <a:spLocks xmlns:a="http://schemas.openxmlformats.org/drawingml/2006/main" noGrp="1"/>
          </p:cNvSpPr>
          <p:nvPr/>
        </p:nvSpPr>
        <p:spPr>
          <a:xfrm xmlns:a="http://schemas.openxmlformats.org/drawingml/2006/main">
            <a:off x="8308256" y="5781675"/>
            <a:ext cx="6809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وحدوده</a:t>
            </a:r>
          </a:p>
        </p:txBody>
      </p:sp>
      <p:sp>
        <p:nvSpPr>
          <p:cNvPr id="36" name="text-349">
            <a:extLst xmlns:a="http://schemas.openxmlformats.org/drawingml/2006/main">
              <a:ext uri="{FF2B5EF4-FFF2-40B4-BE49-F238E27FC236}">
                <a16:creationId xmlns:a16="http://schemas.microsoft.com/office/drawing/2014/main" id="{88BB6159-3F9C-460C-8897-26511954376E}"/>
              </a:ext>
            </a:extLst>
          </p:cNvPr>
          <p:cNvSpPr>
            <a:spLocks xmlns:a="http://schemas.openxmlformats.org/drawingml/2006/main" noGrp="1"/>
          </p:cNvSpPr>
          <p:nvPr/>
        </p:nvSpPr>
        <p:spPr>
          <a:xfrm xmlns:a="http://schemas.openxmlformats.org/drawingml/2006/main">
            <a:off x="7919933" y="5781675"/>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في</a:t>
            </a:r>
          </a:p>
        </p:txBody>
      </p:sp>
      <p:sp>
        <p:nvSpPr>
          <p:cNvPr id="37" name="text-350">
            <a:extLst xmlns:a="http://schemas.openxmlformats.org/drawingml/2006/main">
              <a:ext uri="{FF2B5EF4-FFF2-40B4-BE49-F238E27FC236}">
                <a16:creationId xmlns:a16="http://schemas.microsoft.com/office/drawing/2014/main" id="{9C923E2C-9CEA-47B9-8B3F-115975238991}"/>
              </a:ext>
            </a:extLst>
          </p:cNvPr>
          <p:cNvSpPr>
            <a:spLocks xmlns:a="http://schemas.openxmlformats.org/drawingml/2006/main" noGrp="1"/>
          </p:cNvSpPr>
          <p:nvPr/>
        </p:nvSpPr>
        <p:spPr>
          <a:xfrm xmlns:a="http://schemas.openxmlformats.org/drawingml/2006/main">
            <a:off x="7292326" y="5781675"/>
            <a:ext cx="581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صفحة</a:t>
            </a:r>
          </a:p>
        </p:txBody>
      </p:sp>
      <p:sp>
        <p:nvSpPr>
          <p:cNvPr id="38" name="text-351">
            <a:extLst xmlns:a="http://schemas.openxmlformats.org/drawingml/2006/main">
              <a:ext uri="{FF2B5EF4-FFF2-40B4-BE49-F238E27FC236}">
                <a16:creationId xmlns:a16="http://schemas.microsoft.com/office/drawing/2014/main" id="{2478826A-B699-4431-9FEB-CE12BBFE4999}"/>
              </a:ext>
            </a:extLst>
          </p:cNvPr>
          <p:cNvSpPr>
            <a:spLocks xmlns:a="http://schemas.openxmlformats.org/drawingml/2006/main" noGrp="1"/>
          </p:cNvSpPr>
          <p:nvPr/>
        </p:nvSpPr>
        <p:spPr>
          <a:xfrm xmlns:a="http://schemas.openxmlformats.org/drawingml/2006/main">
            <a:off x="6631264" y="5781675"/>
            <a:ext cx="6145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الابتكار</a:t>
            </a:r>
          </a:p>
        </p:txBody>
      </p:sp>
    </p:spTree>
    <p:extLst>
      <p:ext uri="{BB962C8B-B14F-4D97-AF65-F5344CB8AC3E}">
        <p14:creationId xmlns:p14="http://schemas.microsoft.com/office/powerpoint/2010/main" val="1639855303"/>
      </p:ext>
    </p:extLst>
  </p:cSld>
</p:sld>
</file>

<file path=ppt/slides/slide10.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1" name="text-352">
            <a:extLst xmlns:a="http://schemas.openxmlformats.org/drawingml/2006/main">
              <a:ext uri="{FF2B5EF4-FFF2-40B4-BE49-F238E27FC236}">
                <a16:creationId xmlns:a16="http://schemas.microsoft.com/office/drawing/2014/main" id="{04D4B2B6-7CB7-48A3-B393-8B14AA0F8D16}"/>
              </a:ext>
            </a:extLst>
          </p:cNvPr>
          <p:cNvSpPr>
            <a:spLocks xmlns:a="http://schemas.openxmlformats.org/drawingml/2006/main" noGrp="1"/>
          </p:cNvSpPr>
          <p:nvPr/>
        </p:nvSpPr>
        <p:spPr>
          <a:xfrm xmlns:a="http://schemas.openxmlformats.org/drawingml/2006/main">
            <a:off x="9921400" y="457200"/>
            <a:ext cx="166100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ابتكاراتنا</a:t>
            </a:r>
          </a:p>
        </p:txBody>
      </p:sp>
      <p:sp>
        <p:nvSpPr>
          <p:cNvPr id="2" name="text-353">
            <a:extLst xmlns:a="http://schemas.openxmlformats.org/drawingml/2006/main">
              <a:ext uri="{FF2B5EF4-FFF2-40B4-BE49-F238E27FC236}">
                <a16:creationId xmlns:a16="http://schemas.microsoft.com/office/drawing/2014/main" id="{01A5DC69-952F-4995-9092-ADD4DC0ADAC4}"/>
              </a:ext>
            </a:extLst>
          </p:cNvPr>
          <p:cNvSpPr>
            <a:spLocks xmlns:a="http://schemas.openxmlformats.org/drawingml/2006/main" noGrp="1"/>
          </p:cNvSpPr>
          <p:nvPr/>
        </p:nvSpPr>
        <p:spPr>
          <a:xfrm xmlns:a="http://schemas.openxmlformats.org/drawingml/2006/main">
            <a:off x="8493069" y="457200"/>
            <a:ext cx="13273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وأدلتها</a:t>
            </a:r>
          </a:p>
        </p:txBody>
      </p:sp>
      <p:sp>
        <p:nvSpPr>
          <p:cNvPr id="3" name="shape-354">
            <a:extLst xmlns:a="http://schemas.openxmlformats.org/drawingml/2006/main">
              <a:ext uri="{FF2B5EF4-FFF2-40B4-BE49-F238E27FC236}">
                <a16:creationId xmlns:a16="http://schemas.microsoft.com/office/drawing/2014/main" id="{F0B14EAA-4D95-4039-8B76-0569D03DFDC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4" name="text-355">
            <a:extLst xmlns:a="http://schemas.openxmlformats.org/drawingml/2006/main">
              <a:ext uri="{FF2B5EF4-FFF2-40B4-BE49-F238E27FC236}">
                <a16:creationId xmlns:a16="http://schemas.microsoft.com/office/drawing/2014/main" id="{68BFE664-9A30-4D4C-9961-D42BFB2B1BAD}"/>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5" name="text-356">
            <a:extLst xmlns:a="http://schemas.openxmlformats.org/drawingml/2006/main">
              <a:ext uri="{FF2B5EF4-FFF2-40B4-BE49-F238E27FC236}">
                <a16:creationId xmlns:a16="http://schemas.microsoft.com/office/drawing/2014/main" id="{226E153A-3A80-4CF3-99D0-E3ADD33913ED}"/>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6" name="text-357">
            <a:extLst xmlns:a="http://schemas.openxmlformats.org/drawingml/2006/main">
              <a:ext uri="{FF2B5EF4-FFF2-40B4-BE49-F238E27FC236}">
                <a16:creationId xmlns:a16="http://schemas.microsoft.com/office/drawing/2014/main" id="{ED3A5CFD-C15C-41A4-8961-B760DCCBAF55}"/>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7" name="text-358">
            <a:extLst xmlns:a="http://schemas.openxmlformats.org/drawingml/2006/main">
              <a:ext uri="{FF2B5EF4-FFF2-40B4-BE49-F238E27FC236}">
                <a16:creationId xmlns:a16="http://schemas.microsoft.com/office/drawing/2014/main" id="{2CCD1FD2-83F2-4090-B124-509195CBB7BD}"/>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8" name="text-359">
            <a:extLst xmlns:a="http://schemas.openxmlformats.org/drawingml/2006/main">
              <a:ext uri="{FF2B5EF4-FFF2-40B4-BE49-F238E27FC236}">
                <a16:creationId xmlns:a16="http://schemas.microsoft.com/office/drawing/2014/main" id="{BB880ACE-62A9-4352-826C-D6B65624193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9" name="text-360">
            <a:extLst xmlns:a="http://schemas.openxmlformats.org/drawingml/2006/main">
              <a:ext uri="{FF2B5EF4-FFF2-40B4-BE49-F238E27FC236}">
                <a16:creationId xmlns:a16="http://schemas.microsoft.com/office/drawing/2014/main" id="{EDB4B0E9-5356-4A24-BAD9-3B3095B268D4}"/>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0" name="text-361">
            <a:extLst xmlns:a="http://schemas.openxmlformats.org/drawingml/2006/main">
              <a:ext uri="{FF2B5EF4-FFF2-40B4-BE49-F238E27FC236}">
                <a16:creationId xmlns:a16="http://schemas.microsoft.com/office/drawing/2014/main" id="{969660DE-2A8D-4AF2-8908-1B5764EF12B2}"/>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10</a:t>
            </a:r>
          </a:p>
        </p:txBody>
      </p:sp>
      <p:sp>
        <p:nvSpPr>
          <p:cNvPr id="11" name="text-362">
            <a:extLst xmlns:a="http://schemas.openxmlformats.org/drawingml/2006/main">
              <a:ext uri="{FF2B5EF4-FFF2-40B4-BE49-F238E27FC236}">
                <a16:creationId xmlns:a16="http://schemas.microsoft.com/office/drawing/2014/main" id="{100849A8-0AFC-401A-9D11-2DB6CA8D4CDD}"/>
              </a:ext>
            </a:extLst>
          </p:cNvPr>
          <p:cNvSpPr>
            <a:spLocks xmlns:a="http://schemas.openxmlformats.org/drawingml/2006/main" noGrp="1"/>
          </p:cNvSpPr>
          <p:nvPr/>
        </p:nvSpPr>
        <p:spPr>
          <a:xfrm xmlns:a="http://schemas.openxmlformats.org/drawingml/2006/main">
            <a:off x="609600" y="1400175"/>
            <a:ext cx="10972800" cy="6924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850" b="1">
                <a:solidFill>
                  <a:srgbClr val="EDCA7E"/>
                </a:solidFill>
                <a:latin typeface="Tahoma"/>
                <a:ea typeface="Tahoma"/>
                <a:cs typeface="Tahoma"/>
              </a:defRPr>
            </a:pPr>
            <a:r>
              <a:rPr sz="2850" b="1">
                <a:solidFill>
                  <a:srgbClr val="EDCA7E"/>
                </a:solidFill>
                <a:latin typeface="Tahoma"/>
                <a:ea typeface="Tahoma"/>
                <a:cs typeface="Tahoma"/>
              </a:rPr>
              <a:t>NMN</a:t>
            </a:r>
          </a:p>
        </p:txBody>
      </p:sp>
      <p:sp>
        <p:nvSpPr>
          <p:cNvPr id="12" name="text-363">
            <a:extLst xmlns:a="http://schemas.openxmlformats.org/drawingml/2006/main">
              <a:ext uri="{FF2B5EF4-FFF2-40B4-BE49-F238E27FC236}">
                <a16:creationId xmlns:a16="http://schemas.microsoft.com/office/drawing/2014/main" id="{D0CBF84B-BF89-4801-A7CA-A7BE32D7A701}"/>
              </a:ext>
            </a:extLst>
          </p:cNvPr>
          <p:cNvSpPr>
            <a:spLocks xmlns:a="http://schemas.openxmlformats.org/drawingml/2006/main" noGrp="1"/>
          </p:cNvSpPr>
          <p:nvPr/>
        </p:nvSpPr>
        <p:spPr>
          <a:xfrm xmlns:a="http://schemas.openxmlformats.org/drawingml/2006/main">
            <a:off x="11010693" y="1981200"/>
            <a:ext cx="57170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ضبط</a:t>
            </a:r>
          </a:p>
        </p:txBody>
      </p:sp>
      <p:sp>
        <p:nvSpPr>
          <p:cNvPr id="13" name="text-364">
            <a:extLst xmlns:a="http://schemas.openxmlformats.org/drawingml/2006/main">
              <a:ext uri="{FF2B5EF4-FFF2-40B4-BE49-F238E27FC236}">
                <a16:creationId xmlns:a16="http://schemas.microsoft.com/office/drawing/2014/main" id="{DD3B12BD-EA1D-4FED-8F68-6164D81CE0AD}"/>
              </a:ext>
            </a:extLst>
          </p:cNvPr>
          <p:cNvSpPr>
            <a:spLocks xmlns:a="http://schemas.openxmlformats.org/drawingml/2006/main" noGrp="1"/>
          </p:cNvSpPr>
          <p:nvPr/>
        </p:nvSpPr>
        <p:spPr>
          <a:xfrm xmlns:a="http://schemas.openxmlformats.org/drawingml/2006/main">
            <a:off x="9252916" y="1981200"/>
            <a:ext cx="168748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الاستشهادات</a:t>
            </a:r>
          </a:p>
        </p:txBody>
      </p:sp>
      <p:sp>
        <p:nvSpPr>
          <p:cNvPr id="14" name="text-365">
            <a:extLst xmlns:a="http://schemas.openxmlformats.org/drawingml/2006/main">
              <a:ext uri="{FF2B5EF4-FFF2-40B4-BE49-F238E27FC236}">
                <a16:creationId xmlns:a16="http://schemas.microsoft.com/office/drawing/2014/main" id="{4288613A-F96A-4E86-BE32-B1E453691920}"/>
              </a:ext>
            </a:extLst>
          </p:cNvPr>
          <p:cNvSpPr>
            <a:spLocks xmlns:a="http://schemas.openxmlformats.org/drawingml/2006/main" noGrp="1"/>
          </p:cNvSpPr>
          <p:nvPr/>
        </p:nvSpPr>
        <p:spPr>
          <a:xfrm xmlns:a="http://schemas.openxmlformats.org/drawingml/2006/main">
            <a:off x="8427846" y="1981200"/>
            <a:ext cx="754775"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بذاكرة</a:t>
            </a:r>
          </a:p>
        </p:txBody>
      </p:sp>
      <p:sp>
        <p:nvSpPr>
          <p:cNvPr id="15" name="text-366">
            <a:extLst xmlns:a="http://schemas.openxmlformats.org/drawingml/2006/main">
              <a:ext uri="{FF2B5EF4-FFF2-40B4-BE49-F238E27FC236}">
                <a16:creationId xmlns:a16="http://schemas.microsoft.com/office/drawing/2014/main" id="{A74C24FD-3754-4489-A707-644B60946C75}"/>
              </a:ext>
            </a:extLst>
          </p:cNvPr>
          <p:cNvSpPr>
            <a:spLocks xmlns:a="http://schemas.openxmlformats.org/drawingml/2006/main" noGrp="1"/>
          </p:cNvSpPr>
          <p:nvPr/>
        </p:nvSpPr>
        <p:spPr>
          <a:xfrm xmlns:a="http://schemas.openxmlformats.org/drawingml/2006/main">
            <a:off x="7738949" y="1981200"/>
            <a:ext cx="61860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نصية</a:t>
            </a:r>
          </a:p>
        </p:txBody>
      </p:sp>
      <p:sp>
        <p:nvSpPr>
          <p:cNvPr id="16" name="text-367">
            <a:extLst xmlns:a="http://schemas.openxmlformats.org/drawingml/2006/main">
              <a:ext uri="{FF2B5EF4-FFF2-40B4-BE49-F238E27FC236}">
                <a16:creationId xmlns:a16="http://schemas.microsoft.com/office/drawing/2014/main" id="{36FC59A4-CCCF-4D90-8B62-D165B7197565}"/>
              </a:ext>
            </a:extLst>
          </p:cNvPr>
          <p:cNvSpPr>
            <a:spLocks xmlns:a="http://schemas.openxmlformats.org/drawingml/2006/main" noGrp="1"/>
          </p:cNvSpPr>
          <p:nvPr/>
        </p:nvSpPr>
        <p:spPr>
          <a:xfrm xmlns:a="http://schemas.openxmlformats.org/drawingml/2006/main">
            <a:off x="6798014" y="1981200"/>
            <a:ext cx="87064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متعددة</a:t>
            </a:r>
          </a:p>
        </p:txBody>
      </p:sp>
      <p:sp>
        <p:nvSpPr>
          <p:cNvPr id="17" name="text-368">
            <a:extLst xmlns:a="http://schemas.openxmlformats.org/drawingml/2006/main">
              <a:ext uri="{FF2B5EF4-FFF2-40B4-BE49-F238E27FC236}">
                <a16:creationId xmlns:a16="http://schemas.microsoft.com/office/drawing/2014/main" id="{40CCD890-61AC-4FFE-ACA3-4D472E9F6E43}"/>
              </a:ext>
            </a:extLst>
          </p:cNvPr>
          <p:cNvSpPr>
            <a:spLocks xmlns:a="http://schemas.openxmlformats.org/drawingml/2006/main" noGrp="1"/>
          </p:cNvSpPr>
          <p:nvPr/>
        </p:nvSpPr>
        <p:spPr>
          <a:xfrm xmlns:a="http://schemas.openxmlformats.org/drawingml/2006/main">
            <a:off x="5420207" y="1981200"/>
            <a:ext cx="130751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السياسات</a:t>
            </a:r>
          </a:p>
        </p:txBody>
      </p:sp>
      <p:sp>
        <p:nvSpPr>
          <p:cNvPr id="18" name="text-369">
            <a:extLst xmlns:a="http://schemas.openxmlformats.org/drawingml/2006/main">
              <a:ext uri="{FF2B5EF4-FFF2-40B4-BE49-F238E27FC236}">
                <a16:creationId xmlns:a16="http://schemas.microsoft.com/office/drawing/2014/main" id="{92BDC5E2-4240-473E-BB56-1A1945448412}"/>
              </a:ext>
            </a:extLst>
          </p:cNvPr>
          <p:cNvSpPr>
            <a:spLocks xmlns:a="http://schemas.openxmlformats.org/drawingml/2006/main" noGrp="1"/>
          </p:cNvSpPr>
          <p:nvPr/>
        </p:nvSpPr>
        <p:spPr>
          <a:xfrm xmlns:a="http://schemas.openxmlformats.org/drawingml/2006/main">
            <a:off x="609600" y="2457450"/>
            <a:ext cx="109728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SA 1020268774</a:t>
            </a:r>
          </a:p>
        </p:txBody>
      </p:sp>
      <p:sp>
        <p:nvSpPr>
          <p:cNvPr id="19" name="text-370">
            <a:extLst xmlns:a="http://schemas.openxmlformats.org/drawingml/2006/main">
              <a:ext uri="{FF2B5EF4-FFF2-40B4-BE49-F238E27FC236}">
                <a16:creationId xmlns:a16="http://schemas.microsoft.com/office/drawing/2014/main" id="{5E2B30DE-F984-4A02-9990-BB1231193196}"/>
              </a:ext>
            </a:extLst>
          </p:cNvPr>
          <p:cNvSpPr>
            <a:spLocks xmlns:a="http://schemas.openxmlformats.org/drawingml/2006/main" noGrp="1"/>
          </p:cNvSpPr>
          <p:nvPr/>
        </p:nvSpPr>
        <p:spPr>
          <a:xfrm xmlns:a="http://schemas.openxmlformats.org/drawingml/2006/main">
            <a:off x="11063083" y="2943225"/>
            <a:ext cx="5193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طلب</a:t>
            </a:r>
          </a:p>
        </p:txBody>
      </p:sp>
      <p:sp>
        <p:nvSpPr>
          <p:cNvPr id="20" name="text-371">
            <a:extLst xmlns:a="http://schemas.openxmlformats.org/drawingml/2006/main">
              <a:ext uri="{FF2B5EF4-FFF2-40B4-BE49-F238E27FC236}">
                <a16:creationId xmlns:a16="http://schemas.microsoft.com/office/drawing/2014/main" id="{1741B3DC-51CB-4E79-9556-BE2ECA16D228}"/>
              </a:ext>
            </a:extLst>
          </p:cNvPr>
          <p:cNvSpPr>
            <a:spLocks xmlns:a="http://schemas.openxmlformats.org/drawingml/2006/main" noGrp="1"/>
          </p:cNvSpPr>
          <p:nvPr/>
        </p:nvSpPr>
        <p:spPr>
          <a:xfrm xmlns:a="http://schemas.openxmlformats.org/drawingml/2006/main">
            <a:off x="10530317" y="2943225"/>
            <a:ext cx="4774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براءة</a:t>
            </a:r>
          </a:p>
        </p:txBody>
      </p:sp>
      <p:sp>
        <p:nvSpPr>
          <p:cNvPr id="21" name="text-372">
            <a:extLst xmlns:a="http://schemas.openxmlformats.org/drawingml/2006/main">
              <a:ext uri="{FF2B5EF4-FFF2-40B4-BE49-F238E27FC236}">
                <a16:creationId xmlns:a16="http://schemas.microsoft.com/office/drawing/2014/main" id="{E064BEB1-9716-41D7-9837-E88F5329E522}"/>
              </a:ext>
            </a:extLst>
          </p:cNvPr>
          <p:cNvSpPr>
            <a:spLocks xmlns:a="http://schemas.openxmlformats.org/drawingml/2006/main" noGrp="1"/>
          </p:cNvSpPr>
          <p:nvPr/>
        </p:nvSpPr>
        <p:spPr>
          <a:xfrm xmlns:a="http://schemas.openxmlformats.org/drawingml/2006/main">
            <a:off x="9819879" y="2943225"/>
            <a:ext cx="6550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اختراع</a:t>
            </a:r>
          </a:p>
        </p:txBody>
      </p:sp>
      <p:sp>
        <p:nvSpPr>
          <p:cNvPr id="22" name="text-373">
            <a:extLst xmlns:a="http://schemas.openxmlformats.org/drawingml/2006/main">
              <a:ext uri="{FF2B5EF4-FFF2-40B4-BE49-F238E27FC236}">
                <a16:creationId xmlns:a16="http://schemas.microsoft.com/office/drawing/2014/main" id="{0229BC17-1F8B-4465-8C05-DC8088EE4DFF}"/>
              </a:ext>
            </a:extLst>
          </p:cNvPr>
          <p:cNvSpPr>
            <a:spLocks xmlns:a="http://schemas.openxmlformats.org/drawingml/2006/main" noGrp="1"/>
          </p:cNvSpPr>
          <p:nvPr/>
        </p:nvSpPr>
        <p:spPr>
          <a:xfrm xmlns:a="http://schemas.openxmlformats.org/drawingml/2006/main">
            <a:off x="8997009" y="2943225"/>
            <a:ext cx="767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مسجّل</a:t>
            </a:r>
          </a:p>
        </p:txBody>
      </p:sp>
      <p:sp>
        <p:nvSpPr>
          <p:cNvPr id="23" name="text-374">
            <a:extLst xmlns:a="http://schemas.openxmlformats.org/drawingml/2006/main">
              <a:ext uri="{FF2B5EF4-FFF2-40B4-BE49-F238E27FC236}">
                <a16:creationId xmlns:a16="http://schemas.microsoft.com/office/drawing/2014/main" id="{85B7D38E-83CA-4D74-B35D-5E435A8357EB}"/>
              </a:ext>
            </a:extLst>
          </p:cNvPr>
          <p:cNvSpPr>
            <a:spLocks xmlns:a="http://schemas.openxmlformats.org/drawingml/2006/main" noGrp="1"/>
          </p:cNvSpPr>
          <p:nvPr/>
        </p:nvSpPr>
        <p:spPr>
          <a:xfrm xmlns:a="http://schemas.openxmlformats.org/drawingml/2006/main">
            <a:off x="8178064" y="2943225"/>
            <a:ext cx="76360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بحسب</a:t>
            </a:r>
          </a:p>
        </p:txBody>
      </p:sp>
      <p:sp>
        <p:nvSpPr>
          <p:cNvPr id="24" name="text-375">
            <a:extLst xmlns:a="http://schemas.openxmlformats.org/drawingml/2006/main">
              <a:ext uri="{FF2B5EF4-FFF2-40B4-BE49-F238E27FC236}">
                <a16:creationId xmlns:a16="http://schemas.microsoft.com/office/drawing/2014/main" id="{8C384E10-DEF6-4E86-9233-464C50DEB329}"/>
              </a:ext>
            </a:extLst>
          </p:cNvPr>
          <p:cNvSpPr>
            <a:spLocks xmlns:a="http://schemas.openxmlformats.org/drawingml/2006/main" noGrp="1"/>
          </p:cNvSpPr>
          <p:nvPr/>
        </p:nvSpPr>
        <p:spPr>
          <a:xfrm xmlns:a="http://schemas.openxmlformats.org/drawingml/2006/main">
            <a:off x="7500099" y="2943225"/>
            <a:ext cx="622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سجل</a:t>
            </a:r>
          </a:p>
        </p:txBody>
      </p:sp>
      <p:sp>
        <p:nvSpPr>
          <p:cNvPr id="25" name="text-376">
            <a:extLst xmlns:a="http://schemas.openxmlformats.org/drawingml/2006/main">
              <a:ext uri="{FF2B5EF4-FFF2-40B4-BE49-F238E27FC236}">
                <a16:creationId xmlns:a16="http://schemas.microsoft.com/office/drawing/2014/main" id="{376D72FF-7EFE-4BED-A343-34DF401A2BC4}"/>
              </a:ext>
            </a:extLst>
          </p:cNvPr>
          <p:cNvSpPr>
            <a:spLocks xmlns:a="http://schemas.openxmlformats.org/drawingml/2006/main" noGrp="1"/>
          </p:cNvSpPr>
          <p:nvPr/>
        </p:nvSpPr>
        <p:spPr>
          <a:xfrm xmlns:a="http://schemas.openxmlformats.org/drawingml/2006/main">
            <a:off x="6792212" y="2943225"/>
            <a:ext cx="6525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المالك</a:t>
            </a:r>
          </a:p>
        </p:txBody>
      </p:sp>
      <p:sp>
        <p:nvSpPr>
          <p:cNvPr id="26" name="text-377">
            <a:extLst xmlns:a="http://schemas.openxmlformats.org/drawingml/2006/main">
              <a:ext uri="{FF2B5EF4-FFF2-40B4-BE49-F238E27FC236}">
                <a16:creationId xmlns:a16="http://schemas.microsoft.com/office/drawing/2014/main" id="{792DEE56-DB79-4EA7-B856-F7CB4EE75A3D}"/>
              </a:ext>
            </a:extLst>
          </p:cNvPr>
          <p:cNvSpPr>
            <a:spLocks xmlns:a="http://schemas.openxmlformats.org/drawingml/2006/main" noGrp="1"/>
          </p:cNvSpPr>
          <p:nvPr/>
        </p:nvSpPr>
        <p:spPr>
          <a:xfrm xmlns:a="http://schemas.openxmlformats.org/drawingml/2006/main">
            <a:off x="10272568" y="3695700"/>
            <a:ext cx="130983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المتجاور</a:t>
            </a:r>
          </a:p>
        </p:txBody>
      </p:sp>
      <p:sp>
        <p:nvSpPr>
          <p:cNvPr id="27" name="text-378">
            <a:extLst xmlns:a="http://schemas.openxmlformats.org/drawingml/2006/main">
              <a:ext uri="{FF2B5EF4-FFF2-40B4-BE49-F238E27FC236}">
                <a16:creationId xmlns:a16="http://schemas.microsoft.com/office/drawing/2014/main" id="{8A5BD97F-ADA9-4E5E-A5F1-829B1A5A7660}"/>
              </a:ext>
            </a:extLst>
          </p:cNvPr>
          <p:cNvSpPr>
            <a:spLocks xmlns:a="http://schemas.openxmlformats.org/drawingml/2006/main" noGrp="1"/>
          </p:cNvSpPr>
          <p:nvPr/>
        </p:nvSpPr>
        <p:spPr>
          <a:xfrm xmlns:a="http://schemas.openxmlformats.org/drawingml/2006/main">
            <a:off x="9590441" y="3695700"/>
            <a:ext cx="60630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في</a:t>
            </a:r>
          </a:p>
        </p:txBody>
      </p:sp>
      <p:sp>
        <p:nvSpPr>
          <p:cNvPr id="28" name="text-379">
            <a:extLst xmlns:a="http://schemas.openxmlformats.org/drawingml/2006/main">
              <a:ext uri="{FF2B5EF4-FFF2-40B4-BE49-F238E27FC236}">
                <a16:creationId xmlns:a16="http://schemas.microsoft.com/office/drawing/2014/main" id="{6FB77D30-E4F8-4727-A6E9-ACCA77083BA3}"/>
              </a:ext>
            </a:extLst>
          </p:cNvPr>
          <p:cNvSpPr>
            <a:spLocks xmlns:a="http://schemas.openxmlformats.org/drawingml/2006/main" noGrp="1"/>
          </p:cNvSpPr>
          <p:nvPr/>
        </p:nvSpPr>
        <p:spPr>
          <a:xfrm xmlns:a="http://schemas.openxmlformats.org/drawingml/2006/main">
            <a:off x="8529904" y="3695700"/>
            <a:ext cx="98471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القرآن</a:t>
            </a:r>
          </a:p>
        </p:txBody>
      </p:sp>
      <p:sp>
        <p:nvSpPr>
          <p:cNvPr id="29" name="text-380">
            <a:extLst xmlns:a="http://schemas.openxmlformats.org/drawingml/2006/main">
              <a:ext uri="{FF2B5EF4-FFF2-40B4-BE49-F238E27FC236}">
                <a16:creationId xmlns:a16="http://schemas.microsoft.com/office/drawing/2014/main" id="{60FCFD68-23BD-49AB-A8CA-28BEBF71D590}"/>
              </a:ext>
            </a:extLst>
          </p:cNvPr>
          <p:cNvSpPr>
            <a:spLocks xmlns:a="http://schemas.openxmlformats.org/drawingml/2006/main" noGrp="1"/>
          </p:cNvSpPr>
          <p:nvPr/>
        </p:nvSpPr>
        <p:spPr>
          <a:xfrm xmlns:a="http://schemas.openxmlformats.org/drawingml/2006/main">
            <a:off x="11004611" y="4248150"/>
            <a:ext cx="57778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بحث</a:t>
            </a:r>
          </a:p>
        </p:txBody>
      </p:sp>
      <p:sp>
        <p:nvSpPr>
          <p:cNvPr id="30" name="text-381">
            <a:extLst xmlns:a="http://schemas.openxmlformats.org/drawingml/2006/main">
              <a:ext uri="{FF2B5EF4-FFF2-40B4-BE49-F238E27FC236}">
                <a16:creationId xmlns:a16="http://schemas.microsoft.com/office/drawing/2014/main" id="{2CA202C5-93E6-4116-A59A-03D4E7E8FA74}"/>
              </a:ext>
            </a:extLst>
          </p:cNvPr>
          <p:cNvSpPr>
            <a:spLocks xmlns:a="http://schemas.openxmlformats.org/drawingml/2006/main" noGrp="1"/>
          </p:cNvSpPr>
          <p:nvPr/>
        </p:nvSpPr>
        <p:spPr>
          <a:xfrm xmlns:a="http://schemas.openxmlformats.org/drawingml/2006/main">
            <a:off x="10123234" y="4248150"/>
            <a:ext cx="81413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منشور</a:t>
            </a:r>
          </a:p>
        </p:txBody>
      </p:sp>
      <p:sp>
        <p:nvSpPr>
          <p:cNvPr id="31" name="text-382">
            <a:extLst xmlns:a="http://schemas.openxmlformats.org/drawingml/2006/main">
              <a:ext uri="{FF2B5EF4-FFF2-40B4-BE49-F238E27FC236}">
                <a16:creationId xmlns:a16="http://schemas.microsoft.com/office/drawing/2014/main" id="{611DF806-3ED4-46C2-B54B-BD039DA4A47F}"/>
              </a:ext>
            </a:extLst>
          </p:cNvPr>
          <p:cNvSpPr>
            <a:spLocks xmlns:a="http://schemas.openxmlformats.org/drawingml/2006/main" noGrp="1"/>
          </p:cNvSpPr>
          <p:nvPr/>
        </p:nvSpPr>
        <p:spPr>
          <a:xfrm xmlns:a="http://schemas.openxmlformats.org/drawingml/2006/main">
            <a:off x="9494876" y="4248150"/>
            <a:ext cx="5611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وأداة</a:t>
            </a:r>
          </a:p>
        </p:txBody>
      </p:sp>
      <p:sp>
        <p:nvSpPr>
          <p:cNvPr id="32" name="text-383">
            <a:extLst xmlns:a="http://schemas.openxmlformats.org/drawingml/2006/main">
              <a:ext uri="{FF2B5EF4-FFF2-40B4-BE49-F238E27FC236}">
                <a16:creationId xmlns:a16="http://schemas.microsoft.com/office/drawing/2014/main" id="{D58502FF-F24C-439A-801F-DF32F03339FF}"/>
              </a:ext>
            </a:extLst>
          </p:cNvPr>
          <p:cNvSpPr>
            <a:spLocks xmlns:a="http://schemas.openxmlformats.org/drawingml/2006/main" noGrp="1"/>
          </p:cNvSpPr>
          <p:nvPr/>
        </p:nvSpPr>
        <p:spPr>
          <a:xfrm xmlns:a="http://schemas.openxmlformats.org/drawingml/2006/main">
            <a:off x="8791074" y="4248150"/>
            <a:ext cx="63655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تقارن</a:t>
            </a:r>
          </a:p>
        </p:txBody>
      </p:sp>
      <p:sp>
        <p:nvSpPr>
          <p:cNvPr id="33" name="text-384">
            <a:extLst xmlns:a="http://schemas.openxmlformats.org/drawingml/2006/main">
              <a:ext uri="{FF2B5EF4-FFF2-40B4-BE49-F238E27FC236}">
                <a16:creationId xmlns:a16="http://schemas.microsoft.com/office/drawing/2014/main" id="{A9409A27-22C8-4709-B4D1-8AEA54D112D8}"/>
              </a:ext>
            </a:extLst>
          </p:cNvPr>
          <p:cNvSpPr>
            <a:spLocks xmlns:a="http://schemas.openxmlformats.org/drawingml/2006/main" noGrp="1"/>
          </p:cNvSpPr>
          <p:nvPr/>
        </p:nvSpPr>
        <p:spPr>
          <a:xfrm xmlns:a="http://schemas.openxmlformats.org/drawingml/2006/main">
            <a:off x="8087958" y="4248150"/>
            <a:ext cx="6358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قرائن</a:t>
            </a:r>
          </a:p>
        </p:txBody>
      </p:sp>
      <p:sp>
        <p:nvSpPr>
          <p:cNvPr id="34" name="text-385">
            <a:extLst xmlns:a="http://schemas.openxmlformats.org/drawingml/2006/main">
              <a:ext uri="{FF2B5EF4-FFF2-40B4-BE49-F238E27FC236}">
                <a16:creationId xmlns:a16="http://schemas.microsoft.com/office/drawing/2014/main" id="{398E6302-CC5F-4C2C-AA8E-0B140FE8BDA3}"/>
              </a:ext>
            </a:extLst>
          </p:cNvPr>
          <p:cNvSpPr>
            <a:spLocks xmlns:a="http://schemas.openxmlformats.org/drawingml/2006/main" noGrp="1"/>
          </p:cNvSpPr>
          <p:nvPr/>
        </p:nvSpPr>
        <p:spPr>
          <a:xfrm xmlns:a="http://schemas.openxmlformats.org/drawingml/2006/main">
            <a:off x="6783738" y="4248150"/>
            <a:ext cx="123697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الاستعمال</a:t>
            </a:r>
          </a:p>
        </p:txBody>
      </p:sp>
      <p:sp>
        <p:nvSpPr>
          <p:cNvPr id="35" name="text-386">
            <a:extLst xmlns:a="http://schemas.openxmlformats.org/drawingml/2006/main">
              <a:ext uri="{FF2B5EF4-FFF2-40B4-BE49-F238E27FC236}">
                <a16:creationId xmlns:a16="http://schemas.microsoft.com/office/drawing/2014/main" id="{BF085C51-FF1C-4BD7-A8F8-73E17E4ACEB3}"/>
              </a:ext>
            </a:extLst>
          </p:cNvPr>
          <p:cNvSpPr>
            <a:spLocks xmlns:a="http://schemas.openxmlformats.org/drawingml/2006/main" noGrp="1"/>
          </p:cNvSpPr>
          <p:nvPr/>
        </p:nvSpPr>
        <p:spPr>
          <a:xfrm xmlns:a="http://schemas.openxmlformats.org/drawingml/2006/main">
            <a:off x="5591459" y="4248150"/>
            <a:ext cx="112503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بالشواهد</a:t>
            </a:r>
          </a:p>
        </p:txBody>
      </p:sp>
      <p:sp>
        <p:nvSpPr>
          <p:cNvPr id="36" name="text-387">
            <a:extLst xmlns:a="http://schemas.openxmlformats.org/drawingml/2006/main">
              <a:ext uri="{FF2B5EF4-FFF2-40B4-BE49-F238E27FC236}">
                <a16:creationId xmlns:a16="http://schemas.microsoft.com/office/drawing/2014/main" id="{846E1750-53E9-44CF-AB58-1AD604458B0A}"/>
              </a:ext>
            </a:extLst>
          </p:cNvPr>
          <p:cNvSpPr>
            <a:spLocks xmlns:a="http://schemas.openxmlformats.org/drawingml/2006/main" noGrp="1"/>
          </p:cNvSpPr>
          <p:nvPr/>
        </p:nvSpPr>
        <p:spPr>
          <a:xfrm xmlns:a="http://schemas.openxmlformats.org/drawingml/2006/main">
            <a:off x="11043854" y="4953000"/>
            <a:ext cx="53854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طلب</a:t>
            </a:r>
          </a:p>
        </p:txBody>
      </p:sp>
      <p:sp>
        <p:nvSpPr>
          <p:cNvPr id="37" name="text-388">
            <a:extLst xmlns:a="http://schemas.openxmlformats.org/drawingml/2006/main">
              <a:ext uri="{FF2B5EF4-FFF2-40B4-BE49-F238E27FC236}">
                <a16:creationId xmlns:a16="http://schemas.microsoft.com/office/drawing/2014/main" id="{3F3492A9-68AD-4F00-97B6-16D818451E20}"/>
              </a:ext>
            </a:extLst>
          </p:cNvPr>
          <p:cNvSpPr>
            <a:spLocks xmlns:a="http://schemas.openxmlformats.org/drawingml/2006/main" noGrp="1"/>
          </p:cNvSpPr>
          <p:nvPr/>
        </p:nvSpPr>
        <p:spPr>
          <a:xfrm xmlns:a="http://schemas.openxmlformats.org/drawingml/2006/main">
            <a:off x="10227747" y="4953000"/>
            <a:ext cx="7577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المنصة</a:t>
            </a:r>
          </a:p>
        </p:txBody>
      </p:sp>
      <p:sp>
        <p:nvSpPr>
          <p:cNvPr id="38" name="text-389">
            <a:extLst xmlns:a="http://schemas.openxmlformats.org/drawingml/2006/main">
              <a:ext uri="{FF2B5EF4-FFF2-40B4-BE49-F238E27FC236}">
                <a16:creationId xmlns:a16="http://schemas.microsoft.com/office/drawing/2014/main" id="{75B4FD67-D6B4-4B9E-A6E8-272D0996F3A4}"/>
              </a:ext>
            </a:extLst>
          </p:cNvPr>
          <p:cNvSpPr>
            <a:spLocks xmlns:a="http://schemas.openxmlformats.org/drawingml/2006/main" noGrp="1"/>
          </p:cNvSpPr>
          <p:nvPr/>
        </p:nvSpPr>
        <p:spPr>
          <a:xfrm xmlns:a="http://schemas.openxmlformats.org/drawingml/2006/main">
            <a:off x="9328053" y="4953000"/>
            <a:ext cx="84130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مستقل</a:t>
            </a:r>
          </a:p>
        </p:txBody>
      </p:sp>
      <p:sp>
        <p:nvSpPr>
          <p:cNvPr id="39" name="text-390">
            <a:extLst xmlns:a="http://schemas.openxmlformats.org/drawingml/2006/main">
              <a:ext uri="{FF2B5EF4-FFF2-40B4-BE49-F238E27FC236}">
                <a16:creationId xmlns:a16="http://schemas.microsoft.com/office/drawing/2014/main" id="{0192BB29-6AB2-491D-B828-0FA8953B9E3D}"/>
              </a:ext>
            </a:extLst>
          </p:cNvPr>
          <p:cNvSpPr>
            <a:spLocks xmlns:a="http://schemas.openxmlformats.org/drawingml/2006/main" noGrp="1"/>
          </p:cNvSpPr>
          <p:nvPr/>
        </p:nvSpPr>
        <p:spPr>
          <a:xfrm xmlns:a="http://schemas.openxmlformats.org/drawingml/2006/main">
            <a:off x="609600" y="4953000"/>
            <a:ext cx="590550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SA 1020261862</a:t>
            </a:r>
          </a:p>
        </p:txBody>
      </p:sp>
      <p:sp>
        <p:nvSpPr>
          <p:cNvPr id="40" name="text-391">
            <a:extLst xmlns:a="http://schemas.openxmlformats.org/drawingml/2006/main">
              <a:ext uri="{FF2B5EF4-FFF2-40B4-BE49-F238E27FC236}">
                <a16:creationId xmlns:a16="http://schemas.microsoft.com/office/drawing/2014/main" id="{E4B8FFA2-10DA-4590-87DD-B95F89C400FC}"/>
              </a:ext>
            </a:extLst>
          </p:cNvPr>
          <p:cNvSpPr>
            <a:spLocks xmlns:a="http://schemas.openxmlformats.org/drawingml/2006/main" noGrp="1"/>
          </p:cNvSpPr>
          <p:nvPr/>
        </p:nvSpPr>
        <p:spPr>
          <a:xfrm xmlns:a="http://schemas.openxmlformats.org/drawingml/2006/main">
            <a:off x="11115570" y="5534025"/>
            <a:ext cx="46683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أرقام</a:t>
            </a:r>
          </a:p>
        </p:txBody>
      </p:sp>
      <p:sp>
        <p:nvSpPr>
          <p:cNvPr id="41" name="text-392">
            <a:extLst xmlns:a="http://schemas.openxmlformats.org/drawingml/2006/main">
              <a:ext uri="{FF2B5EF4-FFF2-40B4-BE49-F238E27FC236}">
                <a16:creationId xmlns:a16="http://schemas.microsoft.com/office/drawing/2014/main" id="{1BD2904F-DDA9-4B35-833F-3F2DB0FE6384}"/>
              </a:ext>
            </a:extLst>
          </p:cNvPr>
          <p:cNvSpPr>
            <a:spLocks xmlns:a="http://schemas.openxmlformats.org/drawingml/2006/main" noGrp="1"/>
          </p:cNvSpPr>
          <p:nvPr/>
        </p:nvSpPr>
        <p:spPr>
          <a:xfrm xmlns:a="http://schemas.openxmlformats.org/drawingml/2006/main">
            <a:off x="10468626" y="5534025"/>
            <a:ext cx="597509"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طلبات</a:t>
            </a:r>
          </a:p>
        </p:txBody>
      </p:sp>
      <p:sp>
        <p:nvSpPr>
          <p:cNvPr id="42" name="text-393">
            <a:extLst xmlns:a="http://schemas.openxmlformats.org/drawingml/2006/main">
              <a:ext uri="{FF2B5EF4-FFF2-40B4-BE49-F238E27FC236}">
                <a16:creationId xmlns:a16="http://schemas.microsoft.com/office/drawing/2014/main" id="{D6F6EC72-EE84-4FCE-9D3B-AF8AEC883772}"/>
              </a:ext>
            </a:extLst>
          </p:cNvPr>
          <p:cNvSpPr>
            <a:spLocks xmlns:a="http://schemas.openxmlformats.org/drawingml/2006/main" noGrp="1"/>
          </p:cNvSpPr>
          <p:nvPr/>
        </p:nvSpPr>
        <p:spPr>
          <a:xfrm xmlns:a="http://schemas.openxmlformats.org/drawingml/2006/main">
            <a:off x="10243741" y="5534025"/>
            <a:ext cx="17545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لا</a:t>
            </a:r>
          </a:p>
        </p:txBody>
      </p:sp>
      <p:sp>
        <p:nvSpPr>
          <p:cNvPr id="43" name="text-394">
            <a:extLst xmlns:a="http://schemas.openxmlformats.org/drawingml/2006/main">
              <a:ext uri="{FF2B5EF4-FFF2-40B4-BE49-F238E27FC236}">
                <a16:creationId xmlns:a16="http://schemas.microsoft.com/office/drawing/2014/main" id="{6A991A4F-9857-48CA-A308-668C8691C3C3}"/>
              </a:ext>
            </a:extLst>
          </p:cNvPr>
          <p:cNvSpPr>
            <a:spLocks xmlns:a="http://schemas.openxmlformats.org/drawingml/2006/main" noGrp="1"/>
          </p:cNvSpPr>
          <p:nvPr/>
        </p:nvSpPr>
        <p:spPr>
          <a:xfrm xmlns:a="http://schemas.openxmlformats.org/drawingml/2006/main">
            <a:off x="9709523" y="5534025"/>
            <a:ext cx="484783"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ادعاء</a:t>
            </a:r>
          </a:p>
        </p:txBody>
      </p:sp>
      <p:sp>
        <p:nvSpPr>
          <p:cNvPr id="44" name="text-395">
            <a:extLst xmlns:a="http://schemas.openxmlformats.org/drawingml/2006/main">
              <a:ext uri="{FF2B5EF4-FFF2-40B4-BE49-F238E27FC236}">
                <a16:creationId xmlns:a16="http://schemas.microsoft.com/office/drawing/2014/main" id="{030CB2C2-6B61-48B1-B969-52F4465F0ABD}"/>
              </a:ext>
            </a:extLst>
          </p:cNvPr>
          <p:cNvSpPr>
            <a:spLocks xmlns:a="http://schemas.openxmlformats.org/drawingml/2006/main" noGrp="1"/>
          </p:cNvSpPr>
          <p:nvPr/>
        </p:nvSpPr>
        <p:spPr>
          <a:xfrm xmlns:a="http://schemas.openxmlformats.org/drawingml/2006/main">
            <a:off x="9269782" y="5534025"/>
            <a:ext cx="390306"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منح</a:t>
            </a:r>
          </a:p>
        </p:txBody>
      </p:sp>
      <p:sp>
        <p:nvSpPr>
          <p:cNvPr id="45" name="text-396">
            <a:extLst xmlns:a="http://schemas.openxmlformats.org/drawingml/2006/main">
              <a:ext uri="{FF2B5EF4-FFF2-40B4-BE49-F238E27FC236}">
                <a16:creationId xmlns:a16="http://schemas.microsoft.com/office/drawing/2014/main" id="{11EC713E-16FE-4B5D-8D2F-DAEA7EB17F0D}"/>
              </a:ext>
            </a:extLst>
          </p:cNvPr>
          <p:cNvSpPr>
            <a:spLocks xmlns:a="http://schemas.openxmlformats.org/drawingml/2006/main" noGrp="1"/>
          </p:cNvSpPr>
          <p:nvPr/>
        </p:nvSpPr>
        <p:spPr>
          <a:xfrm xmlns:a="http://schemas.openxmlformats.org/drawingml/2006/main">
            <a:off x="9102486" y="5534025"/>
            <a:ext cx="11786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a:t>
            </a:r>
          </a:p>
        </p:txBody>
      </p:sp>
      <p:sp>
        <p:nvSpPr>
          <p:cNvPr id="46" name="text-397">
            <a:extLst xmlns:a="http://schemas.openxmlformats.org/drawingml/2006/main">
              <a:ext uri="{FF2B5EF4-FFF2-40B4-BE49-F238E27FC236}">
                <a16:creationId xmlns:a16="http://schemas.microsoft.com/office/drawing/2014/main" id="{493CF027-90C3-48F7-9B35-15A070ECB85C}"/>
              </a:ext>
            </a:extLst>
          </p:cNvPr>
          <p:cNvSpPr>
            <a:spLocks xmlns:a="http://schemas.openxmlformats.org/drawingml/2006/main" noGrp="1"/>
          </p:cNvSpPr>
          <p:nvPr/>
        </p:nvSpPr>
        <p:spPr>
          <a:xfrm xmlns:a="http://schemas.openxmlformats.org/drawingml/2006/main">
            <a:off x="8524610" y="5534025"/>
            <a:ext cx="52844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الأدلة</a:t>
            </a:r>
          </a:p>
        </p:txBody>
      </p:sp>
      <p:sp>
        <p:nvSpPr>
          <p:cNvPr id="47" name="text-398">
            <a:extLst xmlns:a="http://schemas.openxmlformats.org/drawingml/2006/main">
              <a:ext uri="{FF2B5EF4-FFF2-40B4-BE49-F238E27FC236}">
                <a16:creationId xmlns:a16="http://schemas.microsoft.com/office/drawing/2014/main" id="{CDDE4488-D508-454F-800F-69186E45376A}"/>
              </a:ext>
            </a:extLst>
          </p:cNvPr>
          <p:cNvSpPr>
            <a:spLocks xmlns:a="http://schemas.openxmlformats.org/drawingml/2006/main" noGrp="1"/>
          </p:cNvSpPr>
          <p:nvPr/>
        </p:nvSpPr>
        <p:spPr>
          <a:xfrm xmlns:a="http://schemas.openxmlformats.org/drawingml/2006/main">
            <a:off x="7658789" y="5534025"/>
            <a:ext cx="816387"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والمراجع</a:t>
            </a:r>
          </a:p>
        </p:txBody>
      </p:sp>
      <p:sp>
        <p:nvSpPr>
          <p:cNvPr id="48" name="text-399">
            <a:extLst xmlns:a="http://schemas.openxmlformats.org/drawingml/2006/main">
              <a:ext uri="{FF2B5EF4-FFF2-40B4-BE49-F238E27FC236}">
                <a16:creationId xmlns:a16="http://schemas.microsoft.com/office/drawing/2014/main" id="{4D9546BF-60DE-4A1B-AA0E-3A803FA85724}"/>
              </a:ext>
            </a:extLst>
          </p:cNvPr>
          <p:cNvSpPr>
            <a:spLocks xmlns:a="http://schemas.openxmlformats.org/drawingml/2006/main" noGrp="1"/>
          </p:cNvSpPr>
          <p:nvPr/>
        </p:nvSpPr>
        <p:spPr>
          <a:xfrm xmlns:a="http://schemas.openxmlformats.org/drawingml/2006/main">
            <a:off x="7253680" y="5534025"/>
            <a:ext cx="35567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في</a:t>
            </a:r>
          </a:p>
        </p:txBody>
      </p:sp>
      <p:sp>
        <p:nvSpPr>
          <p:cNvPr id="49" name="text-400">
            <a:extLst xmlns:a="http://schemas.openxmlformats.org/drawingml/2006/main">
              <a:ext uri="{FF2B5EF4-FFF2-40B4-BE49-F238E27FC236}">
                <a16:creationId xmlns:a16="http://schemas.microsoft.com/office/drawing/2014/main" id="{57E2CE68-E06D-42DC-9DED-97E3B84B93F5}"/>
              </a:ext>
            </a:extLst>
          </p:cNvPr>
          <p:cNvSpPr>
            <a:spLocks xmlns:a="http://schemas.openxmlformats.org/drawingml/2006/main" noGrp="1"/>
          </p:cNvSpPr>
          <p:nvPr/>
        </p:nvSpPr>
        <p:spPr>
          <a:xfrm xmlns:a="http://schemas.openxmlformats.org/drawingml/2006/main">
            <a:off x="6598397" y="5534025"/>
            <a:ext cx="60584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صفحة</a:t>
            </a:r>
          </a:p>
        </p:txBody>
      </p:sp>
      <p:sp>
        <p:nvSpPr>
          <p:cNvPr id="50" name="text-401">
            <a:extLst xmlns:a="http://schemas.openxmlformats.org/drawingml/2006/main">
              <a:ext uri="{FF2B5EF4-FFF2-40B4-BE49-F238E27FC236}">
                <a16:creationId xmlns:a16="http://schemas.microsoft.com/office/drawing/2014/main" id="{B28BFD66-C782-43A1-A626-CF511D1962FB}"/>
              </a:ext>
            </a:extLst>
          </p:cNvPr>
          <p:cNvSpPr>
            <a:spLocks xmlns:a="http://schemas.openxmlformats.org/drawingml/2006/main" noGrp="1"/>
          </p:cNvSpPr>
          <p:nvPr/>
        </p:nvSpPr>
        <p:spPr>
          <a:xfrm xmlns:a="http://schemas.openxmlformats.org/drawingml/2006/main">
            <a:off x="5908188" y="5534025"/>
            <a:ext cx="64077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الابتكار</a:t>
            </a:r>
          </a:p>
        </p:txBody>
      </p:sp>
    </p:spTree>
    <p:extLst>
      <p:ext uri="{BB962C8B-B14F-4D97-AF65-F5344CB8AC3E}">
        <p14:creationId xmlns:p14="http://schemas.microsoft.com/office/powerpoint/2010/main" val="2060676856"/>
      </p:ext>
    </p:extLst>
  </p:cSld>
</p:sld>
</file>

<file path=ppt/slides/slide1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0" name="text-402">
            <a:extLst xmlns:a="http://schemas.openxmlformats.org/drawingml/2006/main">
              <a:ext uri="{FF2B5EF4-FFF2-40B4-BE49-F238E27FC236}">
                <a16:creationId xmlns:a16="http://schemas.microsoft.com/office/drawing/2014/main" id="{DD247E67-E574-4D87-B1AB-C7BBC2A8DF9A}"/>
              </a:ext>
            </a:extLst>
          </p:cNvPr>
          <p:cNvSpPr>
            <a:spLocks xmlns:a="http://schemas.openxmlformats.org/drawingml/2006/main" noGrp="1"/>
          </p:cNvSpPr>
          <p:nvPr/>
        </p:nvSpPr>
        <p:spPr>
          <a:xfrm xmlns:a="http://schemas.openxmlformats.org/drawingml/2006/main">
            <a:off x="1043116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أدوات</a:t>
            </a:r>
          </a:p>
        </p:txBody>
      </p:sp>
      <p:sp>
        <p:nvSpPr>
          <p:cNvPr id="2" name="text-403">
            <a:extLst xmlns:a="http://schemas.openxmlformats.org/drawingml/2006/main">
              <a:ext uri="{FF2B5EF4-FFF2-40B4-BE49-F238E27FC236}">
                <a16:creationId xmlns:a16="http://schemas.microsoft.com/office/drawing/2014/main" id="{F18036C8-5BEB-4091-B005-3C21C413B8F6}"/>
              </a:ext>
            </a:extLst>
          </p:cNvPr>
          <p:cNvSpPr>
            <a:spLocks xmlns:a="http://schemas.openxmlformats.org/drawingml/2006/main" noGrp="1"/>
          </p:cNvSpPr>
          <p:nvPr/>
        </p:nvSpPr>
        <p:spPr>
          <a:xfrm xmlns:a="http://schemas.openxmlformats.org/drawingml/2006/main">
            <a:off x="9371137" y="457200"/>
            <a:ext cx="959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تعين</a:t>
            </a:r>
          </a:p>
        </p:txBody>
      </p:sp>
      <p:sp>
        <p:nvSpPr>
          <p:cNvPr id="3" name="text-404">
            <a:extLst xmlns:a="http://schemas.openxmlformats.org/drawingml/2006/main">
              <a:ext uri="{FF2B5EF4-FFF2-40B4-BE49-F238E27FC236}">
                <a16:creationId xmlns:a16="http://schemas.microsoft.com/office/drawing/2014/main" id="{69DC9EEE-9B4A-457B-A2A4-53E4AFA7C46D}"/>
              </a:ext>
            </a:extLst>
          </p:cNvPr>
          <p:cNvSpPr>
            <a:spLocks xmlns:a="http://schemas.openxmlformats.org/drawingml/2006/main" noGrp="1"/>
          </p:cNvSpPr>
          <p:nvPr/>
        </p:nvSpPr>
        <p:spPr>
          <a:xfrm xmlns:a="http://schemas.openxmlformats.org/drawingml/2006/main">
            <a:off x="8309625" y="457200"/>
            <a:ext cx="9605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على</a:t>
            </a:r>
          </a:p>
        </p:txBody>
      </p:sp>
      <p:sp>
        <p:nvSpPr>
          <p:cNvPr id="4" name="text-405">
            <a:extLst xmlns:a="http://schemas.openxmlformats.org/drawingml/2006/main">
              <a:ext uri="{FF2B5EF4-FFF2-40B4-BE49-F238E27FC236}">
                <a16:creationId xmlns:a16="http://schemas.microsoft.com/office/drawing/2014/main" id="{3A4F37C1-1ED5-46B8-B965-E526FC24FB57}"/>
              </a:ext>
            </a:extLst>
          </p:cNvPr>
          <p:cNvSpPr>
            <a:spLocks xmlns:a="http://schemas.openxmlformats.org/drawingml/2006/main" noGrp="1"/>
          </p:cNvSpPr>
          <p:nvPr/>
        </p:nvSpPr>
        <p:spPr>
          <a:xfrm xmlns:a="http://schemas.openxmlformats.org/drawingml/2006/main">
            <a:off x="7090509" y="457200"/>
            <a:ext cx="11181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الفهم</a:t>
            </a:r>
          </a:p>
        </p:txBody>
      </p:sp>
      <p:sp>
        <p:nvSpPr>
          <p:cNvPr id="5" name="text-406">
            <a:extLst xmlns:a="http://schemas.openxmlformats.org/drawingml/2006/main">
              <a:ext uri="{FF2B5EF4-FFF2-40B4-BE49-F238E27FC236}">
                <a16:creationId xmlns:a16="http://schemas.microsoft.com/office/drawing/2014/main" id="{18F2B3BF-0E6C-4013-B2D2-DA2DCABE2E5F}"/>
              </a:ext>
            </a:extLst>
          </p:cNvPr>
          <p:cNvSpPr>
            <a:spLocks xmlns:a="http://schemas.openxmlformats.org/drawingml/2006/main" noGrp="1"/>
          </p:cNvSpPr>
          <p:nvPr/>
        </p:nvSpPr>
        <p:spPr>
          <a:xfrm xmlns:a="http://schemas.openxmlformats.org/drawingml/2006/main">
            <a:off x="5271981" y="457200"/>
            <a:ext cx="171756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والتحقق</a:t>
            </a:r>
          </a:p>
        </p:txBody>
      </p:sp>
      <p:sp>
        <p:nvSpPr>
          <p:cNvPr id="6" name="shape-407">
            <a:extLst xmlns:a="http://schemas.openxmlformats.org/drawingml/2006/main">
              <a:ext uri="{FF2B5EF4-FFF2-40B4-BE49-F238E27FC236}">
                <a16:creationId xmlns:a16="http://schemas.microsoft.com/office/drawing/2014/main" id="{F16405E3-E561-4715-A9C4-1C89BADC9693}"/>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08">
            <a:extLst xmlns:a="http://schemas.openxmlformats.org/drawingml/2006/main">
              <a:ext uri="{FF2B5EF4-FFF2-40B4-BE49-F238E27FC236}">
                <a16:creationId xmlns:a16="http://schemas.microsoft.com/office/drawing/2014/main" id="{104FA4C7-DACB-4ED3-B609-D668148E5622}"/>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09">
            <a:extLst xmlns:a="http://schemas.openxmlformats.org/drawingml/2006/main">
              <a:ext uri="{FF2B5EF4-FFF2-40B4-BE49-F238E27FC236}">
                <a16:creationId xmlns:a16="http://schemas.microsoft.com/office/drawing/2014/main" id="{BC11A418-4167-4A44-BFFF-D2E6973E199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10">
            <a:extLst xmlns:a="http://schemas.openxmlformats.org/drawingml/2006/main">
              <a:ext uri="{FF2B5EF4-FFF2-40B4-BE49-F238E27FC236}">
                <a16:creationId xmlns:a16="http://schemas.microsoft.com/office/drawing/2014/main" id="{D91EF316-40B3-4A44-8782-8C6FFDC5476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11">
            <a:extLst xmlns:a="http://schemas.openxmlformats.org/drawingml/2006/main">
              <a:ext uri="{FF2B5EF4-FFF2-40B4-BE49-F238E27FC236}">
                <a16:creationId xmlns:a16="http://schemas.microsoft.com/office/drawing/2014/main" id="{50A9701E-65FF-4816-8E70-C2340C0320B6}"/>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412">
            <a:extLst xmlns:a="http://schemas.openxmlformats.org/drawingml/2006/main">
              <a:ext uri="{FF2B5EF4-FFF2-40B4-BE49-F238E27FC236}">
                <a16:creationId xmlns:a16="http://schemas.microsoft.com/office/drawing/2014/main" id="{A440B20D-71EC-4C4C-BC3A-E0E3B853D25A}"/>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413">
            <a:extLst xmlns:a="http://schemas.openxmlformats.org/drawingml/2006/main">
              <a:ext uri="{FF2B5EF4-FFF2-40B4-BE49-F238E27FC236}">
                <a16:creationId xmlns:a16="http://schemas.microsoft.com/office/drawing/2014/main" id="{1BAA5D3E-2D49-4EC8-B012-75DCF7D40BF9}"/>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14">
            <a:extLst xmlns:a="http://schemas.openxmlformats.org/drawingml/2006/main">
              <a:ext uri="{FF2B5EF4-FFF2-40B4-BE49-F238E27FC236}">
                <a16:creationId xmlns:a16="http://schemas.microsoft.com/office/drawing/2014/main" id="{E2837662-2F97-4E9C-89CD-45A107297301}"/>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11</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8c5f378a07dc41cd"/>
          <a:stretch xmlns:a="http://schemas.openxmlformats.org/drawingml/2006/main"/>
        </p:blipFill>
        <p:spPr>
          <a:xfrm xmlns:a="http://schemas.openxmlformats.org/drawingml/2006/main">
            <a:off x="610658" y="1619250"/>
            <a:ext cx="6570133" cy="3695700"/>
          </a:xfrm>
          <a:prstGeom xmlns:a="http://schemas.openxmlformats.org/drawingml/2006/main" prst="rect">
            <a:avLst/>
          </a:prstGeom>
        </p:spPr>
      </p:pic>
      <p:sp>
        <p:nvSpPr>
          <p:cNvPr id="15" name="text-415">
            <a:extLst xmlns:a="http://schemas.openxmlformats.org/drawingml/2006/main">
              <a:ext uri="{FF2B5EF4-FFF2-40B4-BE49-F238E27FC236}">
                <a16:creationId xmlns:a16="http://schemas.microsoft.com/office/drawing/2014/main" id="{AF6904AD-FCA1-4F32-AE44-B4E7DF36675E}"/>
              </a:ext>
            </a:extLst>
          </p:cNvPr>
          <p:cNvSpPr>
            <a:spLocks xmlns:a="http://schemas.openxmlformats.org/drawingml/2006/main" noGrp="1"/>
          </p:cNvSpPr>
          <p:nvPr/>
        </p:nvSpPr>
        <p:spPr>
          <a:xfrm xmlns:a="http://schemas.openxmlformats.org/drawingml/2006/main">
            <a:off x="10282375" y="1552575"/>
            <a:ext cx="1300025"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الفرائض</a:t>
            </a:r>
          </a:p>
        </p:txBody>
      </p:sp>
      <p:sp>
        <p:nvSpPr>
          <p:cNvPr id="16" name="text-416">
            <a:extLst xmlns:a="http://schemas.openxmlformats.org/drawingml/2006/main">
              <a:ext uri="{FF2B5EF4-FFF2-40B4-BE49-F238E27FC236}">
                <a16:creationId xmlns:a16="http://schemas.microsoft.com/office/drawing/2014/main" id="{CE5A978F-EA15-49B4-A562-D3C86E73BF89}"/>
              </a:ext>
            </a:extLst>
          </p:cNvPr>
          <p:cNvSpPr>
            <a:spLocks xmlns:a="http://schemas.openxmlformats.org/drawingml/2006/main" noGrp="1"/>
          </p:cNvSpPr>
          <p:nvPr/>
        </p:nvSpPr>
        <p:spPr>
          <a:xfrm xmlns:a="http://schemas.openxmlformats.org/drawingml/2006/main">
            <a:off x="10958010" y="2143125"/>
            <a:ext cx="62439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أنصبة</a:t>
            </a:r>
          </a:p>
        </p:txBody>
      </p:sp>
      <p:sp>
        <p:nvSpPr>
          <p:cNvPr id="17" name="text-417">
            <a:extLst xmlns:a="http://schemas.openxmlformats.org/drawingml/2006/main">
              <a:ext uri="{FF2B5EF4-FFF2-40B4-BE49-F238E27FC236}">
                <a16:creationId xmlns:a16="http://schemas.microsoft.com/office/drawing/2014/main" id="{A7CB7946-7EA8-4DFF-83C5-F88E9DFB20BA}"/>
              </a:ext>
            </a:extLst>
          </p:cNvPr>
          <p:cNvSpPr>
            <a:spLocks xmlns:a="http://schemas.openxmlformats.org/drawingml/2006/main" noGrp="1"/>
          </p:cNvSpPr>
          <p:nvPr/>
        </p:nvSpPr>
        <p:spPr>
          <a:xfrm xmlns:a="http://schemas.openxmlformats.org/drawingml/2006/main">
            <a:off x="10212138" y="2143125"/>
            <a:ext cx="68453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ومبالغ</a:t>
            </a:r>
          </a:p>
        </p:txBody>
      </p:sp>
      <p:sp>
        <p:nvSpPr>
          <p:cNvPr id="18" name="text-418">
            <a:extLst xmlns:a="http://schemas.openxmlformats.org/drawingml/2006/main">
              <a:ext uri="{FF2B5EF4-FFF2-40B4-BE49-F238E27FC236}">
                <a16:creationId xmlns:a16="http://schemas.microsoft.com/office/drawing/2014/main" id="{A25CF3D5-B201-4D31-B68E-FA1AAA7D145A}"/>
              </a:ext>
            </a:extLst>
          </p:cNvPr>
          <p:cNvSpPr>
            <a:spLocks xmlns:a="http://schemas.openxmlformats.org/drawingml/2006/main" noGrp="1"/>
          </p:cNvSpPr>
          <p:nvPr/>
        </p:nvSpPr>
        <p:spPr>
          <a:xfrm xmlns:a="http://schemas.openxmlformats.org/drawingml/2006/main">
            <a:off x="9822495" y="2143125"/>
            <a:ext cx="32830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مع</a:t>
            </a:r>
          </a:p>
        </p:txBody>
      </p:sp>
      <p:sp>
        <p:nvSpPr>
          <p:cNvPr id="19" name="text-419">
            <a:extLst xmlns:a="http://schemas.openxmlformats.org/drawingml/2006/main">
              <a:ext uri="{FF2B5EF4-FFF2-40B4-BE49-F238E27FC236}">
                <a16:creationId xmlns:a16="http://schemas.microsoft.com/office/drawing/2014/main" id="{297B929C-92D7-44A5-B575-6C3D7280603E}"/>
              </a:ext>
            </a:extLst>
          </p:cNvPr>
          <p:cNvSpPr>
            <a:spLocks xmlns:a="http://schemas.openxmlformats.org/drawingml/2006/main" noGrp="1"/>
          </p:cNvSpPr>
          <p:nvPr/>
        </p:nvSpPr>
        <p:spPr>
          <a:xfrm xmlns:a="http://schemas.openxmlformats.org/drawingml/2006/main">
            <a:off x="9240267" y="2143125"/>
            <a:ext cx="52088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دليل</a:t>
            </a:r>
          </a:p>
        </p:txBody>
      </p:sp>
      <p:sp>
        <p:nvSpPr>
          <p:cNvPr id="20" name="text-420">
            <a:extLst xmlns:a="http://schemas.openxmlformats.org/drawingml/2006/main">
              <a:ext uri="{FF2B5EF4-FFF2-40B4-BE49-F238E27FC236}">
                <a16:creationId xmlns:a16="http://schemas.microsoft.com/office/drawing/2014/main" id="{2DB545B4-4836-4120-BAD1-923E3BC50841}"/>
              </a:ext>
            </a:extLst>
          </p:cNvPr>
          <p:cNvSpPr>
            <a:spLocks xmlns:a="http://schemas.openxmlformats.org/drawingml/2006/main" noGrp="1"/>
          </p:cNvSpPr>
          <p:nvPr/>
        </p:nvSpPr>
        <p:spPr>
          <a:xfrm xmlns:a="http://schemas.openxmlformats.org/drawingml/2006/main">
            <a:off x="9845322" y="3114675"/>
            <a:ext cx="173707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الاشتقاقات</a:t>
            </a:r>
          </a:p>
        </p:txBody>
      </p:sp>
      <p:sp>
        <p:nvSpPr>
          <p:cNvPr id="21" name="text-421">
            <a:extLst xmlns:a="http://schemas.openxmlformats.org/drawingml/2006/main">
              <a:ext uri="{FF2B5EF4-FFF2-40B4-BE49-F238E27FC236}">
                <a16:creationId xmlns:a16="http://schemas.microsoft.com/office/drawing/2014/main" id="{C033F62F-F585-48AB-A1E4-FC836B8EBF02}"/>
              </a:ext>
            </a:extLst>
          </p:cNvPr>
          <p:cNvSpPr>
            <a:spLocks xmlns:a="http://schemas.openxmlformats.org/drawingml/2006/main" noGrp="1"/>
          </p:cNvSpPr>
          <p:nvPr/>
        </p:nvSpPr>
        <p:spPr>
          <a:xfrm xmlns:a="http://schemas.openxmlformats.org/drawingml/2006/main">
            <a:off x="11209852" y="3705225"/>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من</a:t>
            </a:r>
          </a:p>
        </p:txBody>
      </p:sp>
      <p:sp>
        <p:nvSpPr>
          <p:cNvPr id="22" name="text-422">
            <a:extLst xmlns:a="http://schemas.openxmlformats.org/drawingml/2006/main">
              <a:ext uri="{FF2B5EF4-FFF2-40B4-BE49-F238E27FC236}">
                <a16:creationId xmlns:a16="http://schemas.microsoft.com/office/drawing/2014/main" id="{5EDA564C-D799-4084-B662-9A55BC4A7AA7}"/>
              </a:ext>
            </a:extLst>
          </p:cNvPr>
          <p:cNvSpPr>
            <a:spLocks xmlns:a="http://schemas.openxmlformats.org/drawingml/2006/main" noGrp="1"/>
          </p:cNvSpPr>
          <p:nvPr/>
        </p:nvSpPr>
        <p:spPr>
          <a:xfrm xmlns:a="http://schemas.openxmlformats.org/drawingml/2006/main">
            <a:off x="10575725" y="3705225"/>
            <a:ext cx="5727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العدد</a:t>
            </a:r>
          </a:p>
        </p:txBody>
      </p:sp>
      <p:sp>
        <p:nvSpPr>
          <p:cNvPr id="23" name="text-423">
            <a:extLst xmlns:a="http://schemas.openxmlformats.org/drawingml/2006/main">
              <a:ext uri="{FF2B5EF4-FFF2-40B4-BE49-F238E27FC236}">
                <a16:creationId xmlns:a16="http://schemas.microsoft.com/office/drawing/2014/main" id="{55B23A5B-384C-48CB-A837-D10C6655DD63}"/>
              </a:ext>
            </a:extLst>
          </p:cNvPr>
          <p:cNvSpPr>
            <a:spLocks xmlns:a="http://schemas.openxmlformats.org/drawingml/2006/main" noGrp="1"/>
          </p:cNvSpPr>
          <p:nvPr/>
        </p:nvSpPr>
        <p:spPr>
          <a:xfrm xmlns:a="http://schemas.openxmlformats.org/drawingml/2006/main">
            <a:off x="10073945" y="3705225"/>
            <a:ext cx="44043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إلى</a:t>
            </a:r>
          </a:p>
        </p:txBody>
      </p:sp>
      <p:sp>
        <p:nvSpPr>
          <p:cNvPr id="24" name="text-424">
            <a:extLst xmlns:a="http://schemas.openxmlformats.org/drawingml/2006/main">
              <a:ext uri="{FF2B5EF4-FFF2-40B4-BE49-F238E27FC236}">
                <a16:creationId xmlns:a16="http://schemas.microsoft.com/office/drawing/2014/main" id="{94BE15C1-F4D2-484A-BA5C-7F8EACE5C614}"/>
              </a:ext>
            </a:extLst>
          </p:cNvPr>
          <p:cNvSpPr>
            <a:spLocks xmlns:a="http://schemas.openxmlformats.org/drawingml/2006/main" noGrp="1"/>
          </p:cNvSpPr>
          <p:nvPr/>
        </p:nvSpPr>
        <p:spPr>
          <a:xfrm xmlns:a="http://schemas.openxmlformats.org/drawingml/2006/main">
            <a:off x="9365943" y="3705225"/>
            <a:ext cx="6466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موضع</a:t>
            </a:r>
          </a:p>
        </p:txBody>
      </p:sp>
      <p:sp>
        <p:nvSpPr>
          <p:cNvPr id="25" name="text-425">
            <a:extLst xmlns:a="http://schemas.openxmlformats.org/drawingml/2006/main">
              <a:ext uri="{FF2B5EF4-FFF2-40B4-BE49-F238E27FC236}">
                <a16:creationId xmlns:a16="http://schemas.microsoft.com/office/drawing/2014/main" id="{D4BB98B0-3655-4825-A35B-89602EC60398}"/>
              </a:ext>
            </a:extLst>
          </p:cNvPr>
          <p:cNvSpPr>
            <a:spLocks xmlns:a="http://schemas.openxmlformats.org/drawingml/2006/main" noGrp="1"/>
          </p:cNvSpPr>
          <p:nvPr/>
        </p:nvSpPr>
        <p:spPr>
          <a:xfrm xmlns:a="http://schemas.openxmlformats.org/drawingml/2006/main">
            <a:off x="8446225" y="3705225"/>
            <a:ext cx="85837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الشاهد</a:t>
            </a:r>
          </a:p>
        </p:txBody>
      </p:sp>
      <p:sp>
        <p:nvSpPr>
          <p:cNvPr id="26" name="text-426">
            <a:extLst xmlns:a="http://schemas.openxmlformats.org/drawingml/2006/main">
              <a:ext uri="{FF2B5EF4-FFF2-40B4-BE49-F238E27FC236}">
                <a16:creationId xmlns:a16="http://schemas.microsoft.com/office/drawing/2014/main" id="{6E313879-EEEC-4CDE-86DA-DC6276E89C60}"/>
              </a:ext>
            </a:extLst>
          </p:cNvPr>
          <p:cNvSpPr>
            <a:spLocks xmlns:a="http://schemas.openxmlformats.org/drawingml/2006/main" noGrp="1"/>
          </p:cNvSpPr>
          <p:nvPr/>
        </p:nvSpPr>
        <p:spPr>
          <a:xfrm xmlns:a="http://schemas.openxmlformats.org/drawingml/2006/main">
            <a:off x="10695082" y="4838700"/>
            <a:ext cx="8873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التفسير</a:t>
            </a:r>
          </a:p>
        </p:txBody>
      </p:sp>
      <p:sp>
        <p:nvSpPr>
          <p:cNvPr id="27" name="text-427">
            <a:extLst xmlns:a="http://schemas.openxmlformats.org/drawingml/2006/main">
              <a:ext uri="{FF2B5EF4-FFF2-40B4-BE49-F238E27FC236}">
                <a16:creationId xmlns:a16="http://schemas.microsoft.com/office/drawing/2014/main" id="{15FE3BBE-58B1-48C2-8586-4F76B36F7290}"/>
              </a:ext>
            </a:extLst>
          </p:cNvPr>
          <p:cNvSpPr>
            <a:spLocks xmlns:a="http://schemas.openxmlformats.org/drawingml/2006/main" noGrp="1"/>
          </p:cNvSpPr>
          <p:nvPr/>
        </p:nvSpPr>
        <p:spPr>
          <a:xfrm xmlns:a="http://schemas.openxmlformats.org/drawingml/2006/main">
            <a:off x="9699821" y="4838700"/>
            <a:ext cx="93392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والحديث</a:t>
            </a:r>
          </a:p>
        </p:txBody>
      </p:sp>
      <p:sp>
        <p:nvSpPr>
          <p:cNvPr id="28" name="text-428">
            <a:extLst xmlns:a="http://schemas.openxmlformats.org/drawingml/2006/main">
              <a:ext uri="{FF2B5EF4-FFF2-40B4-BE49-F238E27FC236}">
                <a16:creationId xmlns:a16="http://schemas.microsoft.com/office/drawing/2014/main" id="{3F36F6AC-51BF-4061-BD59-FE251EDF73A1}"/>
              </a:ext>
            </a:extLst>
          </p:cNvPr>
          <p:cNvSpPr>
            <a:spLocks xmlns:a="http://schemas.openxmlformats.org/drawingml/2006/main" noGrp="1"/>
          </p:cNvSpPr>
          <p:nvPr/>
        </p:nvSpPr>
        <p:spPr>
          <a:xfrm xmlns:a="http://schemas.openxmlformats.org/drawingml/2006/main">
            <a:off x="8861729" y="4838700"/>
            <a:ext cx="77675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والمزيد</a:t>
            </a:r>
          </a:p>
        </p:txBody>
      </p:sp>
      <p:sp>
        <p:nvSpPr>
          <p:cNvPr id="29" name="text-429">
            <a:extLst xmlns:a="http://schemas.openxmlformats.org/drawingml/2006/main">
              <a:ext uri="{FF2B5EF4-FFF2-40B4-BE49-F238E27FC236}">
                <a16:creationId xmlns:a16="http://schemas.microsoft.com/office/drawing/2014/main" id="{8C373567-B111-478F-A80B-BA2F418667F4}"/>
              </a:ext>
            </a:extLst>
          </p:cNvPr>
          <p:cNvSpPr>
            <a:spLocks xmlns:a="http://schemas.openxmlformats.org/drawingml/2006/main" noGrp="1"/>
          </p:cNvSpPr>
          <p:nvPr/>
        </p:nvSpPr>
        <p:spPr>
          <a:xfrm xmlns:a="http://schemas.openxmlformats.org/drawingml/2006/main">
            <a:off x="11066909" y="5638800"/>
            <a:ext cx="51549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أمثلة</a:t>
            </a:r>
          </a:p>
        </p:txBody>
      </p:sp>
      <p:sp>
        <p:nvSpPr>
          <p:cNvPr id="30" name="text-430">
            <a:extLst xmlns:a="http://schemas.openxmlformats.org/drawingml/2006/main">
              <a:ext uri="{FF2B5EF4-FFF2-40B4-BE49-F238E27FC236}">
                <a16:creationId xmlns:a16="http://schemas.microsoft.com/office/drawing/2014/main" id="{E578BEC0-B7DF-42D6-AAC6-77413238032A}"/>
              </a:ext>
            </a:extLst>
          </p:cNvPr>
          <p:cNvSpPr>
            <a:spLocks xmlns:a="http://schemas.openxmlformats.org/drawingml/2006/main" noGrp="1"/>
          </p:cNvSpPr>
          <p:nvPr/>
        </p:nvSpPr>
        <p:spPr>
          <a:xfrm xmlns:a="http://schemas.openxmlformats.org/drawingml/2006/main">
            <a:off x="10432121" y="5638800"/>
            <a:ext cx="58240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موثّقة</a:t>
            </a:r>
          </a:p>
        </p:txBody>
      </p:sp>
      <p:sp>
        <p:nvSpPr>
          <p:cNvPr id="31" name="text-431">
            <a:extLst xmlns:a="http://schemas.openxmlformats.org/drawingml/2006/main">
              <a:ext uri="{FF2B5EF4-FFF2-40B4-BE49-F238E27FC236}">
                <a16:creationId xmlns:a16="http://schemas.microsoft.com/office/drawing/2014/main" id="{03114700-9A3C-4A1A-9C33-A64211040004}"/>
              </a:ext>
            </a:extLst>
          </p:cNvPr>
          <p:cNvSpPr>
            <a:spLocks xmlns:a="http://schemas.openxmlformats.org/drawingml/2006/main" noGrp="1"/>
          </p:cNvSpPr>
          <p:nvPr/>
        </p:nvSpPr>
        <p:spPr>
          <a:xfrm xmlns:a="http://schemas.openxmlformats.org/drawingml/2006/main">
            <a:off x="10044368" y="5638800"/>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من</a:t>
            </a:r>
          </a:p>
        </p:txBody>
      </p:sp>
      <p:sp>
        <p:nvSpPr>
          <p:cNvPr id="32" name="text-432">
            <a:extLst xmlns:a="http://schemas.openxmlformats.org/drawingml/2006/main">
              <a:ext uri="{FF2B5EF4-FFF2-40B4-BE49-F238E27FC236}">
                <a16:creationId xmlns:a16="http://schemas.microsoft.com/office/drawing/2014/main" id="{C06DB918-3F6E-417F-BB0A-2960D6441699}"/>
              </a:ext>
            </a:extLst>
          </p:cNvPr>
          <p:cNvSpPr>
            <a:spLocks xmlns:a="http://schemas.openxmlformats.org/drawingml/2006/main" noGrp="1"/>
          </p:cNvSpPr>
          <p:nvPr/>
        </p:nvSpPr>
        <p:spPr>
          <a:xfrm xmlns:a="http://schemas.openxmlformats.org/drawingml/2006/main">
            <a:off x="9304801" y="5638800"/>
            <a:ext cx="68717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الإصدار</a:t>
            </a:r>
          </a:p>
        </p:txBody>
      </p:sp>
      <p:sp>
        <p:nvSpPr>
          <p:cNvPr id="33" name="text-433">
            <a:extLst xmlns:a="http://schemas.openxmlformats.org/drawingml/2006/main">
              <a:ext uri="{FF2B5EF4-FFF2-40B4-BE49-F238E27FC236}">
                <a16:creationId xmlns:a16="http://schemas.microsoft.com/office/drawing/2014/main" id="{EDAFE68F-FA5D-4EEA-B868-724996B5A09C}"/>
              </a:ext>
            </a:extLst>
          </p:cNvPr>
          <p:cNvSpPr>
            <a:spLocks xmlns:a="http://schemas.openxmlformats.org/drawingml/2006/main" noGrp="1"/>
          </p:cNvSpPr>
          <p:nvPr/>
        </p:nvSpPr>
        <p:spPr>
          <a:xfrm xmlns:a="http://schemas.openxmlformats.org/drawingml/2006/main">
            <a:off x="8496657" y="5638800"/>
            <a:ext cx="75575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السابق</a:t>
            </a:r>
          </a:p>
        </p:txBody>
      </p:sp>
      <p:sp>
        <p:nvSpPr>
          <p:cNvPr id="34" name="text-434">
            <a:extLst xmlns:a="http://schemas.openxmlformats.org/drawingml/2006/main">
              <a:ext uri="{FF2B5EF4-FFF2-40B4-BE49-F238E27FC236}">
                <a16:creationId xmlns:a16="http://schemas.microsoft.com/office/drawing/2014/main" id="{C7565CFF-426C-4298-A7A1-10C931517A79}"/>
              </a:ext>
            </a:extLst>
          </p:cNvPr>
          <p:cNvSpPr>
            <a:spLocks xmlns:a="http://schemas.openxmlformats.org/drawingml/2006/main" noGrp="1"/>
          </p:cNvSpPr>
          <p:nvPr/>
        </p:nvSpPr>
        <p:spPr>
          <a:xfrm xmlns:a="http://schemas.openxmlformats.org/drawingml/2006/main">
            <a:off x="8322974" y="563880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35" name="text-435">
            <a:extLst xmlns:a="http://schemas.openxmlformats.org/drawingml/2006/main">
              <a:ext uri="{FF2B5EF4-FFF2-40B4-BE49-F238E27FC236}">
                <a16:creationId xmlns:a16="http://schemas.microsoft.com/office/drawing/2014/main" id="{0BC5F44F-C0B0-4515-B5E7-52BE9926619D}"/>
              </a:ext>
            </a:extLst>
          </p:cNvPr>
          <p:cNvSpPr>
            <a:spLocks xmlns:a="http://schemas.openxmlformats.org/drawingml/2006/main" noGrp="1"/>
          </p:cNvSpPr>
          <p:nvPr/>
        </p:nvSpPr>
        <p:spPr>
          <a:xfrm xmlns:a="http://schemas.openxmlformats.org/drawingml/2006/main">
            <a:off x="7873119" y="5638800"/>
            <a:ext cx="39746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تعاد</a:t>
            </a:r>
          </a:p>
        </p:txBody>
      </p:sp>
      <p:sp>
        <p:nvSpPr>
          <p:cNvPr id="36" name="text-436">
            <a:extLst xmlns:a="http://schemas.openxmlformats.org/drawingml/2006/main">
              <a:ext uri="{FF2B5EF4-FFF2-40B4-BE49-F238E27FC236}">
                <a16:creationId xmlns:a16="http://schemas.microsoft.com/office/drawing/2014/main" id="{0BEDF457-0CEC-4064-85B4-43DD4DD5C921}"/>
              </a:ext>
            </a:extLst>
          </p:cNvPr>
          <p:cNvSpPr>
            <a:spLocks xmlns:a="http://schemas.openxmlformats.org/drawingml/2006/main" noGrp="1"/>
          </p:cNvSpPr>
          <p:nvPr/>
        </p:nvSpPr>
        <p:spPr>
          <a:xfrm xmlns:a="http://schemas.openxmlformats.org/drawingml/2006/main">
            <a:off x="7110792" y="5638800"/>
            <a:ext cx="70994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تجربتها</a:t>
            </a:r>
          </a:p>
        </p:txBody>
      </p:sp>
      <p:sp>
        <p:nvSpPr>
          <p:cNvPr id="37" name="text-437">
            <a:extLst xmlns:a="http://schemas.openxmlformats.org/drawingml/2006/main">
              <a:ext uri="{FF2B5EF4-FFF2-40B4-BE49-F238E27FC236}">
                <a16:creationId xmlns:a16="http://schemas.microsoft.com/office/drawing/2014/main" id="{0AD9F769-6D51-415A-AC5B-779E952ABB56}"/>
              </a:ext>
            </a:extLst>
          </p:cNvPr>
          <p:cNvSpPr>
            <a:spLocks xmlns:a="http://schemas.openxmlformats.org/drawingml/2006/main" noGrp="1"/>
          </p:cNvSpPr>
          <p:nvPr/>
        </p:nvSpPr>
        <p:spPr>
          <a:xfrm xmlns:a="http://schemas.openxmlformats.org/drawingml/2006/main">
            <a:off x="6563319" y="5638800"/>
            <a:ext cx="4950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على</a:t>
            </a:r>
          </a:p>
        </p:txBody>
      </p:sp>
      <p:sp>
        <p:nvSpPr>
          <p:cNvPr id="38" name="text-438">
            <a:extLst xmlns:a="http://schemas.openxmlformats.org/drawingml/2006/main">
              <a:ext uri="{FF2B5EF4-FFF2-40B4-BE49-F238E27FC236}">
                <a16:creationId xmlns:a16="http://schemas.microsoft.com/office/drawing/2014/main" id="{63D07D83-AA53-4E62-A789-2AAE9FA908A1}"/>
              </a:ext>
            </a:extLst>
          </p:cNvPr>
          <p:cNvSpPr>
            <a:spLocks xmlns:a="http://schemas.openxmlformats.org/drawingml/2006/main" noGrp="1"/>
          </p:cNvSpPr>
          <p:nvPr/>
        </p:nvSpPr>
        <p:spPr>
          <a:xfrm xmlns:a="http://schemas.openxmlformats.org/drawingml/2006/main">
            <a:off x="5659324" y="5638800"/>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المجلس</a:t>
            </a:r>
          </a:p>
        </p:txBody>
      </p:sp>
      <p:sp>
        <p:nvSpPr>
          <p:cNvPr id="39" name="text-439">
            <a:extLst xmlns:a="http://schemas.openxmlformats.org/drawingml/2006/main">
              <a:ext uri="{FF2B5EF4-FFF2-40B4-BE49-F238E27FC236}">
                <a16:creationId xmlns:a16="http://schemas.microsoft.com/office/drawing/2014/main" id="{892A261A-97F8-40BB-8A34-CD1F61A394EC}"/>
              </a:ext>
            </a:extLst>
          </p:cNvPr>
          <p:cNvSpPr>
            <a:spLocks xmlns:a="http://schemas.openxmlformats.org/drawingml/2006/main" noGrp="1"/>
          </p:cNvSpPr>
          <p:nvPr/>
        </p:nvSpPr>
        <p:spPr>
          <a:xfrm xmlns:a="http://schemas.openxmlformats.org/drawingml/2006/main">
            <a:off x="4915245" y="5638800"/>
            <a:ext cx="69169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الحالي</a:t>
            </a:r>
          </a:p>
        </p:txBody>
      </p:sp>
    </p:spTree>
    <p:extLst>
      <p:ext uri="{BB962C8B-B14F-4D97-AF65-F5344CB8AC3E}">
        <p14:creationId xmlns:p14="http://schemas.microsoft.com/office/powerpoint/2010/main" val="1376297106"/>
      </p:ext>
    </p:extLst>
  </p:cSld>
</p:sld>
</file>

<file path=ppt/slides/slide1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8" name="text-440">
            <a:extLst xmlns:a="http://schemas.openxmlformats.org/drawingml/2006/main">
              <a:ext uri="{FF2B5EF4-FFF2-40B4-BE49-F238E27FC236}">
                <a16:creationId xmlns:a16="http://schemas.microsoft.com/office/drawing/2014/main" id="{E7222925-CD78-429D-90C8-BD9201C49EED}"/>
              </a:ext>
            </a:extLst>
          </p:cNvPr>
          <p:cNvSpPr>
            <a:spLocks xmlns:a="http://schemas.openxmlformats.org/drawingml/2006/main" noGrp="1"/>
          </p:cNvSpPr>
          <p:nvPr/>
        </p:nvSpPr>
        <p:spPr>
          <a:xfrm xmlns:a="http://schemas.openxmlformats.org/drawingml/2006/main">
            <a:off x="9565279" y="457200"/>
            <a:ext cx="20171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التخصيص</a:t>
            </a:r>
          </a:p>
        </p:txBody>
      </p:sp>
      <p:sp>
        <p:nvSpPr>
          <p:cNvPr id="2" name="text-441">
            <a:extLst xmlns:a="http://schemas.openxmlformats.org/drawingml/2006/main">
              <a:ext uri="{FF2B5EF4-FFF2-40B4-BE49-F238E27FC236}">
                <a16:creationId xmlns:a16="http://schemas.microsoft.com/office/drawing/2014/main" id="{440F5CF8-7437-4FEB-A4E8-FE1B789DD7F8}"/>
              </a:ext>
            </a:extLst>
          </p:cNvPr>
          <p:cNvSpPr>
            <a:spLocks xmlns:a="http://schemas.openxmlformats.org/drawingml/2006/main" noGrp="1"/>
          </p:cNvSpPr>
          <p:nvPr/>
        </p:nvSpPr>
        <p:spPr>
          <a:xfrm xmlns:a="http://schemas.openxmlformats.org/drawingml/2006/main">
            <a:off x="7683254" y="457200"/>
            <a:ext cx="1781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المعرفي</a:t>
            </a:r>
          </a:p>
        </p:txBody>
      </p:sp>
      <p:sp>
        <p:nvSpPr>
          <p:cNvPr id="3" name="text-442">
            <a:extLst xmlns:a="http://schemas.openxmlformats.org/drawingml/2006/main">
              <a:ext uri="{FF2B5EF4-FFF2-40B4-BE49-F238E27FC236}">
                <a16:creationId xmlns:a16="http://schemas.microsoft.com/office/drawing/2014/main" id="{3ACE6C39-8606-4A3E-ADFC-C183AB7DEEC0}"/>
              </a:ext>
            </a:extLst>
          </p:cNvPr>
          <p:cNvSpPr>
            <a:spLocks xmlns:a="http://schemas.openxmlformats.org/drawingml/2006/main" noGrp="1"/>
          </p:cNvSpPr>
          <p:nvPr/>
        </p:nvSpPr>
        <p:spPr>
          <a:xfrm xmlns:a="http://schemas.openxmlformats.org/drawingml/2006/main">
            <a:off x="6593708" y="457200"/>
            <a:ext cx="9885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بأدلة</a:t>
            </a:r>
          </a:p>
        </p:txBody>
      </p:sp>
      <p:sp>
        <p:nvSpPr>
          <p:cNvPr id="4" name="text-443">
            <a:extLst xmlns:a="http://schemas.openxmlformats.org/drawingml/2006/main">
              <a:ext uri="{FF2B5EF4-FFF2-40B4-BE49-F238E27FC236}">
                <a16:creationId xmlns:a16="http://schemas.microsoft.com/office/drawing/2014/main" id="{32BE76F8-2505-442E-9900-F22D9153FA89}"/>
              </a:ext>
            </a:extLst>
          </p:cNvPr>
          <p:cNvSpPr>
            <a:spLocks xmlns:a="http://schemas.openxmlformats.org/drawingml/2006/main" noGrp="1"/>
          </p:cNvSpPr>
          <p:nvPr/>
        </p:nvSpPr>
        <p:spPr>
          <a:xfrm xmlns:a="http://schemas.openxmlformats.org/drawingml/2006/main">
            <a:off x="5484350"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قابلة</a:t>
            </a:r>
          </a:p>
        </p:txBody>
      </p:sp>
      <p:sp>
        <p:nvSpPr>
          <p:cNvPr id="5" name="text-444">
            <a:extLst xmlns:a="http://schemas.openxmlformats.org/drawingml/2006/main">
              <a:ext uri="{FF2B5EF4-FFF2-40B4-BE49-F238E27FC236}">
                <a16:creationId xmlns:a16="http://schemas.microsoft.com/office/drawing/2014/main" id="{860E2FCA-F011-46D2-9D9D-C26E4CE0E286}"/>
              </a:ext>
            </a:extLst>
          </p:cNvPr>
          <p:cNvSpPr>
            <a:spLocks xmlns:a="http://schemas.openxmlformats.org/drawingml/2006/main" noGrp="1"/>
          </p:cNvSpPr>
          <p:nvPr/>
        </p:nvSpPr>
        <p:spPr>
          <a:xfrm xmlns:a="http://schemas.openxmlformats.org/drawingml/2006/main">
            <a:off x="3837988"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للفحص</a:t>
            </a:r>
          </a:p>
        </p:txBody>
      </p:sp>
      <p:sp>
        <p:nvSpPr>
          <p:cNvPr id="6" name="shape-445">
            <a:extLst xmlns:a="http://schemas.openxmlformats.org/drawingml/2006/main">
              <a:ext uri="{FF2B5EF4-FFF2-40B4-BE49-F238E27FC236}">
                <a16:creationId xmlns:a16="http://schemas.microsoft.com/office/drawing/2014/main" id="{AE50EF5D-0C86-41C1-87D2-6B4792266894}"/>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46">
            <a:extLst xmlns:a="http://schemas.openxmlformats.org/drawingml/2006/main">
              <a:ext uri="{FF2B5EF4-FFF2-40B4-BE49-F238E27FC236}">
                <a16:creationId xmlns:a16="http://schemas.microsoft.com/office/drawing/2014/main" id="{1EE1A276-1DFE-4ACC-8068-39829E17A878}"/>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47">
            <a:extLst xmlns:a="http://schemas.openxmlformats.org/drawingml/2006/main">
              <a:ext uri="{FF2B5EF4-FFF2-40B4-BE49-F238E27FC236}">
                <a16:creationId xmlns:a16="http://schemas.microsoft.com/office/drawing/2014/main" id="{DAC8E34F-E7EF-43A3-9DF3-65659D2981D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48">
            <a:extLst xmlns:a="http://schemas.openxmlformats.org/drawingml/2006/main">
              <a:ext uri="{FF2B5EF4-FFF2-40B4-BE49-F238E27FC236}">
                <a16:creationId xmlns:a16="http://schemas.microsoft.com/office/drawing/2014/main" id="{14EC26D7-78C1-4074-8DF8-F4665E1AB4E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49">
            <a:extLst xmlns:a="http://schemas.openxmlformats.org/drawingml/2006/main">
              <a:ext uri="{FF2B5EF4-FFF2-40B4-BE49-F238E27FC236}">
                <a16:creationId xmlns:a16="http://schemas.microsoft.com/office/drawing/2014/main" id="{289AE12E-F140-4409-98AC-AABBAD5D7209}"/>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450">
            <a:extLst xmlns:a="http://schemas.openxmlformats.org/drawingml/2006/main">
              <a:ext uri="{FF2B5EF4-FFF2-40B4-BE49-F238E27FC236}">
                <a16:creationId xmlns:a16="http://schemas.microsoft.com/office/drawing/2014/main" id="{D4734A6C-2ABA-45B8-9188-AAF2A2EDFCAC}"/>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451">
            <a:extLst xmlns:a="http://schemas.openxmlformats.org/drawingml/2006/main">
              <a:ext uri="{FF2B5EF4-FFF2-40B4-BE49-F238E27FC236}">
                <a16:creationId xmlns:a16="http://schemas.microsoft.com/office/drawing/2014/main" id="{A162553B-FE69-48F8-BC2A-F21398E909EB}"/>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52">
            <a:extLst xmlns:a="http://schemas.openxmlformats.org/drawingml/2006/main">
              <a:ext uri="{FF2B5EF4-FFF2-40B4-BE49-F238E27FC236}">
                <a16:creationId xmlns:a16="http://schemas.microsoft.com/office/drawing/2014/main" id="{F41D26B5-DFE2-44C9-8D21-3A858BC62E78}"/>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12</a:t>
            </a:r>
          </a:p>
        </p:txBody>
      </p:sp>
      <p:sp>
        <p:nvSpPr>
          <p:cNvPr id="14" name="text-453">
            <a:extLst xmlns:a="http://schemas.openxmlformats.org/drawingml/2006/main">
              <a:ext uri="{FF2B5EF4-FFF2-40B4-BE49-F238E27FC236}">
                <a16:creationId xmlns:a16="http://schemas.microsoft.com/office/drawing/2014/main" id="{F261D4A9-12E6-4B6A-A69B-B5F164FD4224}"/>
              </a:ext>
            </a:extLst>
          </p:cNvPr>
          <p:cNvSpPr>
            <a:spLocks xmlns:a="http://schemas.openxmlformats.org/drawingml/2006/main" noGrp="1"/>
          </p:cNvSpPr>
          <p:nvPr/>
        </p:nvSpPr>
        <p:spPr>
          <a:xfrm xmlns:a="http://schemas.openxmlformats.org/drawingml/2006/main">
            <a:off x="8956358" y="1647825"/>
            <a:ext cx="2626043"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٢٠٬٦٢٢</a:t>
            </a:r>
          </a:p>
        </p:txBody>
      </p:sp>
      <p:sp>
        <p:nvSpPr>
          <p:cNvPr id="15" name="text-454">
            <a:extLst xmlns:a="http://schemas.openxmlformats.org/drawingml/2006/main">
              <a:ext uri="{FF2B5EF4-FFF2-40B4-BE49-F238E27FC236}">
                <a16:creationId xmlns:a16="http://schemas.microsoft.com/office/drawing/2014/main" id="{95097695-D852-4007-8341-A835522D39B2}"/>
              </a:ext>
            </a:extLst>
          </p:cNvPr>
          <p:cNvSpPr>
            <a:spLocks xmlns:a="http://schemas.openxmlformats.org/drawingml/2006/main" noGrp="1"/>
          </p:cNvSpPr>
          <p:nvPr/>
        </p:nvSpPr>
        <p:spPr>
          <a:xfrm xmlns:a="http://schemas.openxmlformats.org/drawingml/2006/main">
            <a:off x="10948787" y="2714625"/>
            <a:ext cx="63361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وحدة</a:t>
            </a:r>
          </a:p>
        </p:txBody>
      </p:sp>
      <p:sp>
        <p:nvSpPr>
          <p:cNvPr id="16" name="text-455">
            <a:extLst xmlns:a="http://schemas.openxmlformats.org/drawingml/2006/main">
              <a:ext uri="{FF2B5EF4-FFF2-40B4-BE49-F238E27FC236}">
                <a16:creationId xmlns:a16="http://schemas.microsoft.com/office/drawing/2014/main" id="{BFF43CD2-DA17-48D9-AE1B-BCAF9D194970}"/>
              </a:ext>
            </a:extLst>
          </p:cNvPr>
          <p:cNvSpPr>
            <a:spLocks xmlns:a="http://schemas.openxmlformats.org/drawingml/2006/main" noGrp="1"/>
          </p:cNvSpPr>
          <p:nvPr/>
        </p:nvSpPr>
        <p:spPr>
          <a:xfrm xmlns:a="http://schemas.openxmlformats.org/drawingml/2006/main">
            <a:off x="10443064" y="2714625"/>
            <a:ext cx="438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في</a:t>
            </a:r>
          </a:p>
        </p:txBody>
      </p:sp>
      <p:sp>
        <p:nvSpPr>
          <p:cNvPr id="17" name="text-456">
            <a:extLst xmlns:a="http://schemas.openxmlformats.org/drawingml/2006/main">
              <a:ext uri="{FF2B5EF4-FFF2-40B4-BE49-F238E27FC236}">
                <a16:creationId xmlns:a16="http://schemas.microsoft.com/office/drawing/2014/main" id="{B53BAD43-3DA4-45BE-9355-DE2A3C117A4C}"/>
              </a:ext>
            </a:extLst>
          </p:cNvPr>
          <p:cNvSpPr>
            <a:spLocks xmlns:a="http://schemas.openxmlformats.org/drawingml/2006/main" noGrp="1"/>
          </p:cNvSpPr>
          <p:nvPr/>
        </p:nvSpPr>
        <p:spPr>
          <a:xfrm xmlns:a="http://schemas.openxmlformats.org/drawingml/2006/main">
            <a:off x="9702962" y="2714625"/>
            <a:ext cx="6728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إيصال</a:t>
            </a:r>
          </a:p>
        </p:txBody>
      </p:sp>
      <p:sp>
        <p:nvSpPr>
          <p:cNvPr id="18" name="text-457">
            <a:extLst xmlns:a="http://schemas.openxmlformats.org/drawingml/2006/main">
              <a:ext uri="{FF2B5EF4-FFF2-40B4-BE49-F238E27FC236}">
                <a16:creationId xmlns:a16="http://schemas.microsoft.com/office/drawing/2014/main" id="{2E492359-D70B-40A9-8276-313CDCECF4AA}"/>
              </a:ext>
            </a:extLst>
          </p:cNvPr>
          <p:cNvSpPr>
            <a:spLocks xmlns:a="http://schemas.openxmlformats.org/drawingml/2006/main" noGrp="1"/>
          </p:cNvSpPr>
          <p:nvPr/>
        </p:nvSpPr>
        <p:spPr>
          <a:xfrm xmlns:a="http://schemas.openxmlformats.org/drawingml/2006/main">
            <a:off x="8812952" y="2714625"/>
            <a:ext cx="8227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تضمين</a:t>
            </a:r>
          </a:p>
        </p:txBody>
      </p:sp>
      <p:sp>
        <p:nvSpPr>
          <p:cNvPr id="19" name="text-458">
            <a:extLst xmlns:a="http://schemas.openxmlformats.org/drawingml/2006/main">
              <a:ext uri="{FF2B5EF4-FFF2-40B4-BE49-F238E27FC236}">
                <a16:creationId xmlns:a16="http://schemas.microsoft.com/office/drawing/2014/main" id="{8FE4E27C-D48D-436A-99B7-D1428E208F4F}"/>
              </a:ext>
            </a:extLst>
          </p:cNvPr>
          <p:cNvSpPr>
            <a:spLocks xmlns:a="http://schemas.openxmlformats.org/drawingml/2006/main" noGrp="1"/>
          </p:cNvSpPr>
          <p:nvPr/>
        </p:nvSpPr>
        <p:spPr>
          <a:xfrm xmlns:a="http://schemas.openxmlformats.org/drawingml/2006/main">
            <a:off x="7884091" y="2714625"/>
            <a:ext cx="86161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تاريخي</a:t>
            </a:r>
          </a:p>
        </p:txBody>
      </p:sp>
      <p:sp>
        <p:nvSpPr>
          <p:cNvPr id="20" name="text-459">
            <a:extLst xmlns:a="http://schemas.openxmlformats.org/drawingml/2006/main">
              <a:ext uri="{FF2B5EF4-FFF2-40B4-BE49-F238E27FC236}">
                <a16:creationId xmlns:a16="http://schemas.microsoft.com/office/drawing/2014/main" id="{60FE77A7-13EE-4232-9F68-5B380F6522B4}"/>
              </a:ext>
            </a:extLst>
          </p:cNvPr>
          <p:cNvSpPr>
            <a:spLocks xmlns:a="http://schemas.openxmlformats.org/drawingml/2006/main" noGrp="1"/>
          </p:cNvSpPr>
          <p:nvPr/>
        </p:nvSpPr>
        <p:spPr>
          <a:xfrm xmlns:a="http://schemas.openxmlformats.org/drawingml/2006/main">
            <a:off x="10859019" y="3362325"/>
            <a:ext cx="723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فهرس</a:t>
            </a:r>
          </a:p>
        </p:txBody>
      </p:sp>
      <p:sp>
        <p:nvSpPr>
          <p:cNvPr id="21" name="text-460">
            <a:extLst xmlns:a="http://schemas.openxmlformats.org/drawingml/2006/main">
              <a:ext uri="{FF2B5EF4-FFF2-40B4-BE49-F238E27FC236}">
                <a16:creationId xmlns:a16="http://schemas.microsoft.com/office/drawing/2014/main" id="{3286E01A-8AFC-4675-B7AD-EE26128EE75E}"/>
              </a:ext>
            </a:extLst>
          </p:cNvPr>
          <p:cNvSpPr>
            <a:spLocks xmlns:a="http://schemas.openxmlformats.org/drawingml/2006/main" noGrp="1"/>
          </p:cNvSpPr>
          <p:nvPr/>
        </p:nvSpPr>
        <p:spPr>
          <a:xfrm xmlns:a="http://schemas.openxmlformats.org/drawingml/2006/main">
            <a:off x="9913597" y="3362325"/>
            <a:ext cx="8840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متجهات</a:t>
            </a:r>
          </a:p>
        </p:txBody>
      </p:sp>
      <p:sp>
        <p:nvSpPr>
          <p:cNvPr id="22" name="text-461">
            <a:extLst xmlns:a="http://schemas.openxmlformats.org/drawingml/2006/main">
              <a:ext uri="{FF2B5EF4-FFF2-40B4-BE49-F238E27FC236}">
                <a16:creationId xmlns:a16="http://schemas.microsoft.com/office/drawing/2014/main" id="{9F5C7CC1-D265-4912-97B2-08F71B7D2C7C}"/>
              </a:ext>
            </a:extLst>
          </p:cNvPr>
          <p:cNvSpPr>
            <a:spLocks xmlns:a="http://schemas.openxmlformats.org/drawingml/2006/main" noGrp="1"/>
          </p:cNvSpPr>
          <p:nvPr/>
        </p:nvSpPr>
        <p:spPr>
          <a:xfrm xmlns:a="http://schemas.openxmlformats.org/drawingml/2006/main">
            <a:off x="9018406" y="3362325"/>
            <a:ext cx="83385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وفهرس</a:t>
            </a:r>
          </a:p>
        </p:txBody>
      </p:sp>
      <p:sp>
        <p:nvSpPr>
          <p:cNvPr id="23" name="text-462">
            <a:extLst xmlns:a="http://schemas.openxmlformats.org/drawingml/2006/main">
              <a:ext uri="{FF2B5EF4-FFF2-40B4-BE49-F238E27FC236}">
                <a16:creationId xmlns:a16="http://schemas.microsoft.com/office/drawing/2014/main" id="{D2E7AF03-5C27-44B8-87D9-102EB8244C1D}"/>
              </a:ext>
            </a:extLst>
          </p:cNvPr>
          <p:cNvSpPr>
            <a:spLocks xmlns:a="http://schemas.openxmlformats.org/drawingml/2006/main" noGrp="1"/>
          </p:cNvSpPr>
          <p:nvPr/>
        </p:nvSpPr>
        <p:spPr>
          <a:xfrm xmlns:a="http://schemas.openxmlformats.org/drawingml/2006/main">
            <a:off x="8377510" y="3362325"/>
            <a:ext cx="57955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نصي</a:t>
            </a:r>
          </a:p>
        </p:txBody>
      </p:sp>
      <p:sp>
        <p:nvSpPr>
          <p:cNvPr id="24" name="text-463">
            <a:extLst xmlns:a="http://schemas.openxmlformats.org/drawingml/2006/main">
              <a:ext uri="{FF2B5EF4-FFF2-40B4-BE49-F238E27FC236}">
                <a16:creationId xmlns:a16="http://schemas.microsoft.com/office/drawing/2014/main" id="{582C7956-3B70-4210-9CE3-78F9A78FC028}"/>
              </a:ext>
            </a:extLst>
          </p:cNvPr>
          <p:cNvSpPr>
            <a:spLocks xmlns:a="http://schemas.openxmlformats.org/drawingml/2006/main" noGrp="1"/>
          </p:cNvSpPr>
          <p:nvPr/>
        </p:nvSpPr>
        <p:spPr>
          <a:xfrm xmlns:a="http://schemas.openxmlformats.org/drawingml/2006/main">
            <a:off x="7610251" y="3362325"/>
            <a:ext cx="7059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مثبتان</a:t>
            </a:r>
          </a:p>
        </p:txBody>
      </p:sp>
      <p:sp>
        <p:nvSpPr>
          <p:cNvPr id="25" name="text-464">
            <a:extLst xmlns:a="http://schemas.openxmlformats.org/drawingml/2006/main">
              <a:ext uri="{FF2B5EF4-FFF2-40B4-BE49-F238E27FC236}">
                <a16:creationId xmlns:a16="http://schemas.microsoft.com/office/drawing/2014/main" id="{76BF2514-2296-4DEC-B659-1E0F61401342}"/>
              </a:ext>
            </a:extLst>
          </p:cNvPr>
          <p:cNvSpPr>
            <a:spLocks xmlns:a="http://schemas.openxmlformats.org/drawingml/2006/main" noGrp="1"/>
          </p:cNvSpPr>
          <p:nvPr/>
        </p:nvSpPr>
        <p:spPr>
          <a:xfrm xmlns:a="http://schemas.openxmlformats.org/drawingml/2006/main">
            <a:off x="4203916" y="1647825"/>
            <a:ext cx="977684"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٢٣</a:t>
            </a:r>
          </a:p>
        </p:txBody>
      </p:sp>
      <p:sp>
        <p:nvSpPr>
          <p:cNvPr id="26" name="text-465">
            <a:extLst xmlns:a="http://schemas.openxmlformats.org/drawingml/2006/main">
              <a:ext uri="{FF2B5EF4-FFF2-40B4-BE49-F238E27FC236}">
                <a16:creationId xmlns:a16="http://schemas.microsoft.com/office/drawing/2014/main" id="{B0CB40DB-EE8D-4AD8-8429-835BE46E49E0}"/>
              </a:ext>
            </a:extLst>
          </p:cNvPr>
          <p:cNvSpPr>
            <a:spLocks xmlns:a="http://schemas.openxmlformats.org/drawingml/2006/main" noGrp="1"/>
          </p:cNvSpPr>
          <p:nvPr/>
        </p:nvSpPr>
        <p:spPr>
          <a:xfrm xmlns:a="http://schemas.openxmlformats.org/drawingml/2006/main">
            <a:off x="4641190" y="2714625"/>
            <a:ext cx="5404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مثالًا</a:t>
            </a:r>
          </a:p>
        </p:txBody>
      </p:sp>
      <p:sp>
        <p:nvSpPr>
          <p:cNvPr id="27" name="text-466">
            <a:extLst xmlns:a="http://schemas.openxmlformats.org/drawingml/2006/main">
              <a:ext uri="{FF2B5EF4-FFF2-40B4-BE49-F238E27FC236}">
                <a16:creationId xmlns:a16="http://schemas.microsoft.com/office/drawing/2014/main" id="{4CDDA0F0-7EB8-404F-A612-0DA2499A93A0}"/>
              </a:ext>
            </a:extLst>
          </p:cNvPr>
          <p:cNvSpPr>
            <a:spLocks xmlns:a="http://schemas.openxmlformats.org/drawingml/2006/main" noGrp="1"/>
          </p:cNvSpPr>
          <p:nvPr/>
        </p:nvSpPr>
        <p:spPr>
          <a:xfrm xmlns:a="http://schemas.openxmlformats.org/drawingml/2006/main">
            <a:off x="3764031" y="2714625"/>
            <a:ext cx="80991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منتقى</a:t>
            </a:r>
          </a:p>
        </p:txBody>
      </p:sp>
      <p:sp>
        <p:nvSpPr>
          <p:cNvPr id="28" name="text-467">
            <a:extLst xmlns:a="http://schemas.openxmlformats.org/drawingml/2006/main">
              <a:ext uri="{FF2B5EF4-FFF2-40B4-BE49-F238E27FC236}">
                <a16:creationId xmlns:a16="http://schemas.microsoft.com/office/drawing/2014/main" id="{ACD08554-59FB-402A-A5D8-FADA3E21EF3F}"/>
              </a:ext>
            </a:extLst>
          </p:cNvPr>
          <p:cNvSpPr>
            <a:spLocks xmlns:a="http://schemas.openxmlformats.org/drawingml/2006/main" noGrp="1"/>
          </p:cNvSpPr>
          <p:nvPr/>
        </p:nvSpPr>
        <p:spPr>
          <a:xfrm xmlns:a="http://schemas.openxmlformats.org/drawingml/2006/main">
            <a:off x="3299415" y="2714625"/>
            <a:ext cx="3973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a:t>
            </a:r>
          </a:p>
        </p:txBody>
      </p:sp>
      <p:sp>
        <p:nvSpPr>
          <p:cNvPr id="29" name="text-468">
            <a:extLst xmlns:a="http://schemas.openxmlformats.org/drawingml/2006/main">
              <a:ext uri="{FF2B5EF4-FFF2-40B4-BE49-F238E27FC236}">
                <a16:creationId xmlns:a16="http://schemas.microsoft.com/office/drawing/2014/main" id="{F23DB1A8-19DB-4B21-B793-653A0632CDD0}"/>
              </a:ext>
            </a:extLst>
          </p:cNvPr>
          <p:cNvSpPr>
            <a:spLocks xmlns:a="http://schemas.openxmlformats.org/drawingml/2006/main" noGrp="1"/>
          </p:cNvSpPr>
          <p:nvPr/>
        </p:nvSpPr>
        <p:spPr>
          <a:xfrm xmlns:a="http://schemas.openxmlformats.org/drawingml/2006/main">
            <a:off x="2271662" y="2714625"/>
            <a:ext cx="96050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تخصيص</a:t>
            </a:r>
          </a:p>
        </p:txBody>
      </p:sp>
      <p:sp>
        <p:nvSpPr>
          <p:cNvPr id="30" name="text-469">
            <a:extLst xmlns:a="http://schemas.openxmlformats.org/drawingml/2006/main">
              <a:ext uri="{FF2B5EF4-FFF2-40B4-BE49-F238E27FC236}">
                <a16:creationId xmlns:a16="http://schemas.microsoft.com/office/drawing/2014/main" id="{81B30533-5797-40EA-B386-7B6A441A2B0B}"/>
              </a:ext>
            </a:extLst>
          </p:cNvPr>
          <p:cNvSpPr>
            <a:spLocks xmlns:a="http://schemas.openxmlformats.org/drawingml/2006/main" noGrp="1"/>
          </p:cNvSpPr>
          <p:nvPr/>
        </p:nvSpPr>
        <p:spPr>
          <a:xfrm xmlns:a="http://schemas.openxmlformats.org/drawingml/2006/main">
            <a:off x="1654685" y="2714625"/>
            <a:ext cx="54973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النية</a:t>
            </a:r>
          </a:p>
        </p:txBody>
      </p:sp>
      <p:sp>
        <p:nvSpPr>
          <p:cNvPr id="31" name="text-470">
            <a:extLst xmlns:a="http://schemas.openxmlformats.org/drawingml/2006/main">
              <a:ext uri="{FF2B5EF4-FFF2-40B4-BE49-F238E27FC236}">
                <a16:creationId xmlns:a16="http://schemas.microsoft.com/office/drawing/2014/main" id="{221B6FB6-DE81-4F10-8C6A-207E3312FBEE}"/>
              </a:ext>
            </a:extLst>
          </p:cNvPr>
          <p:cNvSpPr>
            <a:spLocks xmlns:a="http://schemas.openxmlformats.org/drawingml/2006/main" noGrp="1"/>
          </p:cNvSpPr>
          <p:nvPr/>
        </p:nvSpPr>
        <p:spPr>
          <a:xfrm xmlns:a="http://schemas.openxmlformats.org/drawingml/2006/main">
            <a:off x="4863992" y="3362325"/>
            <a:ext cx="3176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a:t>
            </a:r>
          </a:p>
        </p:txBody>
      </p:sp>
      <p:sp>
        <p:nvSpPr>
          <p:cNvPr id="32" name="text-471">
            <a:extLst xmlns:a="http://schemas.openxmlformats.org/drawingml/2006/main">
              <a:ext uri="{FF2B5EF4-FFF2-40B4-BE49-F238E27FC236}">
                <a16:creationId xmlns:a16="http://schemas.microsoft.com/office/drawing/2014/main" id="{2828F630-6926-424E-95CB-17562CAA6174}"/>
              </a:ext>
            </a:extLst>
          </p:cNvPr>
          <p:cNvSpPr>
            <a:spLocks xmlns:a="http://schemas.openxmlformats.org/drawingml/2006/main" noGrp="1"/>
          </p:cNvSpPr>
          <p:nvPr/>
        </p:nvSpPr>
        <p:spPr>
          <a:xfrm xmlns:a="http://schemas.openxmlformats.org/drawingml/2006/main">
            <a:off x="4201816" y="3362325"/>
            <a:ext cx="60378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منشأ</a:t>
            </a:r>
          </a:p>
        </p:txBody>
      </p:sp>
      <p:sp>
        <p:nvSpPr>
          <p:cNvPr id="33" name="text-472">
            <a:extLst xmlns:a="http://schemas.openxmlformats.org/drawingml/2006/main">
              <a:ext uri="{FF2B5EF4-FFF2-40B4-BE49-F238E27FC236}">
                <a16:creationId xmlns:a16="http://schemas.microsoft.com/office/drawing/2014/main" id="{B6A0E9C2-1109-4427-9147-F92958A942F8}"/>
              </a:ext>
            </a:extLst>
          </p:cNvPr>
          <p:cNvSpPr>
            <a:spLocks xmlns:a="http://schemas.openxmlformats.org/drawingml/2006/main" noGrp="1"/>
          </p:cNvSpPr>
          <p:nvPr/>
        </p:nvSpPr>
        <p:spPr>
          <a:xfrm xmlns:a="http://schemas.openxmlformats.org/drawingml/2006/main">
            <a:off x="3565540" y="3362325"/>
            <a:ext cx="577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واضح</a:t>
            </a:r>
          </a:p>
        </p:txBody>
      </p:sp>
      <p:sp>
        <p:nvSpPr>
          <p:cNvPr id="34" name="text-473">
            <a:extLst xmlns:a="http://schemas.openxmlformats.org/drawingml/2006/main">
              <a:ext uri="{FF2B5EF4-FFF2-40B4-BE49-F238E27FC236}">
                <a16:creationId xmlns:a16="http://schemas.microsoft.com/office/drawing/2014/main" id="{BCAAC732-6AB8-4F4F-B1FA-B4FE6C7F83EA}"/>
              </a:ext>
            </a:extLst>
          </p:cNvPr>
          <p:cNvSpPr>
            <a:spLocks xmlns:a="http://schemas.openxmlformats.org/drawingml/2006/main" noGrp="1"/>
          </p:cNvSpPr>
          <p:nvPr/>
        </p:nvSpPr>
        <p:spPr>
          <a:xfrm xmlns:a="http://schemas.openxmlformats.org/drawingml/2006/main">
            <a:off x="2876286" y="3362325"/>
            <a:ext cx="6308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ونتائج</a:t>
            </a:r>
          </a:p>
        </p:txBody>
      </p:sp>
      <p:sp>
        <p:nvSpPr>
          <p:cNvPr id="35" name="text-474">
            <a:extLst xmlns:a="http://schemas.openxmlformats.org/drawingml/2006/main">
              <a:ext uri="{FF2B5EF4-FFF2-40B4-BE49-F238E27FC236}">
                <a16:creationId xmlns:a16="http://schemas.microsoft.com/office/drawing/2014/main" id="{122F73FA-93AC-4DD4-A1B9-09763B221ADA}"/>
              </a:ext>
            </a:extLst>
          </p:cNvPr>
          <p:cNvSpPr>
            <a:spLocks xmlns:a="http://schemas.openxmlformats.org/drawingml/2006/main" noGrp="1"/>
          </p:cNvSpPr>
          <p:nvPr/>
        </p:nvSpPr>
        <p:spPr>
          <a:xfrm xmlns:a="http://schemas.openxmlformats.org/drawingml/2006/main">
            <a:off x="2140333" y="3362325"/>
            <a:ext cx="6775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وحدود</a:t>
            </a:r>
          </a:p>
        </p:txBody>
      </p:sp>
      <p:sp>
        <p:nvSpPr>
          <p:cNvPr id="36" name="text-475">
            <a:extLst xmlns:a="http://schemas.openxmlformats.org/drawingml/2006/main">
              <a:ext uri="{FF2B5EF4-FFF2-40B4-BE49-F238E27FC236}">
                <a16:creationId xmlns:a16="http://schemas.microsoft.com/office/drawing/2014/main" id="{12B67986-5CDD-4756-AF9E-D941E7226E97}"/>
              </a:ext>
            </a:extLst>
          </p:cNvPr>
          <p:cNvSpPr>
            <a:spLocks xmlns:a="http://schemas.openxmlformats.org/drawingml/2006/main" noGrp="1"/>
          </p:cNvSpPr>
          <p:nvPr/>
        </p:nvSpPr>
        <p:spPr>
          <a:xfrm xmlns:a="http://schemas.openxmlformats.org/drawingml/2006/main">
            <a:off x="1465011" y="3362325"/>
            <a:ext cx="6169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معلنة</a:t>
            </a:r>
          </a:p>
        </p:txBody>
      </p:sp>
      <p:sp>
        <p:nvSpPr>
          <p:cNvPr id="37" name="text-476">
            <a:extLst xmlns:a="http://schemas.openxmlformats.org/drawingml/2006/main">
              <a:ext uri="{FF2B5EF4-FFF2-40B4-BE49-F238E27FC236}">
                <a16:creationId xmlns:a16="http://schemas.microsoft.com/office/drawing/2014/main" id="{9C3EF9C7-CDA5-4E1C-BC7A-83F4A1D6F733}"/>
              </a:ext>
            </a:extLst>
          </p:cNvPr>
          <p:cNvSpPr>
            <a:spLocks xmlns:a="http://schemas.openxmlformats.org/drawingml/2006/main" noGrp="1"/>
          </p:cNvSpPr>
          <p:nvPr/>
        </p:nvSpPr>
        <p:spPr>
          <a:xfrm xmlns:a="http://schemas.openxmlformats.org/drawingml/2006/main">
            <a:off x="10863140" y="4657725"/>
            <a:ext cx="71926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جودة</a:t>
            </a:r>
          </a:p>
        </p:txBody>
      </p:sp>
      <p:sp>
        <p:nvSpPr>
          <p:cNvPr id="38" name="text-477">
            <a:extLst xmlns:a="http://schemas.openxmlformats.org/drawingml/2006/main">
              <a:ext uri="{FF2B5EF4-FFF2-40B4-BE49-F238E27FC236}">
                <a16:creationId xmlns:a16="http://schemas.microsoft.com/office/drawing/2014/main" id="{B04F66FE-6C26-41FD-9FC2-1530C0537671}"/>
              </a:ext>
            </a:extLst>
          </p:cNvPr>
          <p:cNvSpPr>
            <a:spLocks xmlns:a="http://schemas.openxmlformats.org/drawingml/2006/main" noGrp="1"/>
          </p:cNvSpPr>
          <p:nvPr/>
        </p:nvSpPr>
        <p:spPr>
          <a:xfrm xmlns:a="http://schemas.openxmlformats.org/drawingml/2006/main">
            <a:off x="9355501" y="4657725"/>
            <a:ext cx="142543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الاسترجاع</a:t>
            </a:r>
          </a:p>
        </p:txBody>
      </p:sp>
      <p:sp>
        <p:nvSpPr>
          <p:cNvPr id="39" name="text-478">
            <a:extLst xmlns:a="http://schemas.openxmlformats.org/drawingml/2006/main">
              <a:ext uri="{FF2B5EF4-FFF2-40B4-BE49-F238E27FC236}">
                <a16:creationId xmlns:a16="http://schemas.microsoft.com/office/drawing/2014/main" id="{B06AEBF4-5E39-403F-9B76-D2DA6908C2FE}"/>
              </a:ext>
            </a:extLst>
          </p:cNvPr>
          <p:cNvSpPr>
            <a:spLocks xmlns:a="http://schemas.openxmlformats.org/drawingml/2006/main" noGrp="1"/>
          </p:cNvSpPr>
          <p:nvPr/>
        </p:nvSpPr>
        <p:spPr>
          <a:xfrm xmlns:a="http://schemas.openxmlformats.org/drawingml/2006/main">
            <a:off x="8471531" y="4657725"/>
            <a:ext cx="80176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تُقاس</a:t>
            </a:r>
          </a:p>
        </p:txBody>
      </p:sp>
      <p:sp>
        <p:nvSpPr>
          <p:cNvPr id="40" name="text-479">
            <a:extLst xmlns:a="http://schemas.openxmlformats.org/drawingml/2006/main">
              <a:ext uri="{FF2B5EF4-FFF2-40B4-BE49-F238E27FC236}">
                <a16:creationId xmlns:a16="http://schemas.microsoft.com/office/drawing/2014/main" id="{671B8C7A-A91B-40B5-AFFC-266548CD789B}"/>
              </a:ext>
            </a:extLst>
          </p:cNvPr>
          <p:cNvSpPr>
            <a:spLocks xmlns:a="http://schemas.openxmlformats.org/drawingml/2006/main" noGrp="1"/>
          </p:cNvSpPr>
          <p:nvPr/>
        </p:nvSpPr>
        <p:spPr>
          <a:xfrm xmlns:a="http://schemas.openxmlformats.org/drawingml/2006/main">
            <a:off x="7233394" y="4657725"/>
            <a:ext cx="115593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مستقلة</a:t>
            </a:r>
          </a:p>
        </p:txBody>
      </p:sp>
      <p:sp>
        <p:nvSpPr>
          <p:cNvPr id="41" name="text-480">
            <a:extLst xmlns:a="http://schemas.openxmlformats.org/drawingml/2006/main">
              <a:ext uri="{FF2B5EF4-FFF2-40B4-BE49-F238E27FC236}">
                <a16:creationId xmlns:a16="http://schemas.microsoft.com/office/drawing/2014/main" id="{D6F3D5B3-8EF6-486A-9401-F85C2B6877C7}"/>
              </a:ext>
            </a:extLst>
          </p:cNvPr>
          <p:cNvSpPr>
            <a:spLocks xmlns:a="http://schemas.openxmlformats.org/drawingml/2006/main" noGrp="1"/>
          </p:cNvSpPr>
          <p:nvPr/>
        </p:nvSpPr>
        <p:spPr>
          <a:xfrm xmlns:a="http://schemas.openxmlformats.org/drawingml/2006/main">
            <a:off x="6664251" y="4657725"/>
            <a:ext cx="48694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عن</a:t>
            </a:r>
          </a:p>
        </p:txBody>
      </p:sp>
      <p:sp>
        <p:nvSpPr>
          <p:cNvPr id="42" name="text-481">
            <a:extLst xmlns:a="http://schemas.openxmlformats.org/drawingml/2006/main">
              <a:ext uri="{FF2B5EF4-FFF2-40B4-BE49-F238E27FC236}">
                <a16:creationId xmlns:a16="http://schemas.microsoft.com/office/drawing/2014/main" id="{C926F0B7-D9A4-4C5D-9C8F-84FD95880347}"/>
              </a:ext>
            </a:extLst>
          </p:cNvPr>
          <p:cNvSpPr>
            <a:spLocks xmlns:a="http://schemas.openxmlformats.org/drawingml/2006/main" noGrp="1"/>
          </p:cNvSpPr>
          <p:nvPr/>
        </p:nvSpPr>
        <p:spPr>
          <a:xfrm xmlns:a="http://schemas.openxmlformats.org/drawingml/2006/main">
            <a:off x="5872699" y="4657725"/>
            <a:ext cx="709351"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صحة</a:t>
            </a:r>
          </a:p>
        </p:txBody>
      </p:sp>
      <p:sp>
        <p:nvSpPr>
          <p:cNvPr id="43" name="text-482">
            <a:extLst xmlns:a="http://schemas.openxmlformats.org/drawingml/2006/main">
              <a:ext uri="{FF2B5EF4-FFF2-40B4-BE49-F238E27FC236}">
                <a16:creationId xmlns:a16="http://schemas.microsoft.com/office/drawing/2014/main" id="{43A8D221-8DF6-4F66-9FEC-AA5B17D73BB4}"/>
              </a:ext>
            </a:extLst>
          </p:cNvPr>
          <p:cNvSpPr>
            <a:spLocks xmlns:a="http://schemas.openxmlformats.org/drawingml/2006/main" noGrp="1"/>
          </p:cNvSpPr>
          <p:nvPr/>
        </p:nvSpPr>
        <p:spPr>
          <a:xfrm xmlns:a="http://schemas.openxmlformats.org/drawingml/2006/main">
            <a:off x="4853635" y="4657725"/>
            <a:ext cx="936863"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الجواب</a:t>
            </a:r>
          </a:p>
        </p:txBody>
      </p:sp>
      <p:sp>
        <p:nvSpPr>
          <p:cNvPr id="44" name="text-483">
            <a:extLst xmlns:a="http://schemas.openxmlformats.org/drawingml/2006/main">
              <a:ext uri="{FF2B5EF4-FFF2-40B4-BE49-F238E27FC236}">
                <a16:creationId xmlns:a16="http://schemas.microsoft.com/office/drawing/2014/main" id="{E3140D12-CAAF-44B7-A9F3-D867484966CC}"/>
              </a:ext>
            </a:extLst>
          </p:cNvPr>
          <p:cNvSpPr>
            <a:spLocks xmlns:a="http://schemas.openxmlformats.org/drawingml/2006/main" noGrp="1"/>
          </p:cNvSpPr>
          <p:nvPr/>
        </p:nvSpPr>
        <p:spPr>
          <a:xfrm xmlns:a="http://schemas.openxmlformats.org/drawingml/2006/main">
            <a:off x="10741094" y="5353050"/>
            <a:ext cx="84130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المراجع</a:t>
            </a:r>
          </a:p>
        </p:txBody>
      </p:sp>
      <p:sp>
        <p:nvSpPr>
          <p:cNvPr id="45" name="text-484">
            <a:extLst xmlns:a="http://schemas.openxmlformats.org/drawingml/2006/main">
              <a:ext uri="{FF2B5EF4-FFF2-40B4-BE49-F238E27FC236}">
                <a16:creationId xmlns:a16="http://schemas.microsoft.com/office/drawing/2014/main" id="{FEF91FD0-5623-4850-AD07-F76F3289807C}"/>
              </a:ext>
            </a:extLst>
          </p:cNvPr>
          <p:cNvSpPr>
            <a:spLocks xmlns:a="http://schemas.openxmlformats.org/drawingml/2006/main" noGrp="1"/>
          </p:cNvSpPr>
          <p:nvPr/>
        </p:nvSpPr>
        <p:spPr>
          <a:xfrm xmlns:a="http://schemas.openxmlformats.org/drawingml/2006/main">
            <a:off x="9934200" y="5353050"/>
            <a:ext cx="7455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تشمل</a:t>
            </a:r>
          </a:p>
        </p:txBody>
      </p:sp>
      <p:sp>
        <p:nvSpPr>
          <p:cNvPr id="46" name="text-485">
            <a:extLst xmlns:a="http://schemas.openxmlformats.org/drawingml/2006/main">
              <a:ext uri="{FF2B5EF4-FFF2-40B4-BE49-F238E27FC236}">
                <a16:creationId xmlns:a16="http://schemas.microsoft.com/office/drawing/2014/main" id="{918AA654-966B-484B-BBD7-45CF7B3D14B8}"/>
              </a:ext>
            </a:extLst>
          </p:cNvPr>
          <p:cNvSpPr>
            <a:spLocks xmlns:a="http://schemas.openxmlformats.org/drawingml/2006/main" noGrp="1"/>
          </p:cNvSpPr>
          <p:nvPr/>
        </p:nvSpPr>
        <p:spPr>
          <a:xfrm xmlns:a="http://schemas.openxmlformats.org/drawingml/2006/main">
            <a:off x="9391901" y="5353050"/>
            <a:ext cx="48095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مِقْرأ</a:t>
            </a:r>
          </a:p>
        </p:txBody>
      </p:sp>
      <p:sp>
        <p:nvSpPr>
          <p:cNvPr id="47" name="text-486">
            <a:extLst xmlns:a="http://schemas.openxmlformats.org/drawingml/2006/main">
              <a:ext uri="{FF2B5EF4-FFF2-40B4-BE49-F238E27FC236}">
                <a16:creationId xmlns:a16="http://schemas.microsoft.com/office/drawing/2014/main" id="{93551AB1-8609-4A7C-AA56-931BE6B1F715}"/>
              </a:ext>
            </a:extLst>
          </p:cNvPr>
          <p:cNvSpPr>
            <a:spLocks xmlns:a="http://schemas.openxmlformats.org/drawingml/2006/main" noGrp="1"/>
          </p:cNvSpPr>
          <p:nvPr/>
        </p:nvSpPr>
        <p:spPr>
          <a:xfrm xmlns:a="http://schemas.openxmlformats.org/drawingml/2006/main">
            <a:off x="8546942" y="5353050"/>
            <a:ext cx="78361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للدكتور</a:t>
            </a:r>
          </a:p>
        </p:txBody>
      </p:sp>
      <p:sp>
        <p:nvSpPr>
          <p:cNvPr id="48" name="text-487">
            <a:extLst xmlns:a="http://schemas.openxmlformats.org/drawingml/2006/main">
              <a:ext uri="{FF2B5EF4-FFF2-40B4-BE49-F238E27FC236}">
                <a16:creationId xmlns:a16="http://schemas.microsoft.com/office/drawing/2014/main" id="{DD8BBF8C-0C44-47D1-8422-7632FBA5BD81}"/>
              </a:ext>
            </a:extLst>
          </p:cNvPr>
          <p:cNvSpPr>
            <a:spLocks xmlns:a="http://schemas.openxmlformats.org/drawingml/2006/main" noGrp="1"/>
          </p:cNvSpPr>
          <p:nvPr/>
        </p:nvSpPr>
        <p:spPr>
          <a:xfrm xmlns:a="http://schemas.openxmlformats.org/drawingml/2006/main">
            <a:off x="7949311" y="5353050"/>
            <a:ext cx="53629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أيمن</a:t>
            </a:r>
          </a:p>
        </p:txBody>
      </p:sp>
      <p:sp>
        <p:nvSpPr>
          <p:cNvPr id="49" name="text-488">
            <a:extLst xmlns:a="http://schemas.openxmlformats.org/drawingml/2006/main">
              <a:ext uri="{FF2B5EF4-FFF2-40B4-BE49-F238E27FC236}">
                <a16:creationId xmlns:a16="http://schemas.microsoft.com/office/drawing/2014/main" id="{B9D20645-5679-455A-ADFA-9072CD35D973}"/>
              </a:ext>
            </a:extLst>
          </p:cNvPr>
          <p:cNvSpPr>
            <a:spLocks xmlns:a="http://schemas.openxmlformats.org/drawingml/2006/main" noGrp="1"/>
          </p:cNvSpPr>
          <p:nvPr/>
        </p:nvSpPr>
        <p:spPr>
          <a:xfrm xmlns:a="http://schemas.openxmlformats.org/drawingml/2006/main">
            <a:off x="7403284" y="5353050"/>
            <a:ext cx="4846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فاتح</a:t>
            </a:r>
          </a:p>
        </p:txBody>
      </p:sp>
      <p:sp>
        <p:nvSpPr>
          <p:cNvPr id="50" name="text-489">
            <a:extLst xmlns:a="http://schemas.openxmlformats.org/drawingml/2006/main">
              <a:ext uri="{FF2B5EF4-FFF2-40B4-BE49-F238E27FC236}">
                <a16:creationId xmlns:a16="http://schemas.microsoft.com/office/drawing/2014/main" id="{C18AD8FE-D899-4714-A6A9-EF2D252E49AF}"/>
              </a:ext>
            </a:extLst>
          </p:cNvPr>
          <p:cNvSpPr>
            <a:spLocks xmlns:a="http://schemas.openxmlformats.org/drawingml/2006/main" noGrp="1"/>
          </p:cNvSpPr>
          <p:nvPr/>
        </p:nvSpPr>
        <p:spPr>
          <a:xfrm xmlns:a="http://schemas.openxmlformats.org/drawingml/2006/main">
            <a:off x="6713825" y="5353050"/>
            <a:ext cx="6281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العامر</a:t>
            </a:r>
          </a:p>
        </p:txBody>
      </p:sp>
      <p:sp>
        <p:nvSpPr>
          <p:cNvPr id="51" name="text-490">
            <a:extLst xmlns:a="http://schemas.openxmlformats.org/drawingml/2006/main">
              <a:ext uri="{FF2B5EF4-FFF2-40B4-BE49-F238E27FC236}">
                <a16:creationId xmlns:a16="http://schemas.microsoft.com/office/drawing/2014/main" id="{AC609600-8F43-4D6E-A2D9-C3DB8F02185E}"/>
              </a:ext>
            </a:extLst>
          </p:cNvPr>
          <p:cNvSpPr>
            <a:spLocks xmlns:a="http://schemas.openxmlformats.org/drawingml/2006/main" noGrp="1"/>
          </p:cNvSpPr>
          <p:nvPr/>
        </p:nvSpPr>
        <p:spPr>
          <a:xfrm xmlns:a="http://schemas.openxmlformats.org/drawingml/2006/main">
            <a:off x="11027960" y="5781675"/>
            <a:ext cx="55444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تغطية</a:t>
            </a:r>
          </a:p>
        </p:txBody>
      </p:sp>
      <p:sp>
        <p:nvSpPr>
          <p:cNvPr id="52" name="text-491">
            <a:extLst xmlns:a="http://schemas.openxmlformats.org/drawingml/2006/main">
              <a:ext uri="{FF2B5EF4-FFF2-40B4-BE49-F238E27FC236}">
                <a16:creationId xmlns:a16="http://schemas.microsoft.com/office/drawing/2014/main" id="{D428FFE7-64EE-4C4D-AA3E-63F7263129C1}"/>
              </a:ext>
            </a:extLst>
          </p:cNvPr>
          <p:cNvSpPr>
            <a:spLocks xmlns:a="http://schemas.openxmlformats.org/drawingml/2006/main" noGrp="1"/>
          </p:cNvSpPr>
          <p:nvPr/>
        </p:nvSpPr>
        <p:spPr>
          <a:xfrm xmlns:a="http://schemas.openxmlformats.org/drawingml/2006/main">
            <a:off x="10252113" y="5781675"/>
            <a:ext cx="72936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الفهرس</a:t>
            </a:r>
          </a:p>
        </p:txBody>
      </p:sp>
      <p:sp>
        <p:nvSpPr>
          <p:cNvPr id="53" name="text-492">
            <a:extLst xmlns:a="http://schemas.openxmlformats.org/drawingml/2006/main">
              <a:ext uri="{FF2B5EF4-FFF2-40B4-BE49-F238E27FC236}">
                <a16:creationId xmlns:a16="http://schemas.microsoft.com/office/drawing/2014/main" id="{48B39DA0-B85E-4F0E-BC22-A821FA402A0B}"/>
              </a:ext>
            </a:extLst>
          </p:cNvPr>
          <p:cNvSpPr>
            <a:spLocks xmlns:a="http://schemas.openxmlformats.org/drawingml/2006/main" noGrp="1"/>
          </p:cNvSpPr>
          <p:nvPr/>
        </p:nvSpPr>
        <p:spPr>
          <a:xfrm xmlns:a="http://schemas.openxmlformats.org/drawingml/2006/main">
            <a:off x="9425740" y="5781675"/>
            <a:ext cx="77989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والحقوق</a:t>
            </a:r>
          </a:p>
        </p:txBody>
      </p:sp>
      <p:sp>
        <p:nvSpPr>
          <p:cNvPr id="54" name="text-493">
            <a:extLst xmlns:a="http://schemas.openxmlformats.org/drawingml/2006/main">
              <a:ext uri="{FF2B5EF4-FFF2-40B4-BE49-F238E27FC236}">
                <a16:creationId xmlns:a16="http://schemas.microsoft.com/office/drawing/2014/main" id="{09622C7E-4312-493A-BB45-5A2F1114F472}"/>
              </a:ext>
            </a:extLst>
          </p:cNvPr>
          <p:cNvSpPr>
            <a:spLocks xmlns:a="http://schemas.openxmlformats.org/drawingml/2006/main" noGrp="1"/>
          </p:cNvSpPr>
          <p:nvPr/>
        </p:nvSpPr>
        <p:spPr>
          <a:xfrm xmlns:a="http://schemas.openxmlformats.org/drawingml/2006/main">
            <a:off x="8851405" y="5781675"/>
            <a:ext cx="5278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معلنة</a:t>
            </a:r>
          </a:p>
        </p:txBody>
      </p:sp>
      <p:sp>
        <p:nvSpPr>
          <p:cNvPr id="55" name="text-494">
            <a:extLst xmlns:a="http://schemas.openxmlformats.org/drawingml/2006/main">
              <a:ext uri="{FF2B5EF4-FFF2-40B4-BE49-F238E27FC236}">
                <a16:creationId xmlns:a16="http://schemas.microsoft.com/office/drawing/2014/main" id="{40E27E18-5FD8-45EB-BCE0-7C027353CAF6}"/>
              </a:ext>
            </a:extLst>
          </p:cNvPr>
          <p:cNvSpPr>
            <a:spLocks xmlns:a="http://schemas.openxmlformats.org/drawingml/2006/main" noGrp="1"/>
          </p:cNvSpPr>
          <p:nvPr/>
        </p:nvSpPr>
        <p:spPr>
          <a:xfrm xmlns:a="http://schemas.openxmlformats.org/drawingml/2006/main">
            <a:off x="8463083" y="5781675"/>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في</a:t>
            </a:r>
          </a:p>
        </p:txBody>
      </p:sp>
      <p:sp>
        <p:nvSpPr>
          <p:cNvPr id="56" name="text-495">
            <a:extLst xmlns:a="http://schemas.openxmlformats.org/drawingml/2006/main">
              <a:ext uri="{FF2B5EF4-FFF2-40B4-BE49-F238E27FC236}">
                <a16:creationId xmlns:a16="http://schemas.microsoft.com/office/drawing/2014/main" id="{28F2F1DB-5B26-42B7-8BDE-1DEBB9402865}"/>
              </a:ext>
            </a:extLst>
          </p:cNvPr>
          <p:cNvSpPr>
            <a:spLocks xmlns:a="http://schemas.openxmlformats.org/drawingml/2006/main" noGrp="1"/>
          </p:cNvSpPr>
          <p:nvPr/>
        </p:nvSpPr>
        <p:spPr>
          <a:xfrm xmlns:a="http://schemas.openxmlformats.org/drawingml/2006/main">
            <a:off x="7864123" y="5781675"/>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سجل</a:t>
            </a:r>
          </a:p>
        </p:txBody>
      </p:sp>
      <p:sp>
        <p:nvSpPr>
          <p:cNvPr id="57" name="text-496">
            <a:extLst xmlns:a="http://schemas.openxmlformats.org/drawingml/2006/main">
              <a:ext uri="{FF2B5EF4-FFF2-40B4-BE49-F238E27FC236}">
                <a16:creationId xmlns:a16="http://schemas.microsoft.com/office/drawing/2014/main" id="{49B0F7D8-BADF-4941-8598-19E0D237762E}"/>
              </a:ext>
            </a:extLst>
          </p:cNvPr>
          <p:cNvSpPr>
            <a:spLocks xmlns:a="http://schemas.openxmlformats.org/drawingml/2006/main" noGrp="1"/>
          </p:cNvSpPr>
          <p:nvPr/>
        </p:nvSpPr>
        <p:spPr>
          <a:xfrm xmlns:a="http://schemas.openxmlformats.org/drawingml/2006/main">
            <a:off x="7127420" y="5781675"/>
            <a:ext cx="69022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المصادر</a:t>
            </a:r>
          </a:p>
        </p:txBody>
      </p:sp>
    </p:spTree>
    <p:extLst>
      <p:ext uri="{BB962C8B-B14F-4D97-AF65-F5344CB8AC3E}">
        <p14:creationId xmlns:p14="http://schemas.microsoft.com/office/powerpoint/2010/main" val="1850024588"/>
      </p:ext>
    </p:extLst>
  </p:cSld>
</p:sld>
</file>

<file path=ppt/slides/slide1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1" name="text-497">
            <a:extLst xmlns:a="http://schemas.openxmlformats.org/drawingml/2006/main">
              <a:ext uri="{FF2B5EF4-FFF2-40B4-BE49-F238E27FC236}">
                <a16:creationId xmlns:a16="http://schemas.microsoft.com/office/drawing/2014/main" id="{748D4854-72D4-4F90-821D-1209A264C405}"/>
              </a:ext>
            </a:extLst>
          </p:cNvPr>
          <p:cNvSpPr>
            <a:spLocks xmlns:a="http://schemas.openxmlformats.org/drawingml/2006/main" noGrp="1"/>
          </p:cNvSpPr>
          <p:nvPr/>
        </p:nvSpPr>
        <p:spPr>
          <a:xfrm xmlns:a="http://schemas.openxmlformats.org/drawingml/2006/main">
            <a:off x="11145187" y="457200"/>
            <a:ext cx="43721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ما</a:t>
            </a:r>
          </a:p>
        </p:txBody>
      </p:sp>
      <p:sp>
        <p:nvSpPr>
          <p:cNvPr id="2" name="text-498">
            <a:extLst xmlns:a="http://schemas.openxmlformats.org/drawingml/2006/main">
              <a:ext uri="{FF2B5EF4-FFF2-40B4-BE49-F238E27FC236}">
                <a16:creationId xmlns:a16="http://schemas.microsoft.com/office/drawing/2014/main" id="{4C288366-5437-40B3-A2DB-05625F858FD7}"/>
              </a:ext>
            </a:extLst>
          </p:cNvPr>
          <p:cNvSpPr>
            <a:spLocks xmlns:a="http://schemas.openxmlformats.org/drawingml/2006/main" noGrp="1"/>
          </p:cNvSpPr>
          <p:nvPr/>
        </p:nvSpPr>
        <p:spPr>
          <a:xfrm xmlns:a="http://schemas.openxmlformats.org/drawingml/2006/main">
            <a:off x="9694172" y="457200"/>
            <a:ext cx="13500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أضفناه</a:t>
            </a:r>
          </a:p>
        </p:txBody>
      </p:sp>
      <p:sp>
        <p:nvSpPr>
          <p:cNvPr id="3" name="text-499">
            <a:extLst xmlns:a="http://schemas.openxmlformats.org/drawingml/2006/main">
              <a:ext uri="{FF2B5EF4-FFF2-40B4-BE49-F238E27FC236}">
                <a16:creationId xmlns:a16="http://schemas.microsoft.com/office/drawing/2014/main" id="{2F4CB609-F5CA-4F2E-B62F-4D8FDE7780F2}"/>
              </a:ext>
            </a:extLst>
          </p:cNvPr>
          <p:cNvSpPr>
            <a:spLocks xmlns:a="http://schemas.openxmlformats.org/drawingml/2006/main" noGrp="1"/>
          </p:cNvSpPr>
          <p:nvPr/>
        </p:nvSpPr>
        <p:spPr>
          <a:xfrm xmlns:a="http://schemas.openxmlformats.org/drawingml/2006/main">
            <a:off x="7615611" y="457200"/>
            <a:ext cx="19775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للمشاركة</a:t>
            </a:r>
          </a:p>
        </p:txBody>
      </p:sp>
      <p:sp>
        <p:nvSpPr>
          <p:cNvPr id="4" name="text-500">
            <a:extLst xmlns:a="http://schemas.openxmlformats.org/drawingml/2006/main">
              <a:ext uri="{FF2B5EF4-FFF2-40B4-BE49-F238E27FC236}">
                <a16:creationId xmlns:a16="http://schemas.microsoft.com/office/drawing/2014/main" id="{F7C01519-565D-4281-B3BB-40779B0BA336}"/>
              </a:ext>
            </a:extLst>
          </p:cNvPr>
          <p:cNvSpPr>
            <a:spLocks xmlns:a="http://schemas.openxmlformats.org/drawingml/2006/main" noGrp="1"/>
          </p:cNvSpPr>
          <p:nvPr/>
        </p:nvSpPr>
        <p:spPr>
          <a:xfrm xmlns:a="http://schemas.openxmlformats.org/drawingml/2006/main">
            <a:off x="6852171" y="457200"/>
            <a:ext cx="66247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وما</a:t>
            </a:r>
          </a:p>
        </p:txBody>
      </p:sp>
      <p:sp>
        <p:nvSpPr>
          <p:cNvPr id="5" name="text-501">
            <a:extLst xmlns:a="http://schemas.openxmlformats.org/drawingml/2006/main">
              <a:ext uri="{FF2B5EF4-FFF2-40B4-BE49-F238E27FC236}">
                <a16:creationId xmlns:a16="http://schemas.microsoft.com/office/drawing/2014/main" id="{601DDDB8-95A9-4E4A-B344-437720A20BDC}"/>
              </a:ext>
            </a:extLst>
          </p:cNvPr>
          <p:cNvSpPr>
            <a:spLocks xmlns:a="http://schemas.openxmlformats.org/drawingml/2006/main" noGrp="1"/>
          </p:cNvSpPr>
          <p:nvPr/>
        </p:nvSpPr>
        <p:spPr>
          <a:xfrm xmlns:a="http://schemas.openxmlformats.org/drawingml/2006/main">
            <a:off x="5445435" y="457200"/>
            <a:ext cx="13057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سبقها</a:t>
            </a:r>
          </a:p>
        </p:txBody>
      </p:sp>
      <p:sp>
        <p:nvSpPr>
          <p:cNvPr id="6" name="shape-502">
            <a:extLst xmlns:a="http://schemas.openxmlformats.org/drawingml/2006/main">
              <a:ext uri="{FF2B5EF4-FFF2-40B4-BE49-F238E27FC236}">
                <a16:creationId xmlns:a16="http://schemas.microsoft.com/office/drawing/2014/main" id="{3DAC1F1E-71F1-4CFA-BF53-E1F93E478DE1}"/>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503">
            <a:extLst xmlns:a="http://schemas.openxmlformats.org/drawingml/2006/main">
              <a:ext uri="{FF2B5EF4-FFF2-40B4-BE49-F238E27FC236}">
                <a16:creationId xmlns:a16="http://schemas.microsoft.com/office/drawing/2014/main" id="{169571E5-2792-4AD4-88E5-AF2C1227672E}"/>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504">
            <a:extLst xmlns:a="http://schemas.openxmlformats.org/drawingml/2006/main">
              <a:ext uri="{FF2B5EF4-FFF2-40B4-BE49-F238E27FC236}">
                <a16:creationId xmlns:a16="http://schemas.microsoft.com/office/drawing/2014/main" id="{94DF8DBC-1F51-4D7C-A7E8-A29E73B500D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505">
            <a:extLst xmlns:a="http://schemas.openxmlformats.org/drawingml/2006/main">
              <a:ext uri="{FF2B5EF4-FFF2-40B4-BE49-F238E27FC236}">
                <a16:creationId xmlns:a16="http://schemas.microsoft.com/office/drawing/2014/main" id="{F15FE888-CB03-45E7-B15B-CF332F57DCE5}"/>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506">
            <a:extLst xmlns:a="http://schemas.openxmlformats.org/drawingml/2006/main">
              <a:ext uri="{FF2B5EF4-FFF2-40B4-BE49-F238E27FC236}">
                <a16:creationId xmlns:a16="http://schemas.microsoft.com/office/drawing/2014/main" id="{7C74D4F1-FAE0-4978-8E95-697A24AE984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507">
            <a:extLst xmlns:a="http://schemas.openxmlformats.org/drawingml/2006/main">
              <a:ext uri="{FF2B5EF4-FFF2-40B4-BE49-F238E27FC236}">
                <a16:creationId xmlns:a16="http://schemas.microsoft.com/office/drawing/2014/main" id="{2EE6E75C-E153-4945-916A-E0DD1F922EF1}"/>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508">
            <a:extLst xmlns:a="http://schemas.openxmlformats.org/drawingml/2006/main">
              <a:ext uri="{FF2B5EF4-FFF2-40B4-BE49-F238E27FC236}">
                <a16:creationId xmlns:a16="http://schemas.microsoft.com/office/drawing/2014/main" id="{3EE07775-DA11-4E23-AA1D-FE0A2039DB9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509">
            <a:extLst xmlns:a="http://schemas.openxmlformats.org/drawingml/2006/main">
              <a:ext uri="{FF2B5EF4-FFF2-40B4-BE49-F238E27FC236}">
                <a16:creationId xmlns:a16="http://schemas.microsoft.com/office/drawing/2014/main" id="{FB14EADA-4BE4-4305-98B9-255B2F60F2F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13</a:t>
            </a:r>
          </a:p>
        </p:txBody>
      </p:sp>
      <p:sp>
        <p:nvSpPr>
          <p:cNvPr id="14" name="text-510">
            <a:extLst xmlns:a="http://schemas.openxmlformats.org/drawingml/2006/main">
              <a:ext uri="{FF2B5EF4-FFF2-40B4-BE49-F238E27FC236}">
                <a16:creationId xmlns:a16="http://schemas.microsoft.com/office/drawing/2014/main" id="{68D3B7F4-782E-4707-A572-789B56BD7F34}"/>
              </a:ext>
            </a:extLst>
          </p:cNvPr>
          <p:cNvSpPr>
            <a:spLocks xmlns:a="http://schemas.openxmlformats.org/drawingml/2006/main" noGrp="1"/>
          </p:cNvSpPr>
          <p:nvPr/>
        </p:nvSpPr>
        <p:spPr>
          <a:xfrm xmlns:a="http://schemas.openxmlformats.org/drawingml/2006/main">
            <a:off x="10515859" y="1657350"/>
            <a:ext cx="106654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أساس</a:t>
            </a:r>
          </a:p>
        </p:txBody>
      </p:sp>
      <p:sp>
        <p:nvSpPr>
          <p:cNvPr id="15" name="text-511">
            <a:extLst xmlns:a="http://schemas.openxmlformats.org/drawingml/2006/main">
              <a:ext uri="{FF2B5EF4-FFF2-40B4-BE49-F238E27FC236}">
                <a16:creationId xmlns:a16="http://schemas.microsoft.com/office/drawing/2014/main" id="{20B91103-65A4-4725-AFD5-314661871B7B}"/>
              </a:ext>
            </a:extLst>
          </p:cNvPr>
          <p:cNvSpPr>
            <a:spLocks xmlns:a="http://schemas.openxmlformats.org/drawingml/2006/main" noGrp="1"/>
          </p:cNvSpPr>
          <p:nvPr/>
        </p:nvSpPr>
        <p:spPr>
          <a:xfrm xmlns:a="http://schemas.openxmlformats.org/drawingml/2006/main">
            <a:off x="9477600" y="1657350"/>
            <a:ext cx="9652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سابق</a:t>
            </a:r>
          </a:p>
        </p:txBody>
      </p:sp>
      <p:sp>
        <p:nvSpPr>
          <p:cNvPr id="16" name="text-512">
            <a:extLst xmlns:a="http://schemas.openxmlformats.org/drawingml/2006/main">
              <a:ext uri="{FF2B5EF4-FFF2-40B4-BE49-F238E27FC236}">
                <a16:creationId xmlns:a16="http://schemas.microsoft.com/office/drawing/2014/main" id="{FFE1CA41-958F-452F-A3C6-24CC3C06B7E7}"/>
              </a:ext>
            </a:extLst>
          </p:cNvPr>
          <p:cNvSpPr>
            <a:spLocks xmlns:a="http://schemas.openxmlformats.org/drawingml/2006/main" noGrp="1"/>
          </p:cNvSpPr>
          <p:nvPr/>
        </p:nvSpPr>
        <p:spPr>
          <a:xfrm xmlns:a="http://schemas.openxmlformats.org/drawingml/2006/main">
            <a:off x="8749200" y="1657350"/>
            <a:ext cx="65534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لدى</a:t>
            </a:r>
          </a:p>
        </p:txBody>
      </p:sp>
      <p:sp>
        <p:nvSpPr>
          <p:cNvPr id="17" name="text-513">
            <a:extLst xmlns:a="http://schemas.openxmlformats.org/drawingml/2006/main">
              <a:ext uri="{FF2B5EF4-FFF2-40B4-BE49-F238E27FC236}">
                <a16:creationId xmlns:a16="http://schemas.microsoft.com/office/drawing/2014/main" id="{1AAB1B33-1CAE-4D78-95FB-A69D578044B6}"/>
              </a:ext>
            </a:extLst>
          </p:cNvPr>
          <p:cNvSpPr>
            <a:spLocks xmlns:a="http://schemas.openxmlformats.org/drawingml/2006/main" noGrp="1"/>
          </p:cNvSpPr>
          <p:nvPr/>
        </p:nvSpPr>
        <p:spPr>
          <a:xfrm xmlns:a="http://schemas.openxmlformats.org/drawingml/2006/main">
            <a:off x="7258930" y="1657350"/>
            <a:ext cx="141721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سلسبيل</a:t>
            </a:r>
          </a:p>
        </p:txBody>
      </p:sp>
      <p:sp>
        <p:nvSpPr>
          <p:cNvPr id="18" name="text-514">
            <a:extLst xmlns:a="http://schemas.openxmlformats.org/drawingml/2006/main">
              <a:ext uri="{FF2B5EF4-FFF2-40B4-BE49-F238E27FC236}">
                <a16:creationId xmlns:a16="http://schemas.microsoft.com/office/drawing/2014/main" id="{5FFCF0EA-A39F-4343-839D-BD39BC3BA52F}"/>
              </a:ext>
            </a:extLst>
          </p:cNvPr>
          <p:cNvSpPr>
            <a:spLocks xmlns:a="http://schemas.openxmlformats.org/drawingml/2006/main" noGrp="1"/>
          </p:cNvSpPr>
          <p:nvPr/>
        </p:nvSpPr>
        <p:spPr>
          <a:xfrm xmlns:a="http://schemas.openxmlformats.org/drawingml/2006/main">
            <a:off x="10720099" y="2409825"/>
            <a:ext cx="86230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النموذج</a:t>
            </a:r>
          </a:p>
        </p:txBody>
      </p:sp>
      <p:sp>
        <p:nvSpPr>
          <p:cNvPr id="19" name="text-515">
            <a:extLst xmlns:a="http://schemas.openxmlformats.org/drawingml/2006/main">
              <a:ext uri="{FF2B5EF4-FFF2-40B4-BE49-F238E27FC236}">
                <a16:creationId xmlns:a16="http://schemas.microsoft.com/office/drawing/2014/main" id="{4732CE7B-3E07-48EF-A228-EC51C020A7B1}"/>
              </a:ext>
            </a:extLst>
          </p:cNvPr>
          <p:cNvSpPr>
            <a:spLocks xmlns:a="http://schemas.openxmlformats.org/drawingml/2006/main" noGrp="1"/>
          </p:cNvSpPr>
          <p:nvPr/>
        </p:nvSpPr>
        <p:spPr>
          <a:xfrm xmlns:a="http://schemas.openxmlformats.org/drawingml/2006/main">
            <a:off x="9729047" y="2409825"/>
            <a:ext cx="92675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وخدمات</a:t>
            </a:r>
          </a:p>
        </p:txBody>
      </p:sp>
      <p:sp>
        <p:nvSpPr>
          <p:cNvPr id="20" name="text-516">
            <a:extLst xmlns:a="http://schemas.openxmlformats.org/drawingml/2006/main">
              <a:ext uri="{FF2B5EF4-FFF2-40B4-BE49-F238E27FC236}">
                <a16:creationId xmlns:a16="http://schemas.microsoft.com/office/drawing/2014/main" id="{22B55188-E076-4438-8CA6-CCF252C2F786}"/>
              </a:ext>
            </a:extLst>
          </p:cNvPr>
          <p:cNvSpPr>
            <a:spLocks xmlns:a="http://schemas.openxmlformats.org/drawingml/2006/main" noGrp="1"/>
          </p:cNvSpPr>
          <p:nvPr/>
        </p:nvSpPr>
        <p:spPr>
          <a:xfrm xmlns:a="http://schemas.openxmlformats.org/drawingml/2006/main">
            <a:off x="8798921" y="2409825"/>
            <a:ext cx="8658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المعرفة</a:t>
            </a:r>
          </a:p>
        </p:txBody>
      </p:sp>
      <p:sp>
        <p:nvSpPr>
          <p:cNvPr id="21" name="text-517">
            <a:extLst xmlns:a="http://schemas.openxmlformats.org/drawingml/2006/main">
              <a:ext uri="{FF2B5EF4-FFF2-40B4-BE49-F238E27FC236}">
                <a16:creationId xmlns:a16="http://schemas.microsoft.com/office/drawing/2014/main" id="{5E841BA8-C438-4276-B2B3-76443DC565B3}"/>
              </a:ext>
            </a:extLst>
          </p:cNvPr>
          <p:cNvSpPr>
            <a:spLocks xmlns:a="http://schemas.openxmlformats.org/drawingml/2006/main" noGrp="1"/>
          </p:cNvSpPr>
          <p:nvPr/>
        </p:nvSpPr>
        <p:spPr>
          <a:xfrm xmlns:a="http://schemas.openxmlformats.org/drawingml/2006/main">
            <a:off x="10860196" y="3019425"/>
            <a:ext cx="72220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البحث</a:t>
            </a:r>
          </a:p>
        </p:txBody>
      </p:sp>
      <p:sp>
        <p:nvSpPr>
          <p:cNvPr id="22" name="text-518">
            <a:extLst xmlns:a="http://schemas.openxmlformats.org/drawingml/2006/main">
              <a:ext uri="{FF2B5EF4-FFF2-40B4-BE49-F238E27FC236}">
                <a16:creationId xmlns:a16="http://schemas.microsoft.com/office/drawing/2014/main" id="{1EFED3A0-A111-4008-828A-CC92D7BD2FE0}"/>
              </a:ext>
            </a:extLst>
          </p:cNvPr>
          <p:cNvSpPr>
            <a:spLocks xmlns:a="http://schemas.openxmlformats.org/drawingml/2006/main" noGrp="1"/>
          </p:cNvSpPr>
          <p:nvPr/>
        </p:nvSpPr>
        <p:spPr>
          <a:xfrm xmlns:a="http://schemas.openxmlformats.org/drawingml/2006/main">
            <a:off x="9796349" y="3019425"/>
            <a:ext cx="99955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التجاوري</a:t>
            </a:r>
          </a:p>
        </p:txBody>
      </p:sp>
      <p:sp>
        <p:nvSpPr>
          <p:cNvPr id="23" name="text-519">
            <a:extLst xmlns:a="http://schemas.openxmlformats.org/drawingml/2006/main">
              <a:ext uri="{FF2B5EF4-FFF2-40B4-BE49-F238E27FC236}">
                <a16:creationId xmlns:a16="http://schemas.microsoft.com/office/drawing/2014/main" id="{A6CBBA7C-B5B2-401A-9197-C96093F962A5}"/>
              </a:ext>
            </a:extLst>
          </p:cNvPr>
          <p:cNvSpPr>
            <a:spLocks xmlns:a="http://schemas.openxmlformats.org/drawingml/2006/main" noGrp="1"/>
          </p:cNvSpPr>
          <p:nvPr/>
        </p:nvSpPr>
        <p:spPr>
          <a:xfrm xmlns:a="http://schemas.openxmlformats.org/drawingml/2006/main">
            <a:off x="8791366" y="3019425"/>
            <a:ext cx="94068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ومكوّنات</a:t>
            </a:r>
          </a:p>
        </p:txBody>
      </p:sp>
      <p:sp>
        <p:nvSpPr>
          <p:cNvPr id="24" name="text-520">
            <a:extLst xmlns:a="http://schemas.openxmlformats.org/drawingml/2006/main">
              <a:ext uri="{FF2B5EF4-FFF2-40B4-BE49-F238E27FC236}">
                <a16:creationId xmlns:a16="http://schemas.microsoft.com/office/drawing/2014/main" id="{58167585-AF4F-4688-9409-A972657FC615}"/>
              </a:ext>
            </a:extLst>
          </p:cNvPr>
          <p:cNvSpPr>
            <a:spLocks xmlns:a="http://schemas.openxmlformats.org/drawingml/2006/main" noGrp="1"/>
          </p:cNvSpPr>
          <p:nvPr/>
        </p:nvSpPr>
        <p:spPr>
          <a:xfrm xmlns:a="http://schemas.openxmlformats.org/drawingml/2006/main">
            <a:off x="7981127" y="3019425"/>
            <a:ext cx="74594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العرض</a:t>
            </a:r>
          </a:p>
        </p:txBody>
      </p:sp>
      <p:sp>
        <p:nvSpPr>
          <p:cNvPr id="25" name="text-521">
            <a:extLst xmlns:a="http://schemas.openxmlformats.org/drawingml/2006/main">
              <a:ext uri="{FF2B5EF4-FFF2-40B4-BE49-F238E27FC236}">
                <a16:creationId xmlns:a16="http://schemas.microsoft.com/office/drawing/2014/main" id="{2D99AB9D-768E-4FB4-A814-CAEB0DF49B27}"/>
              </a:ext>
            </a:extLst>
          </p:cNvPr>
          <p:cNvSpPr>
            <a:spLocks xmlns:a="http://schemas.openxmlformats.org/drawingml/2006/main" noGrp="1"/>
          </p:cNvSpPr>
          <p:nvPr/>
        </p:nvSpPr>
        <p:spPr>
          <a:xfrm xmlns:a="http://schemas.openxmlformats.org/drawingml/2006/main">
            <a:off x="4588360" y="1657350"/>
            <a:ext cx="114569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إضافات</a:t>
            </a:r>
          </a:p>
        </p:txBody>
      </p:sp>
      <p:sp>
        <p:nvSpPr>
          <p:cNvPr id="26" name="text-522">
            <a:extLst xmlns:a="http://schemas.openxmlformats.org/drawingml/2006/main">
              <a:ext uri="{FF2B5EF4-FFF2-40B4-BE49-F238E27FC236}">
                <a16:creationId xmlns:a16="http://schemas.microsoft.com/office/drawing/2014/main" id="{DADF4D39-6C78-4BD5-9B65-091F27CC209E}"/>
              </a:ext>
            </a:extLst>
          </p:cNvPr>
          <p:cNvSpPr>
            <a:spLocks xmlns:a="http://schemas.openxmlformats.org/drawingml/2006/main" noGrp="1"/>
          </p:cNvSpPr>
          <p:nvPr/>
        </p:nvSpPr>
        <p:spPr>
          <a:xfrm xmlns:a="http://schemas.openxmlformats.org/drawingml/2006/main">
            <a:off x="3258666" y="1657350"/>
            <a:ext cx="125663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التطبيق</a:t>
            </a:r>
          </a:p>
        </p:txBody>
      </p:sp>
      <p:sp>
        <p:nvSpPr>
          <p:cNvPr id="27" name="text-523">
            <a:extLst xmlns:a="http://schemas.openxmlformats.org/drawingml/2006/main">
              <a:ext uri="{FF2B5EF4-FFF2-40B4-BE49-F238E27FC236}">
                <a16:creationId xmlns:a16="http://schemas.microsoft.com/office/drawing/2014/main" id="{3DDACEE4-0F91-488E-BA61-66533B69CD72}"/>
              </a:ext>
            </a:extLst>
          </p:cNvPr>
          <p:cNvSpPr>
            <a:spLocks xmlns:a="http://schemas.openxmlformats.org/drawingml/2006/main" noGrp="1"/>
          </p:cNvSpPr>
          <p:nvPr/>
        </p:nvSpPr>
        <p:spPr>
          <a:xfrm xmlns:a="http://schemas.openxmlformats.org/drawingml/2006/main">
            <a:off x="1768892" y="1657350"/>
            <a:ext cx="141671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والتسليم</a:t>
            </a:r>
          </a:p>
        </p:txBody>
      </p:sp>
      <p:sp>
        <p:nvSpPr>
          <p:cNvPr id="28" name="text-524">
            <a:extLst xmlns:a="http://schemas.openxmlformats.org/drawingml/2006/main">
              <a:ext uri="{FF2B5EF4-FFF2-40B4-BE49-F238E27FC236}">
                <a16:creationId xmlns:a16="http://schemas.microsoft.com/office/drawing/2014/main" id="{2D32B334-C093-4DB7-8E41-8CF1D5EE0E6C}"/>
              </a:ext>
            </a:extLst>
          </p:cNvPr>
          <p:cNvSpPr>
            <a:spLocks xmlns:a="http://schemas.openxmlformats.org/drawingml/2006/main" noGrp="1"/>
          </p:cNvSpPr>
          <p:nvPr/>
        </p:nvSpPr>
        <p:spPr>
          <a:xfrm xmlns:a="http://schemas.openxmlformats.org/drawingml/2006/main">
            <a:off x="4746858" y="2409825"/>
            <a:ext cx="98719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المجلس</a:t>
            </a:r>
          </a:p>
        </p:txBody>
      </p:sp>
      <p:sp>
        <p:nvSpPr>
          <p:cNvPr id="29" name="text-525">
            <a:extLst xmlns:a="http://schemas.openxmlformats.org/drawingml/2006/main">
              <a:ext uri="{FF2B5EF4-FFF2-40B4-BE49-F238E27FC236}">
                <a16:creationId xmlns:a16="http://schemas.microsoft.com/office/drawing/2014/main" id="{2B1A6890-5CA5-493C-A36E-07A3ADEF5FED}"/>
              </a:ext>
            </a:extLst>
          </p:cNvPr>
          <p:cNvSpPr>
            <a:spLocks xmlns:a="http://schemas.openxmlformats.org/drawingml/2006/main" noGrp="1"/>
          </p:cNvSpPr>
          <p:nvPr/>
        </p:nvSpPr>
        <p:spPr>
          <a:xfrm xmlns:a="http://schemas.openxmlformats.org/drawingml/2006/main">
            <a:off x="3298037" y="2409825"/>
            <a:ext cx="138452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والشخصيات</a:t>
            </a:r>
          </a:p>
        </p:txBody>
      </p:sp>
      <p:sp>
        <p:nvSpPr>
          <p:cNvPr id="30" name="text-526">
            <a:extLst xmlns:a="http://schemas.openxmlformats.org/drawingml/2006/main">
              <a:ext uri="{FF2B5EF4-FFF2-40B4-BE49-F238E27FC236}">
                <a16:creationId xmlns:a16="http://schemas.microsoft.com/office/drawing/2014/main" id="{598FA222-283F-4F46-B106-45FAC9690786}"/>
              </a:ext>
            </a:extLst>
          </p:cNvPr>
          <p:cNvSpPr>
            <a:spLocks xmlns:a="http://schemas.openxmlformats.org/drawingml/2006/main" noGrp="1"/>
          </p:cNvSpPr>
          <p:nvPr/>
        </p:nvSpPr>
        <p:spPr>
          <a:xfrm xmlns:a="http://schemas.openxmlformats.org/drawingml/2006/main">
            <a:off x="2251064" y="2409825"/>
            <a:ext cx="98267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والمصادر</a:t>
            </a:r>
          </a:p>
        </p:txBody>
      </p:sp>
      <p:sp>
        <p:nvSpPr>
          <p:cNvPr id="31" name="text-527">
            <a:extLst xmlns:a="http://schemas.openxmlformats.org/drawingml/2006/main">
              <a:ext uri="{FF2B5EF4-FFF2-40B4-BE49-F238E27FC236}">
                <a16:creationId xmlns:a16="http://schemas.microsoft.com/office/drawing/2014/main" id="{CAE1CF1E-F02E-460A-A7E5-7C4F58E9A666}"/>
              </a:ext>
            </a:extLst>
          </p:cNvPr>
          <p:cNvSpPr>
            <a:spLocks xmlns:a="http://schemas.openxmlformats.org/drawingml/2006/main" noGrp="1"/>
          </p:cNvSpPr>
          <p:nvPr/>
        </p:nvSpPr>
        <p:spPr>
          <a:xfrm xmlns:a="http://schemas.openxmlformats.org/drawingml/2006/main">
            <a:off x="5198741" y="3019425"/>
            <a:ext cx="53530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البث</a:t>
            </a:r>
          </a:p>
        </p:txBody>
      </p:sp>
      <p:sp>
        <p:nvSpPr>
          <p:cNvPr id="32" name="text-528">
            <a:extLst xmlns:a="http://schemas.openxmlformats.org/drawingml/2006/main">
              <a:ext uri="{FF2B5EF4-FFF2-40B4-BE49-F238E27FC236}">
                <a16:creationId xmlns:a16="http://schemas.microsoft.com/office/drawing/2014/main" id="{0D6B127A-170E-407B-A57E-658B6A90C217}"/>
              </a:ext>
            </a:extLst>
          </p:cNvPr>
          <p:cNvSpPr>
            <a:spLocks xmlns:a="http://schemas.openxmlformats.org/drawingml/2006/main" noGrp="1"/>
          </p:cNvSpPr>
          <p:nvPr/>
        </p:nvSpPr>
        <p:spPr>
          <a:xfrm xmlns:a="http://schemas.openxmlformats.org/drawingml/2006/main">
            <a:off x="4251053" y="3019425"/>
            <a:ext cx="88339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والإحالة</a:t>
            </a:r>
          </a:p>
        </p:txBody>
      </p:sp>
      <p:sp>
        <p:nvSpPr>
          <p:cNvPr id="33" name="text-529">
            <a:extLst xmlns:a="http://schemas.openxmlformats.org/drawingml/2006/main">
              <a:ext uri="{FF2B5EF4-FFF2-40B4-BE49-F238E27FC236}">
                <a16:creationId xmlns:a16="http://schemas.microsoft.com/office/drawing/2014/main" id="{6C1C40BA-E8C7-43FC-A636-5DE5C284223D}"/>
              </a:ext>
            </a:extLst>
          </p:cNvPr>
          <p:cNvSpPr>
            <a:spLocks xmlns:a="http://schemas.openxmlformats.org/drawingml/2006/main" noGrp="1"/>
          </p:cNvSpPr>
          <p:nvPr/>
        </p:nvSpPr>
        <p:spPr>
          <a:xfrm xmlns:a="http://schemas.openxmlformats.org/drawingml/2006/main">
            <a:off x="3368509" y="3019425"/>
            <a:ext cx="81825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والدليل</a:t>
            </a:r>
          </a:p>
        </p:txBody>
      </p:sp>
      <p:sp>
        <p:nvSpPr>
          <p:cNvPr id="34" name="text-530">
            <a:extLst xmlns:a="http://schemas.openxmlformats.org/drawingml/2006/main">
              <a:ext uri="{FF2B5EF4-FFF2-40B4-BE49-F238E27FC236}">
                <a16:creationId xmlns:a16="http://schemas.microsoft.com/office/drawing/2014/main" id="{2A8703A6-C245-44C1-A339-32BBB7520461}"/>
              </a:ext>
            </a:extLst>
          </p:cNvPr>
          <p:cNvSpPr>
            <a:spLocks xmlns:a="http://schemas.openxmlformats.org/drawingml/2006/main" noGrp="1"/>
          </p:cNvSpPr>
          <p:nvPr/>
        </p:nvSpPr>
        <p:spPr>
          <a:xfrm xmlns:a="http://schemas.openxmlformats.org/drawingml/2006/main">
            <a:off x="2363133" y="3019425"/>
            <a:ext cx="94108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والفحص</a:t>
            </a:r>
          </a:p>
        </p:txBody>
      </p:sp>
      <p:sp>
        <p:nvSpPr>
          <p:cNvPr id="35" name="text-531">
            <a:extLst xmlns:a="http://schemas.openxmlformats.org/drawingml/2006/main">
              <a:ext uri="{FF2B5EF4-FFF2-40B4-BE49-F238E27FC236}">
                <a16:creationId xmlns:a16="http://schemas.microsoft.com/office/drawing/2014/main" id="{D912240E-372D-49B8-B940-EF70CBDC3B38}"/>
              </a:ext>
            </a:extLst>
          </p:cNvPr>
          <p:cNvSpPr>
            <a:spLocks xmlns:a="http://schemas.openxmlformats.org/drawingml/2006/main" noGrp="1"/>
          </p:cNvSpPr>
          <p:nvPr/>
        </p:nvSpPr>
        <p:spPr>
          <a:xfrm xmlns:a="http://schemas.openxmlformats.org/drawingml/2006/main">
            <a:off x="10865788" y="4391025"/>
            <a:ext cx="71661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تجربة</a:t>
            </a:r>
          </a:p>
        </p:txBody>
      </p:sp>
      <p:sp>
        <p:nvSpPr>
          <p:cNvPr id="36" name="text-532">
            <a:extLst xmlns:a="http://schemas.openxmlformats.org/drawingml/2006/main">
              <a:ext uri="{FF2B5EF4-FFF2-40B4-BE49-F238E27FC236}">
                <a16:creationId xmlns:a16="http://schemas.microsoft.com/office/drawing/2014/main" id="{45E3DFB4-1F22-4791-9775-1729A192DC28}"/>
              </a:ext>
            </a:extLst>
          </p:cNvPr>
          <p:cNvSpPr>
            <a:spLocks xmlns:a="http://schemas.openxmlformats.org/drawingml/2006/main" noGrp="1"/>
          </p:cNvSpPr>
          <p:nvPr/>
        </p:nvSpPr>
        <p:spPr>
          <a:xfrm xmlns:a="http://schemas.openxmlformats.org/drawingml/2006/main">
            <a:off x="9804368" y="4391025"/>
            <a:ext cx="98817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متكاملة</a:t>
            </a:r>
          </a:p>
        </p:txBody>
      </p:sp>
      <p:sp>
        <p:nvSpPr>
          <p:cNvPr id="37" name="text-533">
            <a:extLst xmlns:a="http://schemas.openxmlformats.org/drawingml/2006/main">
              <a:ext uri="{FF2B5EF4-FFF2-40B4-BE49-F238E27FC236}">
                <a16:creationId xmlns:a16="http://schemas.microsoft.com/office/drawing/2014/main" id="{C216F70F-3296-48BD-BB9F-33C85DB9AF41}"/>
              </a:ext>
            </a:extLst>
          </p:cNvPr>
          <p:cNvSpPr>
            <a:spLocks xmlns:a="http://schemas.openxmlformats.org/drawingml/2006/main" noGrp="1"/>
          </p:cNvSpPr>
          <p:nvPr/>
        </p:nvSpPr>
        <p:spPr>
          <a:xfrm xmlns:a="http://schemas.openxmlformats.org/drawingml/2006/main">
            <a:off x="9168636" y="4391025"/>
            <a:ext cx="56248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فوق</a:t>
            </a:r>
          </a:p>
        </p:txBody>
      </p:sp>
      <p:sp>
        <p:nvSpPr>
          <p:cNvPr id="38" name="text-534">
            <a:extLst xmlns:a="http://schemas.openxmlformats.org/drawingml/2006/main">
              <a:ext uri="{FF2B5EF4-FFF2-40B4-BE49-F238E27FC236}">
                <a16:creationId xmlns:a16="http://schemas.microsoft.com/office/drawing/2014/main" id="{CF5310BD-6C80-4173-9AD0-9E71285A738B}"/>
              </a:ext>
            </a:extLst>
          </p:cNvPr>
          <p:cNvSpPr>
            <a:spLocks xmlns:a="http://schemas.openxmlformats.org/drawingml/2006/main" noGrp="1"/>
          </p:cNvSpPr>
          <p:nvPr/>
        </p:nvSpPr>
        <p:spPr>
          <a:xfrm xmlns:a="http://schemas.openxmlformats.org/drawingml/2006/main">
            <a:off x="8421651" y="4391025"/>
            <a:ext cx="67373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أصول</a:t>
            </a:r>
          </a:p>
        </p:txBody>
      </p:sp>
      <p:sp>
        <p:nvSpPr>
          <p:cNvPr id="39" name="text-535">
            <a:extLst xmlns:a="http://schemas.openxmlformats.org/drawingml/2006/main">
              <a:ext uri="{FF2B5EF4-FFF2-40B4-BE49-F238E27FC236}">
                <a16:creationId xmlns:a16="http://schemas.microsoft.com/office/drawing/2014/main" id="{5C15CE25-D8B6-4BCB-BFFF-B4956B683371}"/>
              </a:ext>
            </a:extLst>
          </p:cNvPr>
          <p:cNvSpPr>
            <a:spLocks xmlns:a="http://schemas.openxmlformats.org/drawingml/2006/main" noGrp="1"/>
          </p:cNvSpPr>
          <p:nvPr/>
        </p:nvSpPr>
        <p:spPr>
          <a:xfrm xmlns:a="http://schemas.openxmlformats.org/drawingml/2006/main">
            <a:off x="7475409" y="4391025"/>
            <a:ext cx="87299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معرفية</a:t>
            </a:r>
          </a:p>
        </p:txBody>
      </p:sp>
      <p:sp>
        <p:nvSpPr>
          <p:cNvPr id="40" name="text-536">
            <a:extLst xmlns:a="http://schemas.openxmlformats.org/drawingml/2006/main">
              <a:ext uri="{FF2B5EF4-FFF2-40B4-BE49-F238E27FC236}">
                <a16:creationId xmlns:a16="http://schemas.microsoft.com/office/drawing/2014/main" id="{AA387D75-E643-4309-9941-6E8A7B48CF2F}"/>
              </a:ext>
            </a:extLst>
          </p:cNvPr>
          <p:cNvSpPr>
            <a:spLocks xmlns:a="http://schemas.openxmlformats.org/drawingml/2006/main" noGrp="1"/>
          </p:cNvSpPr>
          <p:nvPr/>
        </p:nvSpPr>
        <p:spPr>
          <a:xfrm xmlns:a="http://schemas.openxmlformats.org/drawingml/2006/main">
            <a:off x="6550162" y="4391025"/>
            <a:ext cx="85200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ونماذج</a:t>
            </a:r>
          </a:p>
        </p:txBody>
      </p:sp>
      <p:sp>
        <p:nvSpPr>
          <p:cNvPr id="41" name="text-537">
            <a:extLst xmlns:a="http://schemas.openxmlformats.org/drawingml/2006/main">
              <a:ext uri="{FF2B5EF4-FFF2-40B4-BE49-F238E27FC236}">
                <a16:creationId xmlns:a16="http://schemas.microsoft.com/office/drawing/2014/main" id="{EAB0F91B-EA20-4355-89B1-C018992D0B7F}"/>
              </a:ext>
            </a:extLst>
          </p:cNvPr>
          <p:cNvSpPr>
            <a:spLocks xmlns:a="http://schemas.openxmlformats.org/drawingml/2006/main" noGrp="1"/>
          </p:cNvSpPr>
          <p:nvPr/>
        </p:nvSpPr>
        <p:spPr>
          <a:xfrm xmlns:a="http://schemas.openxmlformats.org/drawingml/2006/main">
            <a:off x="5637767" y="4391025"/>
            <a:ext cx="83914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سابقة</a:t>
            </a:r>
          </a:p>
        </p:txBody>
      </p:sp>
      <p:sp>
        <p:nvSpPr>
          <p:cNvPr id="42" name="text-538">
            <a:extLst xmlns:a="http://schemas.openxmlformats.org/drawingml/2006/main">
              <a:ext uri="{FF2B5EF4-FFF2-40B4-BE49-F238E27FC236}">
                <a16:creationId xmlns:a16="http://schemas.microsoft.com/office/drawing/2014/main" id="{B4AE6AF6-0F04-4ADA-BAA2-B0BE28694768}"/>
              </a:ext>
            </a:extLst>
          </p:cNvPr>
          <p:cNvSpPr>
            <a:spLocks xmlns:a="http://schemas.openxmlformats.org/drawingml/2006/main" noGrp="1"/>
          </p:cNvSpPr>
          <p:nvPr/>
        </p:nvSpPr>
        <p:spPr>
          <a:xfrm xmlns:a="http://schemas.openxmlformats.org/drawingml/2006/main">
            <a:off x="11122242" y="5248275"/>
            <a:ext cx="46015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نميّز</a:t>
            </a:r>
          </a:p>
        </p:txBody>
      </p:sp>
      <p:sp>
        <p:nvSpPr>
          <p:cNvPr id="43" name="text-539">
            <a:extLst xmlns:a="http://schemas.openxmlformats.org/drawingml/2006/main">
              <a:ext uri="{FF2B5EF4-FFF2-40B4-BE49-F238E27FC236}">
                <a16:creationId xmlns:a16="http://schemas.microsoft.com/office/drawing/2014/main" id="{D8E929B3-F83E-486D-8764-21951A2E8AA8}"/>
              </a:ext>
            </a:extLst>
          </p:cNvPr>
          <p:cNvSpPr>
            <a:spLocks xmlns:a="http://schemas.openxmlformats.org/drawingml/2006/main" noGrp="1"/>
          </p:cNvSpPr>
          <p:nvPr/>
        </p:nvSpPr>
        <p:spPr>
          <a:xfrm xmlns:a="http://schemas.openxmlformats.org/drawingml/2006/main">
            <a:off x="10417683" y="5248275"/>
            <a:ext cx="64617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أعمال</a:t>
            </a:r>
          </a:p>
        </p:txBody>
      </p:sp>
      <p:sp>
        <p:nvSpPr>
          <p:cNvPr id="44" name="text-540">
            <a:extLst xmlns:a="http://schemas.openxmlformats.org/drawingml/2006/main">
              <a:ext uri="{FF2B5EF4-FFF2-40B4-BE49-F238E27FC236}">
                <a16:creationId xmlns:a16="http://schemas.microsoft.com/office/drawing/2014/main" id="{DE81C0D8-C429-4835-9353-57FA6928C541}"/>
              </a:ext>
            </a:extLst>
          </p:cNvPr>
          <p:cNvSpPr>
            <a:spLocks xmlns:a="http://schemas.openxmlformats.org/drawingml/2006/main" noGrp="1"/>
          </p:cNvSpPr>
          <p:nvPr/>
        </p:nvSpPr>
        <p:spPr>
          <a:xfrm xmlns:a="http://schemas.openxmlformats.org/drawingml/2006/main">
            <a:off x="9890208" y="5248275"/>
            <a:ext cx="46908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٤–٦</a:t>
            </a:r>
          </a:p>
        </p:txBody>
      </p:sp>
      <p:sp>
        <p:nvSpPr>
          <p:cNvPr id="45" name="text-541">
            <a:extLst xmlns:a="http://schemas.openxmlformats.org/drawingml/2006/main">
              <a:ext uri="{FF2B5EF4-FFF2-40B4-BE49-F238E27FC236}">
                <a16:creationId xmlns:a16="http://schemas.microsoft.com/office/drawing/2014/main" id="{ED01ACCB-9B4A-4D04-886A-7E072C336F08}"/>
              </a:ext>
            </a:extLst>
          </p:cNvPr>
          <p:cNvSpPr>
            <a:spLocks xmlns:a="http://schemas.openxmlformats.org/drawingml/2006/main" noGrp="1"/>
          </p:cNvSpPr>
          <p:nvPr/>
        </p:nvSpPr>
        <p:spPr>
          <a:xfrm xmlns:a="http://schemas.openxmlformats.org/drawingml/2006/main">
            <a:off x="9229210" y="5248275"/>
            <a:ext cx="60261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أكتوبر</a:t>
            </a:r>
          </a:p>
        </p:txBody>
      </p:sp>
      <p:sp>
        <p:nvSpPr>
          <p:cNvPr id="46" name="text-542">
            <a:extLst xmlns:a="http://schemas.openxmlformats.org/drawingml/2006/main">
              <a:ext uri="{FF2B5EF4-FFF2-40B4-BE49-F238E27FC236}">
                <a16:creationId xmlns:a16="http://schemas.microsoft.com/office/drawing/2014/main" id="{FC71A1D5-D763-45FB-BE20-02759C3BCCAB}"/>
              </a:ext>
            </a:extLst>
          </p:cNvPr>
          <p:cNvSpPr>
            <a:spLocks xmlns:a="http://schemas.openxmlformats.org/drawingml/2006/main" noGrp="1"/>
          </p:cNvSpPr>
          <p:nvPr/>
        </p:nvSpPr>
        <p:spPr>
          <a:xfrm xmlns:a="http://schemas.openxmlformats.org/drawingml/2006/main">
            <a:off x="8789443" y="5248275"/>
            <a:ext cx="38137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عن</a:t>
            </a:r>
          </a:p>
        </p:txBody>
      </p:sp>
      <p:sp>
        <p:nvSpPr>
          <p:cNvPr id="47" name="text-543">
            <a:extLst xmlns:a="http://schemas.openxmlformats.org/drawingml/2006/main">
              <a:ext uri="{FF2B5EF4-FFF2-40B4-BE49-F238E27FC236}">
                <a16:creationId xmlns:a16="http://schemas.microsoft.com/office/drawing/2014/main" id="{2C273B72-D7AB-4A67-821B-8806AB7B36DE}"/>
              </a:ext>
            </a:extLst>
          </p:cNvPr>
          <p:cNvSpPr>
            <a:spLocks xmlns:a="http://schemas.openxmlformats.org/drawingml/2006/main" noGrp="1"/>
          </p:cNvSpPr>
          <p:nvPr/>
        </p:nvSpPr>
        <p:spPr>
          <a:xfrm xmlns:a="http://schemas.openxmlformats.org/drawingml/2006/main">
            <a:off x="8151009" y="5248275"/>
            <a:ext cx="58004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تطوير</a:t>
            </a:r>
          </a:p>
        </p:txBody>
      </p:sp>
      <p:sp>
        <p:nvSpPr>
          <p:cNvPr id="48" name="text-544">
            <a:extLst xmlns:a="http://schemas.openxmlformats.org/drawingml/2006/main">
              <a:ext uri="{FF2B5EF4-FFF2-40B4-BE49-F238E27FC236}">
                <a16:creationId xmlns:a16="http://schemas.microsoft.com/office/drawing/2014/main" id="{4F2D57D3-2848-4983-9CB3-6C4556EEEE09}"/>
              </a:ext>
            </a:extLst>
          </p:cNvPr>
          <p:cNvSpPr>
            <a:spLocks xmlns:a="http://schemas.openxmlformats.org/drawingml/2006/main" noGrp="1"/>
          </p:cNvSpPr>
          <p:nvPr/>
        </p:nvSpPr>
        <p:spPr>
          <a:xfrm xmlns:a="http://schemas.openxmlformats.org/drawingml/2006/main">
            <a:off x="7334902" y="5248275"/>
            <a:ext cx="7577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المنصة</a:t>
            </a:r>
          </a:p>
        </p:txBody>
      </p:sp>
      <p:sp>
        <p:nvSpPr>
          <p:cNvPr id="49" name="text-545">
            <a:extLst xmlns:a="http://schemas.openxmlformats.org/drawingml/2006/main">
              <a:ext uri="{FF2B5EF4-FFF2-40B4-BE49-F238E27FC236}">
                <a16:creationId xmlns:a16="http://schemas.microsoft.com/office/drawing/2014/main" id="{CB701F83-8913-4C03-A3E4-97D2607703C9}"/>
              </a:ext>
            </a:extLst>
          </p:cNvPr>
          <p:cNvSpPr>
            <a:spLocks xmlns:a="http://schemas.openxmlformats.org/drawingml/2006/main" noGrp="1"/>
          </p:cNvSpPr>
          <p:nvPr/>
        </p:nvSpPr>
        <p:spPr>
          <a:xfrm xmlns:a="http://schemas.openxmlformats.org/drawingml/2006/main">
            <a:off x="6416764" y="5248275"/>
            <a:ext cx="85975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والبحوث</a:t>
            </a:r>
          </a:p>
        </p:txBody>
      </p:sp>
      <p:sp>
        <p:nvSpPr>
          <p:cNvPr id="50" name="text-546">
            <a:extLst xmlns:a="http://schemas.openxmlformats.org/drawingml/2006/main">
              <a:ext uri="{FF2B5EF4-FFF2-40B4-BE49-F238E27FC236}">
                <a16:creationId xmlns:a16="http://schemas.microsoft.com/office/drawing/2014/main" id="{EB76DD9D-0E93-4199-B96E-A5094C05DE11}"/>
              </a:ext>
            </a:extLst>
          </p:cNvPr>
          <p:cNvSpPr>
            <a:spLocks xmlns:a="http://schemas.openxmlformats.org/drawingml/2006/main" noGrp="1"/>
          </p:cNvSpPr>
          <p:nvPr/>
        </p:nvSpPr>
        <p:spPr>
          <a:xfrm xmlns:a="http://schemas.openxmlformats.org/drawingml/2006/main">
            <a:off x="5542872" y="5248275"/>
            <a:ext cx="8155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السابق</a:t>
            </a:r>
          </a:p>
        </p:txBody>
      </p:sp>
    </p:spTree>
    <p:extLst>
      <p:ext uri="{BB962C8B-B14F-4D97-AF65-F5344CB8AC3E}">
        <p14:creationId xmlns:p14="http://schemas.microsoft.com/office/powerpoint/2010/main" val="446103373"/>
      </p:ext>
    </p:extLst>
  </p:cSld>
</p:sld>
</file>

<file path=ppt/slides/slide1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2" name="text-547">
            <a:extLst xmlns:a="http://schemas.openxmlformats.org/drawingml/2006/main">
              <a:ext uri="{FF2B5EF4-FFF2-40B4-BE49-F238E27FC236}">
                <a16:creationId xmlns:a16="http://schemas.microsoft.com/office/drawing/2014/main" id="{1D09E58A-7514-4DBE-8B8B-80903C073807}"/>
              </a:ext>
            </a:extLst>
          </p:cNvPr>
          <p:cNvSpPr>
            <a:spLocks xmlns:a="http://schemas.openxmlformats.org/drawingml/2006/main" noGrp="1"/>
          </p:cNvSpPr>
          <p:nvPr/>
        </p:nvSpPr>
        <p:spPr>
          <a:xfrm xmlns:a="http://schemas.openxmlformats.org/drawingml/2006/main">
            <a:off x="10102779" y="457200"/>
            <a:ext cx="14796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جاهزية</a:t>
            </a:r>
          </a:p>
        </p:txBody>
      </p:sp>
      <p:sp>
        <p:nvSpPr>
          <p:cNvPr id="2" name="text-548">
            <a:extLst xmlns:a="http://schemas.openxmlformats.org/drawingml/2006/main">
              <a:ext uri="{FF2B5EF4-FFF2-40B4-BE49-F238E27FC236}">
                <a16:creationId xmlns:a16="http://schemas.microsoft.com/office/drawing/2014/main" id="{654CBCF5-5FCE-4BFA-995B-CC24F44827F5}"/>
              </a:ext>
            </a:extLst>
          </p:cNvPr>
          <p:cNvSpPr>
            <a:spLocks xmlns:a="http://schemas.openxmlformats.org/drawingml/2006/main" noGrp="1"/>
          </p:cNvSpPr>
          <p:nvPr/>
        </p:nvSpPr>
        <p:spPr>
          <a:xfrm xmlns:a="http://schemas.openxmlformats.org/drawingml/2006/main">
            <a:off x="8434426" y="457200"/>
            <a:ext cx="156738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النسخة</a:t>
            </a:r>
          </a:p>
        </p:txBody>
      </p:sp>
      <p:sp>
        <p:nvSpPr>
          <p:cNvPr id="3" name="text-549">
            <a:extLst xmlns:a="http://schemas.openxmlformats.org/drawingml/2006/main">
              <a:ext uri="{FF2B5EF4-FFF2-40B4-BE49-F238E27FC236}">
                <a16:creationId xmlns:a16="http://schemas.microsoft.com/office/drawing/2014/main" id="{5BD811A5-A478-4C3B-AF61-C2F10C730D25}"/>
              </a:ext>
            </a:extLst>
          </p:cNvPr>
          <p:cNvSpPr>
            <a:spLocks xmlns:a="http://schemas.openxmlformats.org/drawingml/2006/main" noGrp="1"/>
          </p:cNvSpPr>
          <p:nvPr/>
        </p:nvSpPr>
        <p:spPr>
          <a:xfrm xmlns:a="http://schemas.openxmlformats.org/drawingml/2006/main">
            <a:off x="7116249"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الثابتة</a:t>
            </a:r>
          </a:p>
        </p:txBody>
      </p:sp>
      <p:sp>
        <p:nvSpPr>
          <p:cNvPr id="4" name="text-550">
            <a:extLst xmlns:a="http://schemas.openxmlformats.org/drawingml/2006/main">
              <a:ext uri="{FF2B5EF4-FFF2-40B4-BE49-F238E27FC236}">
                <a16:creationId xmlns:a16="http://schemas.microsoft.com/office/drawing/2014/main" id="{F86E92E6-5ED8-44D0-B9BC-8C961B855D98}"/>
              </a:ext>
            </a:extLst>
          </p:cNvPr>
          <p:cNvSpPr>
            <a:spLocks xmlns:a="http://schemas.openxmlformats.org/drawingml/2006/main" noGrp="1"/>
          </p:cNvSpPr>
          <p:nvPr/>
        </p:nvSpPr>
        <p:spPr>
          <a:xfrm xmlns:a="http://schemas.openxmlformats.org/drawingml/2006/main">
            <a:off x="5730118" y="457200"/>
            <a:ext cx="12851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وحدود</a:t>
            </a:r>
          </a:p>
        </p:txBody>
      </p:sp>
      <p:sp>
        <p:nvSpPr>
          <p:cNvPr id="5" name="text-551">
            <a:extLst xmlns:a="http://schemas.openxmlformats.org/drawingml/2006/main">
              <a:ext uri="{FF2B5EF4-FFF2-40B4-BE49-F238E27FC236}">
                <a16:creationId xmlns:a16="http://schemas.microsoft.com/office/drawing/2014/main" id="{33C6E475-BA48-4065-8ADB-3225CC6CE2F4}"/>
              </a:ext>
            </a:extLst>
          </p:cNvPr>
          <p:cNvSpPr>
            <a:spLocks xmlns:a="http://schemas.openxmlformats.org/drawingml/2006/main" noGrp="1"/>
          </p:cNvSpPr>
          <p:nvPr/>
        </p:nvSpPr>
        <p:spPr>
          <a:xfrm xmlns:a="http://schemas.openxmlformats.org/drawingml/2006/main">
            <a:off x="4417588" y="457200"/>
            <a:ext cx="121156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قبولها</a:t>
            </a:r>
          </a:p>
        </p:txBody>
      </p:sp>
      <p:sp>
        <p:nvSpPr>
          <p:cNvPr id="6" name="shape-552">
            <a:extLst xmlns:a="http://schemas.openxmlformats.org/drawingml/2006/main">
              <a:ext uri="{FF2B5EF4-FFF2-40B4-BE49-F238E27FC236}">
                <a16:creationId xmlns:a16="http://schemas.microsoft.com/office/drawing/2014/main" id="{57AC798D-7BE7-49A5-8815-5C84907F17FF}"/>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553">
            <a:extLst xmlns:a="http://schemas.openxmlformats.org/drawingml/2006/main">
              <a:ext uri="{FF2B5EF4-FFF2-40B4-BE49-F238E27FC236}">
                <a16:creationId xmlns:a16="http://schemas.microsoft.com/office/drawing/2014/main" id="{E5CE7A3C-99AF-4C06-89E2-6D5FC45BA117}"/>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554">
            <a:extLst xmlns:a="http://schemas.openxmlformats.org/drawingml/2006/main">
              <a:ext uri="{FF2B5EF4-FFF2-40B4-BE49-F238E27FC236}">
                <a16:creationId xmlns:a16="http://schemas.microsoft.com/office/drawing/2014/main" id="{C438A431-B638-4C5D-AE83-2C8F794446FE}"/>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555">
            <a:extLst xmlns:a="http://schemas.openxmlformats.org/drawingml/2006/main">
              <a:ext uri="{FF2B5EF4-FFF2-40B4-BE49-F238E27FC236}">
                <a16:creationId xmlns:a16="http://schemas.microsoft.com/office/drawing/2014/main" id="{50A5D6E8-5A75-4D42-A95D-0DDEE6100BAC}"/>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556">
            <a:extLst xmlns:a="http://schemas.openxmlformats.org/drawingml/2006/main">
              <a:ext uri="{FF2B5EF4-FFF2-40B4-BE49-F238E27FC236}">
                <a16:creationId xmlns:a16="http://schemas.microsoft.com/office/drawing/2014/main" id="{17E24E0C-8367-45A3-A479-E38008EE2CEC}"/>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557">
            <a:extLst xmlns:a="http://schemas.openxmlformats.org/drawingml/2006/main">
              <a:ext uri="{FF2B5EF4-FFF2-40B4-BE49-F238E27FC236}">
                <a16:creationId xmlns:a16="http://schemas.microsoft.com/office/drawing/2014/main" id="{8FD67FDA-E13E-4F1C-A06E-08D9A5236E8E}"/>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558">
            <a:extLst xmlns:a="http://schemas.openxmlformats.org/drawingml/2006/main">
              <a:ext uri="{FF2B5EF4-FFF2-40B4-BE49-F238E27FC236}">
                <a16:creationId xmlns:a16="http://schemas.microsoft.com/office/drawing/2014/main" id="{C6D46F76-B25C-4AF4-B039-C2BAD032B80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559">
            <a:extLst xmlns:a="http://schemas.openxmlformats.org/drawingml/2006/main">
              <a:ext uri="{FF2B5EF4-FFF2-40B4-BE49-F238E27FC236}">
                <a16:creationId xmlns:a16="http://schemas.microsoft.com/office/drawing/2014/main" id="{15CFD556-1655-4CE9-BA82-4311881B6696}"/>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14</a:t>
            </a:r>
          </a:p>
        </p:txBody>
      </p:sp>
      <p:sp>
        <p:nvSpPr>
          <p:cNvPr id="14" name="text-560">
            <a:extLst xmlns:a="http://schemas.openxmlformats.org/drawingml/2006/main">
              <a:ext uri="{FF2B5EF4-FFF2-40B4-BE49-F238E27FC236}">
                <a16:creationId xmlns:a16="http://schemas.microsoft.com/office/drawing/2014/main" id="{6DDA8D2D-1451-46F0-9A27-D8A6AA945EBA}"/>
              </a:ext>
            </a:extLst>
          </p:cNvPr>
          <p:cNvSpPr>
            <a:spLocks xmlns:a="http://schemas.openxmlformats.org/drawingml/2006/main" noGrp="1"/>
          </p:cNvSpPr>
          <p:nvPr/>
        </p:nvSpPr>
        <p:spPr>
          <a:xfrm xmlns:a="http://schemas.openxmlformats.org/drawingml/2006/main">
            <a:off x="10569946" y="1609725"/>
            <a:ext cx="1012454"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فحوص</a:t>
            </a:r>
          </a:p>
        </p:txBody>
      </p:sp>
      <p:sp>
        <p:nvSpPr>
          <p:cNvPr id="15" name="text-561">
            <a:extLst xmlns:a="http://schemas.openxmlformats.org/drawingml/2006/main">
              <a:ext uri="{FF2B5EF4-FFF2-40B4-BE49-F238E27FC236}">
                <a16:creationId xmlns:a16="http://schemas.microsoft.com/office/drawing/2014/main" id="{30BC5CAA-EDF9-4FA4-AEB3-C768E3C15FA6}"/>
              </a:ext>
            </a:extLst>
          </p:cNvPr>
          <p:cNvSpPr>
            <a:spLocks xmlns:a="http://schemas.openxmlformats.org/drawingml/2006/main" noGrp="1"/>
          </p:cNvSpPr>
          <p:nvPr/>
        </p:nvSpPr>
        <p:spPr>
          <a:xfrm xmlns:a="http://schemas.openxmlformats.org/drawingml/2006/main">
            <a:off x="9493609" y="1609725"/>
            <a:ext cx="101166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تشغيل</a:t>
            </a:r>
          </a:p>
        </p:txBody>
      </p:sp>
      <p:sp>
        <p:nvSpPr>
          <p:cNvPr id="16" name="text-562">
            <a:extLst xmlns:a="http://schemas.openxmlformats.org/drawingml/2006/main">
              <a:ext uri="{FF2B5EF4-FFF2-40B4-BE49-F238E27FC236}">
                <a16:creationId xmlns:a16="http://schemas.microsoft.com/office/drawing/2014/main" id="{56BA2401-AC93-4EEF-B8B7-F5F829190EE2}"/>
              </a:ext>
            </a:extLst>
          </p:cNvPr>
          <p:cNvSpPr>
            <a:spLocks xmlns:a="http://schemas.openxmlformats.org/drawingml/2006/main" noGrp="1"/>
          </p:cNvSpPr>
          <p:nvPr/>
        </p:nvSpPr>
        <p:spPr>
          <a:xfrm xmlns:a="http://schemas.openxmlformats.org/drawingml/2006/main">
            <a:off x="8544268" y="1609725"/>
            <a:ext cx="88466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ناجحة</a:t>
            </a:r>
          </a:p>
        </p:txBody>
      </p:sp>
      <p:sp>
        <p:nvSpPr>
          <p:cNvPr id="17" name="text-563">
            <a:extLst xmlns:a="http://schemas.openxmlformats.org/drawingml/2006/main">
              <a:ext uri="{FF2B5EF4-FFF2-40B4-BE49-F238E27FC236}">
                <a16:creationId xmlns:a16="http://schemas.microsoft.com/office/drawing/2014/main" id="{D6B85A99-71F2-4218-A47A-40D6B42106FE}"/>
              </a:ext>
            </a:extLst>
          </p:cNvPr>
          <p:cNvSpPr>
            <a:spLocks xmlns:a="http://schemas.openxmlformats.org/drawingml/2006/main" noGrp="1"/>
          </p:cNvSpPr>
          <p:nvPr/>
        </p:nvSpPr>
        <p:spPr>
          <a:xfrm xmlns:a="http://schemas.openxmlformats.org/drawingml/2006/main">
            <a:off x="11039439" y="2438400"/>
            <a:ext cx="54296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٣٦٨</a:t>
            </a:r>
          </a:p>
        </p:txBody>
      </p:sp>
      <p:sp>
        <p:nvSpPr>
          <p:cNvPr id="18" name="text-564">
            <a:extLst xmlns:a="http://schemas.openxmlformats.org/drawingml/2006/main">
              <a:ext uri="{FF2B5EF4-FFF2-40B4-BE49-F238E27FC236}">
                <a16:creationId xmlns:a16="http://schemas.microsoft.com/office/drawing/2014/main" id="{A4B6D09A-CE89-4982-8F1A-16673394DD45}"/>
              </a:ext>
            </a:extLst>
          </p:cNvPr>
          <p:cNvSpPr>
            <a:spLocks xmlns:a="http://schemas.openxmlformats.org/drawingml/2006/main" noGrp="1"/>
          </p:cNvSpPr>
          <p:nvPr/>
        </p:nvSpPr>
        <p:spPr>
          <a:xfrm xmlns:a="http://schemas.openxmlformats.org/drawingml/2006/main">
            <a:off x="10194846" y="2438400"/>
            <a:ext cx="77429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اختبارًا</a:t>
            </a:r>
          </a:p>
        </p:txBody>
      </p:sp>
      <p:sp>
        <p:nvSpPr>
          <p:cNvPr id="19" name="text-565">
            <a:extLst xmlns:a="http://schemas.openxmlformats.org/drawingml/2006/main">
              <a:ext uri="{FF2B5EF4-FFF2-40B4-BE49-F238E27FC236}">
                <a16:creationId xmlns:a16="http://schemas.microsoft.com/office/drawing/2014/main" id="{4AABB8DF-A895-45FF-B521-B6E789A9C8C8}"/>
              </a:ext>
            </a:extLst>
          </p:cNvPr>
          <p:cNvSpPr>
            <a:spLocks xmlns:a="http://schemas.openxmlformats.org/drawingml/2006/main" noGrp="1"/>
          </p:cNvSpPr>
          <p:nvPr/>
        </p:nvSpPr>
        <p:spPr>
          <a:xfrm xmlns:a="http://schemas.openxmlformats.org/drawingml/2006/main">
            <a:off x="9442473" y="2438400"/>
            <a:ext cx="6820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محليًا</a:t>
            </a:r>
          </a:p>
        </p:txBody>
      </p:sp>
      <p:sp>
        <p:nvSpPr>
          <p:cNvPr id="20" name="text-566">
            <a:extLst xmlns:a="http://schemas.openxmlformats.org/drawingml/2006/main">
              <a:ext uri="{FF2B5EF4-FFF2-40B4-BE49-F238E27FC236}">
                <a16:creationId xmlns:a16="http://schemas.microsoft.com/office/drawing/2014/main" id="{BB8B47CB-FF5E-4177-94D1-CDC4C5967EC4}"/>
              </a:ext>
            </a:extLst>
          </p:cNvPr>
          <p:cNvSpPr>
            <a:spLocks xmlns:a="http://schemas.openxmlformats.org/drawingml/2006/main" noGrp="1"/>
          </p:cNvSpPr>
          <p:nvPr/>
        </p:nvSpPr>
        <p:spPr>
          <a:xfrm xmlns:a="http://schemas.openxmlformats.org/drawingml/2006/main">
            <a:off x="11207693" y="3057525"/>
            <a:ext cx="37470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٦٠</a:t>
            </a:r>
          </a:p>
        </p:txBody>
      </p:sp>
      <p:sp>
        <p:nvSpPr>
          <p:cNvPr id="21" name="text-567">
            <a:extLst xmlns:a="http://schemas.openxmlformats.org/drawingml/2006/main">
              <a:ext uri="{FF2B5EF4-FFF2-40B4-BE49-F238E27FC236}">
                <a16:creationId xmlns:a16="http://schemas.microsoft.com/office/drawing/2014/main" id="{63704DC0-7035-47D4-8ED1-8F26B024B67C}"/>
              </a:ext>
            </a:extLst>
          </p:cNvPr>
          <p:cNvSpPr>
            <a:spLocks xmlns:a="http://schemas.openxmlformats.org/drawingml/2006/main" noGrp="1"/>
          </p:cNvSpPr>
          <p:nvPr/>
        </p:nvSpPr>
        <p:spPr>
          <a:xfrm xmlns:a="http://schemas.openxmlformats.org/drawingml/2006/main">
            <a:off x="10435798" y="3057525"/>
            <a:ext cx="70160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فحص</a:t>
            </a:r>
          </a:p>
        </p:txBody>
      </p:sp>
      <p:sp>
        <p:nvSpPr>
          <p:cNvPr id="22" name="text-568">
            <a:extLst xmlns:a="http://schemas.openxmlformats.org/drawingml/2006/main">
              <a:ext uri="{FF2B5EF4-FFF2-40B4-BE49-F238E27FC236}">
                <a16:creationId xmlns:a16="http://schemas.microsoft.com/office/drawing/2014/main" id="{A894D62A-7734-4E8C-92DD-151424E3482B}"/>
              </a:ext>
            </a:extLst>
          </p:cNvPr>
          <p:cNvSpPr>
            <a:spLocks xmlns:a="http://schemas.openxmlformats.org/drawingml/2006/main" noGrp="1"/>
          </p:cNvSpPr>
          <p:nvPr/>
        </p:nvSpPr>
        <p:spPr>
          <a:xfrm xmlns:a="http://schemas.openxmlformats.org/drawingml/2006/main">
            <a:off x="9474457" y="3057525"/>
            <a:ext cx="89104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تشغيل</a:t>
            </a:r>
          </a:p>
        </p:txBody>
      </p:sp>
      <p:sp>
        <p:nvSpPr>
          <p:cNvPr id="23" name="text-569">
            <a:extLst xmlns:a="http://schemas.openxmlformats.org/drawingml/2006/main">
              <a:ext uri="{FF2B5EF4-FFF2-40B4-BE49-F238E27FC236}">
                <a16:creationId xmlns:a16="http://schemas.microsoft.com/office/drawing/2014/main" id="{D473BF4E-2DB9-4B5F-9DB7-17AA1F8FEA7B}"/>
              </a:ext>
            </a:extLst>
          </p:cNvPr>
          <p:cNvSpPr>
            <a:spLocks xmlns:a="http://schemas.openxmlformats.org/drawingml/2006/main" noGrp="1"/>
          </p:cNvSpPr>
          <p:nvPr/>
        </p:nvSpPr>
        <p:spPr>
          <a:xfrm xmlns:a="http://schemas.openxmlformats.org/drawingml/2006/main">
            <a:off x="8619072" y="3057525"/>
            <a:ext cx="78509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محلي</a:t>
            </a:r>
          </a:p>
        </p:txBody>
      </p:sp>
      <p:sp>
        <p:nvSpPr>
          <p:cNvPr id="24" name="text-570">
            <a:extLst xmlns:a="http://schemas.openxmlformats.org/drawingml/2006/main">
              <a:ext uri="{FF2B5EF4-FFF2-40B4-BE49-F238E27FC236}">
                <a16:creationId xmlns:a16="http://schemas.microsoft.com/office/drawing/2014/main" id="{F0458E56-2C7E-409B-81CB-E4C36DA50E4D}"/>
              </a:ext>
            </a:extLst>
          </p:cNvPr>
          <p:cNvSpPr>
            <a:spLocks xmlns:a="http://schemas.openxmlformats.org/drawingml/2006/main" noGrp="1"/>
          </p:cNvSpPr>
          <p:nvPr/>
        </p:nvSpPr>
        <p:spPr>
          <a:xfrm xmlns:a="http://schemas.openxmlformats.org/drawingml/2006/main">
            <a:off x="11207693" y="3676650"/>
            <a:ext cx="37470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٢٨</a:t>
            </a:r>
          </a:p>
        </p:txBody>
      </p:sp>
      <p:sp>
        <p:nvSpPr>
          <p:cNvPr id="25" name="text-571">
            <a:extLst xmlns:a="http://schemas.openxmlformats.org/drawingml/2006/main">
              <a:ext uri="{FF2B5EF4-FFF2-40B4-BE49-F238E27FC236}">
                <a16:creationId xmlns:a16="http://schemas.microsoft.com/office/drawing/2014/main" id="{F15DE4CF-D4C6-472D-BA1E-73801CF6FD74}"/>
              </a:ext>
            </a:extLst>
          </p:cNvPr>
          <p:cNvSpPr>
            <a:spLocks xmlns:a="http://schemas.openxmlformats.org/drawingml/2006/main" noGrp="1"/>
          </p:cNvSpPr>
          <p:nvPr/>
        </p:nvSpPr>
        <p:spPr>
          <a:xfrm xmlns:a="http://schemas.openxmlformats.org/drawingml/2006/main">
            <a:off x="10465524" y="3676650"/>
            <a:ext cx="671874"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فحصًا</a:t>
            </a:r>
          </a:p>
        </p:txBody>
      </p:sp>
      <p:sp>
        <p:nvSpPr>
          <p:cNvPr id="26" name="text-572">
            <a:extLst xmlns:a="http://schemas.openxmlformats.org/drawingml/2006/main">
              <a:ext uri="{FF2B5EF4-FFF2-40B4-BE49-F238E27FC236}">
                <a16:creationId xmlns:a16="http://schemas.microsoft.com/office/drawing/2014/main" id="{C6438C80-15FB-4EDF-9220-5BAD15413765}"/>
              </a:ext>
            </a:extLst>
          </p:cNvPr>
          <p:cNvSpPr>
            <a:spLocks xmlns:a="http://schemas.openxmlformats.org/drawingml/2006/main" noGrp="1"/>
          </p:cNvSpPr>
          <p:nvPr/>
        </p:nvSpPr>
        <p:spPr>
          <a:xfrm xmlns:a="http://schemas.openxmlformats.org/drawingml/2006/main">
            <a:off x="9858449" y="3676650"/>
            <a:ext cx="5367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عامًا</a:t>
            </a:r>
          </a:p>
        </p:txBody>
      </p:sp>
      <p:sp>
        <p:nvSpPr>
          <p:cNvPr id="27" name="text-573">
            <a:extLst xmlns:a="http://schemas.openxmlformats.org/drawingml/2006/main">
              <a:ext uri="{FF2B5EF4-FFF2-40B4-BE49-F238E27FC236}">
                <a16:creationId xmlns:a16="http://schemas.microsoft.com/office/drawing/2014/main" id="{F1927115-9C2F-4612-AD10-32085B62EBEF}"/>
              </a:ext>
            </a:extLst>
          </p:cNvPr>
          <p:cNvSpPr>
            <a:spLocks xmlns:a="http://schemas.openxmlformats.org/drawingml/2006/main" noGrp="1"/>
          </p:cNvSpPr>
          <p:nvPr/>
        </p:nvSpPr>
        <p:spPr>
          <a:xfrm xmlns:a="http://schemas.openxmlformats.org/drawingml/2006/main">
            <a:off x="4491350" y="1609725"/>
            <a:ext cx="122365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المراجعة</a:t>
            </a:r>
          </a:p>
        </p:txBody>
      </p:sp>
      <p:sp>
        <p:nvSpPr>
          <p:cNvPr id="28" name="text-574">
            <a:extLst xmlns:a="http://schemas.openxmlformats.org/drawingml/2006/main">
              <a:ext uri="{FF2B5EF4-FFF2-40B4-BE49-F238E27FC236}">
                <a16:creationId xmlns:a16="http://schemas.microsoft.com/office/drawing/2014/main" id="{7AE1A389-6860-48AA-B2BB-0ACEA81D49B5}"/>
              </a:ext>
            </a:extLst>
          </p:cNvPr>
          <p:cNvSpPr>
            <a:spLocks xmlns:a="http://schemas.openxmlformats.org/drawingml/2006/main" noGrp="1"/>
          </p:cNvSpPr>
          <p:nvPr/>
        </p:nvSpPr>
        <p:spPr>
          <a:xfrm xmlns:a="http://schemas.openxmlformats.org/drawingml/2006/main">
            <a:off x="3331594" y="1609725"/>
            <a:ext cx="109784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البشرية</a:t>
            </a:r>
          </a:p>
        </p:txBody>
      </p:sp>
      <p:sp>
        <p:nvSpPr>
          <p:cNvPr id="29" name="text-575">
            <a:extLst xmlns:a="http://schemas.openxmlformats.org/drawingml/2006/main">
              <a:ext uri="{FF2B5EF4-FFF2-40B4-BE49-F238E27FC236}">
                <a16:creationId xmlns:a16="http://schemas.microsoft.com/office/drawing/2014/main" id="{0116C09B-7D0B-4EEE-B903-9EDDF9262F6D}"/>
              </a:ext>
            </a:extLst>
          </p:cNvPr>
          <p:cNvSpPr>
            <a:spLocks xmlns:a="http://schemas.openxmlformats.org/drawingml/2006/main" noGrp="1"/>
          </p:cNvSpPr>
          <p:nvPr/>
        </p:nvSpPr>
        <p:spPr>
          <a:xfrm xmlns:a="http://schemas.openxmlformats.org/drawingml/2006/main">
            <a:off x="2129737" y="1609725"/>
            <a:ext cx="113994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مستمرة</a:t>
            </a:r>
          </a:p>
        </p:txBody>
      </p:sp>
      <p:sp>
        <p:nvSpPr>
          <p:cNvPr id="30" name="text-576">
            <a:extLst xmlns:a="http://schemas.openxmlformats.org/drawingml/2006/main">
              <a:ext uri="{FF2B5EF4-FFF2-40B4-BE49-F238E27FC236}">
                <a16:creationId xmlns:a16="http://schemas.microsoft.com/office/drawing/2014/main" id="{10077D12-573E-4377-AAC8-2CED07BF1835}"/>
              </a:ext>
            </a:extLst>
          </p:cNvPr>
          <p:cNvSpPr>
            <a:spLocks xmlns:a="http://schemas.openxmlformats.org/drawingml/2006/main" noGrp="1"/>
          </p:cNvSpPr>
          <p:nvPr/>
        </p:nvSpPr>
        <p:spPr>
          <a:xfrm xmlns:a="http://schemas.openxmlformats.org/drawingml/2006/main">
            <a:off x="5165269" y="2438400"/>
            <a:ext cx="54973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دلالة</a:t>
            </a:r>
          </a:p>
        </p:txBody>
      </p:sp>
      <p:sp>
        <p:nvSpPr>
          <p:cNvPr id="31" name="text-577">
            <a:extLst xmlns:a="http://schemas.openxmlformats.org/drawingml/2006/main">
              <a:ext uri="{FF2B5EF4-FFF2-40B4-BE49-F238E27FC236}">
                <a16:creationId xmlns:a16="http://schemas.microsoft.com/office/drawing/2014/main" id="{2C606A4C-C33C-4574-B003-C05A74BA4CDA}"/>
              </a:ext>
            </a:extLst>
          </p:cNvPr>
          <p:cNvSpPr>
            <a:spLocks xmlns:a="http://schemas.openxmlformats.org/drawingml/2006/main" noGrp="1"/>
          </p:cNvSpPr>
          <p:nvPr/>
        </p:nvSpPr>
        <p:spPr>
          <a:xfrm xmlns:a="http://schemas.openxmlformats.org/drawingml/2006/main">
            <a:off x="4323155" y="2438400"/>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المصدر</a:t>
            </a:r>
          </a:p>
        </p:txBody>
      </p:sp>
      <p:sp>
        <p:nvSpPr>
          <p:cNvPr id="32" name="text-578">
            <a:extLst xmlns:a="http://schemas.openxmlformats.org/drawingml/2006/main">
              <a:ext uri="{FF2B5EF4-FFF2-40B4-BE49-F238E27FC236}">
                <a16:creationId xmlns:a16="http://schemas.microsoft.com/office/drawing/2014/main" id="{2E8B393B-64F4-4388-803F-8B0F5D8DAEB7}"/>
              </a:ext>
            </a:extLst>
          </p:cNvPr>
          <p:cNvSpPr>
            <a:spLocks xmlns:a="http://schemas.openxmlformats.org/drawingml/2006/main" noGrp="1"/>
          </p:cNvSpPr>
          <p:nvPr/>
        </p:nvSpPr>
        <p:spPr>
          <a:xfrm xmlns:a="http://schemas.openxmlformats.org/drawingml/2006/main">
            <a:off x="3709630" y="2438400"/>
            <a:ext cx="55218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على</a:t>
            </a:r>
          </a:p>
        </p:txBody>
      </p:sp>
      <p:sp>
        <p:nvSpPr>
          <p:cNvPr id="33" name="text-579">
            <a:extLst xmlns:a="http://schemas.openxmlformats.org/drawingml/2006/main">
              <a:ext uri="{FF2B5EF4-FFF2-40B4-BE49-F238E27FC236}">
                <a16:creationId xmlns:a16="http://schemas.microsoft.com/office/drawing/2014/main" id="{9A7954D3-99A5-40C6-BD2A-5BDC04F3AFAA}"/>
              </a:ext>
            </a:extLst>
          </p:cNvPr>
          <p:cNvSpPr>
            <a:spLocks xmlns:a="http://schemas.openxmlformats.org/drawingml/2006/main" noGrp="1"/>
          </p:cNvSpPr>
          <p:nvPr/>
        </p:nvSpPr>
        <p:spPr>
          <a:xfrm xmlns:a="http://schemas.openxmlformats.org/drawingml/2006/main">
            <a:off x="3291536" y="2438400"/>
            <a:ext cx="3567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كل</a:t>
            </a:r>
          </a:p>
        </p:txBody>
      </p:sp>
      <p:sp>
        <p:nvSpPr>
          <p:cNvPr id="34" name="text-580">
            <a:extLst xmlns:a="http://schemas.openxmlformats.org/drawingml/2006/main">
              <a:ext uri="{FF2B5EF4-FFF2-40B4-BE49-F238E27FC236}">
                <a16:creationId xmlns:a16="http://schemas.microsoft.com/office/drawing/2014/main" id="{B32A4C90-B17C-454F-A7AD-5B7E6CA810DC}"/>
              </a:ext>
            </a:extLst>
          </p:cNvPr>
          <p:cNvSpPr>
            <a:spLocks xmlns:a="http://schemas.openxmlformats.org/drawingml/2006/main" noGrp="1"/>
          </p:cNvSpPr>
          <p:nvPr/>
        </p:nvSpPr>
        <p:spPr>
          <a:xfrm xmlns:a="http://schemas.openxmlformats.org/drawingml/2006/main">
            <a:off x="2643086" y="2438400"/>
            <a:ext cx="58711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عبارة</a:t>
            </a:r>
          </a:p>
        </p:txBody>
      </p:sp>
      <p:sp>
        <p:nvSpPr>
          <p:cNvPr id="35" name="text-581">
            <a:extLst xmlns:a="http://schemas.openxmlformats.org/drawingml/2006/main">
              <a:ext uri="{FF2B5EF4-FFF2-40B4-BE49-F238E27FC236}">
                <a16:creationId xmlns:a16="http://schemas.microsoft.com/office/drawing/2014/main" id="{9209FE97-0278-4292-8F64-748B5B4009BF}"/>
              </a:ext>
            </a:extLst>
          </p:cNvPr>
          <p:cNvSpPr>
            <a:spLocks xmlns:a="http://schemas.openxmlformats.org/drawingml/2006/main" noGrp="1"/>
          </p:cNvSpPr>
          <p:nvPr/>
        </p:nvSpPr>
        <p:spPr>
          <a:xfrm xmlns:a="http://schemas.openxmlformats.org/drawingml/2006/main">
            <a:off x="5196664" y="3057525"/>
            <a:ext cx="51833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ضبط</a:t>
            </a:r>
          </a:p>
        </p:txBody>
      </p:sp>
      <p:sp>
        <p:nvSpPr>
          <p:cNvPr id="36" name="text-582">
            <a:extLst xmlns:a="http://schemas.openxmlformats.org/drawingml/2006/main">
              <a:ext uri="{FF2B5EF4-FFF2-40B4-BE49-F238E27FC236}">
                <a16:creationId xmlns:a16="http://schemas.microsoft.com/office/drawing/2014/main" id="{DABC1818-F1BC-4E5C-9C1C-31CCAB80692C}"/>
              </a:ext>
            </a:extLst>
          </p:cNvPr>
          <p:cNvSpPr>
            <a:spLocks xmlns:a="http://schemas.openxmlformats.org/drawingml/2006/main" noGrp="1"/>
          </p:cNvSpPr>
          <p:nvPr/>
        </p:nvSpPr>
        <p:spPr>
          <a:xfrm xmlns:a="http://schemas.openxmlformats.org/drawingml/2006/main">
            <a:off x="4302258" y="3057525"/>
            <a:ext cx="83306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التعميم</a:t>
            </a:r>
          </a:p>
        </p:txBody>
      </p:sp>
      <p:sp>
        <p:nvSpPr>
          <p:cNvPr id="37" name="text-583">
            <a:extLst xmlns:a="http://schemas.openxmlformats.org/drawingml/2006/main">
              <a:ext uri="{FF2B5EF4-FFF2-40B4-BE49-F238E27FC236}">
                <a16:creationId xmlns:a16="http://schemas.microsoft.com/office/drawing/2014/main" id="{BCC76A0D-A22F-4372-A1CF-24642021C777}"/>
              </a:ext>
            </a:extLst>
          </p:cNvPr>
          <p:cNvSpPr>
            <a:spLocks xmlns:a="http://schemas.openxmlformats.org/drawingml/2006/main" noGrp="1"/>
          </p:cNvSpPr>
          <p:nvPr/>
        </p:nvSpPr>
        <p:spPr>
          <a:xfrm xmlns:a="http://schemas.openxmlformats.org/drawingml/2006/main">
            <a:off x="3538825" y="3057525"/>
            <a:ext cx="70209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وحدود</a:t>
            </a:r>
          </a:p>
        </p:txBody>
      </p:sp>
      <p:sp>
        <p:nvSpPr>
          <p:cNvPr id="38" name="text-584">
            <a:extLst xmlns:a="http://schemas.openxmlformats.org/drawingml/2006/main">
              <a:ext uri="{FF2B5EF4-FFF2-40B4-BE49-F238E27FC236}">
                <a16:creationId xmlns:a16="http://schemas.microsoft.com/office/drawing/2014/main" id="{845EE123-CE57-47FD-89C4-3739D4CEFF99}"/>
              </a:ext>
            </a:extLst>
          </p:cNvPr>
          <p:cNvSpPr>
            <a:spLocks xmlns:a="http://schemas.openxmlformats.org/drawingml/2006/main" noGrp="1"/>
          </p:cNvSpPr>
          <p:nvPr/>
        </p:nvSpPr>
        <p:spPr>
          <a:xfrm xmlns:a="http://schemas.openxmlformats.org/drawingml/2006/main">
            <a:off x="2725652" y="3057525"/>
            <a:ext cx="7518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الجواب</a:t>
            </a:r>
          </a:p>
        </p:txBody>
      </p:sp>
      <p:sp>
        <p:nvSpPr>
          <p:cNvPr id="39" name="text-585">
            <a:extLst xmlns:a="http://schemas.openxmlformats.org/drawingml/2006/main">
              <a:ext uri="{FF2B5EF4-FFF2-40B4-BE49-F238E27FC236}">
                <a16:creationId xmlns:a16="http://schemas.microsoft.com/office/drawing/2014/main" id="{301018C3-EBCD-4399-85E7-A1E476A782EC}"/>
              </a:ext>
            </a:extLst>
          </p:cNvPr>
          <p:cNvSpPr>
            <a:spLocks xmlns:a="http://schemas.openxmlformats.org/drawingml/2006/main" noGrp="1"/>
          </p:cNvSpPr>
          <p:nvPr/>
        </p:nvSpPr>
        <p:spPr>
          <a:xfrm xmlns:a="http://schemas.openxmlformats.org/drawingml/2006/main">
            <a:off x="5128871" y="3676650"/>
            <a:ext cx="58612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إعادة</a:t>
            </a:r>
          </a:p>
        </p:txBody>
      </p:sp>
      <p:sp>
        <p:nvSpPr>
          <p:cNvPr id="40" name="text-586">
            <a:extLst xmlns:a="http://schemas.openxmlformats.org/drawingml/2006/main">
              <a:ext uri="{FF2B5EF4-FFF2-40B4-BE49-F238E27FC236}">
                <a16:creationId xmlns:a16="http://schemas.microsoft.com/office/drawing/2014/main" id="{9684E729-5CE4-48E3-981D-F1F3128D9C56}"/>
              </a:ext>
            </a:extLst>
          </p:cNvPr>
          <p:cNvSpPr>
            <a:spLocks xmlns:a="http://schemas.openxmlformats.org/drawingml/2006/main" noGrp="1"/>
          </p:cNvSpPr>
          <p:nvPr/>
        </p:nvSpPr>
        <p:spPr>
          <a:xfrm xmlns:a="http://schemas.openxmlformats.org/drawingml/2006/main">
            <a:off x="4281361" y="3676650"/>
            <a:ext cx="78617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التجربة</a:t>
            </a:r>
          </a:p>
        </p:txBody>
      </p:sp>
      <p:sp>
        <p:nvSpPr>
          <p:cNvPr id="41" name="text-587">
            <a:extLst xmlns:a="http://schemas.openxmlformats.org/drawingml/2006/main">
              <a:ext uri="{FF2B5EF4-FFF2-40B4-BE49-F238E27FC236}">
                <a16:creationId xmlns:a16="http://schemas.microsoft.com/office/drawing/2014/main" id="{D0CDD321-FD3B-41BE-B3C4-B107371EF50C}"/>
              </a:ext>
            </a:extLst>
          </p:cNvPr>
          <p:cNvSpPr>
            <a:spLocks xmlns:a="http://schemas.openxmlformats.org/drawingml/2006/main" noGrp="1"/>
          </p:cNvSpPr>
          <p:nvPr/>
        </p:nvSpPr>
        <p:spPr>
          <a:xfrm xmlns:a="http://schemas.openxmlformats.org/drawingml/2006/main">
            <a:off x="3656456" y="3676650"/>
            <a:ext cx="5635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بصيغ</a:t>
            </a:r>
          </a:p>
        </p:txBody>
      </p:sp>
      <p:sp>
        <p:nvSpPr>
          <p:cNvPr id="42" name="text-588">
            <a:extLst xmlns:a="http://schemas.openxmlformats.org/drawingml/2006/main">
              <a:ext uri="{FF2B5EF4-FFF2-40B4-BE49-F238E27FC236}">
                <a16:creationId xmlns:a16="http://schemas.microsoft.com/office/drawing/2014/main" id="{866CB8B8-B509-492E-ABD8-F2B0BE9D60E3}"/>
              </a:ext>
            </a:extLst>
          </p:cNvPr>
          <p:cNvSpPr>
            <a:spLocks xmlns:a="http://schemas.openxmlformats.org/drawingml/2006/main" noGrp="1"/>
          </p:cNvSpPr>
          <p:nvPr/>
        </p:nvSpPr>
        <p:spPr>
          <a:xfrm xmlns:a="http://schemas.openxmlformats.org/drawingml/2006/main">
            <a:off x="2894299" y="3676650"/>
            <a:ext cx="70081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جديدة</a:t>
            </a:r>
          </a:p>
        </p:txBody>
      </p:sp>
      <p:sp>
        <p:nvSpPr>
          <p:cNvPr id="43" name="text-589">
            <a:extLst xmlns:a="http://schemas.openxmlformats.org/drawingml/2006/main">
              <a:ext uri="{FF2B5EF4-FFF2-40B4-BE49-F238E27FC236}">
                <a16:creationId xmlns:a16="http://schemas.microsoft.com/office/drawing/2014/main" id="{6C52C641-F82D-4D20-94E1-342810AC5464}"/>
              </a:ext>
            </a:extLst>
          </p:cNvPr>
          <p:cNvSpPr>
            <a:spLocks xmlns:a="http://schemas.openxmlformats.org/drawingml/2006/main" noGrp="1"/>
          </p:cNvSpPr>
          <p:nvPr/>
        </p:nvSpPr>
        <p:spPr>
          <a:xfrm xmlns:a="http://schemas.openxmlformats.org/drawingml/2006/main">
            <a:off x="10312462" y="4829175"/>
            <a:ext cx="126993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الشخصيات</a:t>
            </a:r>
          </a:p>
        </p:txBody>
      </p:sp>
      <p:sp>
        <p:nvSpPr>
          <p:cNvPr id="44" name="text-590">
            <a:extLst xmlns:a="http://schemas.openxmlformats.org/drawingml/2006/main">
              <a:ext uri="{FF2B5EF4-FFF2-40B4-BE49-F238E27FC236}">
                <a16:creationId xmlns:a16="http://schemas.microsoft.com/office/drawing/2014/main" id="{45E2BBEE-7E99-4171-A3F8-295535F5A141}"/>
              </a:ext>
            </a:extLst>
          </p:cNvPr>
          <p:cNvSpPr>
            <a:spLocks xmlns:a="http://schemas.openxmlformats.org/drawingml/2006/main" noGrp="1"/>
          </p:cNvSpPr>
          <p:nvPr/>
        </p:nvSpPr>
        <p:spPr>
          <a:xfrm xmlns:a="http://schemas.openxmlformats.org/drawingml/2006/main">
            <a:off x="9553533" y="4829175"/>
            <a:ext cx="69463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الثلاث</a:t>
            </a:r>
          </a:p>
        </p:txBody>
      </p:sp>
      <p:sp>
        <p:nvSpPr>
          <p:cNvPr id="45" name="text-591">
            <a:extLst xmlns:a="http://schemas.openxmlformats.org/drawingml/2006/main">
              <a:ext uri="{FF2B5EF4-FFF2-40B4-BE49-F238E27FC236}">
                <a16:creationId xmlns:a16="http://schemas.microsoft.com/office/drawing/2014/main" id="{C69F749A-1A00-4059-9A88-1BA69A95A9B5}"/>
              </a:ext>
            </a:extLst>
          </p:cNvPr>
          <p:cNvSpPr>
            <a:spLocks xmlns:a="http://schemas.openxmlformats.org/drawingml/2006/main" noGrp="1"/>
          </p:cNvSpPr>
          <p:nvPr/>
        </p:nvSpPr>
        <p:spPr>
          <a:xfrm xmlns:a="http://schemas.openxmlformats.org/drawingml/2006/main">
            <a:off x="8788227" y="4829175"/>
            <a:ext cx="70101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أجابت</a:t>
            </a:r>
          </a:p>
        </p:txBody>
      </p:sp>
      <p:sp>
        <p:nvSpPr>
          <p:cNvPr id="46" name="text-592">
            <a:extLst xmlns:a="http://schemas.openxmlformats.org/drawingml/2006/main">
              <a:ext uri="{FF2B5EF4-FFF2-40B4-BE49-F238E27FC236}">
                <a16:creationId xmlns:a16="http://schemas.microsoft.com/office/drawing/2014/main" id="{1FB3A27D-CA17-4A97-9A6B-BA898926C9B0}"/>
              </a:ext>
            </a:extLst>
          </p:cNvPr>
          <p:cNvSpPr>
            <a:spLocks xmlns:a="http://schemas.openxmlformats.org/drawingml/2006/main" noGrp="1"/>
          </p:cNvSpPr>
          <p:nvPr/>
        </p:nvSpPr>
        <p:spPr>
          <a:xfrm xmlns:a="http://schemas.openxmlformats.org/drawingml/2006/main">
            <a:off x="8096698" y="4829175"/>
            <a:ext cx="62723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بالبث</a:t>
            </a:r>
          </a:p>
        </p:txBody>
      </p:sp>
      <p:sp>
        <p:nvSpPr>
          <p:cNvPr id="47" name="text-593">
            <a:extLst xmlns:a="http://schemas.openxmlformats.org/drawingml/2006/main">
              <a:ext uri="{FF2B5EF4-FFF2-40B4-BE49-F238E27FC236}">
                <a16:creationId xmlns:a16="http://schemas.microsoft.com/office/drawing/2014/main" id="{1763535D-76B4-4C7F-A47A-6E6F9B1E3184}"/>
              </a:ext>
            </a:extLst>
          </p:cNvPr>
          <p:cNvSpPr>
            <a:spLocks xmlns:a="http://schemas.openxmlformats.org/drawingml/2006/main" noGrp="1"/>
          </p:cNvSpPr>
          <p:nvPr/>
        </p:nvSpPr>
        <p:spPr>
          <a:xfrm xmlns:a="http://schemas.openxmlformats.org/drawingml/2006/main">
            <a:off x="7226417" y="4829175"/>
            <a:ext cx="80598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وفتحت</a:t>
            </a:r>
          </a:p>
        </p:txBody>
      </p:sp>
      <p:sp>
        <p:nvSpPr>
          <p:cNvPr id="48" name="text-594">
            <a:extLst xmlns:a="http://schemas.openxmlformats.org/drawingml/2006/main">
              <a:ext uri="{FF2B5EF4-FFF2-40B4-BE49-F238E27FC236}">
                <a16:creationId xmlns:a16="http://schemas.microsoft.com/office/drawing/2014/main" id="{24CB0C91-19E3-4CEC-A1A4-EE3AE87FA6B2}"/>
              </a:ext>
            </a:extLst>
          </p:cNvPr>
          <p:cNvSpPr>
            <a:spLocks xmlns:a="http://schemas.openxmlformats.org/drawingml/2006/main" noGrp="1"/>
          </p:cNvSpPr>
          <p:nvPr/>
        </p:nvSpPr>
        <p:spPr>
          <a:xfrm xmlns:a="http://schemas.openxmlformats.org/drawingml/2006/main">
            <a:off x="6461110" y="4829175"/>
            <a:ext cx="70101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مراجع</a:t>
            </a:r>
          </a:p>
        </p:txBody>
      </p:sp>
      <p:sp>
        <p:nvSpPr>
          <p:cNvPr id="49" name="text-595">
            <a:extLst xmlns:a="http://schemas.openxmlformats.org/drawingml/2006/main">
              <a:ext uri="{FF2B5EF4-FFF2-40B4-BE49-F238E27FC236}">
                <a16:creationId xmlns:a16="http://schemas.microsoft.com/office/drawing/2014/main" id="{2F030AC7-E391-4F06-A9C7-D077B23A56D9}"/>
              </a:ext>
            </a:extLst>
          </p:cNvPr>
          <p:cNvSpPr>
            <a:spLocks xmlns:a="http://schemas.openxmlformats.org/drawingml/2006/main" noGrp="1"/>
          </p:cNvSpPr>
          <p:nvPr/>
        </p:nvSpPr>
        <p:spPr>
          <a:xfrm xmlns:a="http://schemas.openxmlformats.org/drawingml/2006/main">
            <a:off x="5972173" y="4829175"/>
            <a:ext cx="42464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في</a:t>
            </a:r>
          </a:p>
        </p:txBody>
      </p:sp>
      <p:sp>
        <p:nvSpPr>
          <p:cNvPr id="50" name="text-596">
            <a:extLst xmlns:a="http://schemas.openxmlformats.org/drawingml/2006/main">
              <a:ext uri="{FF2B5EF4-FFF2-40B4-BE49-F238E27FC236}">
                <a16:creationId xmlns:a16="http://schemas.microsoft.com/office/drawing/2014/main" id="{E1A5C4F7-ABED-4DBF-B919-12C0239DA2A3}"/>
              </a:ext>
            </a:extLst>
          </p:cNvPr>
          <p:cNvSpPr>
            <a:spLocks xmlns:a="http://schemas.openxmlformats.org/drawingml/2006/main" noGrp="1"/>
          </p:cNvSpPr>
          <p:nvPr/>
        </p:nvSpPr>
        <p:spPr>
          <a:xfrm xmlns:a="http://schemas.openxmlformats.org/drawingml/2006/main">
            <a:off x="5211086" y="4829175"/>
            <a:ext cx="69679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عينات</a:t>
            </a:r>
          </a:p>
        </p:txBody>
      </p:sp>
      <p:sp>
        <p:nvSpPr>
          <p:cNvPr id="51" name="text-597">
            <a:extLst xmlns:a="http://schemas.openxmlformats.org/drawingml/2006/main">
              <a:ext uri="{FF2B5EF4-FFF2-40B4-BE49-F238E27FC236}">
                <a16:creationId xmlns:a16="http://schemas.microsoft.com/office/drawing/2014/main" id="{3335C043-FAE8-48D4-A2AD-92D54E520A80}"/>
              </a:ext>
            </a:extLst>
          </p:cNvPr>
          <p:cNvSpPr>
            <a:spLocks xmlns:a="http://schemas.openxmlformats.org/drawingml/2006/main" noGrp="1"/>
          </p:cNvSpPr>
          <p:nvPr/>
        </p:nvSpPr>
        <p:spPr>
          <a:xfrm xmlns:a="http://schemas.openxmlformats.org/drawingml/2006/main">
            <a:off x="4259375" y="4829175"/>
            <a:ext cx="88741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محدودة</a:t>
            </a:r>
          </a:p>
        </p:txBody>
      </p:sp>
      <p:sp>
        <p:nvSpPr>
          <p:cNvPr id="52" name="text-598">
            <a:extLst xmlns:a="http://schemas.openxmlformats.org/drawingml/2006/main">
              <a:ext uri="{FF2B5EF4-FFF2-40B4-BE49-F238E27FC236}">
                <a16:creationId xmlns:a16="http://schemas.microsoft.com/office/drawing/2014/main" id="{E9C8B5D7-F919-430D-9183-2FFD15216F8D}"/>
              </a:ext>
            </a:extLst>
          </p:cNvPr>
          <p:cNvSpPr>
            <a:spLocks xmlns:a="http://schemas.openxmlformats.org/drawingml/2006/main" noGrp="1"/>
          </p:cNvSpPr>
          <p:nvPr/>
        </p:nvSpPr>
        <p:spPr>
          <a:xfrm xmlns:a="http://schemas.openxmlformats.org/drawingml/2006/main">
            <a:off x="10927400" y="5524500"/>
            <a:ext cx="65500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جاهزة</a:t>
            </a:r>
          </a:p>
        </p:txBody>
      </p:sp>
      <p:sp>
        <p:nvSpPr>
          <p:cNvPr id="53" name="text-599">
            <a:extLst xmlns:a="http://schemas.openxmlformats.org/drawingml/2006/main">
              <a:ext uri="{FF2B5EF4-FFF2-40B4-BE49-F238E27FC236}">
                <a16:creationId xmlns:a16="http://schemas.microsoft.com/office/drawing/2014/main" id="{1F4763F6-7462-4F0A-AE45-24FF9263DEFA}"/>
              </a:ext>
            </a:extLst>
          </p:cNvPr>
          <p:cNvSpPr>
            <a:spLocks xmlns:a="http://schemas.openxmlformats.org/drawingml/2006/main" noGrp="1"/>
          </p:cNvSpPr>
          <p:nvPr/>
        </p:nvSpPr>
        <p:spPr>
          <a:xfrm xmlns:a="http://schemas.openxmlformats.org/drawingml/2006/main">
            <a:off x="10095799" y="5524500"/>
            <a:ext cx="77626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للاختبار</a:t>
            </a:r>
          </a:p>
        </p:txBody>
      </p:sp>
      <p:sp>
        <p:nvSpPr>
          <p:cNvPr id="54" name="text-600">
            <a:extLst xmlns:a="http://schemas.openxmlformats.org/drawingml/2006/main">
              <a:ext uri="{FF2B5EF4-FFF2-40B4-BE49-F238E27FC236}">
                <a16:creationId xmlns:a16="http://schemas.microsoft.com/office/drawing/2014/main" id="{AFCDB435-8A17-41BC-8781-B6E8A7F66AB4}"/>
              </a:ext>
            </a:extLst>
          </p:cNvPr>
          <p:cNvSpPr>
            <a:spLocks xmlns:a="http://schemas.openxmlformats.org/drawingml/2006/main" noGrp="1"/>
          </p:cNvSpPr>
          <p:nvPr/>
        </p:nvSpPr>
        <p:spPr>
          <a:xfrm xmlns:a="http://schemas.openxmlformats.org/drawingml/2006/main">
            <a:off x="9211808" y="5524500"/>
            <a:ext cx="8286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البشري</a:t>
            </a:r>
          </a:p>
        </p:txBody>
      </p:sp>
      <p:sp>
        <p:nvSpPr>
          <p:cNvPr id="55" name="text-601">
            <a:extLst xmlns:a="http://schemas.openxmlformats.org/drawingml/2006/main">
              <a:ext uri="{FF2B5EF4-FFF2-40B4-BE49-F238E27FC236}">
                <a16:creationId xmlns:a16="http://schemas.microsoft.com/office/drawing/2014/main" id="{3C04E99F-9358-4ACD-9FE3-1F2DCEDEA8A6}"/>
              </a:ext>
            </a:extLst>
          </p:cNvPr>
          <p:cNvSpPr>
            <a:spLocks xmlns:a="http://schemas.openxmlformats.org/drawingml/2006/main" noGrp="1"/>
          </p:cNvSpPr>
          <p:nvPr/>
        </p:nvSpPr>
        <p:spPr>
          <a:xfrm xmlns:a="http://schemas.openxmlformats.org/drawingml/2006/main">
            <a:off x="9031641" y="55245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56" name="text-602">
            <a:extLst xmlns:a="http://schemas.openxmlformats.org/drawingml/2006/main">
              <a:ext uri="{FF2B5EF4-FFF2-40B4-BE49-F238E27FC236}">
                <a16:creationId xmlns:a16="http://schemas.microsoft.com/office/drawing/2014/main" id="{A8892FA3-1F34-4DA1-B318-FE2DAEEAFD09}"/>
              </a:ext>
            </a:extLst>
          </p:cNvPr>
          <p:cNvSpPr>
            <a:spLocks xmlns:a="http://schemas.openxmlformats.org/drawingml/2006/main" noGrp="1"/>
          </p:cNvSpPr>
          <p:nvPr/>
        </p:nvSpPr>
        <p:spPr>
          <a:xfrm xmlns:a="http://schemas.openxmlformats.org/drawingml/2006/main">
            <a:off x="8523991" y="5524500"/>
            <a:ext cx="4523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هذه</a:t>
            </a:r>
          </a:p>
        </p:txBody>
      </p:sp>
      <p:sp>
        <p:nvSpPr>
          <p:cNvPr id="57" name="text-603">
            <a:extLst xmlns:a="http://schemas.openxmlformats.org/drawingml/2006/main">
              <a:ext uri="{FF2B5EF4-FFF2-40B4-BE49-F238E27FC236}">
                <a16:creationId xmlns:a16="http://schemas.microsoft.com/office/drawing/2014/main" id="{71130820-96C1-47AB-B8FA-ECC8C125FDAC}"/>
              </a:ext>
            </a:extLst>
          </p:cNvPr>
          <p:cNvSpPr>
            <a:spLocks xmlns:a="http://schemas.openxmlformats.org/drawingml/2006/main" noGrp="1"/>
          </p:cNvSpPr>
          <p:nvPr/>
        </p:nvSpPr>
        <p:spPr>
          <a:xfrm xmlns:a="http://schemas.openxmlformats.org/drawingml/2006/main">
            <a:off x="7619987" y="5524500"/>
            <a:ext cx="84866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الفحوص</a:t>
            </a:r>
          </a:p>
        </p:txBody>
      </p:sp>
      <p:sp>
        <p:nvSpPr>
          <p:cNvPr id="58" name="text-604">
            <a:extLst xmlns:a="http://schemas.openxmlformats.org/drawingml/2006/main">
              <a:ext uri="{FF2B5EF4-FFF2-40B4-BE49-F238E27FC236}">
                <a16:creationId xmlns:a16="http://schemas.microsoft.com/office/drawing/2014/main" id="{EB1DF6F3-06EB-4904-9131-BE9D22C0C9EB}"/>
              </a:ext>
            </a:extLst>
          </p:cNvPr>
          <p:cNvSpPr>
            <a:spLocks xmlns:a="http://schemas.openxmlformats.org/drawingml/2006/main" noGrp="1"/>
          </p:cNvSpPr>
          <p:nvPr/>
        </p:nvSpPr>
        <p:spPr>
          <a:xfrm xmlns:a="http://schemas.openxmlformats.org/drawingml/2006/main">
            <a:off x="6881490" y="5524500"/>
            <a:ext cx="6831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ليست</a:t>
            </a:r>
          </a:p>
        </p:txBody>
      </p:sp>
      <p:sp>
        <p:nvSpPr>
          <p:cNvPr id="59" name="text-605">
            <a:extLst xmlns:a="http://schemas.openxmlformats.org/drawingml/2006/main">
              <a:ext uri="{FF2B5EF4-FFF2-40B4-BE49-F238E27FC236}">
                <a16:creationId xmlns:a16="http://schemas.microsoft.com/office/drawing/2014/main" id="{C35ADE08-02CF-44C9-8C91-A3BDB4611ABB}"/>
              </a:ext>
            </a:extLst>
          </p:cNvPr>
          <p:cNvSpPr>
            <a:spLocks xmlns:a="http://schemas.openxmlformats.org/drawingml/2006/main" noGrp="1"/>
          </p:cNvSpPr>
          <p:nvPr/>
        </p:nvSpPr>
        <p:spPr>
          <a:xfrm xmlns:a="http://schemas.openxmlformats.org/drawingml/2006/main">
            <a:off x="6232270" y="5524500"/>
            <a:ext cx="5938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نسبة</a:t>
            </a:r>
          </a:p>
        </p:txBody>
      </p:sp>
      <p:sp>
        <p:nvSpPr>
          <p:cNvPr id="60" name="text-606">
            <a:extLst xmlns:a="http://schemas.openxmlformats.org/drawingml/2006/main">
              <a:ext uri="{FF2B5EF4-FFF2-40B4-BE49-F238E27FC236}">
                <a16:creationId xmlns:a16="http://schemas.microsoft.com/office/drawing/2014/main" id="{818A53B7-0232-4F13-B07F-8BB8BB8FCE3F}"/>
              </a:ext>
            </a:extLst>
          </p:cNvPr>
          <p:cNvSpPr>
            <a:spLocks xmlns:a="http://schemas.openxmlformats.org/drawingml/2006/main" noGrp="1"/>
          </p:cNvSpPr>
          <p:nvPr/>
        </p:nvSpPr>
        <p:spPr>
          <a:xfrm xmlns:a="http://schemas.openxmlformats.org/drawingml/2006/main">
            <a:off x="5782700" y="5524500"/>
            <a:ext cx="3942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دقة</a:t>
            </a:r>
          </a:p>
        </p:txBody>
      </p:sp>
      <p:sp>
        <p:nvSpPr>
          <p:cNvPr id="61" name="text-607">
            <a:extLst xmlns:a="http://schemas.openxmlformats.org/drawingml/2006/main">
              <a:ext uri="{FF2B5EF4-FFF2-40B4-BE49-F238E27FC236}">
                <a16:creationId xmlns:a16="http://schemas.microsoft.com/office/drawing/2014/main" id="{0B7D3DBB-1A77-4198-8C25-8177EFF57244}"/>
              </a:ext>
            </a:extLst>
          </p:cNvPr>
          <p:cNvSpPr>
            <a:spLocks xmlns:a="http://schemas.openxmlformats.org/drawingml/2006/main" noGrp="1"/>
          </p:cNvSpPr>
          <p:nvPr/>
        </p:nvSpPr>
        <p:spPr>
          <a:xfrm xmlns:a="http://schemas.openxmlformats.org/drawingml/2006/main">
            <a:off x="5081974" y="5524500"/>
            <a:ext cx="6453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علمية</a:t>
            </a:r>
          </a:p>
        </p:txBody>
      </p:sp>
    </p:spTree>
    <p:extLst>
      <p:ext uri="{BB962C8B-B14F-4D97-AF65-F5344CB8AC3E}">
        <p14:creationId xmlns:p14="http://schemas.microsoft.com/office/powerpoint/2010/main" val="1411868737"/>
      </p:ext>
    </p:extLst>
  </p:cSld>
</p:sld>
</file>

<file path=ppt/slides/slide1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2" name="text-608">
            <a:extLst xmlns:a="http://schemas.openxmlformats.org/drawingml/2006/main">
              <a:ext uri="{FF2B5EF4-FFF2-40B4-BE49-F238E27FC236}">
                <a16:creationId xmlns:a16="http://schemas.microsoft.com/office/drawing/2014/main" id="{32E6EE11-E5F0-47C3-B334-7286850FCE66}"/>
              </a:ext>
            </a:extLst>
          </p:cNvPr>
          <p:cNvSpPr>
            <a:spLocks xmlns:a="http://schemas.openxmlformats.org/drawingml/2006/main" noGrp="1"/>
          </p:cNvSpPr>
          <p:nvPr/>
        </p:nvSpPr>
        <p:spPr>
          <a:xfrm xmlns:a="http://schemas.openxmlformats.org/drawingml/2006/main">
            <a:off x="10148941" y="457200"/>
            <a:ext cx="14334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تشغيل</a:t>
            </a:r>
          </a:p>
        </p:txBody>
      </p:sp>
      <p:sp>
        <p:nvSpPr>
          <p:cNvPr id="2" name="text-609">
            <a:extLst xmlns:a="http://schemas.openxmlformats.org/drawingml/2006/main">
              <a:ext uri="{FF2B5EF4-FFF2-40B4-BE49-F238E27FC236}">
                <a16:creationId xmlns:a16="http://schemas.microsoft.com/office/drawing/2014/main" id="{E57CB023-6735-48C4-8788-75737B3D3B84}"/>
              </a:ext>
            </a:extLst>
          </p:cNvPr>
          <p:cNvSpPr>
            <a:spLocks xmlns:a="http://schemas.openxmlformats.org/drawingml/2006/main" noGrp="1"/>
          </p:cNvSpPr>
          <p:nvPr/>
        </p:nvSpPr>
        <p:spPr>
          <a:xfrm xmlns:a="http://schemas.openxmlformats.org/drawingml/2006/main">
            <a:off x="8645027" y="457200"/>
            <a:ext cx="140294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مستقر</a:t>
            </a:r>
          </a:p>
        </p:txBody>
      </p:sp>
      <p:sp>
        <p:nvSpPr>
          <p:cNvPr id="3" name="text-610">
            <a:extLst xmlns:a="http://schemas.openxmlformats.org/drawingml/2006/main">
              <a:ext uri="{FF2B5EF4-FFF2-40B4-BE49-F238E27FC236}">
                <a16:creationId xmlns:a16="http://schemas.microsoft.com/office/drawing/2014/main" id="{B2B3ED2C-3004-4EDB-8290-832CC16D6E1A}"/>
              </a:ext>
            </a:extLst>
          </p:cNvPr>
          <p:cNvSpPr>
            <a:spLocks xmlns:a="http://schemas.openxmlformats.org/drawingml/2006/main" noGrp="1"/>
          </p:cNvSpPr>
          <p:nvPr/>
        </p:nvSpPr>
        <p:spPr>
          <a:xfrm xmlns:a="http://schemas.openxmlformats.org/drawingml/2006/main">
            <a:off x="7158647" y="457200"/>
            <a:ext cx="138541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واختبار</a:t>
            </a:r>
          </a:p>
        </p:txBody>
      </p:sp>
      <p:sp>
        <p:nvSpPr>
          <p:cNvPr id="4" name="text-611">
            <a:extLst xmlns:a="http://schemas.openxmlformats.org/drawingml/2006/main">
              <a:ext uri="{FF2B5EF4-FFF2-40B4-BE49-F238E27FC236}">
                <a16:creationId xmlns:a16="http://schemas.microsoft.com/office/drawing/2014/main" id="{397A695B-B21A-4189-96F0-ABB61E60DAD9}"/>
              </a:ext>
            </a:extLst>
          </p:cNvPr>
          <p:cNvSpPr>
            <a:spLocks xmlns:a="http://schemas.openxmlformats.org/drawingml/2006/main" noGrp="1"/>
          </p:cNvSpPr>
          <p:nvPr/>
        </p:nvSpPr>
        <p:spPr>
          <a:xfrm xmlns:a="http://schemas.openxmlformats.org/drawingml/2006/main">
            <a:off x="5485638" y="457200"/>
            <a:ext cx="15720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مسؤول</a:t>
            </a:r>
          </a:p>
        </p:txBody>
      </p:sp>
      <p:sp>
        <p:nvSpPr>
          <p:cNvPr id="5" name="shape-612">
            <a:extLst xmlns:a="http://schemas.openxmlformats.org/drawingml/2006/main">
              <a:ext uri="{FF2B5EF4-FFF2-40B4-BE49-F238E27FC236}">
                <a16:creationId xmlns:a16="http://schemas.microsoft.com/office/drawing/2014/main" id="{D50FF282-27EA-435D-BB2A-C1BE5E9B847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613">
            <a:extLst xmlns:a="http://schemas.openxmlformats.org/drawingml/2006/main">
              <a:ext uri="{FF2B5EF4-FFF2-40B4-BE49-F238E27FC236}">
                <a16:creationId xmlns:a16="http://schemas.microsoft.com/office/drawing/2014/main" id="{39390477-E903-4BE5-8EB3-4D7AAE962C61}"/>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614">
            <a:extLst xmlns:a="http://schemas.openxmlformats.org/drawingml/2006/main">
              <a:ext uri="{FF2B5EF4-FFF2-40B4-BE49-F238E27FC236}">
                <a16:creationId xmlns:a16="http://schemas.microsoft.com/office/drawing/2014/main" id="{FFBAEB6B-28F3-4844-87FF-A63A32ED850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615">
            <a:extLst xmlns:a="http://schemas.openxmlformats.org/drawingml/2006/main">
              <a:ext uri="{FF2B5EF4-FFF2-40B4-BE49-F238E27FC236}">
                <a16:creationId xmlns:a16="http://schemas.microsoft.com/office/drawing/2014/main" id="{DBAC9285-F67A-4F61-BF40-A6EF351049B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616">
            <a:extLst xmlns:a="http://schemas.openxmlformats.org/drawingml/2006/main">
              <a:ext uri="{FF2B5EF4-FFF2-40B4-BE49-F238E27FC236}">
                <a16:creationId xmlns:a16="http://schemas.microsoft.com/office/drawing/2014/main" id="{D0136649-A5E7-4EB0-B0A4-5E0DB7AC4EE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617">
            <a:extLst xmlns:a="http://schemas.openxmlformats.org/drawingml/2006/main">
              <a:ext uri="{FF2B5EF4-FFF2-40B4-BE49-F238E27FC236}">
                <a16:creationId xmlns:a16="http://schemas.microsoft.com/office/drawing/2014/main" id="{6DC3241C-6869-42BC-ADD8-CA0C74FC6E13}"/>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618">
            <a:extLst xmlns:a="http://schemas.openxmlformats.org/drawingml/2006/main">
              <a:ext uri="{FF2B5EF4-FFF2-40B4-BE49-F238E27FC236}">
                <a16:creationId xmlns:a16="http://schemas.microsoft.com/office/drawing/2014/main" id="{6572D8D5-E811-4A2D-8841-C9E1DBF88C0D}"/>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619">
            <a:extLst xmlns:a="http://schemas.openxmlformats.org/drawingml/2006/main">
              <a:ext uri="{FF2B5EF4-FFF2-40B4-BE49-F238E27FC236}">
                <a16:creationId xmlns:a16="http://schemas.microsoft.com/office/drawing/2014/main" id="{E56BAD69-7430-4030-8720-088BFC7D56C7}"/>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15</a:t>
            </a:r>
          </a:p>
        </p:txBody>
      </p:sp>
      <p:sp>
        <p:nvSpPr>
          <p:cNvPr id="13" name="text-620">
            <a:extLst xmlns:a="http://schemas.openxmlformats.org/drawingml/2006/main">
              <a:ext uri="{FF2B5EF4-FFF2-40B4-BE49-F238E27FC236}">
                <a16:creationId xmlns:a16="http://schemas.microsoft.com/office/drawing/2014/main" id="{B79CB20C-868A-4AF3-B92B-D0CA806AB3A6}"/>
              </a:ext>
            </a:extLst>
          </p:cNvPr>
          <p:cNvSpPr>
            <a:spLocks xmlns:a="http://schemas.openxmlformats.org/drawingml/2006/main" noGrp="1"/>
          </p:cNvSpPr>
          <p:nvPr/>
        </p:nvSpPr>
        <p:spPr>
          <a:xfrm xmlns:a="http://schemas.openxmlformats.org/drawingml/2006/main">
            <a:off x="10181433" y="1581150"/>
            <a:ext cx="140096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الرئيسي</a:t>
            </a:r>
          </a:p>
        </p:txBody>
      </p:sp>
      <p:sp>
        <p:nvSpPr>
          <p:cNvPr id="14" name="text-621">
            <a:extLst xmlns:a="http://schemas.openxmlformats.org/drawingml/2006/main">
              <a:ext uri="{FF2B5EF4-FFF2-40B4-BE49-F238E27FC236}">
                <a16:creationId xmlns:a16="http://schemas.microsoft.com/office/drawing/2014/main" id="{A502F8BF-F713-4A9E-99C8-DE480A97D092}"/>
              </a:ext>
            </a:extLst>
          </p:cNvPr>
          <p:cNvSpPr>
            <a:spLocks xmlns:a="http://schemas.openxmlformats.org/drawingml/2006/main" noGrp="1"/>
          </p:cNvSpPr>
          <p:nvPr/>
        </p:nvSpPr>
        <p:spPr>
          <a:xfrm xmlns:a="http://schemas.openxmlformats.org/drawingml/2006/main">
            <a:off x="8959516" y="1581150"/>
            <a:ext cx="114886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للاختبار</a:t>
            </a:r>
          </a:p>
        </p:txBody>
      </p:sp>
      <p:sp>
        <p:nvSpPr>
          <p:cNvPr id="15" name="text-622">
            <a:extLst xmlns:a="http://schemas.openxmlformats.org/drawingml/2006/main">
              <a:ext uri="{FF2B5EF4-FFF2-40B4-BE49-F238E27FC236}">
                <a16:creationId xmlns:a16="http://schemas.microsoft.com/office/drawing/2014/main" id="{F7CA2D25-0F82-45D0-B06A-5155D474FA14}"/>
              </a:ext>
            </a:extLst>
          </p:cNvPr>
          <p:cNvSpPr>
            <a:spLocks xmlns:a="http://schemas.openxmlformats.org/drawingml/2006/main" noGrp="1"/>
          </p:cNvSpPr>
          <p:nvPr/>
        </p:nvSpPr>
        <p:spPr>
          <a:xfrm xmlns:a="http://schemas.openxmlformats.org/drawingml/2006/main">
            <a:off x="7656172" y="1581150"/>
            <a:ext cx="123028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والتقييم</a:t>
            </a:r>
          </a:p>
        </p:txBody>
      </p:sp>
      <p:sp>
        <p:nvSpPr>
          <p:cNvPr id="16" name="text-623">
            <a:extLst xmlns:a="http://schemas.openxmlformats.org/drawingml/2006/main">
              <a:ext uri="{FF2B5EF4-FFF2-40B4-BE49-F238E27FC236}">
                <a16:creationId xmlns:a16="http://schemas.microsoft.com/office/drawing/2014/main" id="{E8BDEF66-C5AB-4448-8CC3-1624C080A05D}"/>
              </a:ext>
            </a:extLst>
          </p:cNvPr>
          <p:cNvSpPr>
            <a:spLocks xmlns:a="http://schemas.openxmlformats.org/drawingml/2006/main" noGrp="1"/>
          </p:cNvSpPr>
          <p:nvPr/>
        </p:nvSpPr>
        <p:spPr>
          <a:xfrm xmlns:a="http://schemas.openxmlformats.org/drawingml/2006/main">
            <a:off x="10805943" y="2286000"/>
            <a:ext cx="7764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نسخة</a:t>
            </a:r>
          </a:p>
        </p:txBody>
      </p:sp>
      <p:sp>
        <p:nvSpPr>
          <p:cNvPr id="17" name="text-624">
            <a:extLst xmlns:a="http://schemas.openxmlformats.org/drawingml/2006/main">
              <a:ext uri="{FF2B5EF4-FFF2-40B4-BE49-F238E27FC236}">
                <a16:creationId xmlns:a16="http://schemas.microsoft.com/office/drawing/2014/main" id="{5D12344B-78BA-4943-B0A5-69561BB561CE}"/>
              </a:ext>
            </a:extLst>
          </p:cNvPr>
          <p:cNvSpPr>
            <a:spLocks xmlns:a="http://schemas.openxmlformats.org/drawingml/2006/main" noGrp="1"/>
          </p:cNvSpPr>
          <p:nvPr/>
        </p:nvSpPr>
        <p:spPr>
          <a:xfrm xmlns:a="http://schemas.openxmlformats.org/drawingml/2006/main">
            <a:off x="10193969" y="2286000"/>
            <a:ext cx="544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ثابتة</a:t>
            </a:r>
          </a:p>
        </p:txBody>
      </p:sp>
      <p:sp>
        <p:nvSpPr>
          <p:cNvPr id="18" name="text-625">
            <a:extLst xmlns:a="http://schemas.openxmlformats.org/drawingml/2006/main">
              <a:ext uri="{FF2B5EF4-FFF2-40B4-BE49-F238E27FC236}">
                <a16:creationId xmlns:a16="http://schemas.microsoft.com/office/drawing/2014/main" id="{E7533838-C182-46EF-BFAF-65B3593D9289}"/>
              </a:ext>
            </a:extLst>
          </p:cNvPr>
          <p:cNvSpPr>
            <a:spLocks xmlns:a="http://schemas.openxmlformats.org/drawingml/2006/main" noGrp="1"/>
          </p:cNvSpPr>
          <p:nvPr/>
        </p:nvSpPr>
        <p:spPr>
          <a:xfrm xmlns:a="http://schemas.openxmlformats.org/drawingml/2006/main">
            <a:off x="9776837" y="2286000"/>
            <a:ext cx="34988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مع</a:t>
            </a:r>
          </a:p>
        </p:txBody>
      </p:sp>
      <p:sp>
        <p:nvSpPr>
          <p:cNvPr id="19" name="text-626">
            <a:extLst xmlns:a="http://schemas.openxmlformats.org/drawingml/2006/main">
              <a:ext uri="{FF2B5EF4-FFF2-40B4-BE49-F238E27FC236}">
                <a16:creationId xmlns:a16="http://schemas.microsoft.com/office/drawing/2014/main" id="{D83283DD-DC58-46CA-8D0E-F912CC3797C0}"/>
              </a:ext>
            </a:extLst>
          </p:cNvPr>
          <p:cNvSpPr>
            <a:spLocks xmlns:a="http://schemas.openxmlformats.org/drawingml/2006/main" noGrp="1"/>
          </p:cNvSpPr>
          <p:nvPr/>
        </p:nvSpPr>
        <p:spPr>
          <a:xfrm xmlns:a="http://schemas.openxmlformats.org/drawingml/2006/main">
            <a:off x="9130820" y="2286000"/>
            <a:ext cx="5787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فصل</a:t>
            </a:r>
          </a:p>
        </p:txBody>
      </p:sp>
      <p:sp>
        <p:nvSpPr>
          <p:cNvPr id="20" name="text-627">
            <a:extLst xmlns:a="http://schemas.openxmlformats.org/drawingml/2006/main">
              <a:ext uri="{FF2B5EF4-FFF2-40B4-BE49-F238E27FC236}">
                <a16:creationId xmlns:a16="http://schemas.microsoft.com/office/drawing/2014/main" id="{E8433739-FB85-4771-B8CA-D4B90DB48C8E}"/>
              </a:ext>
            </a:extLst>
          </p:cNvPr>
          <p:cNvSpPr>
            <a:spLocks xmlns:a="http://schemas.openxmlformats.org/drawingml/2006/main" noGrp="1"/>
          </p:cNvSpPr>
          <p:nvPr/>
        </p:nvSpPr>
        <p:spPr>
          <a:xfrm xmlns:a="http://schemas.openxmlformats.org/drawingml/2006/main">
            <a:off x="8252190" y="2286000"/>
            <a:ext cx="81138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التطوير</a:t>
            </a:r>
          </a:p>
        </p:txBody>
      </p:sp>
      <p:sp>
        <p:nvSpPr>
          <p:cNvPr id="21" name="text-628">
            <a:extLst xmlns:a="http://schemas.openxmlformats.org/drawingml/2006/main">
              <a:ext uri="{FF2B5EF4-FFF2-40B4-BE49-F238E27FC236}">
                <a16:creationId xmlns:a16="http://schemas.microsoft.com/office/drawing/2014/main" id="{69643287-F3CF-4887-A140-2D2DC573216D}"/>
              </a:ext>
            </a:extLst>
          </p:cNvPr>
          <p:cNvSpPr>
            <a:spLocks xmlns:a="http://schemas.openxmlformats.org/drawingml/2006/main" noGrp="1"/>
          </p:cNvSpPr>
          <p:nvPr/>
        </p:nvSpPr>
        <p:spPr>
          <a:xfrm xmlns:a="http://schemas.openxmlformats.org/drawingml/2006/main">
            <a:off x="7496980" y="2286000"/>
            <a:ext cx="6879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وحفظ</a:t>
            </a:r>
          </a:p>
        </p:txBody>
      </p:sp>
      <p:sp>
        <p:nvSpPr>
          <p:cNvPr id="22" name="text-629">
            <a:extLst xmlns:a="http://schemas.openxmlformats.org/drawingml/2006/main">
              <a:ext uri="{FF2B5EF4-FFF2-40B4-BE49-F238E27FC236}">
                <a16:creationId xmlns:a16="http://schemas.microsoft.com/office/drawing/2014/main" id="{03163959-BA74-4A0A-BD2B-64E5D186FEEE}"/>
              </a:ext>
            </a:extLst>
          </p:cNvPr>
          <p:cNvSpPr>
            <a:spLocks xmlns:a="http://schemas.openxmlformats.org/drawingml/2006/main" noGrp="1"/>
          </p:cNvSpPr>
          <p:nvPr/>
        </p:nvSpPr>
        <p:spPr>
          <a:xfrm xmlns:a="http://schemas.openxmlformats.org/drawingml/2006/main">
            <a:off x="6588133" y="2286000"/>
            <a:ext cx="84160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التجربة</a:t>
            </a:r>
          </a:p>
        </p:txBody>
      </p:sp>
      <p:sp>
        <p:nvSpPr>
          <p:cNvPr id="23" name="text-630">
            <a:extLst xmlns:a="http://schemas.openxmlformats.org/drawingml/2006/main">
              <a:ext uri="{FF2B5EF4-FFF2-40B4-BE49-F238E27FC236}">
                <a16:creationId xmlns:a16="http://schemas.microsoft.com/office/drawing/2014/main" id="{F906205C-52EA-4377-9187-25C775716F87}"/>
              </a:ext>
            </a:extLst>
          </p:cNvPr>
          <p:cNvSpPr>
            <a:spLocks xmlns:a="http://schemas.openxmlformats.org/drawingml/2006/main" noGrp="1"/>
          </p:cNvSpPr>
          <p:nvPr/>
        </p:nvSpPr>
        <p:spPr>
          <a:xfrm xmlns:a="http://schemas.openxmlformats.org/drawingml/2006/main">
            <a:off x="5561851" y="2286000"/>
            <a:ext cx="95903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السابقة</a:t>
            </a:r>
          </a:p>
        </p:txBody>
      </p:sp>
      <p:sp>
        <p:nvSpPr>
          <p:cNvPr id="24" name="text-631">
            <a:extLst xmlns:a="http://schemas.openxmlformats.org/drawingml/2006/main">
              <a:ext uri="{FF2B5EF4-FFF2-40B4-BE49-F238E27FC236}">
                <a16:creationId xmlns:a16="http://schemas.microsoft.com/office/drawing/2014/main" id="{C1E4C638-E205-4604-A42F-EECE88F5A118}"/>
              </a:ext>
            </a:extLst>
          </p:cNvPr>
          <p:cNvSpPr>
            <a:spLocks xmlns:a="http://schemas.openxmlformats.org/drawingml/2006/main" noGrp="1"/>
          </p:cNvSpPr>
          <p:nvPr/>
        </p:nvSpPr>
        <p:spPr>
          <a:xfrm xmlns:a="http://schemas.openxmlformats.org/drawingml/2006/main">
            <a:off x="10459890" y="3267075"/>
            <a:ext cx="112251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الاختيار</a:t>
            </a:r>
          </a:p>
        </p:txBody>
      </p:sp>
      <p:sp>
        <p:nvSpPr>
          <p:cNvPr id="25" name="text-632">
            <a:extLst xmlns:a="http://schemas.openxmlformats.org/drawingml/2006/main">
              <a:ext uri="{FF2B5EF4-FFF2-40B4-BE49-F238E27FC236}">
                <a16:creationId xmlns:a16="http://schemas.microsoft.com/office/drawing/2014/main" id="{CFFED04B-2514-4773-A095-ED85F23D79D6}"/>
              </a:ext>
            </a:extLst>
          </p:cNvPr>
          <p:cNvSpPr>
            <a:spLocks xmlns:a="http://schemas.openxmlformats.org/drawingml/2006/main" noGrp="1"/>
          </p:cNvSpPr>
          <p:nvPr/>
        </p:nvSpPr>
        <p:spPr>
          <a:xfrm xmlns:a="http://schemas.openxmlformats.org/drawingml/2006/main">
            <a:off x="9166750" y="3267075"/>
            <a:ext cx="1220084"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والإحالة</a:t>
            </a:r>
          </a:p>
        </p:txBody>
      </p:sp>
      <p:sp>
        <p:nvSpPr>
          <p:cNvPr id="26" name="text-633">
            <a:extLst xmlns:a="http://schemas.openxmlformats.org/drawingml/2006/main">
              <a:ext uri="{FF2B5EF4-FFF2-40B4-BE49-F238E27FC236}">
                <a16:creationId xmlns:a16="http://schemas.microsoft.com/office/drawing/2014/main" id="{998A4D84-10F1-4427-A2E0-6EE5418F2B57}"/>
              </a:ext>
            </a:extLst>
          </p:cNvPr>
          <p:cNvSpPr>
            <a:spLocks xmlns:a="http://schemas.openxmlformats.org/drawingml/2006/main" noGrp="1"/>
          </p:cNvSpPr>
          <p:nvPr/>
        </p:nvSpPr>
        <p:spPr>
          <a:xfrm xmlns:a="http://schemas.openxmlformats.org/drawingml/2006/main">
            <a:off x="7867665" y="3267075"/>
            <a:ext cx="122602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واضحان</a:t>
            </a:r>
          </a:p>
        </p:txBody>
      </p:sp>
      <p:sp>
        <p:nvSpPr>
          <p:cNvPr id="27" name="text-634">
            <a:extLst xmlns:a="http://schemas.openxmlformats.org/drawingml/2006/main">
              <a:ext uri="{FF2B5EF4-FFF2-40B4-BE49-F238E27FC236}">
                <a16:creationId xmlns:a16="http://schemas.microsoft.com/office/drawing/2014/main" id="{94809C24-F765-486F-A359-0585BC308DEE}"/>
              </a:ext>
            </a:extLst>
          </p:cNvPr>
          <p:cNvSpPr>
            <a:spLocks xmlns:a="http://schemas.openxmlformats.org/drawingml/2006/main" noGrp="1"/>
          </p:cNvSpPr>
          <p:nvPr/>
        </p:nvSpPr>
        <p:spPr>
          <a:xfrm xmlns:a="http://schemas.openxmlformats.org/drawingml/2006/main">
            <a:off x="10347192" y="3971925"/>
            <a:ext cx="12352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المستخدم</a:t>
            </a:r>
          </a:p>
        </p:txBody>
      </p:sp>
      <p:sp>
        <p:nvSpPr>
          <p:cNvPr id="28" name="text-635">
            <a:extLst xmlns:a="http://schemas.openxmlformats.org/drawingml/2006/main">
              <a:ext uri="{FF2B5EF4-FFF2-40B4-BE49-F238E27FC236}">
                <a16:creationId xmlns:a16="http://schemas.microsoft.com/office/drawing/2014/main" id="{89DE4C9D-933D-4B4E-95A6-7CB18D97316F}"/>
              </a:ext>
            </a:extLst>
          </p:cNvPr>
          <p:cNvSpPr>
            <a:spLocks xmlns:a="http://schemas.openxmlformats.org/drawingml/2006/main" noGrp="1"/>
          </p:cNvSpPr>
          <p:nvPr/>
        </p:nvSpPr>
        <p:spPr>
          <a:xfrm xmlns:a="http://schemas.openxmlformats.org/drawingml/2006/main">
            <a:off x="9703932" y="3971925"/>
            <a:ext cx="57896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يختار</a:t>
            </a:r>
          </a:p>
        </p:txBody>
      </p:sp>
      <p:sp>
        <p:nvSpPr>
          <p:cNvPr id="29" name="text-636">
            <a:extLst xmlns:a="http://schemas.openxmlformats.org/drawingml/2006/main">
              <a:ext uri="{FF2B5EF4-FFF2-40B4-BE49-F238E27FC236}">
                <a16:creationId xmlns:a16="http://schemas.microsoft.com/office/drawing/2014/main" id="{19601AF0-275F-4762-92AB-8DC5C12719F3}"/>
              </a:ext>
            </a:extLst>
          </p:cNvPr>
          <p:cNvSpPr>
            <a:spLocks xmlns:a="http://schemas.openxmlformats.org/drawingml/2006/main" noGrp="1"/>
          </p:cNvSpPr>
          <p:nvPr/>
        </p:nvSpPr>
        <p:spPr>
          <a:xfrm xmlns:a="http://schemas.openxmlformats.org/drawingml/2006/main">
            <a:off x="8797253" y="3971925"/>
            <a:ext cx="8423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الانتقال</a:t>
            </a:r>
          </a:p>
        </p:txBody>
      </p:sp>
      <p:sp>
        <p:nvSpPr>
          <p:cNvPr id="30" name="text-637">
            <a:extLst xmlns:a="http://schemas.openxmlformats.org/drawingml/2006/main">
              <a:ext uri="{FF2B5EF4-FFF2-40B4-BE49-F238E27FC236}">
                <a16:creationId xmlns:a16="http://schemas.microsoft.com/office/drawing/2014/main" id="{446850CC-C439-489C-8C9F-E57D081820DF}"/>
              </a:ext>
            </a:extLst>
          </p:cNvPr>
          <p:cNvSpPr>
            <a:spLocks xmlns:a="http://schemas.openxmlformats.org/drawingml/2006/main" noGrp="1"/>
          </p:cNvSpPr>
          <p:nvPr/>
        </p:nvSpPr>
        <p:spPr>
          <a:xfrm xmlns:a="http://schemas.openxmlformats.org/drawingml/2006/main">
            <a:off x="8317636" y="3971925"/>
            <a:ext cx="41532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وقد</a:t>
            </a:r>
          </a:p>
        </p:txBody>
      </p:sp>
      <p:sp>
        <p:nvSpPr>
          <p:cNvPr id="31" name="text-638">
            <a:extLst xmlns:a="http://schemas.openxmlformats.org/drawingml/2006/main">
              <a:ext uri="{FF2B5EF4-FFF2-40B4-BE49-F238E27FC236}">
                <a16:creationId xmlns:a16="http://schemas.microsoft.com/office/drawing/2014/main" id="{9F9C6E0A-3BE0-4099-8C36-A013822CF1C4}"/>
              </a:ext>
            </a:extLst>
          </p:cNvPr>
          <p:cNvSpPr>
            <a:spLocks xmlns:a="http://schemas.openxmlformats.org/drawingml/2006/main" noGrp="1"/>
          </p:cNvSpPr>
          <p:nvPr/>
        </p:nvSpPr>
        <p:spPr>
          <a:xfrm xmlns:a="http://schemas.openxmlformats.org/drawingml/2006/main">
            <a:off x="7555960" y="3971925"/>
            <a:ext cx="69738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يرسل</a:t>
            </a:r>
          </a:p>
        </p:txBody>
      </p:sp>
      <p:sp>
        <p:nvSpPr>
          <p:cNvPr id="32" name="text-639">
            <a:extLst xmlns:a="http://schemas.openxmlformats.org/drawingml/2006/main">
              <a:ext uri="{FF2B5EF4-FFF2-40B4-BE49-F238E27FC236}">
                <a16:creationId xmlns:a16="http://schemas.microsoft.com/office/drawing/2014/main" id="{40E99EEC-1B9B-4B21-80BB-1E560338E03F}"/>
              </a:ext>
            </a:extLst>
          </p:cNvPr>
          <p:cNvSpPr>
            <a:spLocks xmlns:a="http://schemas.openxmlformats.org/drawingml/2006/main" noGrp="1"/>
          </p:cNvSpPr>
          <p:nvPr/>
        </p:nvSpPr>
        <p:spPr>
          <a:xfrm xmlns:a="http://schemas.openxmlformats.org/drawingml/2006/main">
            <a:off x="7096258" y="3971925"/>
            <a:ext cx="39540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الزر</a:t>
            </a:r>
          </a:p>
        </p:txBody>
      </p:sp>
      <p:sp>
        <p:nvSpPr>
          <p:cNvPr id="33" name="text-640">
            <a:extLst xmlns:a="http://schemas.openxmlformats.org/drawingml/2006/main">
              <a:ext uri="{FF2B5EF4-FFF2-40B4-BE49-F238E27FC236}">
                <a16:creationId xmlns:a16="http://schemas.microsoft.com/office/drawing/2014/main" id="{C200FF74-65CC-48EC-AB71-9CC8FCED0338}"/>
              </a:ext>
            </a:extLst>
          </p:cNvPr>
          <p:cNvSpPr>
            <a:spLocks xmlns:a="http://schemas.openxmlformats.org/drawingml/2006/main" noGrp="1"/>
          </p:cNvSpPr>
          <p:nvPr/>
        </p:nvSpPr>
        <p:spPr>
          <a:xfrm xmlns:a="http://schemas.openxmlformats.org/drawingml/2006/main">
            <a:off x="6193111" y="3971925"/>
            <a:ext cx="83885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السؤال</a:t>
            </a:r>
          </a:p>
        </p:txBody>
      </p:sp>
      <p:sp>
        <p:nvSpPr>
          <p:cNvPr id="34" name="text-641">
            <a:extLst xmlns:a="http://schemas.openxmlformats.org/drawingml/2006/main">
              <a:ext uri="{FF2B5EF4-FFF2-40B4-BE49-F238E27FC236}">
                <a16:creationId xmlns:a16="http://schemas.microsoft.com/office/drawing/2014/main" id="{7B5EB6A7-FD53-4837-9447-6EA9F552E1C4}"/>
              </a:ext>
            </a:extLst>
          </p:cNvPr>
          <p:cNvSpPr>
            <a:spLocks xmlns:a="http://schemas.openxmlformats.org/drawingml/2006/main" noGrp="1"/>
          </p:cNvSpPr>
          <p:nvPr/>
        </p:nvSpPr>
        <p:spPr>
          <a:xfrm xmlns:a="http://schemas.openxmlformats.org/drawingml/2006/main">
            <a:off x="5278682" y="3971925"/>
            <a:ext cx="85013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الأصلي</a:t>
            </a:r>
          </a:p>
        </p:txBody>
      </p:sp>
      <p:sp>
        <p:nvSpPr>
          <p:cNvPr id="35" name="text-642">
            <a:extLst xmlns:a="http://schemas.openxmlformats.org/drawingml/2006/main">
              <a:ext uri="{FF2B5EF4-FFF2-40B4-BE49-F238E27FC236}">
                <a16:creationId xmlns:a16="http://schemas.microsoft.com/office/drawing/2014/main" id="{F27BA795-AAB8-44DB-A9EE-E8980C4BB976}"/>
              </a:ext>
            </a:extLst>
          </p:cNvPr>
          <p:cNvSpPr>
            <a:spLocks xmlns:a="http://schemas.openxmlformats.org/drawingml/2006/main" noGrp="1"/>
          </p:cNvSpPr>
          <p:nvPr/>
        </p:nvSpPr>
        <p:spPr>
          <a:xfrm xmlns:a="http://schemas.openxmlformats.org/drawingml/2006/main">
            <a:off x="4731763" y="3971925"/>
            <a:ext cx="48262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فقط</a:t>
            </a:r>
          </a:p>
        </p:txBody>
      </p:sp>
      <p:sp>
        <p:nvSpPr>
          <p:cNvPr id="36" name="text-643">
            <a:extLst xmlns:a="http://schemas.openxmlformats.org/drawingml/2006/main">
              <a:ext uri="{FF2B5EF4-FFF2-40B4-BE49-F238E27FC236}">
                <a16:creationId xmlns:a16="http://schemas.microsoft.com/office/drawing/2014/main" id="{338E50F4-CCDC-45B3-8DB5-73915C785826}"/>
              </a:ext>
            </a:extLst>
          </p:cNvPr>
          <p:cNvSpPr>
            <a:spLocks xmlns:a="http://schemas.openxmlformats.org/drawingml/2006/main" noGrp="1"/>
          </p:cNvSpPr>
          <p:nvPr/>
        </p:nvSpPr>
        <p:spPr>
          <a:xfrm xmlns:a="http://schemas.openxmlformats.org/drawingml/2006/main">
            <a:off x="10897968" y="4772025"/>
            <a:ext cx="68443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الحالة</a:t>
            </a:r>
          </a:p>
        </p:txBody>
      </p:sp>
      <p:sp>
        <p:nvSpPr>
          <p:cNvPr id="37" name="text-644">
            <a:extLst xmlns:a="http://schemas.openxmlformats.org/drawingml/2006/main">
              <a:ext uri="{FF2B5EF4-FFF2-40B4-BE49-F238E27FC236}">
                <a16:creationId xmlns:a16="http://schemas.microsoft.com/office/drawing/2014/main" id="{69770F27-4EBD-4A97-AF73-CBF8A524C6CD}"/>
              </a:ext>
            </a:extLst>
          </p:cNvPr>
          <p:cNvSpPr>
            <a:spLocks xmlns:a="http://schemas.openxmlformats.org/drawingml/2006/main" noGrp="1"/>
          </p:cNvSpPr>
          <p:nvPr/>
        </p:nvSpPr>
        <p:spPr>
          <a:xfrm xmlns:a="http://schemas.openxmlformats.org/drawingml/2006/main">
            <a:off x="9708935" y="4772025"/>
            <a:ext cx="112473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الشخصية</a:t>
            </a:r>
          </a:p>
        </p:txBody>
      </p:sp>
      <p:sp>
        <p:nvSpPr>
          <p:cNvPr id="38" name="text-645">
            <a:extLst xmlns:a="http://schemas.openxmlformats.org/drawingml/2006/main">
              <a:ext uri="{FF2B5EF4-FFF2-40B4-BE49-F238E27FC236}">
                <a16:creationId xmlns:a16="http://schemas.microsoft.com/office/drawing/2014/main" id="{7D1FF00F-093A-4017-AF71-63E27195DEB6}"/>
              </a:ext>
            </a:extLst>
          </p:cNvPr>
          <p:cNvSpPr>
            <a:spLocks xmlns:a="http://schemas.openxmlformats.org/drawingml/2006/main" noGrp="1"/>
          </p:cNvSpPr>
          <p:nvPr/>
        </p:nvSpPr>
        <p:spPr>
          <a:xfrm xmlns:a="http://schemas.openxmlformats.org/drawingml/2006/main">
            <a:off x="8997883" y="4772025"/>
            <a:ext cx="6467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تحتاج</a:t>
            </a:r>
          </a:p>
        </p:txBody>
      </p:sp>
      <p:sp>
        <p:nvSpPr>
          <p:cNvPr id="39" name="text-646">
            <a:extLst xmlns:a="http://schemas.openxmlformats.org/drawingml/2006/main">
              <a:ext uri="{FF2B5EF4-FFF2-40B4-BE49-F238E27FC236}">
                <a16:creationId xmlns:a16="http://schemas.microsoft.com/office/drawing/2014/main" id="{A2DF60AB-69F1-4C63-89C5-4EF04B4E9523}"/>
              </a:ext>
            </a:extLst>
          </p:cNvPr>
          <p:cNvSpPr>
            <a:spLocks xmlns:a="http://schemas.openxmlformats.org/drawingml/2006/main" noGrp="1"/>
          </p:cNvSpPr>
          <p:nvPr/>
        </p:nvSpPr>
        <p:spPr>
          <a:xfrm xmlns:a="http://schemas.openxmlformats.org/drawingml/2006/main">
            <a:off x="7942473" y="4772025"/>
            <a:ext cx="99111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معطياتها</a:t>
            </a:r>
          </a:p>
        </p:txBody>
      </p:sp>
      <p:sp>
        <p:nvSpPr>
          <p:cNvPr id="40" name="text-647">
            <a:extLst xmlns:a="http://schemas.openxmlformats.org/drawingml/2006/main">
              <a:ext uri="{FF2B5EF4-FFF2-40B4-BE49-F238E27FC236}">
                <a16:creationId xmlns:a16="http://schemas.microsoft.com/office/drawing/2014/main" id="{3D747326-6BBE-4085-8218-95B8C6189BC7}"/>
              </a:ext>
            </a:extLst>
          </p:cNvPr>
          <p:cNvSpPr>
            <a:spLocks xmlns:a="http://schemas.openxmlformats.org/drawingml/2006/main" noGrp="1"/>
          </p:cNvSpPr>
          <p:nvPr/>
        </p:nvSpPr>
        <p:spPr>
          <a:xfrm xmlns:a="http://schemas.openxmlformats.org/drawingml/2006/main">
            <a:off x="7462856" y="4772025"/>
            <a:ext cx="41532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وقد</a:t>
            </a:r>
          </a:p>
        </p:txBody>
      </p:sp>
      <p:sp>
        <p:nvSpPr>
          <p:cNvPr id="41" name="text-648">
            <a:extLst xmlns:a="http://schemas.openxmlformats.org/drawingml/2006/main">
              <a:ext uri="{FF2B5EF4-FFF2-40B4-BE49-F238E27FC236}">
                <a16:creationId xmlns:a16="http://schemas.microsoft.com/office/drawing/2014/main" id="{6ACD7F8C-59ED-4AAA-A865-F129966E7890}"/>
              </a:ext>
            </a:extLst>
          </p:cNvPr>
          <p:cNvSpPr>
            <a:spLocks xmlns:a="http://schemas.openxmlformats.org/drawingml/2006/main" noGrp="1"/>
          </p:cNvSpPr>
          <p:nvPr/>
        </p:nvSpPr>
        <p:spPr>
          <a:xfrm xmlns:a="http://schemas.openxmlformats.org/drawingml/2006/main">
            <a:off x="6522428" y="4772025"/>
            <a:ext cx="87613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تستلزم</a:t>
            </a:r>
          </a:p>
        </p:txBody>
      </p:sp>
      <p:sp>
        <p:nvSpPr>
          <p:cNvPr id="42" name="text-649">
            <a:extLst xmlns:a="http://schemas.openxmlformats.org/drawingml/2006/main">
              <a:ext uri="{FF2B5EF4-FFF2-40B4-BE49-F238E27FC236}">
                <a16:creationId xmlns:a16="http://schemas.microsoft.com/office/drawing/2014/main" id="{49A0D3C8-440A-41F2-8AD9-BBA53ED40D81}"/>
              </a:ext>
            </a:extLst>
          </p:cNvPr>
          <p:cNvSpPr>
            <a:spLocks xmlns:a="http://schemas.openxmlformats.org/drawingml/2006/main" noGrp="1"/>
          </p:cNvSpPr>
          <p:nvPr/>
        </p:nvSpPr>
        <p:spPr>
          <a:xfrm xmlns:a="http://schemas.openxmlformats.org/drawingml/2006/main">
            <a:off x="5704732" y="4772025"/>
            <a:ext cx="75340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مختصًا</a:t>
            </a:r>
          </a:p>
        </p:txBody>
      </p:sp>
      <p:sp>
        <p:nvSpPr>
          <p:cNvPr id="43" name="text-650">
            <a:extLst xmlns:a="http://schemas.openxmlformats.org/drawingml/2006/main">
              <a:ext uri="{FF2B5EF4-FFF2-40B4-BE49-F238E27FC236}">
                <a16:creationId xmlns:a16="http://schemas.microsoft.com/office/drawing/2014/main" id="{28F7717F-3500-43E8-89D6-FBB9D18CD097}"/>
              </a:ext>
            </a:extLst>
          </p:cNvPr>
          <p:cNvSpPr>
            <a:spLocks xmlns:a="http://schemas.openxmlformats.org/drawingml/2006/main" noGrp="1"/>
          </p:cNvSpPr>
          <p:nvPr/>
        </p:nvSpPr>
        <p:spPr>
          <a:xfrm xmlns:a="http://schemas.openxmlformats.org/drawingml/2006/main">
            <a:off x="10847050" y="5476875"/>
            <a:ext cx="7353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الانتظار</a:t>
            </a:r>
          </a:p>
        </p:txBody>
      </p:sp>
      <p:sp>
        <p:nvSpPr>
          <p:cNvPr id="44" name="text-651">
            <a:extLst xmlns:a="http://schemas.openxmlformats.org/drawingml/2006/main">
              <a:ext uri="{FF2B5EF4-FFF2-40B4-BE49-F238E27FC236}">
                <a16:creationId xmlns:a16="http://schemas.microsoft.com/office/drawing/2014/main" id="{B9FAE502-B91C-48CF-A7C0-4F62C08C13C9}"/>
              </a:ext>
            </a:extLst>
          </p:cNvPr>
          <p:cNvSpPr>
            <a:spLocks xmlns:a="http://schemas.openxmlformats.org/drawingml/2006/main" noGrp="1"/>
          </p:cNvSpPr>
          <p:nvPr/>
        </p:nvSpPr>
        <p:spPr>
          <a:xfrm xmlns:a="http://schemas.openxmlformats.org/drawingml/2006/main">
            <a:off x="10138770" y="5476875"/>
            <a:ext cx="65294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وحدود</a:t>
            </a:r>
          </a:p>
        </p:txBody>
      </p:sp>
      <p:sp>
        <p:nvSpPr>
          <p:cNvPr id="45" name="text-652">
            <a:extLst xmlns:a="http://schemas.openxmlformats.org/drawingml/2006/main">
              <a:ext uri="{FF2B5EF4-FFF2-40B4-BE49-F238E27FC236}">
                <a16:creationId xmlns:a16="http://schemas.microsoft.com/office/drawing/2014/main" id="{2BEEB641-81EA-4DDD-928D-99B82F06103E}"/>
              </a:ext>
            </a:extLst>
          </p:cNvPr>
          <p:cNvSpPr>
            <a:spLocks xmlns:a="http://schemas.openxmlformats.org/drawingml/2006/main" noGrp="1"/>
          </p:cNvSpPr>
          <p:nvPr/>
        </p:nvSpPr>
        <p:spPr>
          <a:xfrm xmlns:a="http://schemas.openxmlformats.org/drawingml/2006/main">
            <a:off x="9350729" y="54768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الخدمة</a:t>
            </a:r>
          </a:p>
        </p:txBody>
      </p:sp>
      <p:sp>
        <p:nvSpPr>
          <p:cNvPr id="46" name="text-653">
            <a:extLst xmlns:a="http://schemas.openxmlformats.org/drawingml/2006/main">
              <a:ext uri="{FF2B5EF4-FFF2-40B4-BE49-F238E27FC236}">
                <a16:creationId xmlns:a16="http://schemas.microsoft.com/office/drawing/2014/main" id="{AB818C5E-FE64-44EF-B11E-1FBC41A4415D}"/>
              </a:ext>
            </a:extLst>
          </p:cNvPr>
          <p:cNvSpPr>
            <a:spLocks xmlns:a="http://schemas.openxmlformats.org/drawingml/2006/main" noGrp="1"/>
          </p:cNvSpPr>
          <p:nvPr/>
        </p:nvSpPr>
        <p:spPr>
          <a:xfrm xmlns:a="http://schemas.openxmlformats.org/drawingml/2006/main">
            <a:off x="8636857" y="5476875"/>
            <a:ext cx="6585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ظاهرة</a:t>
            </a:r>
          </a:p>
        </p:txBody>
      </p:sp>
      <p:sp>
        <p:nvSpPr>
          <p:cNvPr id="47" name="text-654">
            <a:extLst xmlns:a="http://schemas.openxmlformats.org/drawingml/2006/main">
              <a:ext uri="{FF2B5EF4-FFF2-40B4-BE49-F238E27FC236}">
                <a16:creationId xmlns:a16="http://schemas.microsoft.com/office/drawing/2014/main" id="{0494D6EC-1227-409C-881F-044544C6BA3E}"/>
              </a:ext>
            </a:extLst>
          </p:cNvPr>
          <p:cNvSpPr>
            <a:spLocks xmlns:a="http://schemas.openxmlformats.org/drawingml/2006/main" noGrp="1"/>
          </p:cNvSpPr>
          <p:nvPr/>
        </p:nvSpPr>
        <p:spPr>
          <a:xfrm xmlns:a="http://schemas.openxmlformats.org/drawingml/2006/main">
            <a:off x="8456689" y="54768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48" name="text-655">
            <a:extLst xmlns:a="http://schemas.openxmlformats.org/drawingml/2006/main">
              <a:ext uri="{FF2B5EF4-FFF2-40B4-BE49-F238E27FC236}">
                <a16:creationId xmlns:a16="http://schemas.microsoft.com/office/drawing/2014/main" id="{B7783EE2-8C85-4FD8-BCB3-4774FEEE3170}"/>
              </a:ext>
            </a:extLst>
          </p:cNvPr>
          <p:cNvSpPr>
            <a:spLocks xmlns:a="http://schemas.openxmlformats.org/drawingml/2006/main" noGrp="1"/>
          </p:cNvSpPr>
          <p:nvPr/>
        </p:nvSpPr>
        <p:spPr>
          <a:xfrm xmlns:a="http://schemas.openxmlformats.org/drawingml/2006/main">
            <a:off x="7393064" y="547687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المحادثات</a:t>
            </a:r>
          </a:p>
        </p:txBody>
      </p:sp>
      <p:sp>
        <p:nvSpPr>
          <p:cNvPr id="49" name="text-656">
            <a:extLst xmlns:a="http://schemas.openxmlformats.org/drawingml/2006/main">
              <a:ext uri="{FF2B5EF4-FFF2-40B4-BE49-F238E27FC236}">
                <a16:creationId xmlns:a16="http://schemas.microsoft.com/office/drawing/2014/main" id="{21159EC5-145F-4707-84A0-1439E78E4687}"/>
              </a:ext>
            </a:extLst>
          </p:cNvPr>
          <p:cNvSpPr>
            <a:spLocks xmlns:a="http://schemas.openxmlformats.org/drawingml/2006/main" noGrp="1"/>
          </p:cNvSpPr>
          <p:nvPr/>
        </p:nvSpPr>
        <p:spPr>
          <a:xfrm xmlns:a="http://schemas.openxmlformats.org/drawingml/2006/main">
            <a:off x="7150304" y="5476875"/>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لا</a:t>
            </a:r>
          </a:p>
        </p:txBody>
      </p:sp>
      <p:sp>
        <p:nvSpPr>
          <p:cNvPr id="50" name="text-657">
            <a:extLst xmlns:a="http://schemas.openxmlformats.org/drawingml/2006/main">
              <a:ext uri="{FF2B5EF4-FFF2-40B4-BE49-F238E27FC236}">
                <a16:creationId xmlns:a16="http://schemas.microsoft.com/office/drawing/2014/main" id="{67C3D72E-38BF-437E-B993-00EAE64C7762}"/>
              </a:ext>
            </a:extLst>
          </p:cNvPr>
          <p:cNvSpPr>
            <a:spLocks xmlns:a="http://schemas.openxmlformats.org/drawingml/2006/main" noGrp="1"/>
          </p:cNvSpPr>
          <p:nvPr/>
        </p:nvSpPr>
        <p:spPr>
          <a:xfrm xmlns:a="http://schemas.openxmlformats.org/drawingml/2006/main">
            <a:off x="6525121" y="5476875"/>
            <a:ext cx="56984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تحفظ</a:t>
            </a:r>
          </a:p>
        </p:txBody>
      </p:sp>
      <p:sp>
        <p:nvSpPr>
          <p:cNvPr id="51" name="text-658">
            <a:extLst xmlns:a="http://schemas.openxmlformats.org/drawingml/2006/main">
              <a:ext uri="{FF2B5EF4-FFF2-40B4-BE49-F238E27FC236}">
                <a16:creationId xmlns:a16="http://schemas.microsoft.com/office/drawing/2014/main" id="{78AAF8DB-DC30-4A53-A90D-CB039B80EADC}"/>
              </a:ext>
            </a:extLst>
          </p:cNvPr>
          <p:cNvSpPr>
            <a:spLocks xmlns:a="http://schemas.openxmlformats.org/drawingml/2006/main" noGrp="1"/>
          </p:cNvSpPr>
          <p:nvPr/>
        </p:nvSpPr>
        <p:spPr>
          <a:xfrm xmlns:a="http://schemas.openxmlformats.org/drawingml/2006/main">
            <a:off x="5967731" y="5476875"/>
            <a:ext cx="5020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دائمًا</a:t>
            </a:r>
          </a:p>
        </p:txBody>
      </p:sp>
    </p:spTree>
    <p:extLst>
      <p:ext uri="{BB962C8B-B14F-4D97-AF65-F5344CB8AC3E}">
        <p14:creationId xmlns:p14="http://schemas.microsoft.com/office/powerpoint/2010/main" val="456761770"/>
      </p:ext>
    </p:extLst>
  </p:cSld>
</p:sld>
</file>

<file path=ppt/slides/slide16.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9" name="text-659">
            <a:extLst xmlns:a="http://schemas.openxmlformats.org/drawingml/2006/main">
              <a:ext uri="{FF2B5EF4-FFF2-40B4-BE49-F238E27FC236}">
                <a16:creationId xmlns:a16="http://schemas.microsoft.com/office/drawing/2014/main" id="{0E10F1CD-605D-49B7-9DFB-EDF548611D77}"/>
              </a:ext>
            </a:extLst>
          </p:cNvPr>
          <p:cNvSpPr>
            <a:spLocks xmlns:a="http://schemas.openxmlformats.org/drawingml/2006/main" noGrp="1"/>
          </p:cNvSpPr>
          <p:nvPr/>
        </p:nvSpPr>
        <p:spPr>
          <a:xfrm xmlns:a="http://schemas.openxmlformats.org/drawingml/2006/main">
            <a:off x="10612344" y="457200"/>
            <a:ext cx="97005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جرّب</a:t>
            </a:r>
          </a:p>
        </p:txBody>
      </p:sp>
      <p:sp>
        <p:nvSpPr>
          <p:cNvPr id="2" name="text-660">
            <a:extLst xmlns:a="http://schemas.openxmlformats.org/drawingml/2006/main">
              <a:ext uri="{FF2B5EF4-FFF2-40B4-BE49-F238E27FC236}">
                <a16:creationId xmlns:a16="http://schemas.microsoft.com/office/drawing/2014/main" id="{1C7CE227-11BF-483F-87F4-F34D08AB3B36}"/>
              </a:ext>
            </a:extLst>
          </p:cNvPr>
          <p:cNvSpPr>
            <a:spLocks xmlns:a="http://schemas.openxmlformats.org/drawingml/2006/main" noGrp="1"/>
          </p:cNvSpPr>
          <p:nvPr/>
        </p:nvSpPr>
        <p:spPr>
          <a:xfrm xmlns:a="http://schemas.openxmlformats.org/drawingml/2006/main">
            <a:off x="9385303" y="457200"/>
            <a:ext cx="112607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وافتح</a:t>
            </a:r>
          </a:p>
        </p:txBody>
      </p:sp>
      <p:sp>
        <p:nvSpPr>
          <p:cNvPr id="3" name="text-661">
            <a:extLst xmlns:a="http://schemas.openxmlformats.org/drawingml/2006/main">
              <a:ext uri="{FF2B5EF4-FFF2-40B4-BE49-F238E27FC236}">
                <a16:creationId xmlns:a16="http://schemas.microsoft.com/office/drawing/2014/main" id="{7D2C1A2D-14AA-43A9-8334-4C4717251DB3}"/>
              </a:ext>
            </a:extLst>
          </p:cNvPr>
          <p:cNvSpPr>
            <a:spLocks xmlns:a="http://schemas.openxmlformats.org/drawingml/2006/main" noGrp="1"/>
          </p:cNvSpPr>
          <p:nvPr/>
        </p:nvSpPr>
        <p:spPr>
          <a:xfrm xmlns:a="http://schemas.openxmlformats.org/drawingml/2006/main">
            <a:off x="8067126"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الدليل</a:t>
            </a:r>
          </a:p>
        </p:txBody>
      </p:sp>
      <p:sp>
        <p:nvSpPr>
          <p:cNvPr id="4" name="text-662">
            <a:extLst xmlns:a="http://schemas.openxmlformats.org/drawingml/2006/main">
              <a:ext uri="{FF2B5EF4-FFF2-40B4-BE49-F238E27FC236}">
                <a16:creationId xmlns:a16="http://schemas.microsoft.com/office/drawing/2014/main" id="{035A86FB-9BC3-4C74-ADCE-84C74E35EE01}"/>
              </a:ext>
            </a:extLst>
          </p:cNvPr>
          <p:cNvSpPr>
            <a:spLocks xmlns:a="http://schemas.openxmlformats.org/drawingml/2006/main" noGrp="1"/>
          </p:cNvSpPr>
          <p:nvPr/>
        </p:nvSpPr>
        <p:spPr>
          <a:xfrm xmlns:a="http://schemas.openxmlformats.org/drawingml/2006/main">
            <a:off x="7038106" y="457200"/>
            <a:ext cx="92805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وأعد</a:t>
            </a:r>
          </a:p>
        </p:txBody>
      </p:sp>
      <p:sp>
        <p:nvSpPr>
          <p:cNvPr id="5" name="text-663">
            <a:extLst xmlns:a="http://schemas.openxmlformats.org/drawingml/2006/main">
              <a:ext uri="{FF2B5EF4-FFF2-40B4-BE49-F238E27FC236}">
                <a16:creationId xmlns:a16="http://schemas.microsoft.com/office/drawing/2014/main" id="{493E53AE-CBD9-4A29-B6CA-AE6DA03F40C6}"/>
              </a:ext>
            </a:extLst>
          </p:cNvPr>
          <p:cNvSpPr>
            <a:spLocks xmlns:a="http://schemas.openxmlformats.org/drawingml/2006/main" noGrp="1"/>
          </p:cNvSpPr>
          <p:nvPr/>
        </p:nvSpPr>
        <p:spPr>
          <a:xfrm xmlns:a="http://schemas.openxmlformats.org/drawingml/2006/main">
            <a:off x="5485950" y="457200"/>
            <a:ext cx="14511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الاختبار</a:t>
            </a:r>
          </a:p>
        </p:txBody>
      </p:sp>
      <p:sp>
        <p:nvSpPr>
          <p:cNvPr id="6" name="shape-664">
            <a:extLst xmlns:a="http://schemas.openxmlformats.org/drawingml/2006/main">
              <a:ext uri="{FF2B5EF4-FFF2-40B4-BE49-F238E27FC236}">
                <a16:creationId xmlns:a16="http://schemas.microsoft.com/office/drawing/2014/main" id="{5E466775-BFA6-440C-AF90-B6D821D75A9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665">
            <a:extLst xmlns:a="http://schemas.openxmlformats.org/drawingml/2006/main">
              <a:ext uri="{FF2B5EF4-FFF2-40B4-BE49-F238E27FC236}">
                <a16:creationId xmlns:a16="http://schemas.microsoft.com/office/drawing/2014/main" id="{FC87306C-CFA7-40D3-85CC-DC4E6C2826FF}"/>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666">
            <a:extLst xmlns:a="http://schemas.openxmlformats.org/drawingml/2006/main">
              <a:ext uri="{FF2B5EF4-FFF2-40B4-BE49-F238E27FC236}">
                <a16:creationId xmlns:a16="http://schemas.microsoft.com/office/drawing/2014/main" id="{F291228F-EC43-4F02-B3D1-EAA51D4F65BA}"/>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667">
            <a:extLst xmlns:a="http://schemas.openxmlformats.org/drawingml/2006/main">
              <a:ext uri="{FF2B5EF4-FFF2-40B4-BE49-F238E27FC236}">
                <a16:creationId xmlns:a16="http://schemas.microsoft.com/office/drawing/2014/main" id="{2FB80B84-D83B-4AD3-BBF8-81EB0D554845}"/>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668">
            <a:extLst xmlns:a="http://schemas.openxmlformats.org/drawingml/2006/main">
              <a:ext uri="{FF2B5EF4-FFF2-40B4-BE49-F238E27FC236}">
                <a16:creationId xmlns:a16="http://schemas.microsoft.com/office/drawing/2014/main" id="{AAF28B50-B0E8-489D-8D88-7997DD92DEB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669">
            <a:extLst xmlns:a="http://schemas.openxmlformats.org/drawingml/2006/main">
              <a:ext uri="{FF2B5EF4-FFF2-40B4-BE49-F238E27FC236}">
                <a16:creationId xmlns:a16="http://schemas.microsoft.com/office/drawing/2014/main" id="{0098C158-C5CA-44DA-97C9-A3CD5E5076BE}"/>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670">
            <a:extLst xmlns:a="http://schemas.openxmlformats.org/drawingml/2006/main">
              <a:ext uri="{FF2B5EF4-FFF2-40B4-BE49-F238E27FC236}">
                <a16:creationId xmlns:a16="http://schemas.microsoft.com/office/drawing/2014/main" id="{DF3B2F79-2DAC-466E-8E9C-2C06B9AF52EA}"/>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671">
            <a:extLst xmlns:a="http://schemas.openxmlformats.org/drawingml/2006/main">
              <a:ext uri="{FF2B5EF4-FFF2-40B4-BE49-F238E27FC236}">
                <a16:creationId xmlns:a16="http://schemas.microsoft.com/office/drawing/2014/main" id="{46D9777B-A2C6-427E-9F70-748245C3F7D2}"/>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16</a:t>
            </a:r>
          </a:p>
        </p:txBody>
      </p:sp>
      <p:sp>
        <p:nvSpPr>
          <p:cNvPr id="14" name="text-672">
            <a:extLst xmlns:a="http://schemas.openxmlformats.org/drawingml/2006/main">
              <a:ext uri="{FF2B5EF4-FFF2-40B4-BE49-F238E27FC236}">
                <a16:creationId xmlns:a16="http://schemas.microsoft.com/office/drawing/2014/main" id="{15AB99EA-198E-4282-A11A-A7ACED0BF331}"/>
              </a:ext>
            </a:extLst>
          </p:cNvPr>
          <p:cNvSpPr>
            <a:spLocks xmlns:a="http://schemas.openxmlformats.org/drawingml/2006/main" noGrp="1"/>
          </p:cNvSpPr>
          <p:nvPr/>
        </p:nvSpPr>
        <p:spPr>
          <a:xfrm xmlns:a="http://schemas.openxmlformats.org/drawingml/2006/main">
            <a:off x="609600" y="1752600"/>
            <a:ext cx="10972800"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4050" b="1">
                <a:solidFill>
                  <a:srgbClr val="EDCA7E"/>
                </a:solidFill>
                <a:latin typeface="Tahoma"/>
                <a:ea typeface="Tahoma"/>
                <a:cs typeface="Tahoma"/>
              </a:defRPr>
            </a:pPr>
            <a:r>
              <a:rPr sz="4050" b="1">
                <a:solidFill>
                  <a:srgbClr val="EDCA7E"/>
                </a:solidFill>
                <a:latin typeface="Tahoma"/>
                <a:ea typeface="Tahoma"/>
                <a:cs typeface="Tahoma"/>
              </a:rPr>
              <a:t>islamicaich.salsabeel.ai</a:t>
            </a:r>
          </a:p>
        </p:txBody>
      </p:sp>
      <p:sp>
        <p:nvSpPr>
          <p:cNvPr id="15" name="text-673">
            <a:extLst xmlns:a="http://schemas.openxmlformats.org/drawingml/2006/main">
              <a:ext uri="{FF2B5EF4-FFF2-40B4-BE49-F238E27FC236}">
                <a16:creationId xmlns:a16="http://schemas.microsoft.com/office/drawing/2014/main" id="{9D29D4A8-4A8C-430C-9B65-B293895DAFAF}"/>
              </a:ext>
            </a:extLst>
          </p:cNvPr>
          <p:cNvSpPr>
            <a:spLocks xmlns:a="http://schemas.openxmlformats.org/drawingml/2006/main" noGrp="1"/>
          </p:cNvSpPr>
          <p:nvPr/>
        </p:nvSpPr>
        <p:spPr>
          <a:xfrm xmlns:a="http://schemas.openxmlformats.org/drawingml/2006/main">
            <a:off x="7180580" y="2828925"/>
            <a:ext cx="115672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المجلس</a:t>
            </a:r>
          </a:p>
        </p:txBody>
      </p:sp>
      <p:sp>
        <p:nvSpPr>
          <p:cNvPr id="16" name="text-674">
            <a:extLst xmlns:a="http://schemas.openxmlformats.org/drawingml/2006/main">
              <a:ext uri="{FF2B5EF4-FFF2-40B4-BE49-F238E27FC236}">
                <a16:creationId xmlns:a16="http://schemas.microsoft.com/office/drawing/2014/main" id="{CAFCF994-84CB-415A-9118-F38930BD8F7F}"/>
              </a:ext>
            </a:extLst>
          </p:cNvPr>
          <p:cNvSpPr>
            <a:spLocks xmlns:a="http://schemas.openxmlformats.org/drawingml/2006/main" noGrp="1"/>
          </p:cNvSpPr>
          <p:nvPr/>
        </p:nvSpPr>
        <p:spPr>
          <a:xfrm xmlns:a="http://schemas.openxmlformats.org/drawingml/2006/main">
            <a:off x="6948836"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17" name="text-675">
            <a:extLst xmlns:a="http://schemas.openxmlformats.org/drawingml/2006/main">
              <a:ext uri="{FF2B5EF4-FFF2-40B4-BE49-F238E27FC236}">
                <a16:creationId xmlns:a16="http://schemas.microsoft.com/office/drawing/2014/main" id="{084B0396-34C4-42E2-8168-60F23126FCA3}"/>
              </a:ext>
            </a:extLst>
          </p:cNvPr>
          <p:cNvSpPr>
            <a:spLocks xmlns:a="http://schemas.openxmlformats.org/drawingml/2006/main" noGrp="1"/>
          </p:cNvSpPr>
          <p:nvPr/>
        </p:nvSpPr>
        <p:spPr>
          <a:xfrm xmlns:a="http://schemas.openxmlformats.org/drawingml/2006/main">
            <a:off x="6241466" y="2828925"/>
            <a:ext cx="62821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دليل</a:t>
            </a:r>
          </a:p>
        </p:txBody>
      </p:sp>
      <p:sp>
        <p:nvSpPr>
          <p:cNvPr id="18" name="text-676">
            <a:extLst xmlns:a="http://schemas.openxmlformats.org/drawingml/2006/main">
              <a:ext uri="{FF2B5EF4-FFF2-40B4-BE49-F238E27FC236}">
                <a16:creationId xmlns:a16="http://schemas.microsoft.com/office/drawing/2014/main" id="{0A6E7F35-71BB-47DC-8210-1C3CAF001A7F}"/>
              </a:ext>
            </a:extLst>
          </p:cNvPr>
          <p:cNvSpPr>
            <a:spLocks xmlns:a="http://schemas.openxmlformats.org/drawingml/2006/main" noGrp="1"/>
          </p:cNvSpPr>
          <p:nvPr/>
        </p:nvSpPr>
        <p:spPr>
          <a:xfrm xmlns:a="http://schemas.openxmlformats.org/drawingml/2006/main">
            <a:off x="5143825" y="2828925"/>
            <a:ext cx="101848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المحكّم</a:t>
            </a:r>
          </a:p>
        </p:txBody>
      </p:sp>
      <p:sp>
        <p:nvSpPr>
          <p:cNvPr id="19" name="text-677">
            <a:extLst xmlns:a="http://schemas.openxmlformats.org/drawingml/2006/main">
              <a:ext uri="{FF2B5EF4-FFF2-40B4-BE49-F238E27FC236}">
                <a16:creationId xmlns:a16="http://schemas.microsoft.com/office/drawing/2014/main" id="{AE24F921-2C94-4D13-BBA2-E5B2DBF43F2F}"/>
              </a:ext>
            </a:extLst>
          </p:cNvPr>
          <p:cNvSpPr>
            <a:spLocks xmlns:a="http://schemas.openxmlformats.org/drawingml/2006/main" noGrp="1"/>
          </p:cNvSpPr>
          <p:nvPr/>
        </p:nvSpPr>
        <p:spPr>
          <a:xfrm xmlns:a="http://schemas.openxmlformats.org/drawingml/2006/main">
            <a:off x="4912081"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20" name="text-678">
            <a:extLst xmlns:a="http://schemas.openxmlformats.org/drawingml/2006/main">
              <a:ext uri="{FF2B5EF4-FFF2-40B4-BE49-F238E27FC236}">
                <a16:creationId xmlns:a16="http://schemas.microsoft.com/office/drawing/2014/main" id="{50A7BF55-1C11-4EA6-A783-2CF530135788}"/>
              </a:ext>
            </a:extLst>
          </p:cNvPr>
          <p:cNvSpPr>
            <a:spLocks xmlns:a="http://schemas.openxmlformats.org/drawingml/2006/main" noGrp="1"/>
          </p:cNvSpPr>
          <p:nvPr/>
        </p:nvSpPr>
        <p:spPr>
          <a:xfrm xmlns:a="http://schemas.openxmlformats.org/drawingml/2006/main">
            <a:off x="3816598" y="2828925"/>
            <a:ext cx="101633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المصادر</a:t>
            </a:r>
          </a:p>
        </p:txBody>
      </p:sp>
      <p:sp>
        <p:nvSpPr>
          <p:cNvPr id="21" name="text-679">
            <a:extLst xmlns:a="http://schemas.openxmlformats.org/drawingml/2006/main">
              <a:ext uri="{FF2B5EF4-FFF2-40B4-BE49-F238E27FC236}">
                <a16:creationId xmlns:a16="http://schemas.microsoft.com/office/drawing/2014/main" id="{2BE88CEA-1DE8-4225-9068-94662AFCB66F}"/>
              </a:ext>
            </a:extLst>
          </p:cNvPr>
          <p:cNvSpPr>
            <a:spLocks xmlns:a="http://schemas.openxmlformats.org/drawingml/2006/main" noGrp="1"/>
          </p:cNvSpPr>
          <p:nvPr/>
        </p:nvSpPr>
        <p:spPr>
          <a:xfrm xmlns:a="http://schemas.openxmlformats.org/drawingml/2006/main">
            <a:off x="609600" y="3876675"/>
            <a:ext cx="10972800" cy="6610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700" b="0">
                <a:solidFill>
                  <a:srgbClr val="78DAC1"/>
                </a:solidFill>
                <a:latin typeface="Tahoma"/>
                <a:ea typeface="Tahoma"/>
                <a:cs typeface="Tahoma"/>
              </a:defRPr>
            </a:pPr>
            <a:r>
              <a:rPr sz="2700" b="0">
                <a:solidFill>
                  <a:srgbClr val="78DAC1"/>
                </a:solidFill>
                <a:latin typeface="Tahoma"/>
                <a:ea typeface="Tahoma"/>
                <a:cs typeface="Tahoma"/>
              </a:rPr>
              <a:t>github.com/Salsabeel-AI/islamicaich</a:t>
            </a:r>
          </a:p>
        </p:txBody>
      </p:sp>
      <p:sp>
        <p:nvSpPr>
          <p:cNvPr id="22" name="text-680">
            <a:extLst xmlns:a="http://schemas.openxmlformats.org/drawingml/2006/main">
              <a:ext uri="{FF2B5EF4-FFF2-40B4-BE49-F238E27FC236}">
                <a16:creationId xmlns:a16="http://schemas.microsoft.com/office/drawing/2014/main" id="{EBA67211-D5DB-4F73-AB33-FF3D16006E69}"/>
              </a:ext>
            </a:extLst>
          </p:cNvPr>
          <p:cNvSpPr>
            <a:spLocks xmlns:a="http://schemas.openxmlformats.org/drawingml/2006/main" noGrp="1"/>
          </p:cNvSpPr>
          <p:nvPr/>
        </p:nvSpPr>
        <p:spPr>
          <a:xfrm xmlns:a="http://schemas.openxmlformats.org/drawingml/2006/main">
            <a:off x="8342417" y="4829175"/>
            <a:ext cx="5974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الكود</a:t>
            </a:r>
          </a:p>
        </p:txBody>
      </p:sp>
      <p:sp>
        <p:nvSpPr>
          <p:cNvPr id="23" name="text-681">
            <a:extLst xmlns:a="http://schemas.openxmlformats.org/drawingml/2006/main">
              <a:ext uri="{FF2B5EF4-FFF2-40B4-BE49-F238E27FC236}">
                <a16:creationId xmlns:a16="http://schemas.microsoft.com/office/drawing/2014/main" id="{50F10E40-3CFE-4559-B7D3-ACCD201C3948}"/>
              </a:ext>
            </a:extLst>
          </p:cNvPr>
          <p:cNvSpPr>
            <a:spLocks xmlns:a="http://schemas.openxmlformats.org/drawingml/2006/main" noGrp="1"/>
          </p:cNvSpPr>
          <p:nvPr/>
        </p:nvSpPr>
        <p:spPr>
          <a:xfrm xmlns:a="http://schemas.openxmlformats.org/drawingml/2006/main">
            <a:off x="7057034" y="4829175"/>
            <a:ext cx="12181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والمعمارية</a:t>
            </a:r>
          </a:p>
        </p:txBody>
      </p:sp>
      <p:sp>
        <p:nvSpPr>
          <p:cNvPr id="24" name="text-682">
            <a:extLst xmlns:a="http://schemas.openxmlformats.org/drawingml/2006/main">
              <a:ext uri="{FF2B5EF4-FFF2-40B4-BE49-F238E27FC236}">
                <a16:creationId xmlns:a16="http://schemas.microsoft.com/office/drawing/2014/main" id="{18A1B8CB-75C3-4730-A91A-A72903C714A3}"/>
              </a:ext>
            </a:extLst>
          </p:cNvPr>
          <p:cNvSpPr>
            <a:spLocks xmlns:a="http://schemas.openxmlformats.org/drawingml/2006/main" noGrp="1"/>
          </p:cNvSpPr>
          <p:nvPr/>
        </p:nvSpPr>
        <p:spPr>
          <a:xfrm xmlns:a="http://schemas.openxmlformats.org/drawingml/2006/main">
            <a:off x="6214802" y="4829175"/>
            <a:ext cx="7749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والأدلة</a:t>
            </a:r>
          </a:p>
        </p:txBody>
      </p:sp>
      <p:sp>
        <p:nvSpPr>
          <p:cNvPr id="25" name="text-683">
            <a:extLst xmlns:a="http://schemas.openxmlformats.org/drawingml/2006/main">
              <a:ext uri="{FF2B5EF4-FFF2-40B4-BE49-F238E27FC236}">
                <a16:creationId xmlns:a16="http://schemas.microsoft.com/office/drawing/2014/main" id="{7C0D38B5-0AF2-47CF-92D5-F30DCA79AA12}"/>
              </a:ext>
            </a:extLst>
          </p:cNvPr>
          <p:cNvSpPr>
            <a:spLocks xmlns:a="http://schemas.openxmlformats.org/drawingml/2006/main" noGrp="1"/>
          </p:cNvSpPr>
          <p:nvPr/>
        </p:nvSpPr>
        <p:spPr>
          <a:xfrm xmlns:a="http://schemas.openxmlformats.org/drawingml/2006/main">
            <a:off x="5602926" y="4829175"/>
            <a:ext cx="5446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وخط</a:t>
            </a:r>
          </a:p>
        </p:txBody>
      </p:sp>
      <p:sp>
        <p:nvSpPr>
          <p:cNvPr id="26" name="text-684">
            <a:extLst xmlns:a="http://schemas.openxmlformats.org/drawingml/2006/main">
              <a:ext uri="{FF2B5EF4-FFF2-40B4-BE49-F238E27FC236}">
                <a16:creationId xmlns:a16="http://schemas.microsoft.com/office/drawing/2014/main" id="{807A4072-FF26-429D-8094-F354E6DB04EB}"/>
              </a:ext>
            </a:extLst>
          </p:cNvPr>
          <p:cNvSpPr>
            <a:spLocks xmlns:a="http://schemas.openxmlformats.org/drawingml/2006/main" noGrp="1"/>
          </p:cNvSpPr>
          <p:nvPr/>
        </p:nvSpPr>
        <p:spPr>
          <a:xfrm xmlns:a="http://schemas.openxmlformats.org/drawingml/2006/main">
            <a:off x="4548488" y="4829175"/>
            <a:ext cx="98719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الأساس</a:t>
            </a:r>
          </a:p>
        </p:txBody>
      </p:sp>
      <p:sp>
        <p:nvSpPr>
          <p:cNvPr id="27" name="text-685">
            <a:extLst xmlns:a="http://schemas.openxmlformats.org/drawingml/2006/main">
              <a:ext uri="{FF2B5EF4-FFF2-40B4-BE49-F238E27FC236}">
                <a16:creationId xmlns:a16="http://schemas.microsoft.com/office/drawing/2014/main" id="{9552612E-B224-4072-9523-493D45FF1F59}"/>
              </a:ext>
            </a:extLst>
          </p:cNvPr>
          <p:cNvSpPr>
            <a:spLocks xmlns:a="http://schemas.openxmlformats.org/drawingml/2006/main" noGrp="1"/>
          </p:cNvSpPr>
          <p:nvPr/>
        </p:nvSpPr>
        <p:spPr>
          <a:xfrm xmlns:a="http://schemas.openxmlformats.org/drawingml/2006/main">
            <a:off x="4049436" y="4829175"/>
            <a:ext cx="43180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بين</a:t>
            </a:r>
          </a:p>
        </p:txBody>
      </p:sp>
      <p:sp>
        <p:nvSpPr>
          <p:cNvPr id="28" name="text-686">
            <a:extLst xmlns:a="http://schemas.openxmlformats.org/drawingml/2006/main">
              <a:ext uri="{FF2B5EF4-FFF2-40B4-BE49-F238E27FC236}">
                <a16:creationId xmlns:a16="http://schemas.microsoft.com/office/drawing/2014/main" id="{D533298C-4526-4CDF-9B9D-85572E519F9B}"/>
              </a:ext>
            </a:extLst>
          </p:cNvPr>
          <p:cNvSpPr>
            <a:spLocks xmlns:a="http://schemas.openxmlformats.org/drawingml/2006/main" noGrp="1"/>
          </p:cNvSpPr>
          <p:nvPr/>
        </p:nvSpPr>
        <p:spPr>
          <a:xfrm xmlns:a="http://schemas.openxmlformats.org/drawingml/2006/main">
            <a:off x="3214072" y="4829175"/>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أيديكم</a:t>
            </a:r>
          </a:p>
        </p:txBody>
      </p:sp>
    </p:spTree>
    <p:extLst>
      <p:ext uri="{BB962C8B-B14F-4D97-AF65-F5344CB8AC3E}">
        <p14:creationId xmlns:p14="http://schemas.microsoft.com/office/powerpoint/2010/main" val="5404675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2026-10-06T15:31:59.3650000Z</dcterms:created>
  <dcterms:modified xsi:type="dcterms:W3CDTF">2026-10-06T15:31:59.3650000Z</dcterms:modified>
</coreProperties>
</file>