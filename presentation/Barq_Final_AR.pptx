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c53e2fc08e84ed5" /><Relationship Type="http://schemas.openxmlformats.org/officeDocument/2006/relationships/extended-properties" Target="/docProps/app.xml" Id="R1a24060405a646d8" /><Relationship Type="http://schemas.openxmlformats.org/officeDocument/2006/relationships/officeDocument" Target="/ppt/presentation.xml" Id="R3491930b73cd47aa" /></Relationships>
</file>

<file path=ppt/presentation.xml><?xml version="1.0" encoding="utf-8"?>
<p:presentation xmlns:p="http://schemas.openxmlformats.org/presentationml/2006/main">
  <p:sldMasterIdLst>
    <p:sldMasterId xmlns:r="http://schemas.openxmlformats.org/officeDocument/2006/relationships" id="2147483648" r:id="Rb67675bac6344cf7"/>
  </p:sldMasterIdLst>
  <p:notesMasterIdLst>
    <p:notesMasterId xmlns:r="http://schemas.openxmlformats.org/officeDocument/2006/relationships" r:id="R889f2e7f9e0e4b74"/>
  </p:notesMasterIdLst>
  <p:sldIdLst>
    <p:sldId xmlns:r="http://schemas.openxmlformats.org/officeDocument/2006/relationships" id="256" r:id="R521313b6aa98448d"/>
    <p:sldId xmlns:r="http://schemas.openxmlformats.org/officeDocument/2006/relationships" id="257" r:id="Rf851bc1800a34e70"/>
    <p:sldId xmlns:r="http://schemas.openxmlformats.org/officeDocument/2006/relationships" id="258" r:id="R6953de560faf47b5"/>
    <p:sldId xmlns:r="http://schemas.openxmlformats.org/officeDocument/2006/relationships" id="259" r:id="R770f13dd659d4261"/>
    <p:sldId xmlns:r="http://schemas.openxmlformats.org/officeDocument/2006/relationships" id="260" r:id="R2f31ca7764e948e3"/>
    <p:sldId xmlns:r="http://schemas.openxmlformats.org/officeDocument/2006/relationships" id="261" r:id="Raca018e2bf114823"/>
    <p:sldId xmlns:r="http://schemas.openxmlformats.org/officeDocument/2006/relationships" id="262" r:id="R27dd370c2d9d4a84"/>
    <p:sldId xmlns:r="http://schemas.openxmlformats.org/officeDocument/2006/relationships" id="263" r:id="R80d0396d40db4cc2"/>
    <p:sldId xmlns:r="http://schemas.openxmlformats.org/officeDocument/2006/relationships" id="264" r:id="R55dd8a5cecfc41d8"/>
    <p:sldId xmlns:r="http://schemas.openxmlformats.org/officeDocument/2006/relationships" id="265" r:id="R66361e09f50d4c88"/>
    <p:sldId xmlns:r="http://schemas.openxmlformats.org/officeDocument/2006/relationships" id="266" r:id="R73b44179de74466a"/>
    <p:sldId xmlns:r="http://schemas.openxmlformats.org/officeDocument/2006/relationships" id="267" r:id="R8d3ea8db50c64708"/>
    <p:sldId xmlns:r="http://schemas.openxmlformats.org/officeDocument/2006/relationships" id="268" r:id="Rb7e69ce88ffb414c"/>
    <p:sldId xmlns:r="http://schemas.openxmlformats.org/officeDocument/2006/relationships" id="269" r:id="Rfcec538c3b1f4c6b"/>
    <p:sldId xmlns:r="http://schemas.openxmlformats.org/officeDocument/2006/relationships" id="270" r:id="R88e3edc2c27a4496"/>
    <p:sldId xmlns:r="http://schemas.openxmlformats.org/officeDocument/2006/relationships" id="271" r:id="R7eece0462b2c4ed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f63a3e874fc4f6b" /><Relationship Type="http://schemas.openxmlformats.org/officeDocument/2006/relationships/slideMaster" Target="/ppt/slideMasters/slideMaster1.xml" Id="Rb67675bac6344cf7" /><Relationship Type="http://schemas.openxmlformats.org/officeDocument/2006/relationships/notesMaster" Target="/ppt/notesMasters/notesMaster1.xml" Id="R889f2e7f9e0e4b74" /><Relationship Type="http://schemas.openxmlformats.org/officeDocument/2006/relationships/presProps" Target="/ppt/presProps.xml" Id="R24e20893a4c344e9" /><Relationship Type="http://schemas.openxmlformats.org/officeDocument/2006/relationships/tableStyles" Target="/ppt/tableStyles.xml" Id="R701b6b089f4e4dc5" /><Relationship Type="http://schemas.openxmlformats.org/officeDocument/2006/relationships/slide" Target="/ppt/slides/slide1.xml" Id="R521313b6aa98448d" /><Relationship Type="http://schemas.openxmlformats.org/officeDocument/2006/relationships/slide" Target="/ppt/slides/slide2.xml" Id="Rf851bc1800a34e70" /><Relationship Type="http://schemas.openxmlformats.org/officeDocument/2006/relationships/slide" Target="/ppt/slides/slide3.xml" Id="R6953de560faf47b5" /><Relationship Type="http://schemas.openxmlformats.org/officeDocument/2006/relationships/slide" Target="/ppt/slides/slide4.xml" Id="R770f13dd659d4261" /><Relationship Type="http://schemas.openxmlformats.org/officeDocument/2006/relationships/slide" Target="/ppt/slides/slide5.xml" Id="R2f31ca7764e948e3" /><Relationship Type="http://schemas.openxmlformats.org/officeDocument/2006/relationships/slide" Target="/ppt/slides/slide6.xml" Id="Raca018e2bf114823" /><Relationship Type="http://schemas.openxmlformats.org/officeDocument/2006/relationships/slide" Target="/ppt/slides/slide7.xml" Id="R27dd370c2d9d4a84" /><Relationship Type="http://schemas.openxmlformats.org/officeDocument/2006/relationships/slide" Target="/ppt/slides/slide8.xml" Id="R80d0396d40db4cc2" /><Relationship Type="http://schemas.openxmlformats.org/officeDocument/2006/relationships/slide" Target="/ppt/slides/slide9.xml" Id="R55dd8a5cecfc41d8" /><Relationship Type="http://schemas.openxmlformats.org/officeDocument/2006/relationships/slide" Target="/ppt/slides/slide10.xml" Id="R66361e09f50d4c88" /><Relationship Type="http://schemas.openxmlformats.org/officeDocument/2006/relationships/slide" Target="/ppt/slides/slide11.xml" Id="R73b44179de74466a" /><Relationship Type="http://schemas.openxmlformats.org/officeDocument/2006/relationships/slide" Target="/ppt/slides/slide12.xml" Id="R8d3ea8db50c64708" /><Relationship Type="http://schemas.openxmlformats.org/officeDocument/2006/relationships/slide" Target="/ppt/slides/slide13.xml" Id="Rb7e69ce88ffb414c" /><Relationship Type="http://schemas.openxmlformats.org/officeDocument/2006/relationships/slide" Target="/ppt/slides/slide14.xml" Id="Rfcec538c3b1f4c6b" /><Relationship Type="http://schemas.openxmlformats.org/officeDocument/2006/relationships/slide" Target="/ppt/slides/slide15.xml" Id="R88e3edc2c27a4496" /><Relationship Type="http://schemas.openxmlformats.org/officeDocument/2006/relationships/slide" Target="/ppt/slides/slide16.xml" Id="R7eece0462b2c4ed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e5ea0a5db3e4c1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d03dc76ab1a4c9a" /><Relationship Type="http://schemas.openxmlformats.org/officeDocument/2006/relationships/notesMaster" Target="/ppt/notesMasters/notesMaster1.xml" Id="R6346b4dac3524f1d" /></Relationships>
</file>

<file path=ppt/notesSlides/_rels/notesSlide2.xml.rels>&#65279;<?xml version="1.0" encoding="utf-8"?><Relationships xmlns="http://schemas.openxmlformats.org/package/2006/relationships"><Relationship Type="http://schemas.openxmlformats.org/officeDocument/2006/relationships/slide" Target="/ppt/slides/slide2.xml" Id="R7846141aa0cc468d" /><Relationship Type="http://schemas.openxmlformats.org/officeDocument/2006/relationships/notesMaster" Target="/ppt/notesMasters/notesMaster1.xml" Id="Re7967c2488614ab1" /></Relationships>
</file>

<file path=ppt/notesSlides/_rels/notesSlide3.xml.rels>&#65279;<?xml version="1.0" encoding="utf-8"?><Relationships xmlns="http://schemas.openxmlformats.org/package/2006/relationships"><Relationship Type="http://schemas.openxmlformats.org/officeDocument/2006/relationships/slide" Target="/ppt/slides/slide3.xml" Id="R923a78ea0528497c" /><Relationship Type="http://schemas.openxmlformats.org/officeDocument/2006/relationships/notesMaster" Target="/ppt/notesMasters/notesMaster1.xml" Id="R6362086cdf1046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4864519a0f8a4eaf" /><Relationship Type="http://schemas.openxmlformats.org/officeDocument/2006/relationships/notesMaster" Target="/ppt/notesMasters/notesMaster1.xml" Id="R1a451966ae4541ba" /></Relationships>
</file>

<file path=ppt/notesSlides/_rels/notesSlide5.xml.rels>&#65279;<?xml version="1.0" encoding="utf-8"?><Relationships xmlns="http://schemas.openxmlformats.org/package/2006/relationships"><Relationship Type="http://schemas.openxmlformats.org/officeDocument/2006/relationships/slide" Target="/ppt/slides/slide5.xml" Id="Rb05b98e8ea624ca9" /><Relationship Type="http://schemas.openxmlformats.org/officeDocument/2006/relationships/notesMaster" Target="/ppt/notesMasters/notesMaster1.xml" Id="R1a63df3121c143ad" /></Relationships>
</file>

<file path=ppt/notesSlides/_rels/notesSlide6.xml.rels>&#65279;<?xml version="1.0" encoding="utf-8"?><Relationships xmlns="http://schemas.openxmlformats.org/package/2006/relationships"><Relationship Type="http://schemas.openxmlformats.org/officeDocument/2006/relationships/slide" Target="/ppt/slides/slide6.xml" Id="Rb148f4ce832c448c" /><Relationship Type="http://schemas.openxmlformats.org/officeDocument/2006/relationships/notesMaster" Target="/ppt/notesMasters/notesMaster1.xml" Id="Rdc3a852af0474a9d" /></Relationships>
</file>

<file path=ppt/notesSlides/_rels/notesSlide7.xml.rels>&#65279;<?xml version="1.0" encoding="utf-8"?><Relationships xmlns="http://schemas.openxmlformats.org/package/2006/relationships"><Relationship Type="http://schemas.openxmlformats.org/officeDocument/2006/relationships/slide" Target="/ppt/slides/slide7.xml" Id="R6990ecd567f44b3a" /><Relationship Type="http://schemas.openxmlformats.org/officeDocument/2006/relationships/notesMaster" Target="/ppt/notesMasters/notesMaster1.xml" Id="R5989160c509f4e07" /></Relationships>
</file>

<file path=ppt/notesSlides/_rels/notesSlide8.xml.rels>&#65279;<?xml version="1.0" encoding="utf-8"?><Relationships xmlns="http://schemas.openxmlformats.org/package/2006/relationships"><Relationship Type="http://schemas.openxmlformats.org/officeDocument/2006/relationships/slide" Target="/ppt/slides/slide8.xml" Id="R6c15ec789ef0419b" /><Relationship Type="http://schemas.openxmlformats.org/officeDocument/2006/relationships/notesMaster" Target="/ppt/notesMasters/notesMaster1.xml" Id="Reb527701d01e4f53" /></Relationships>
</file>

<file path=ppt/notesSlides/_rels/notesSlide9.xml.rels>&#65279;<?xml version="1.0" encoding="utf-8"?><Relationships xmlns="http://schemas.openxmlformats.org/package/2006/relationships"><Relationship Type="http://schemas.openxmlformats.org/officeDocument/2006/relationships/slide" Target="/ppt/slides/slide9.xml" Id="R689a1d2c3d654178" /><Relationship Type="http://schemas.openxmlformats.org/officeDocument/2006/relationships/notesMaster" Target="/ppt/notesMasters/notesMaster1.xml" Id="R4c713567ac954bc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999725b4a104a4d" /><Relationship Type="http://schemas.openxmlformats.org/officeDocument/2006/relationships/notesMaster" Target="/ppt/notesMasters/notesMaster1.xml" Id="R908d52134c4142a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c815ebfa464c24" /><Relationship Type="http://schemas.openxmlformats.org/officeDocument/2006/relationships/notesMaster" Target="/ppt/notesMasters/notesMaster1.xml" Id="R400f7427d8fd4b4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3ab215307ba43e2" /><Relationship Type="http://schemas.openxmlformats.org/officeDocument/2006/relationships/notesMaster" Target="/ppt/notesMasters/notesMaster1.xml" Id="R15f154698bee4a2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b20b776fb5e44ce" /><Relationship Type="http://schemas.openxmlformats.org/officeDocument/2006/relationships/notesMaster" Target="/ppt/notesMasters/notesMaster1.xml" Id="Rba1d135179ee4cd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5d6da2fd94a43e0" /><Relationship Type="http://schemas.openxmlformats.org/officeDocument/2006/relationships/notesMaster" Target="/ppt/notesMasters/notesMaster1.xml" Id="Rd604c1304bef43e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d46d71f668b4b67" /><Relationship Type="http://schemas.openxmlformats.org/officeDocument/2006/relationships/notesMaster" Target="/ppt/notesMasters/notesMaster1.xml" Id="R8748271112a8496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c462d0569df4f08" /><Relationship Type="http://schemas.openxmlformats.org/officeDocument/2006/relationships/notesMaster" Target="/ppt/notesMasters/notesMaster1.xml" Id="R14939a72132a491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الاسم المسجل: برق: الذكاء العربي الموثّق لخدمة المعرفة الإسلامية. مجلس سلسبيل اسم تجربة الاستخدام الحالية. المصدر: README.md ودليل المجلس https://islamicaich.salsabeel.ai/judge-guide.html . الادعاء بامتلاك الأوزان يخص برق الفتى، ولا يمتد إلى كل اعتماد في شخصيتي لينة وقبس. زمن عرض مقترح 10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المشهد البصري من الفيلم المعتمد R10 العلماء صور توضيحية لا صور تاريخية فوتوغرافية. الخوارزمي: الجبر ابن الهيثم: البحث التجريبي. لا ندّعي اختراع جميع العلوم أو تشبيهًا تقنيًا يثبت جودة النموذج. مصدر المشهد: media/source/picture.mp4 عند الثانية 10.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سؤال من المرجعية. لقطة فعلية من المجلس الرئيسي في6أكتوبر بعد تثبيت النسخة. أجاب الفتى في4.9ث في هذه العينة وفتح مرجع الجمهرة92923 وطابق نصه. هذه عينة منتقاة لا نسبة دقة عامة. المصدر https://islamic-content.com/post/92923 . evidence/screenshots/council-kaaba-answer.png وcouncil-kaaba-source-text.png. زمن عرض مقترح 25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حقيقية من المجلس الرئيسي بعد تثبيت نسخة6أكتوبر. https://islamicaich.salsabeel.ai/README.md . الفتى نموذج سيادي، ولينة وقبس تجربتان تستخدمان أدوات سلسبيل مع اعتماداتهما المعلنة. لا يثبت هذا المشهد جودة جميع الأجوبة.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دليل المجلس ودليل المستخدم docs/USER_GUIDE_AR.md. الاختيار من البطاقة أو قائمة تحدّث مع. السؤال المقترح يرسل مباشرة. أدوات الكتابة والاختيار تعطل أثناء الطلب لمنع التكرار. المصادر تبدأ بالظهور عند اكتمال الرد النهائي.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إنتاج حقيقية لقارئ الطبري في جواب الحجرات11 يوم6أكتوبر. https://islamicaich.salsabeel.ai/judge-guide.html . تغيير الشخصية يستعيد محادثتها الحالية أثناء بقاء الصفحة. الإحالة المعروفة ترسل السؤال الأصلي فقط؛ لا تنقل كامل التاريخ.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مخطط مفاهيمي من architecture/README.md. المجلس يدير اختيار الشخصية والسياق والبث والمصادر. برق الفتى نموذج سلسبيل السيادي. لينة وقبس تستخدمان أدوات سلسبيل واعتمادات إضافية، فلا تنطبق عليهما دعوى امتلاك كل الأوزان. مزود الخدمة منفصل عن كود واجهة التحدي.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استلهمنا من حفظ الإمام البخاري ودقة ضبطه الفصل بين هوية النص ونقله وشرحه. لقطة حية من المجلس الرئيسي بتاريخ6أكتوبر2026: استكمل الفتى النحل90 في2.3ث في هذه العينة. evidence/screenshots/council-nmn-current.png . اللقطة تثبت استكمال النص وموضعه، ولا تثبت وحدها كل مكونات طلب البراءة أو اجتياز كل صياغات التصحيح. زمن عرض مقترح 25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حية من المجلس الرئيسي بتاريخ6أكتوبر2026 لسؤال ما الفرق بين النفس والروح، بزمن4.1ث لهذه العينة. evidence/screenshots/council-adjacency-current.png . اللقطة تمرير حقيقي إلى قسم البصمة الفارقة، وتخص الدعوى هذا القسم فقط. بقي خطأ الوزن الصرفي فعّل في جزء سابق من الجواب الكامل خارج المشهد؛ لا ندّعي إصلاحه أو صحة كامل الجواب. البحث سابق للتحدي https://barq.salsabeel.ai/public/reports/barq-findings-public-ar-2026-07-07.html . قوة الاقتران إحصائية وليست حكمًا قطعيًا. زمن عرض مقترح 25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مقارنة وظيفية معلنة ببديلين محددين: توليد تتمة من السؤال فقط، وعدّ لفظ منفرد. ليست تجربة مضبوطة لتعطيل NMN أو دليل أفضلية أداء على نموذج آخر. دليل العينة الحالية evidence/current-tools-20261006.json؛ منهج الإعادة في docs/INNOVATION_AR.md. NMN ضبط الاستشهادات بذاكرة نصية متعددة السياسات: طلب SA1020268774 مسجل بحسب سجل المالك، والمنصة طلب مستقل SA1020261862؛ لا ادعاء منح أو تحقق مستقل من السجل الرسمي. تقرير المتجاور https://barq.salsabeel.ai/public/reports/quran-adjacency-discovery-ar.html بحث منشور من المالك لا ادعاء تحكيم أكاديمي. هذه أصول سابقة للتحدي، والإضافة دمجها في تجربة المشاركة. زمن عرض مقترح 25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حية من المجلس الرئيسي بتاريخ6أكتوبر2026. مسألة تعليمية لزوجة وابن وبنتين وصافي تركة240000ريال. أجابت العينة في1.5ث: للزوجة30000 وللابن105000 ولكل بنت52500. الصورة من عرض المتصفح الواسع دون تغيير CSS أو المحتوى. ليست فتوى لحالة شخصية أو إثباتًا لكل مسائل الفرائض. evidence/screenshots/council-inheritance-current.png . زمن عرض مقترح 10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data-cards/rag/embedding-receipt.json index-receipt.json وretrieval-experiment.json بيانات تضمين وفهرسة سابقة للتحدي. text-embedding-3-small اعتماد خارجي. data-cards/sft/provenance.json وresults.json. الأرقام ليست دقة إجابات SFT مرشح محدود الاستخدام وتراجعاته معلنة. زمن عرض مقترح 15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الفئة من التسجيل: طالب المعرفة والباحث والمعرّف بالإسلام. الحاجة: جواب واضح يصل إلى النص الذي يسنده. العينة الحالية للكعبة فتحت مصدر الجمهرة92923 وطابق النص؛ هذه مشاهدة مهمة وليست دراسة مستخدمين. لم تقاس بعد نسبة إتمام المهمة لدى الفئة أو مقدار خفض زمن التحقق. مقاييس التجربة التالية: إتمام السؤال وفتح المصدر وفهم حدود الجواب وصحة الإحالة. النموذج والخدمات والبحث سابقة للتحدي؛ إضافة4–6أكتوبر هي دمج المجلس والشخصيات والبث والمراجع والإحالة والأدلة. challenge/README.md وchallenge/baseline/manifest.json. زمن عرض مقترح 15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اختر برق الفتى في المجلس الرئيسي. كرر الأسئلة الثلاثة في محادثات جديدة وسجل النص والزمن والمصدر وكل إخفاق، لا أفضل المحاولات فقط. النتائج هنا عينات مفردة في6أكتوبر وليست متوسطًا أو نسبة نجاح. الكعبة:4.9ث والمصدر92923 فتح وطوبق. النحل90:2.3ث. النفس والروح:4.1ث ونطاق الدليل القسم الإحصائي؛ خطأ الوزن فعّل قائم خارج هذا القسم. إيصال النسخة الثابتة:368اختبارًا محليًا و60فحص تشغيل و28فحصًا عامًا. هذه أعداد تشغيل لا دقة علمية. evidence/current-tools-20261006.json وevidence/council-captures.json.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docs/OPERATIONS_AR.md وoperations/cost-model.json. مثال الميزانية افتراضي بالكامل لا فاتورة ولا عرض سعر:10000طلب×0.05ريال+150استضافة+8ساعات مراجعة×100ريال=1450ريال شهريًا قبل الاحتياطي والضريبة. مسؤول التطبيق يدير النسخة والخدمة؛ مراجع محتوى مؤهل تسميه الجهة قبل التوسع، ولا ندعي تعيينًا مثبتًا. تجربة بفئة صغيرة تقيس إتمام المهمة وفتح الدليل والفهم والامتناع والإحالة، مع مراجعة أسبوعية. عند التعطل تعرض المصادر المباشرة والمواد المحفوظة بلا اختلاق جواب احتياطي. النموذج والمفتاح والحصة اعتماد على المزود؛ لا SLA مثبتة أو اختبار حمل عام. زمن عرض مقترح 20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الرابط الرئيسي للمجلس الثابت. دليل المحكم https://islamicaich.salsabeel.ai/judge-guide.html . الكود والبيانات المسموح بها والأدلة في المستودع العام. مواد العرض توضح نطاق الجاهزية ولا تثبت صحة جميع الأجوبة. زمن عرض مقترح 10 ثانية ضمن خطة من خمس دقائق، تليها ثلاث دقائق للأسئلة وفق دليل المشارك.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2e530a8648c425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d2100c18e7411a" /><Relationship Type="http://schemas.openxmlformats.org/officeDocument/2006/relationships/slideLayout" Target="/ppt/slideLayouts/slideLayout1.xml" Id="R9d1d49999264468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d1d49999264468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08db122763a455d" /><Relationship Type="http://schemas.openxmlformats.org/officeDocument/2006/relationships/notesSlide" Target="/ppt/notesSlides/notesSlide1.xml" Id="R73b96d9fb7f540d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958452a46354776" /><Relationship Type="http://schemas.openxmlformats.org/officeDocument/2006/relationships/image" Target="/ppt/media/image.png" Id="Rc7e26bc9e57b43ed" /><Relationship Type="http://schemas.openxmlformats.org/officeDocument/2006/relationships/notesSlide" Target="/ppt/notesSlides/notesSlide2.xml" Id="R56ad3f9cb12e4ed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9be3d82f20e4350" /><Relationship Type="http://schemas.openxmlformats.org/officeDocument/2006/relationships/image" Target="/ppt/media/image.jpeg" Id="R6551c6f97f8c459a" /><Relationship Type="http://schemas.openxmlformats.org/officeDocument/2006/relationships/notesSlide" Target="/ppt/notesSlides/notesSlide3.xml" Id="R3f11f5a0cded4f1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f3f6da7064542cb" /><Relationship Type="http://schemas.openxmlformats.org/officeDocument/2006/relationships/image" Target="/ppt/media/image2.jpeg" Id="R64f0739331044406" /><Relationship Type="http://schemas.openxmlformats.org/officeDocument/2006/relationships/notesSlide" Target="/ppt/notesSlides/notesSlide4.xml" Id="R994dea5e226449a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7ccd2b6899b4694" /><Relationship Type="http://schemas.openxmlformats.org/officeDocument/2006/relationships/image" Target="/ppt/media/image3.jpeg" Id="R68b681849ab44bf0" /><Relationship Type="http://schemas.openxmlformats.org/officeDocument/2006/relationships/notesSlide" Target="/ppt/notesSlides/notesSlide5.xml" Id="R537a08d62112487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db2621dee37443f" /><Relationship Type="http://schemas.openxmlformats.org/officeDocument/2006/relationships/image" Target="/ppt/media/image4.jpeg" Id="R51dca3e58ec744d4" /><Relationship Type="http://schemas.openxmlformats.org/officeDocument/2006/relationships/notesSlide" Target="/ppt/notesSlides/notesSlide6.xml" Id="R4c594f2f9dc0425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7c5c8d4ba0e4332" /><Relationship Type="http://schemas.openxmlformats.org/officeDocument/2006/relationships/notesSlide" Target="/ppt/notesSlides/notesSlide7.xml" Id="R616b7371701f40d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73db728d7ac4c06" /><Relationship Type="http://schemas.openxmlformats.org/officeDocument/2006/relationships/image" Target="/ppt/media/image5.jpeg" Id="R339df724e50b4a83" /><Relationship Type="http://schemas.openxmlformats.org/officeDocument/2006/relationships/notesSlide" Target="/ppt/notesSlides/notesSlide8.xml" Id="R853e2c7b0c314db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3c0721a27b241ee" /><Relationship Type="http://schemas.openxmlformats.org/officeDocument/2006/relationships/image" Target="/ppt/media/image6.jpeg" Id="R9e216fdcedfd4c6d" /><Relationship Type="http://schemas.openxmlformats.org/officeDocument/2006/relationships/notesSlide" Target="/ppt/notesSlides/notesSlide9.xml" Id="R6c1f2100881d4aa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4a1a1c5ebde4da8" /><Relationship Type="http://schemas.openxmlformats.org/officeDocument/2006/relationships/notesSlide" Target="/ppt/notesSlides/notesSlide10.xml" Id="R5c46e203cf414c5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296c7b54a9147a6" /><Relationship Type="http://schemas.openxmlformats.org/officeDocument/2006/relationships/image" Target="/ppt/media/image7.jpeg" Id="R27ef5ecb774348ac" /><Relationship Type="http://schemas.openxmlformats.org/officeDocument/2006/relationships/notesSlide" Target="/ppt/notesSlides/notesSlide11.xml" Id="R301b662ad97d43a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bc9918bf5764348" /><Relationship Type="http://schemas.openxmlformats.org/officeDocument/2006/relationships/notesSlide" Target="/ppt/notesSlides/notesSlide12.xml" Id="R4065de6c5e674bc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98bd9ca6c4042ea" /><Relationship Type="http://schemas.openxmlformats.org/officeDocument/2006/relationships/notesSlide" Target="/ppt/notesSlides/notesSlide13.xml" Id="Rb306c7b30e51424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64fe2c5a27a46d1" /><Relationship Type="http://schemas.openxmlformats.org/officeDocument/2006/relationships/notesSlide" Target="/ppt/notesSlides/notesSlide14.xml" Id="R3079973cb01b41e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d4d13d4c26d4bad" /><Relationship Type="http://schemas.openxmlformats.org/officeDocument/2006/relationships/notesSlide" Target="/ppt/notesSlides/notesSlide15.xml" Id="Rea00a90b6977420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e130057fb7d47cf" /><Relationship Type="http://schemas.openxmlformats.org/officeDocument/2006/relationships/notesSlide" Target="/ppt/notesSlides/notesSlide16.xml" Id="R1dcbca88ab8743bf" /></Relationships>
</file>

<file path=ppt/slides/slide1.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0" name="shape-1">
            <a:extLst xmlns:a="http://schemas.openxmlformats.org/drawingml/2006/main">
              <a:ext uri="{FF2B5EF4-FFF2-40B4-BE49-F238E27FC236}">
                <a16:creationId xmlns:a16="http://schemas.microsoft.com/office/drawing/2014/main" id="{3C807ADA-B527-47D7-92B3-3A1909032489}"/>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2" name="text-2">
            <a:extLst xmlns:a="http://schemas.openxmlformats.org/drawingml/2006/main">
              <a:ext uri="{FF2B5EF4-FFF2-40B4-BE49-F238E27FC236}">
                <a16:creationId xmlns:a16="http://schemas.microsoft.com/office/drawing/2014/main" id="{250D48E9-ECF6-4E98-8CC9-3353D2465688}"/>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3" name="text-3">
            <a:extLst xmlns:a="http://schemas.openxmlformats.org/drawingml/2006/main">
              <a:ext uri="{FF2B5EF4-FFF2-40B4-BE49-F238E27FC236}">
                <a16:creationId xmlns:a16="http://schemas.microsoft.com/office/drawing/2014/main" id="{4A8821C2-BAB0-4BE0-8725-DC0E29593987}"/>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4" name="text-4">
            <a:extLst xmlns:a="http://schemas.openxmlformats.org/drawingml/2006/main">
              <a:ext uri="{FF2B5EF4-FFF2-40B4-BE49-F238E27FC236}">
                <a16:creationId xmlns:a16="http://schemas.microsoft.com/office/drawing/2014/main" id="{467AD2FB-709B-45E0-A7A7-9F099B061662}"/>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5" name="text-5">
            <a:extLst xmlns:a="http://schemas.openxmlformats.org/drawingml/2006/main">
              <a:ext uri="{FF2B5EF4-FFF2-40B4-BE49-F238E27FC236}">
                <a16:creationId xmlns:a16="http://schemas.microsoft.com/office/drawing/2014/main" id="{9E8DFE07-C88E-4E03-8C6D-19FE1029B064}"/>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6" name="text-6">
            <a:extLst xmlns:a="http://schemas.openxmlformats.org/drawingml/2006/main">
              <a:ext uri="{FF2B5EF4-FFF2-40B4-BE49-F238E27FC236}">
                <a16:creationId xmlns:a16="http://schemas.microsoft.com/office/drawing/2014/main" id="{E979F526-662F-4204-ACF2-C0A72FEA65CD}"/>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7" name="text-7">
            <a:extLst xmlns:a="http://schemas.openxmlformats.org/drawingml/2006/main">
              <a:ext uri="{FF2B5EF4-FFF2-40B4-BE49-F238E27FC236}">
                <a16:creationId xmlns:a16="http://schemas.microsoft.com/office/drawing/2014/main" id="{34D693CF-6504-4B53-AB01-176CA778B146}"/>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8" name="text-8">
            <a:extLst xmlns:a="http://schemas.openxmlformats.org/drawingml/2006/main">
              <a:ext uri="{FF2B5EF4-FFF2-40B4-BE49-F238E27FC236}">
                <a16:creationId xmlns:a16="http://schemas.microsoft.com/office/drawing/2014/main" id="{F971914E-5321-4C25-8CEB-14AE8621D157}"/>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01</a:t>
            </a:r>
          </a:p>
        </p:txBody>
      </p:sp>
      <p:sp>
        <p:nvSpPr>
          <p:cNvPr id="9" name="text-9">
            <a:extLst xmlns:a="http://schemas.openxmlformats.org/drawingml/2006/main">
              <a:ext uri="{FF2B5EF4-FFF2-40B4-BE49-F238E27FC236}">
                <a16:creationId xmlns:a16="http://schemas.microsoft.com/office/drawing/2014/main" id="{868B6BD5-ABFB-4899-9665-51E3047E3833}"/>
              </a:ext>
            </a:extLst>
          </p:cNvPr>
          <p:cNvSpPr>
            <a:spLocks xmlns:a="http://schemas.openxmlformats.org/drawingml/2006/main" noGrp="1"/>
          </p:cNvSpPr>
          <p:nvPr/>
        </p:nvSpPr>
        <p:spPr>
          <a:xfrm xmlns:a="http://schemas.openxmlformats.org/drawingml/2006/main">
            <a:off x="9760527" y="742950"/>
            <a:ext cx="1821873" cy="16354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7350" b="1">
                <a:solidFill>
                  <a:srgbClr val="DDC087"/>
                </a:solidFill>
                <a:latin typeface="Tahoma"/>
                <a:ea typeface="Tahoma"/>
                <a:cs typeface="Tahoma"/>
              </a:defRPr>
            </a:pPr>
            <a:r>
              <a:rPr sz="7350" b="1">
                <a:solidFill>
                  <a:srgbClr val="DDC087"/>
                </a:solidFill>
                <a:latin typeface="Tahoma"/>
                <a:ea typeface="Tahoma"/>
                <a:cs typeface="Tahoma"/>
              </a:rPr>
              <a:t>برق</a:t>
            </a:r>
          </a:p>
        </p:txBody>
      </p:sp>
      <p:sp>
        <p:nvSpPr>
          <p:cNvPr id="10" name="text-10">
            <a:extLst xmlns:a="http://schemas.openxmlformats.org/drawingml/2006/main">
              <a:ext uri="{FF2B5EF4-FFF2-40B4-BE49-F238E27FC236}">
                <a16:creationId xmlns:a16="http://schemas.microsoft.com/office/drawing/2014/main" id="{E75367DE-6836-4A55-92F2-33CA4396366D}"/>
              </a:ext>
            </a:extLst>
          </p:cNvPr>
          <p:cNvSpPr>
            <a:spLocks xmlns:a="http://schemas.openxmlformats.org/drawingml/2006/main" noGrp="1"/>
          </p:cNvSpPr>
          <p:nvPr/>
        </p:nvSpPr>
        <p:spPr>
          <a:xfrm xmlns:a="http://schemas.openxmlformats.org/drawingml/2006/main">
            <a:off x="10184503" y="2152650"/>
            <a:ext cx="1397897"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3F0E6"/>
                </a:solidFill>
                <a:latin typeface="Tahoma"/>
                <a:ea typeface="Tahoma"/>
                <a:cs typeface="Tahoma"/>
              </a:defRPr>
            </a:pPr>
            <a:r>
              <a:rPr sz="4050" b="1">
                <a:solidFill>
                  <a:srgbClr val="F3F0E6"/>
                </a:solidFill>
                <a:latin typeface="Tahoma"/>
                <a:ea typeface="Tahoma"/>
                <a:cs typeface="Tahoma"/>
              </a:rPr>
              <a:t>الذكاء</a:t>
            </a:r>
          </a:p>
        </p:txBody>
      </p:sp>
      <p:sp>
        <p:nvSpPr>
          <p:cNvPr id="11" name="text-11">
            <a:extLst xmlns:a="http://schemas.openxmlformats.org/drawingml/2006/main">
              <a:ext uri="{FF2B5EF4-FFF2-40B4-BE49-F238E27FC236}">
                <a16:creationId xmlns:a16="http://schemas.microsoft.com/office/drawing/2014/main" id="{C9F539DC-98E8-4FD2-ACB6-ADADC074BB4F}"/>
              </a:ext>
            </a:extLst>
          </p:cNvPr>
          <p:cNvSpPr>
            <a:spLocks xmlns:a="http://schemas.openxmlformats.org/drawingml/2006/main" noGrp="1"/>
          </p:cNvSpPr>
          <p:nvPr/>
        </p:nvSpPr>
        <p:spPr>
          <a:xfrm xmlns:a="http://schemas.openxmlformats.org/drawingml/2006/main">
            <a:off x="8286171" y="2152650"/>
            <a:ext cx="1766697"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3F0E6"/>
                </a:solidFill>
                <a:latin typeface="Tahoma"/>
                <a:ea typeface="Tahoma"/>
                <a:cs typeface="Tahoma"/>
              </a:defRPr>
            </a:pPr>
            <a:r>
              <a:rPr sz="4050" b="1">
                <a:solidFill>
                  <a:srgbClr val="F3F0E6"/>
                </a:solidFill>
                <a:latin typeface="Tahoma"/>
                <a:ea typeface="Tahoma"/>
                <a:cs typeface="Tahoma"/>
              </a:rPr>
              <a:t>العربي</a:t>
            </a:r>
          </a:p>
        </p:txBody>
      </p:sp>
      <p:sp>
        <p:nvSpPr>
          <p:cNvPr id="12" name="text-12">
            <a:extLst xmlns:a="http://schemas.openxmlformats.org/drawingml/2006/main">
              <a:ext uri="{FF2B5EF4-FFF2-40B4-BE49-F238E27FC236}">
                <a16:creationId xmlns:a16="http://schemas.microsoft.com/office/drawing/2014/main" id="{7C246661-86D4-4763-AEF1-7CBE8C191DFF}"/>
              </a:ext>
            </a:extLst>
          </p:cNvPr>
          <p:cNvSpPr>
            <a:spLocks xmlns:a="http://schemas.openxmlformats.org/drawingml/2006/main" noGrp="1"/>
          </p:cNvSpPr>
          <p:nvPr/>
        </p:nvSpPr>
        <p:spPr>
          <a:xfrm xmlns:a="http://schemas.openxmlformats.org/drawingml/2006/main">
            <a:off x="6367729" y="2152650"/>
            <a:ext cx="1786806"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3F0E6"/>
                </a:solidFill>
                <a:latin typeface="Tahoma"/>
                <a:ea typeface="Tahoma"/>
                <a:cs typeface="Tahoma"/>
              </a:defRPr>
            </a:pPr>
            <a:r>
              <a:rPr sz="4050" b="1">
                <a:solidFill>
                  <a:srgbClr val="F3F0E6"/>
                </a:solidFill>
                <a:latin typeface="Tahoma"/>
                <a:ea typeface="Tahoma"/>
                <a:cs typeface="Tahoma"/>
              </a:rPr>
              <a:t>الموثّق</a:t>
            </a:r>
          </a:p>
        </p:txBody>
      </p:sp>
      <p:sp>
        <p:nvSpPr>
          <p:cNvPr id="13" name="text-13">
            <a:extLst xmlns:a="http://schemas.openxmlformats.org/drawingml/2006/main">
              <a:ext uri="{FF2B5EF4-FFF2-40B4-BE49-F238E27FC236}">
                <a16:creationId xmlns:a16="http://schemas.microsoft.com/office/drawing/2014/main" id="{12AC3142-CE9A-4833-BFFC-3116BB0C36DF}"/>
              </a:ext>
            </a:extLst>
          </p:cNvPr>
          <p:cNvSpPr>
            <a:spLocks xmlns:a="http://schemas.openxmlformats.org/drawingml/2006/main" noGrp="1"/>
          </p:cNvSpPr>
          <p:nvPr/>
        </p:nvSpPr>
        <p:spPr>
          <a:xfrm xmlns:a="http://schemas.openxmlformats.org/drawingml/2006/main">
            <a:off x="9977963" y="2905125"/>
            <a:ext cx="1604437"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3F0E6"/>
                </a:solidFill>
                <a:latin typeface="Tahoma"/>
                <a:ea typeface="Tahoma"/>
                <a:cs typeface="Tahoma"/>
              </a:defRPr>
            </a:pPr>
            <a:r>
              <a:rPr sz="4050" b="1">
                <a:solidFill>
                  <a:srgbClr val="F3F0E6"/>
                </a:solidFill>
                <a:latin typeface="Tahoma"/>
                <a:ea typeface="Tahoma"/>
                <a:cs typeface="Tahoma"/>
              </a:rPr>
              <a:t>لخدمة</a:t>
            </a:r>
          </a:p>
        </p:txBody>
      </p:sp>
      <p:sp>
        <p:nvSpPr>
          <p:cNvPr id="14" name="text-14">
            <a:extLst xmlns:a="http://schemas.openxmlformats.org/drawingml/2006/main">
              <a:ext uri="{FF2B5EF4-FFF2-40B4-BE49-F238E27FC236}">
                <a16:creationId xmlns:a16="http://schemas.microsoft.com/office/drawing/2014/main" id="{F1FD2FC7-B461-40BF-B4B0-C3DA26C2E654}"/>
              </a:ext>
            </a:extLst>
          </p:cNvPr>
          <p:cNvSpPr>
            <a:spLocks xmlns:a="http://schemas.openxmlformats.org/drawingml/2006/main" noGrp="1"/>
          </p:cNvSpPr>
          <p:nvPr/>
        </p:nvSpPr>
        <p:spPr>
          <a:xfrm xmlns:a="http://schemas.openxmlformats.org/drawingml/2006/main">
            <a:off x="7876162" y="2905125"/>
            <a:ext cx="1970166"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3F0E6"/>
                </a:solidFill>
                <a:latin typeface="Tahoma"/>
                <a:ea typeface="Tahoma"/>
                <a:cs typeface="Tahoma"/>
              </a:defRPr>
            </a:pPr>
            <a:r>
              <a:rPr sz="4050" b="1">
                <a:solidFill>
                  <a:srgbClr val="F3F0E6"/>
                </a:solidFill>
                <a:latin typeface="Tahoma"/>
                <a:ea typeface="Tahoma"/>
                <a:cs typeface="Tahoma"/>
              </a:rPr>
              <a:t>المعرفة</a:t>
            </a:r>
          </a:p>
        </p:txBody>
      </p:sp>
      <p:sp>
        <p:nvSpPr>
          <p:cNvPr id="15" name="text-15">
            <a:extLst xmlns:a="http://schemas.openxmlformats.org/drawingml/2006/main">
              <a:ext uri="{FF2B5EF4-FFF2-40B4-BE49-F238E27FC236}">
                <a16:creationId xmlns:a16="http://schemas.microsoft.com/office/drawing/2014/main" id="{F3F7F786-3B22-4113-B7B6-7C72B2744D71}"/>
              </a:ext>
            </a:extLst>
          </p:cNvPr>
          <p:cNvSpPr>
            <a:spLocks xmlns:a="http://schemas.openxmlformats.org/drawingml/2006/main" noGrp="1"/>
          </p:cNvSpPr>
          <p:nvPr/>
        </p:nvSpPr>
        <p:spPr>
          <a:xfrm xmlns:a="http://schemas.openxmlformats.org/drawingml/2006/main">
            <a:off x="5318585" y="2905125"/>
            <a:ext cx="2425941"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050" b="1">
                <a:solidFill>
                  <a:srgbClr val="F3F0E6"/>
                </a:solidFill>
                <a:latin typeface="Tahoma"/>
                <a:ea typeface="Tahoma"/>
                <a:cs typeface="Tahoma"/>
              </a:defRPr>
            </a:pPr>
            <a:r>
              <a:rPr sz="4050" b="1">
                <a:solidFill>
                  <a:srgbClr val="F3F0E6"/>
                </a:solidFill>
                <a:latin typeface="Tahoma"/>
                <a:ea typeface="Tahoma"/>
                <a:cs typeface="Tahoma"/>
              </a:rPr>
              <a:t>الإسلامية</a:t>
            </a:r>
          </a:p>
        </p:txBody>
      </p:sp>
      <p:sp>
        <p:nvSpPr>
          <p:cNvPr id="16" name="text-16">
            <a:extLst xmlns:a="http://schemas.openxmlformats.org/drawingml/2006/main">
              <a:ext uri="{FF2B5EF4-FFF2-40B4-BE49-F238E27FC236}">
                <a16:creationId xmlns:a16="http://schemas.microsoft.com/office/drawing/2014/main" id="{636DB8B9-0F07-4EEE-865F-5DC62CA3283D}"/>
              </a:ext>
            </a:extLst>
          </p:cNvPr>
          <p:cNvSpPr>
            <a:spLocks xmlns:a="http://schemas.openxmlformats.org/drawingml/2006/main" noGrp="1"/>
          </p:cNvSpPr>
          <p:nvPr/>
        </p:nvSpPr>
        <p:spPr>
          <a:xfrm xmlns:a="http://schemas.openxmlformats.org/drawingml/2006/main">
            <a:off x="10306842" y="4086225"/>
            <a:ext cx="1275558" cy="708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925" b="1">
                <a:solidFill>
                  <a:srgbClr val="A6DAB5"/>
                </a:solidFill>
                <a:latin typeface="Tahoma"/>
                <a:ea typeface="Tahoma"/>
                <a:cs typeface="Tahoma"/>
              </a:defRPr>
            </a:pPr>
            <a:r>
              <a:rPr sz="2925" b="1">
                <a:solidFill>
                  <a:srgbClr val="A6DAB5"/>
                </a:solidFill>
                <a:latin typeface="Tahoma"/>
                <a:ea typeface="Tahoma"/>
                <a:cs typeface="Tahoma"/>
              </a:rPr>
              <a:t>مجلس</a:t>
            </a:r>
          </a:p>
        </p:txBody>
      </p:sp>
      <p:sp>
        <p:nvSpPr>
          <p:cNvPr id="17" name="text-17">
            <a:extLst xmlns:a="http://schemas.openxmlformats.org/drawingml/2006/main">
              <a:ext uri="{FF2B5EF4-FFF2-40B4-BE49-F238E27FC236}">
                <a16:creationId xmlns:a16="http://schemas.microsoft.com/office/drawing/2014/main" id="{46D8B14C-D219-4793-AC3E-9A3FE5DF112A}"/>
              </a:ext>
            </a:extLst>
          </p:cNvPr>
          <p:cNvSpPr>
            <a:spLocks xmlns:a="http://schemas.openxmlformats.org/drawingml/2006/main" noGrp="1"/>
          </p:cNvSpPr>
          <p:nvPr/>
        </p:nvSpPr>
        <p:spPr>
          <a:xfrm xmlns:a="http://schemas.openxmlformats.org/drawingml/2006/main">
            <a:off x="8549088" y="4086225"/>
            <a:ext cx="1667934" cy="7081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925" b="1">
                <a:solidFill>
                  <a:srgbClr val="A6DAB5"/>
                </a:solidFill>
                <a:latin typeface="Tahoma"/>
                <a:ea typeface="Tahoma"/>
                <a:cs typeface="Tahoma"/>
              </a:defRPr>
            </a:pPr>
            <a:r>
              <a:rPr sz="2925" b="1">
                <a:solidFill>
                  <a:srgbClr val="A6DAB5"/>
                </a:solidFill>
                <a:latin typeface="Tahoma"/>
                <a:ea typeface="Tahoma"/>
                <a:cs typeface="Tahoma"/>
              </a:rPr>
              <a:t>سلسبيل</a:t>
            </a:r>
          </a:p>
        </p:txBody>
      </p:sp>
      <p:sp>
        <p:nvSpPr>
          <p:cNvPr id="18" name="text-18">
            <a:extLst xmlns:a="http://schemas.openxmlformats.org/drawingml/2006/main">
              <a:ext uri="{FF2B5EF4-FFF2-40B4-BE49-F238E27FC236}">
                <a16:creationId xmlns:a16="http://schemas.microsoft.com/office/drawing/2014/main" id="{1D1D5CF8-9376-4E69-92F8-2D9AD7A446BD}"/>
              </a:ext>
            </a:extLst>
          </p:cNvPr>
          <p:cNvSpPr>
            <a:spLocks xmlns:a="http://schemas.openxmlformats.org/drawingml/2006/main" noGrp="1"/>
          </p:cNvSpPr>
          <p:nvPr/>
        </p:nvSpPr>
        <p:spPr>
          <a:xfrm xmlns:a="http://schemas.openxmlformats.org/drawingml/2006/main">
            <a:off x="10868830" y="4810125"/>
            <a:ext cx="71357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الفتى</a:t>
            </a:r>
          </a:p>
        </p:txBody>
      </p:sp>
      <p:sp>
        <p:nvSpPr>
          <p:cNvPr id="19" name="text-19">
            <a:extLst xmlns:a="http://schemas.openxmlformats.org/drawingml/2006/main">
              <a:ext uri="{FF2B5EF4-FFF2-40B4-BE49-F238E27FC236}">
                <a16:creationId xmlns:a16="http://schemas.microsoft.com/office/drawing/2014/main" id="{00EC9E51-1E7A-4BC9-9278-FC920AF194EC}"/>
              </a:ext>
            </a:extLst>
          </p:cNvPr>
          <p:cNvSpPr>
            <a:spLocks xmlns:a="http://schemas.openxmlformats.org/drawingml/2006/main" noGrp="1"/>
          </p:cNvSpPr>
          <p:nvPr/>
        </p:nvSpPr>
        <p:spPr>
          <a:xfrm xmlns:a="http://schemas.openxmlformats.org/drawingml/2006/main">
            <a:off x="10201818" y="4810125"/>
            <a:ext cx="59976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ولينة</a:t>
            </a:r>
          </a:p>
        </p:txBody>
      </p:sp>
      <p:sp>
        <p:nvSpPr>
          <p:cNvPr id="20" name="text-20">
            <a:extLst xmlns:a="http://schemas.openxmlformats.org/drawingml/2006/main">
              <a:ext uri="{FF2B5EF4-FFF2-40B4-BE49-F238E27FC236}">
                <a16:creationId xmlns:a16="http://schemas.microsoft.com/office/drawing/2014/main" id="{F373C51C-4A4D-4CCA-BC63-C86DA38F101B}"/>
              </a:ext>
            </a:extLst>
          </p:cNvPr>
          <p:cNvSpPr>
            <a:spLocks xmlns:a="http://schemas.openxmlformats.org/drawingml/2006/main" noGrp="1"/>
          </p:cNvSpPr>
          <p:nvPr/>
        </p:nvSpPr>
        <p:spPr>
          <a:xfrm xmlns:a="http://schemas.openxmlformats.org/drawingml/2006/main">
            <a:off x="9392844" y="4810125"/>
            <a:ext cx="74172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وقبس</a:t>
            </a:r>
          </a:p>
        </p:txBody>
      </p:sp>
      <p:sp>
        <p:nvSpPr>
          <p:cNvPr id="21" name="text-21">
            <a:extLst xmlns:a="http://schemas.openxmlformats.org/drawingml/2006/main">
              <a:ext uri="{FF2B5EF4-FFF2-40B4-BE49-F238E27FC236}">
                <a16:creationId xmlns:a16="http://schemas.microsoft.com/office/drawing/2014/main" id="{4731B718-CE9D-4CCC-865A-88B7257F12B0}"/>
              </a:ext>
            </a:extLst>
          </p:cNvPr>
          <p:cNvSpPr>
            <a:spLocks xmlns:a="http://schemas.openxmlformats.org/drawingml/2006/main" noGrp="1"/>
          </p:cNvSpPr>
          <p:nvPr/>
        </p:nvSpPr>
        <p:spPr>
          <a:xfrm xmlns:a="http://schemas.openxmlformats.org/drawingml/2006/main">
            <a:off x="8850429" y="4810125"/>
            <a:ext cx="47516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لكل</a:t>
            </a:r>
          </a:p>
        </p:txBody>
      </p:sp>
      <p:sp>
        <p:nvSpPr>
          <p:cNvPr id="22" name="text-22">
            <a:extLst xmlns:a="http://schemas.openxmlformats.org/drawingml/2006/main">
              <a:ext uri="{FF2B5EF4-FFF2-40B4-BE49-F238E27FC236}">
                <a16:creationId xmlns:a16="http://schemas.microsoft.com/office/drawing/2014/main" id="{28F8F3CD-C8BC-4036-942D-D14AC1506D4F}"/>
              </a:ext>
            </a:extLst>
          </p:cNvPr>
          <p:cNvSpPr>
            <a:spLocks xmlns:a="http://schemas.openxmlformats.org/drawingml/2006/main" noGrp="1"/>
          </p:cNvSpPr>
          <p:nvPr/>
        </p:nvSpPr>
        <p:spPr>
          <a:xfrm xmlns:a="http://schemas.openxmlformats.org/drawingml/2006/main">
            <a:off x="8087272" y="4810125"/>
            <a:ext cx="69591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سؤال</a:t>
            </a:r>
          </a:p>
        </p:txBody>
      </p:sp>
      <p:sp>
        <p:nvSpPr>
          <p:cNvPr id="23" name="text-23">
            <a:extLst xmlns:a="http://schemas.openxmlformats.org/drawingml/2006/main">
              <a:ext uri="{FF2B5EF4-FFF2-40B4-BE49-F238E27FC236}">
                <a16:creationId xmlns:a16="http://schemas.microsoft.com/office/drawing/2014/main" id="{BC5494C8-FF39-458D-B0D3-1F9D744C0CB3}"/>
              </a:ext>
            </a:extLst>
          </p:cNvPr>
          <p:cNvSpPr>
            <a:spLocks xmlns:a="http://schemas.openxmlformats.org/drawingml/2006/main" noGrp="1"/>
          </p:cNvSpPr>
          <p:nvPr/>
        </p:nvSpPr>
        <p:spPr>
          <a:xfrm xmlns:a="http://schemas.openxmlformats.org/drawingml/2006/main">
            <a:off x="7409468" y="4810125"/>
            <a:ext cx="61055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رفيق</a:t>
            </a:r>
          </a:p>
        </p:txBody>
      </p:sp>
      <p:sp>
        <p:nvSpPr>
          <p:cNvPr id="24" name="text-24">
            <a:extLst xmlns:a="http://schemas.openxmlformats.org/drawingml/2006/main">
              <a:ext uri="{FF2B5EF4-FFF2-40B4-BE49-F238E27FC236}">
                <a16:creationId xmlns:a16="http://schemas.microsoft.com/office/drawing/2014/main" id="{C806584F-4EBE-4ED8-816D-705C86E08179}"/>
              </a:ext>
            </a:extLst>
          </p:cNvPr>
          <p:cNvSpPr>
            <a:spLocks xmlns:a="http://schemas.openxmlformats.org/drawingml/2006/main" noGrp="1"/>
          </p:cNvSpPr>
          <p:nvPr/>
        </p:nvSpPr>
        <p:spPr>
          <a:xfrm xmlns:a="http://schemas.openxmlformats.org/drawingml/2006/main">
            <a:off x="6622961" y="4810125"/>
            <a:ext cx="71926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معرفة</a:t>
            </a:r>
          </a:p>
        </p:txBody>
      </p:sp>
      <p:sp>
        <p:nvSpPr>
          <p:cNvPr id="25" name="text-25">
            <a:extLst xmlns:a="http://schemas.openxmlformats.org/drawingml/2006/main">
              <a:ext uri="{FF2B5EF4-FFF2-40B4-BE49-F238E27FC236}">
                <a16:creationId xmlns:a16="http://schemas.microsoft.com/office/drawing/2014/main" id="{179EACD6-A106-48D0-89B2-21F00119061B}"/>
              </a:ext>
            </a:extLst>
          </p:cNvPr>
          <p:cNvSpPr>
            <a:spLocks xmlns:a="http://schemas.openxmlformats.org/drawingml/2006/main" noGrp="1"/>
          </p:cNvSpPr>
          <p:nvPr/>
        </p:nvSpPr>
        <p:spPr>
          <a:xfrm xmlns:a="http://schemas.openxmlformats.org/drawingml/2006/main">
            <a:off x="10929362" y="5343525"/>
            <a:ext cx="65303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الفريق</a:t>
            </a:r>
          </a:p>
        </p:txBody>
      </p:sp>
      <p:sp>
        <p:nvSpPr>
          <p:cNvPr id="26" name="text-26">
            <a:extLst xmlns:a="http://schemas.openxmlformats.org/drawingml/2006/main">
              <a:ext uri="{FF2B5EF4-FFF2-40B4-BE49-F238E27FC236}">
                <a16:creationId xmlns:a16="http://schemas.microsoft.com/office/drawing/2014/main" id="{CAF8377D-2AA0-4688-8BD9-CFD9E39136FE}"/>
              </a:ext>
            </a:extLst>
          </p:cNvPr>
          <p:cNvSpPr>
            <a:spLocks xmlns:a="http://schemas.openxmlformats.org/drawingml/2006/main" noGrp="1"/>
          </p:cNvSpPr>
          <p:nvPr/>
        </p:nvSpPr>
        <p:spPr>
          <a:xfrm xmlns:a="http://schemas.openxmlformats.org/drawingml/2006/main">
            <a:off x="9940014" y="5343525"/>
            <a:ext cx="93696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سلسبيل</a:t>
            </a:r>
          </a:p>
        </p:txBody>
      </p:sp>
      <p:sp>
        <p:nvSpPr>
          <p:cNvPr id="27" name="text-27">
            <a:extLst xmlns:a="http://schemas.openxmlformats.org/drawingml/2006/main">
              <a:ext uri="{FF2B5EF4-FFF2-40B4-BE49-F238E27FC236}">
                <a16:creationId xmlns:a16="http://schemas.microsoft.com/office/drawing/2014/main" id="{290C1EEB-4F5E-410C-A9C4-1C49333BAD6F}"/>
              </a:ext>
            </a:extLst>
          </p:cNvPr>
          <p:cNvSpPr>
            <a:spLocks xmlns:a="http://schemas.openxmlformats.org/drawingml/2006/main" noGrp="1"/>
          </p:cNvSpPr>
          <p:nvPr/>
        </p:nvSpPr>
        <p:spPr>
          <a:xfrm xmlns:a="http://schemas.openxmlformats.org/drawingml/2006/main">
            <a:off x="9766331" y="5343525"/>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a:t>
            </a:r>
          </a:p>
        </p:txBody>
      </p:sp>
      <p:sp>
        <p:nvSpPr>
          <p:cNvPr id="28" name="text-28">
            <a:extLst xmlns:a="http://schemas.openxmlformats.org/drawingml/2006/main">
              <a:ext uri="{FF2B5EF4-FFF2-40B4-BE49-F238E27FC236}">
                <a16:creationId xmlns:a16="http://schemas.microsoft.com/office/drawing/2014/main" id="{F5CE4123-BA46-406F-B389-9FCC5E9862CF}"/>
              </a:ext>
            </a:extLst>
          </p:cNvPr>
          <p:cNvSpPr>
            <a:spLocks xmlns:a="http://schemas.openxmlformats.org/drawingml/2006/main" noGrp="1"/>
          </p:cNvSpPr>
          <p:nvPr/>
        </p:nvSpPr>
        <p:spPr>
          <a:xfrm xmlns:a="http://schemas.openxmlformats.org/drawingml/2006/main">
            <a:off x="9151165" y="5343525"/>
            <a:ext cx="56277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مسار</a:t>
            </a:r>
          </a:p>
        </p:txBody>
      </p:sp>
      <p:sp>
        <p:nvSpPr>
          <p:cNvPr id="29" name="text-29">
            <a:extLst xmlns:a="http://schemas.openxmlformats.org/drawingml/2006/main">
              <a:ext uri="{FF2B5EF4-FFF2-40B4-BE49-F238E27FC236}">
                <a16:creationId xmlns:a16="http://schemas.microsoft.com/office/drawing/2014/main" id="{3BF4D174-C916-4548-A5BD-EC82A4FCB226}"/>
              </a:ext>
            </a:extLst>
          </p:cNvPr>
          <p:cNvSpPr>
            <a:spLocks xmlns:a="http://schemas.openxmlformats.org/drawingml/2006/main" noGrp="1"/>
          </p:cNvSpPr>
          <p:nvPr/>
        </p:nvSpPr>
        <p:spPr>
          <a:xfrm xmlns:a="http://schemas.openxmlformats.org/drawingml/2006/main">
            <a:off x="8531093" y="5343525"/>
            <a:ext cx="567684"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الحوار</a:t>
            </a:r>
          </a:p>
        </p:txBody>
      </p:sp>
      <p:sp>
        <p:nvSpPr>
          <p:cNvPr id="30" name="text-30">
            <a:extLst xmlns:a="http://schemas.openxmlformats.org/drawingml/2006/main">
              <a:ext uri="{FF2B5EF4-FFF2-40B4-BE49-F238E27FC236}">
                <a16:creationId xmlns:a16="http://schemas.microsoft.com/office/drawing/2014/main" id="{C5210B2F-30ED-4CBC-A226-9187834EF9B9}"/>
              </a:ext>
            </a:extLst>
          </p:cNvPr>
          <p:cNvSpPr>
            <a:spLocks xmlns:a="http://schemas.openxmlformats.org/drawingml/2006/main" noGrp="1"/>
          </p:cNvSpPr>
          <p:nvPr/>
        </p:nvSpPr>
        <p:spPr>
          <a:xfrm xmlns:a="http://schemas.openxmlformats.org/drawingml/2006/main">
            <a:off x="7631611" y="5343525"/>
            <a:ext cx="847094"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المعرفي</a:t>
            </a:r>
          </a:p>
        </p:txBody>
      </p:sp>
      <p:sp>
        <p:nvSpPr>
          <p:cNvPr id="31" name="text-31">
            <a:extLst xmlns:a="http://schemas.openxmlformats.org/drawingml/2006/main">
              <a:ext uri="{FF2B5EF4-FFF2-40B4-BE49-F238E27FC236}">
                <a16:creationId xmlns:a16="http://schemas.microsoft.com/office/drawing/2014/main" id="{CCC2E976-A021-4390-A2A7-D6B908604155}"/>
              </a:ext>
            </a:extLst>
          </p:cNvPr>
          <p:cNvSpPr>
            <a:spLocks xmlns:a="http://schemas.openxmlformats.org/drawingml/2006/main" noGrp="1"/>
          </p:cNvSpPr>
          <p:nvPr/>
        </p:nvSpPr>
        <p:spPr>
          <a:xfrm xmlns:a="http://schemas.openxmlformats.org/drawingml/2006/main">
            <a:off x="6692297" y="5343525"/>
            <a:ext cx="88692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والإجابات</a:t>
            </a:r>
          </a:p>
        </p:txBody>
      </p:sp>
      <p:sp>
        <p:nvSpPr>
          <p:cNvPr id="32" name="text-32">
            <a:extLst xmlns:a="http://schemas.openxmlformats.org/drawingml/2006/main">
              <a:ext uri="{FF2B5EF4-FFF2-40B4-BE49-F238E27FC236}">
                <a16:creationId xmlns:a16="http://schemas.microsoft.com/office/drawing/2014/main" id="{D58AE148-797B-4919-9DC8-7E1F33F77968}"/>
              </a:ext>
            </a:extLst>
          </p:cNvPr>
          <p:cNvSpPr>
            <a:spLocks xmlns:a="http://schemas.openxmlformats.org/drawingml/2006/main" noGrp="1"/>
          </p:cNvSpPr>
          <p:nvPr/>
        </p:nvSpPr>
        <p:spPr>
          <a:xfrm xmlns:a="http://schemas.openxmlformats.org/drawingml/2006/main">
            <a:off x="5829311" y="5343525"/>
            <a:ext cx="81059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الموثوقة</a:t>
            </a:r>
          </a:p>
        </p:txBody>
      </p:sp>
      <p:sp>
        <p:nvSpPr>
          <p:cNvPr id="33" name="text-33">
            <a:extLst xmlns:a="http://schemas.openxmlformats.org/drawingml/2006/main">
              <a:ext uri="{FF2B5EF4-FFF2-40B4-BE49-F238E27FC236}">
                <a16:creationId xmlns:a16="http://schemas.microsoft.com/office/drawing/2014/main" id="{38DA4791-313A-4678-971F-36A8E9316E17}"/>
              </a:ext>
            </a:extLst>
          </p:cNvPr>
          <p:cNvSpPr>
            <a:spLocks xmlns:a="http://schemas.openxmlformats.org/drawingml/2006/main" noGrp="1"/>
          </p:cNvSpPr>
          <p:nvPr/>
        </p:nvSpPr>
        <p:spPr>
          <a:xfrm xmlns:a="http://schemas.openxmlformats.org/drawingml/2006/main">
            <a:off x="11124400" y="5829300"/>
            <a:ext cx="458000"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تحدي</a:t>
            </a:r>
          </a:p>
        </p:txBody>
      </p:sp>
      <p:sp>
        <p:nvSpPr>
          <p:cNvPr id="34" name="text-34">
            <a:extLst xmlns:a="http://schemas.openxmlformats.org/drawingml/2006/main">
              <a:ext uri="{FF2B5EF4-FFF2-40B4-BE49-F238E27FC236}">
                <a16:creationId xmlns:a16="http://schemas.microsoft.com/office/drawing/2014/main" id="{5F704081-631C-4A1C-9B72-0B173504289C}"/>
              </a:ext>
            </a:extLst>
          </p:cNvPr>
          <p:cNvSpPr>
            <a:spLocks xmlns:a="http://schemas.openxmlformats.org/drawingml/2006/main" noGrp="1"/>
          </p:cNvSpPr>
          <p:nvPr/>
        </p:nvSpPr>
        <p:spPr>
          <a:xfrm xmlns:a="http://schemas.openxmlformats.org/drawingml/2006/main">
            <a:off x="10658705" y="5829300"/>
            <a:ext cx="431119"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الذكاء</a:t>
            </a:r>
          </a:p>
        </p:txBody>
      </p:sp>
      <p:sp>
        <p:nvSpPr>
          <p:cNvPr id="35" name="text-35">
            <a:extLst xmlns:a="http://schemas.openxmlformats.org/drawingml/2006/main">
              <a:ext uri="{FF2B5EF4-FFF2-40B4-BE49-F238E27FC236}">
                <a16:creationId xmlns:a16="http://schemas.microsoft.com/office/drawing/2014/main" id="{796E8C11-9AA2-4EFC-920D-CDE8380459C8}"/>
              </a:ext>
            </a:extLst>
          </p:cNvPr>
          <p:cNvSpPr>
            <a:spLocks xmlns:a="http://schemas.openxmlformats.org/drawingml/2006/main" noGrp="1"/>
          </p:cNvSpPr>
          <p:nvPr/>
        </p:nvSpPr>
        <p:spPr>
          <a:xfrm xmlns:a="http://schemas.openxmlformats.org/drawingml/2006/main">
            <a:off x="9782726" y="5829300"/>
            <a:ext cx="841404"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الاصطناعي</a:t>
            </a:r>
          </a:p>
        </p:txBody>
      </p:sp>
      <p:sp>
        <p:nvSpPr>
          <p:cNvPr id="36" name="text-36">
            <a:extLst xmlns:a="http://schemas.openxmlformats.org/drawingml/2006/main">
              <a:ext uri="{FF2B5EF4-FFF2-40B4-BE49-F238E27FC236}">
                <a16:creationId xmlns:a16="http://schemas.microsoft.com/office/drawing/2014/main" id="{A820887C-6201-4898-8541-2DF088E9B5E6}"/>
              </a:ext>
            </a:extLst>
          </p:cNvPr>
          <p:cNvSpPr>
            <a:spLocks xmlns:a="http://schemas.openxmlformats.org/drawingml/2006/main" noGrp="1"/>
          </p:cNvSpPr>
          <p:nvPr/>
        </p:nvSpPr>
        <p:spPr>
          <a:xfrm xmlns:a="http://schemas.openxmlformats.org/drawingml/2006/main">
            <a:off x="9461544" y="5829300"/>
            <a:ext cx="286606"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في</a:t>
            </a:r>
          </a:p>
        </p:txBody>
      </p:sp>
      <p:sp>
        <p:nvSpPr>
          <p:cNvPr id="37" name="text-37">
            <a:extLst xmlns:a="http://schemas.openxmlformats.org/drawingml/2006/main">
              <a:ext uri="{FF2B5EF4-FFF2-40B4-BE49-F238E27FC236}">
                <a16:creationId xmlns:a16="http://schemas.microsoft.com/office/drawing/2014/main" id="{05BDBA78-F5B3-4794-B203-05993929D3E0}"/>
              </a:ext>
            </a:extLst>
          </p:cNvPr>
          <p:cNvSpPr>
            <a:spLocks xmlns:a="http://schemas.openxmlformats.org/drawingml/2006/main" noGrp="1"/>
          </p:cNvSpPr>
          <p:nvPr/>
        </p:nvSpPr>
        <p:spPr>
          <a:xfrm xmlns:a="http://schemas.openxmlformats.org/drawingml/2006/main">
            <a:off x="8984665" y="5829300"/>
            <a:ext cx="442303"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خدمة</a:t>
            </a:r>
          </a:p>
        </p:txBody>
      </p:sp>
      <p:sp>
        <p:nvSpPr>
          <p:cNvPr id="38" name="text-38">
            <a:extLst xmlns:a="http://schemas.openxmlformats.org/drawingml/2006/main">
              <a:ext uri="{FF2B5EF4-FFF2-40B4-BE49-F238E27FC236}">
                <a16:creationId xmlns:a16="http://schemas.microsoft.com/office/drawing/2014/main" id="{02C8041D-F0B1-4390-88FF-ED286162BBBD}"/>
              </a:ext>
            </a:extLst>
          </p:cNvPr>
          <p:cNvSpPr>
            <a:spLocks xmlns:a="http://schemas.openxmlformats.org/drawingml/2006/main" noGrp="1"/>
          </p:cNvSpPr>
          <p:nvPr/>
        </p:nvSpPr>
        <p:spPr>
          <a:xfrm xmlns:a="http://schemas.openxmlformats.org/drawingml/2006/main">
            <a:off x="8298130" y="5829300"/>
            <a:ext cx="651959"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المحتوى</a:t>
            </a:r>
          </a:p>
        </p:txBody>
      </p:sp>
      <p:sp>
        <p:nvSpPr>
          <p:cNvPr id="39" name="text-39">
            <a:extLst xmlns:a="http://schemas.openxmlformats.org/drawingml/2006/main">
              <a:ext uri="{FF2B5EF4-FFF2-40B4-BE49-F238E27FC236}">
                <a16:creationId xmlns:a16="http://schemas.microsoft.com/office/drawing/2014/main" id="{B22A802E-EEA7-4228-9E28-84C07287CE5A}"/>
              </a:ext>
            </a:extLst>
          </p:cNvPr>
          <p:cNvSpPr>
            <a:spLocks xmlns:a="http://schemas.openxmlformats.org/drawingml/2006/main" noGrp="1"/>
          </p:cNvSpPr>
          <p:nvPr/>
        </p:nvSpPr>
        <p:spPr>
          <a:xfrm xmlns:a="http://schemas.openxmlformats.org/drawingml/2006/main">
            <a:off x="7510840" y="5829300"/>
            <a:ext cx="752715" cy="3781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A5B9AB"/>
                </a:solidFill>
                <a:latin typeface="Tahoma"/>
                <a:ea typeface="Tahoma"/>
                <a:cs typeface="Tahoma"/>
              </a:defRPr>
            </a:pPr>
            <a:r>
              <a:rPr sz="1350" b="0">
                <a:solidFill>
                  <a:srgbClr val="A5B9AB"/>
                </a:solidFill>
                <a:latin typeface="Tahoma"/>
                <a:ea typeface="Tahoma"/>
                <a:cs typeface="Tahoma"/>
              </a:rPr>
              <a:t>الإسلامي</a:t>
            </a:r>
          </a:p>
        </p:txBody>
      </p:sp>
    </p:spTree>
    <p:extLst>
      <p:ext uri="{BB962C8B-B14F-4D97-AF65-F5344CB8AC3E}">
        <p14:creationId xmlns:p14="http://schemas.microsoft.com/office/powerpoint/2010/main" val="190367139"/>
      </p:ext>
    </p:extLst>
  </p:cSld>
</p:sld>
</file>

<file path=ppt/slides/slide2.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32" name="text-40">
            <a:extLst xmlns:a="http://schemas.openxmlformats.org/drawingml/2006/main">
              <a:ext uri="{FF2B5EF4-FFF2-40B4-BE49-F238E27FC236}">
                <a16:creationId xmlns:a16="http://schemas.microsoft.com/office/drawing/2014/main" id="{8A7EABE8-B1CF-4860-A6B1-C5B5024CDB1C}"/>
              </a:ext>
            </a:extLst>
          </p:cNvPr>
          <p:cNvSpPr>
            <a:spLocks xmlns:a="http://schemas.openxmlformats.org/drawingml/2006/main" noGrp="1"/>
          </p:cNvSpPr>
          <p:nvPr/>
        </p:nvSpPr>
        <p:spPr>
          <a:xfrm xmlns:a="http://schemas.openxmlformats.org/drawingml/2006/main">
            <a:off x="10308229" y="457200"/>
            <a:ext cx="127417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معرفة</a:t>
            </a:r>
          </a:p>
        </p:txBody>
      </p:sp>
      <p:sp>
        <p:nvSpPr>
          <p:cNvPr id="2" name="text-41">
            <a:extLst xmlns:a="http://schemas.openxmlformats.org/drawingml/2006/main">
              <a:ext uri="{FF2B5EF4-FFF2-40B4-BE49-F238E27FC236}">
                <a16:creationId xmlns:a16="http://schemas.microsoft.com/office/drawing/2014/main" id="{2192F879-9888-4322-9163-F22A0AF622DB}"/>
              </a:ext>
            </a:extLst>
          </p:cNvPr>
          <p:cNvSpPr>
            <a:spLocks xmlns:a="http://schemas.openxmlformats.org/drawingml/2006/main" noGrp="1"/>
          </p:cNvSpPr>
          <p:nvPr/>
        </p:nvSpPr>
        <p:spPr>
          <a:xfrm xmlns:a="http://schemas.openxmlformats.org/drawingml/2006/main">
            <a:off x="9210561" y="457200"/>
            <a:ext cx="99670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الأمة</a:t>
            </a:r>
          </a:p>
        </p:txBody>
      </p:sp>
      <p:sp>
        <p:nvSpPr>
          <p:cNvPr id="3" name="text-42">
            <a:extLst xmlns:a="http://schemas.openxmlformats.org/drawingml/2006/main">
              <a:ext uri="{FF2B5EF4-FFF2-40B4-BE49-F238E27FC236}">
                <a16:creationId xmlns:a16="http://schemas.microsoft.com/office/drawing/2014/main" id="{0073FD5B-150D-42A3-8AE9-97FA410FD900}"/>
              </a:ext>
            </a:extLst>
          </p:cNvPr>
          <p:cNvSpPr>
            <a:spLocks xmlns:a="http://schemas.openxmlformats.org/drawingml/2006/main" noGrp="1"/>
          </p:cNvSpPr>
          <p:nvPr/>
        </p:nvSpPr>
        <p:spPr>
          <a:xfrm xmlns:a="http://schemas.openxmlformats.org/drawingml/2006/main">
            <a:off x="7505555" y="457200"/>
            <a:ext cx="16040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تستحق</a:t>
            </a:r>
          </a:p>
        </p:txBody>
      </p:sp>
      <p:sp>
        <p:nvSpPr>
          <p:cNvPr id="4" name="text-43">
            <a:extLst xmlns:a="http://schemas.openxmlformats.org/drawingml/2006/main">
              <a:ext uri="{FF2B5EF4-FFF2-40B4-BE49-F238E27FC236}">
                <a16:creationId xmlns:a16="http://schemas.microsoft.com/office/drawing/2014/main" id="{96089BF5-8FA2-4296-B03C-1948F88EE317}"/>
              </a:ext>
            </a:extLst>
          </p:cNvPr>
          <p:cNvSpPr>
            <a:spLocks xmlns:a="http://schemas.openxmlformats.org/drawingml/2006/main" noGrp="1"/>
          </p:cNvSpPr>
          <p:nvPr/>
        </p:nvSpPr>
        <p:spPr>
          <a:xfrm xmlns:a="http://schemas.openxmlformats.org/drawingml/2006/main">
            <a:off x="6253353" y="457200"/>
            <a:ext cx="115123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أدوات</a:t>
            </a:r>
          </a:p>
        </p:txBody>
      </p:sp>
      <p:sp>
        <p:nvSpPr>
          <p:cNvPr id="5" name="text-44">
            <a:extLst xmlns:a="http://schemas.openxmlformats.org/drawingml/2006/main">
              <a:ext uri="{FF2B5EF4-FFF2-40B4-BE49-F238E27FC236}">
                <a16:creationId xmlns:a16="http://schemas.microsoft.com/office/drawing/2014/main" id="{1EE533F7-0F9D-4A89-86DA-893143349F1E}"/>
              </a:ext>
            </a:extLst>
          </p:cNvPr>
          <p:cNvSpPr>
            <a:spLocks xmlns:a="http://schemas.openxmlformats.org/drawingml/2006/main" noGrp="1"/>
          </p:cNvSpPr>
          <p:nvPr/>
        </p:nvSpPr>
        <p:spPr>
          <a:xfrm xmlns:a="http://schemas.openxmlformats.org/drawingml/2006/main">
            <a:off x="5139240" y="457200"/>
            <a:ext cx="10131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نملك</a:t>
            </a:r>
          </a:p>
        </p:txBody>
      </p:sp>
      <p:sp>
        <p:nvSpPr>
          <p:cNvPr id="6" name="text-45">
            <a:extLst xmlns:a="http://schemas.openxmlformats.org/drawingml/2006/main">
              <a:ext uri="{FF2B5EF4-FFF2-40B4-BE49-F238E27FC236}">
                <a16:creationId xmlns:a16="http://schemas.microsoft.com/office/drawing/2014/main" id="{91DAD15D-2827-4955-9454-D8C754C211CF}"/>
              </a:ext>
            </a:extLst>
          </p:cNvPr>
          <p:cNvSpPr>
            <a:spLocks xmlns:a="http://schemas.openxmlformats.org/drawingml/2006/main" noGrp="1"/>
          </p:cNvSpPr>
          <p:nvPr/>
        </p:nvSpPr>
        <p:spPr>
          <a:xfrm xmlns:a="http://schemas.openxmlformats.org/drawingml/2006/main">
            <a:off x="3758458" y="457200"/>
            <a:ext cx="127981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زمامها</a:t>
            </a:r>
          </a:p>
        </p:txBody>
      </p:sp>
      <p:sp>
        <p:nvSpPr>
          <p:cNvPr id="7" name="shape-46">
            <a:extLst xmlns:a="http://schemas.openxmlformats.org/drawingml/2006/main">
              <a:ext uri="{FF2B5EF4-FFF2-40B4-BE49-F238E27FC236}">
                <a16:creationId xmlns:a16="http://schemas.microsoft.com/office/drawing/2014/main" id="{44A38C7E-BCFF-4635-B4EE-CEF23EFEA5F5}"/>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8" name="text-47">
            <a:extLst xmlns:a="http://schemas.openxmlformats.org/drawingml/2006/main">
              <a:ext uri="{FF2B5EF4-FFF2-40B4-BE49-F238E27FC236}">
                <a16:creationId xmlns:a16="http://schemas.microsoft.com/office/drawing/2014/main" id="{C5FD0FD9-F83A-45AF-9E6A-8337B771A557}"/>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9" name="text-48">
            <a:extLst xmlns:a="http://schemas.openxmlformats.org/drawingml/2006/main">
              <a:ext uri="{FF2B5EF4-FFF2-40B4-BE49-F238E27FC236}">
                <a16:creationId xmlns:a16="http://schemas.microsoft.com/office/drawing/2014/main" id="{FC5FB35F-1998-4F09-B984-91481917E41A}"/>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10" name="text-49">
            <a:extLst xmlns:a="http://schemas.openxmlformats.org/drawingml/2006/main">
              <a:ext uri="{FF2B5EF4-FFF2-40B4-BE49-F238E27FC236}">
                <a16:creationId xmlns:a16="http://schemas.microsoft.com/office/drawing/2014/main" id="{38F99C99-6E23-48AC-A25F-EDFFC3A859F4}"/>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1" name="text-50">
            <a:extLst xmlns:a="http://schemas.openxmlformats.org/drawingml/2006/main">
              <a:ext uri="{FF2B5EF4-FFF2-40B4-BE49-F238E27FC236}">
                <a16:creationId xmlns:a16="http://schemas.microsoft.com/office/drawing/2014/main" id="{58EFCFE3-8D6A-4BA2-9AB8-59A8333F438F}"/>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2" name="text-51">
            <a:extLst xmlns:a="http://schemas.openxmlformats.org/drawingml/2006/main">
              <a:ext uri="{FF2B5EF4-FFF2-40B4-BE49-F238E27FC236}">
                <a16:creationId xmlns:a16="http://schemas.microsoft.com/office/drawing/2014/main" id="{CDFEE78C-D585-4F97-8E4E-D5721AC49776}"/>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3" name="text-52">
            <a:extLst xmlns:a="http://schemas.openxmlformats.org/drawingml/2006/main">
              <a:ext uri="{FF2B5EF4-FFF2-40B4-BE49-F238E27FC236}">
                <a16:creationId xmlns:a16="http://schemas.microsoft.com/office/drawing/2014/main" id="{45A9DA7A-B20D-4EC2-B930-BA7A5C376DB2}"/>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4" name="text-53">
            <a:extLst xmlns:a="http://schemas.openxmlformats.org/drawingml/2006/main">
              <a:ext uri="{FF2B5EF4-FFF2-40B4-BE49-F238E27FC236}">
                <a16:creationId xmlns:a16="http://schemas.microsoft.com/office/drawing/2014/main" id="{F550D670-AFC9-4FFA-9F42-1C4D604E703E}"/>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02</a:t>
            </a:r>
          </a:p>
        </p:txBody>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c7e26bc9e57b43ed"/>
          <a:stretch xmlns:a="http://schemas.openxmlformats.org/drawingml/2006/main"/>
        </p:blipFill>
        <p:spPr>
          <a:xfrm xmlns:a="http://schemas.openxmlformats.org/drawingml/2006/main">
            <a:off x="609600" y="1362670"/>
            <a:ext cx="7143750" cy="4018359"/>
          </a:xfrm>
          <a:prstGeom xmlns:a="http://schemas.openxmlformats.org/drawingml/2006/main" prst="rect">
            <a:avLst/>
          </a:prstGeom>
        </p:spPr>
      </p:pic>
      <p:sp>
        <p:nvSpPr>
          <p:cNvPr id="16" name="text-54">
            <a:extLst xmlns:a="http://schemas.openxmlformats.org/drawingml/2006/main">
              <a:ext uri="{FF2B5EF4-FFF2-40B4-BE49-F238E27FC236}">
                <a16:creationId xmlns:a16="http://schemas.microsoft.com/office/drawing/2014/main" id="{FCD547F5-E8EC-4F6B-907D-24C3595D796E}"/>
              </a:ext>
            </a:extLst>
          </p:cNvPr>
          <p:cNvSpPr>
            <a:spLocks xmlns:a="http://schemas.openxmlformats.org/drawingml/2006/main" noGrp="1"/>
          </p:cNvSpPr>
          <p:nvPr/>
        </p:nvSpPr>
        <p:spPr>
          <a:xfrm xmlns:a="http://schemas.openxmlformats.org/drawingml/2006/main">
            <a:off x="9833633" y="1543050"/>
            <a:ext cx="1748767" cy="6453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625" b="1">
                <a:solidFill>
                  <a:srgbClr val="DDC087"/>
                </a:solidFill>
                <a:latin typeface="Tahoma"/>
                <a:ea typeface="Tahoma"/>
                <a:cs typeface="Tahoma"/>
              </a:defRPr>
            </a:pPr>
            <a:r>
              <a:rPr sz="2625" b="1">
                <a:solidFill>
                  <a:srgbClr val="DDC087"/>
                </a:solidFill>
                <a:latin typeface="Tahoma"/>
                <a:ea typeface="Tahoma"/>
                <a:cs typeface="Tahoma"/>
              </a:rPr>
              <a:t>الخوارزمي</a:t>
            </a:r>
          </a:p>
        </p:txBody>
      </p:sp>
      <p:sp>
        <p:nvSpPr>
          <p:cNvPr id="17" name="text-55">
            <a:extLst xmlns:a="http://schemas.openxmlformats.org/drawingml/2006/main">
              <a:ext uri="{FF2B5EF4-FFF2-40B4-BE49-F238E27FC236}">
                <a16:creationId xmlns:a16="http://schemas.microsoft.com/office/drawing/2014/main" id="{A160B370-86CE-4F47-955C-B8FDF81279A4}"/>
              </a:ext>
            </a:extLst>
          </p:cNvPr>
          <p:cNvSpPr>
            <a:spLocks xmlns:a="http://schemas.openxmlformats.org/drawingml/2006/main" noGrp="1"/>
          </p:cNvSpPr>
          <p:nvPr/>
        </p:nvSpPr>
        <p:spPr>
          <a:xfrm xmlns:a="http://schemas.openxmlformats.org/drawingml/2006/main">
            <a:off x="11022368" y="2143125"/>
            <a:ext cx="5600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الجبر</a:t>
            </a:r>
          </a:p>
        </p:txBody>
      </p:sp>
      <p:sp>
        <p:nvSpPr>
          <p:cNvPr id="18" name="text-56">
            <a:extLst xmlns:a="http://schemas.openxmlformats.org/drawingml/2006/main">
              <a:ext uri="{FF2B5EF4-FFF2-40B4-BE49-F238E27FC236}">
                <a16:creationId xmlns:a16="http://schemas.microsoft.com/office/drawing/2014/main" id="{57C3AAE8-DC9F-4844-9333-E284856F0833}"/>
              </a:ext>
            </a:extLst>
          </p:cNvPr>
          <p:cNvSpPr>
            <a:spLocks xmlns:a="http://schemas.openxmlformats.org/drawingml/2006/main" noGrp="1"/>
          </p:cNvSpPr>
          <p:nvPr/>
        </p:nvSpPr>
        <p:spPr>
          <a:xfrm xmlns:a="http://schemas.openxmlformats.org/drawingml/2006/main">
            <a:off x="9600634" y="2143125"/>
            <a:ext cx="136039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والخوارزميات</a:t>
            </a:r>
          </a:p>
        </p:txBody>
      </p:sp>
      <p:sp>
        <p:nvSpPr>
          <p:cNvPr id="19" name="text-57">
            <a:extLst xmlns:a="http://schemas.openxmlformats.org/drawingml/2006/main">
              <a:ext uri="{FF2B5EF4-FFF2-40B4-BE49-F238E27FC236}">
                <a16:creationId xmlns:a16="http://schemas.microsoft.com/office/drawing/2014/main" id="{E11A00DF-08C7-42A8-914C-5CE373C8BA8A}"/>
              </a:ext>
            </a:extLst>
          </p:cNvPr>
          <p:cNvSpPr>
            <a:spLocks xmlns:a="http://schemas.openxmlformats.org/drawingml/2006/main" noGrp="1"/>
          </p:cNvSpPr>
          <p:nvPr/>
        </p:nvSpPr>
        <p:spPr>
          <a:xfrm xmlns:a="http://schemas.openxmlformats.org/drawingml/2006/main">
            <a:off x="11027306" y="3238500"/>
            <a:ext cx="555094" cy="6453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625" b="1">
                <a:solidFill>
                  <a:srgbClr val="DDC087"/>
                </a:solidFill>
                <a:latin typeface="Tahoma"/>
                <a:ea typeface="Tahoma"/>
                <a:cs typeface="Tahoma"/>
              </a:defRPr>
            </a:pPr>
            <a:r>
              <a:rPr sz="2625" b="1">
                <a:solidFill>
                  <a:srgbClr val="DDC087"/>
                </a:solidFill>
                <a:latin typeface="Tahoma"/>
                <a:ea typeface="Tahoma"/>
                <a:cs typeface="Tahoma"/>
              </a:rPr>
              <a:t>ابن</a:t>
            </a:r>
          </a:p>
        </p:txBody>
      </p:sp>
      <p:sp>
        <p:nvSpPr>
          <p:cNvPr id="20" name="text-58">
            <a:extLst xmlns:a="http://schemas.openxmlformats.org/drawingml/2006/main">
              <a:ext uri="{FF2B5EF4-FFF2-40B4-BE49-F238E27FC236}">
                <a16:creationId xmlns:a16="http://schemas.microsoft.com/office/drawing/2014/main" id="{C90850DB-0C28-4A48-A158-CEF5173841DB}"/>
              </a:ext>
            </a:extLst>
          </p:cNvPr>
          <p:cNvSpPr>
            <a:spLocks xmlns:a="http://schemas.openxmlformats.org/drawingml/2006/main" noGrp="1"/>
          </p:cNvSpPr>
          <p:nvPr/>
        </p:nvSpPr>
        <p:spPr>
          <a:xfrm xmlns:a="http://schemas.openxmlformats.org/drawingml/2006/main">
            <a:off x="9961234" y="3238500"/>
            <a:ext cx="987491" cy="6453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625" b="1">
                <a:solidFill>
                  <a:srgbClr val="DDC087"/>
                </a:solidFill>
                <a:latin typeface="Tahoma"/>
                <a:ea typeface="Tahoma"/>
                <a:cs typeface="Tahoma"/>
              </a:defRPr>
            </a:pPr>
            <a:r>
              <a:rPr sz="2625" b="1">
                <a:solidFill>
                  <a:srgbClr val="DDC087"/>
                </a:solidFill>
                <a:latin typeface="Tahoma"/>
                <a:ea typeface="Tahoma"/>
                <a:cs typeface="Tahoma"/>
              </a:rPr>
              <a:t>الهيثم</a:t>
            </a:r>
          </a:p>
        </p:txBody>
      </p:sp>
      <p:sp>
        <p:nvSpPr>
          <p:cNvPr id="21" name="text-59">
            <a:extLst xmlns:a="http://schemas.openxmlformats.org/drawingml/2006/main">
              <a:ext uri="{FF2B5EF4-FFF2-40B4-BE49-F238E27FC236}">
                <a16:creationId xmlns:a16="http://schemas.microsoft.com/office/drawing/2014/main" id="{6F2B2DFC-D920-4EEF-B127-A51BA87E140E}"/>
              </a:ext>
            </a:extLst>
          </p:cNvPr>
          <p:cNvSpPr>
            <a:spLocks xmlns:a="http://schemas.openxmlformats.org/drawingml/2006/main" noGrp="1"/>
          </p:cNvSpPr>
          <p:nvPr/>
        </p:nvSpPr>
        <p:spPr>
          <a:xfrm xmlns:a="http://schemas.openxmlformats.org/drawingml/2006/main">
            <a:off x="10796230" y="3838575"/>
            <a:ext cx="78617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التجربة</a:t>
            </a:r>
          </a:p>
        </p:txBody>
      </p:sp>
      <p:sp>
        <p:nvSpPr>
          <p:cNvPr id="22" name="text-60">
            <a:extLst xmlns:a="http://schemas.openxmlformats.org/drawingml/2006/main">
              <a:ext uri="{FF2B5EF4-FFF2-40B4-BE49-F238E27FC236}">
                <a16:creationId xmlns:a16="http://schemas.microsoft.com/office/drawing/2014/main" id="{7DA8504D-806D-44CD-8152-3CB10FF0CF9E}"/>
              </a:ext>
            </a:extLst>
          </p:cNvPr>
          <p:cNvSpPr>
            <a:spLocks xmlns:a="http://schemas.openxmlformats.org/drawingml/2006/main" noGrp="1"/>
          </p:cNvSpPr>
          <p:nvPr/>
        </p:nvSpPr>
        <p:spPr>
          <a:xfrm xmlns:a="http://schemas.openxmlformats.org/drawingml/2006/main">
            <a:off x="9812841" y="3838575"/>
            <a:ext cx="92204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والبرهان</a:t>
            </a:r>
          </a:p>
        </p:txBody>
      </p:sp>
      <p:sp>
        <p:nvSpPr>
          <p:cNvPr id="23" name="text-61">
            <a:extLst xmlns:a="http://schemas.openxmlformats.org/drawingml/2006/main">
              <a:ext uri="{FF2B5EF4-FFF2-40B4-BE49-F238E27FC236}">
                <a16:creationId xmlns:a16="http://schemas.microsoft.com/office/drawing/2014/main" id="{3D6E0640-2FD7-4633-ADFF-48BD33A69541}"/>
              </a:ext>
            </a:extLst>
          </p:cNvPr>
          <p:cNvSpPr>
            <a:spLocks xmlns:a="http://schemas.openxmlformats.org/drawingml/2006/main" noGrp="1"/>
          </p:cNvSpPr>
          <p:nvPr/>
        </p:nvSpPr>
        <p:spPr>
          <a:xfrm xmlns:a="http://schemas.openxmlformats.org/drawingml/2006/main">
            <a:off x="10687037" y="5505450"/>
            <a:ext cx="89536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المعرفة</a:t>
            </a:r>
          </a:p>
        </p:txBody>
      </p:sp>
      <p:sp>
        <p:nvSpPr>
          <p:cNvPr id="24" name="text-62">
            <a:extLst xmlns:a="http://schemas.openxmlformats.org/drawingml/2006/main">
              <a:ext uri="{FF2B5EF4-FFF2-40B4-BE49-F238E27FC236}">
                <a16:creationId xmlns:a16="http://schemas.microsoft.com/office/drawing/2014/main" id="{3C0E41B4-F781-4F4C-A859-5CC2A58ECE8A}"/>
              </a:ext>
            </a:extLst>
          </p:cNvPr>
          <p:cNvSpPr>
            <a:spLocks xmlns:a="http://schemas.openxmlformats.org/drawingml/2006/main" noGrp="1"/>
          </p:cNvSpPr>
          <p:nvPr/>
        </p:nvSpPr>
        <p:spPr>
          <a:xfrm xmlns:a="http://schemas.openxmlformats.org/drawingml/2006/main">
            <a:off x="9450707" y="5505450"/>
            <a:ext cx="116908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الإسلامية</a:t>
            </a:r>
          </a:p>
        </p:txBody>
      </p:sp>
      <p:sp>
        <p:nvSpPr>
          <p:cNvPr id="25" name="text-63">
            <a:extLst xmlns:a="http://schemas.openxmlformats.org/drawingml/2006/main">
              <a:ext uri="{FF2B5EF4-FFF2-40B4-BE49-F238E27FC236}">
                <a16:creationId xmlns:a16="http://schemas.microsoft.com/office/drawing/2014/main" id="{44CCC0F6-60FC-4904-9C77-545E51E71DB9}"/>
              </a:ext>
            </a:extLst>
          </p:cNvPr>
          <p:cNvSpPr>
            <a:spLocks xmlns:a="http://schemas.openxmlformats.org/drawingml/2006/main" noGrp="1"/>
          </p:cNvSpPr>
          <p:nvPr/>
        </p:nvSpPr>
        <p:spPr>
          <a:xfrm xmlns:a="http://schemas.openxmlformats.org/drawingml/2006/main">
            <a:off x="8714922" y="5505450"/>
            <a:ext cx="66853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تحتاج</a:t>
            </a:r>
          </a:p>
        </p:txBody>
      </p:sp>
      <p:sp>
        <p:nvSpPr>
          <p:cNvPr id="26" name="text-64">
            <a:extLst xmlns:a="http://schemas.openxmlformats.org/drawingml/2006/main">
              <a:ext uri="{FF2B5EF4-FFF2-40B4-BE49-F238E27FC236}">
                <a16:creationId xmlns:a16="http://schemas.microsoft.com/office/drawing/2014/main" id="{22706C7F-72D1-413F-9F96-3CF69194428F}"/>
              </a:ext>
            </a:extLst>
          </p:cNvPr>
          <p:cNvSpPr>
            <a:spLocks xmlns:a="http://schemas.openxmlformats.org/drawingml/2006/main" noGrp="1"/>
          </p:cNvSpPr>
          <p:nvPr/>
        </p:nvSpPr>
        <p:spPr>
          <a:xfrm xmlns:a="http://schemas.openxmlformats.org/drawingml/2006/main">
            <a:off x="7879557" y="5505450"/>
            <a:ext cx="768118"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سيادة</a:t>
            </a:r>
          </a:p>
        </p:txBody>
      </p:sp>
      <p:sp>
        <p:nvSpPr>
          <p:cNvPr id="27" name="text-65">
            <a:extLst xmlns:a="http://schemas.openxmlformats.org/drawingml/2006/main">
              <a:ext uri="{FF2B5EF4-FFF2-40B4-BE49-F238E27FC236}">
                <a16:creationId xmlns:a16="http://schemas.microsoft.com/office/drawing/2014/main" id="{F5B5222B-F222-4AD4-9FF2-3837758E9A35}"/>
              </a:ext>
            </a:extLst>
          </p:cNvPr>
          <p:cNvSpPr>
            <a:spLocks xmlns:a="http://schemas.openxmlformats.org/drawingml/2006/main" noGrp="1"/>
          </p:cNvSpPr>
          <p:nvPr/>
        </p:nvSpPr>
        <p:spPr>
          <a:xfrm xmlns:a="http://schemas.openxmlformats.org/drawingml/2006/main">
            <a:off x="7221964" y="5505450"/>
            <a:ext cx="59034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على</a:t>
            </a:r>
          </a:p>
        </p:txBody>
      </p:sp>
      <p:sp>
        <p:nvSpPr>
          <p:cNvPr id="28" name="text-66">
            <a:extLst xmlns:a="http://schemas.openxmlformats.org/drawingml/2006/main">
              <a:ext uri="{FF2B5EF4-FFF2-40B4-BE49-F238E27FC236}">
                <a16:creationId xmlns:a16="http://schemas.microsoft.com/office/drawing/2014/main" id="{2CB557FE-7AA3-48CE-9E47-35F3E60DC5E2}"/>
              </a:ext>
            </a:extLst>
          </p:cNvPr>
          <p:cNvSpPr>
            <a:spLocks xmlns:a="http://schemas.openxmlformats.org/drawingml/2006/main" noGrp="1"/>
          </p:cNvSpPr>
          <p:nvPr/>
        </p:nvSpPr>
        <p:spPr>
          <a:xfrm xmlns:a="http://schemas.openxmlformats.org/drawingml/2006/main">
            <a:off x="6483431" y="5505450"/>
            <a:ext cx="67128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الذكاء</a:t>
            </a:r>
          </a:p>
        </p:txBody>
      </p:sp>
      <p:sp>
        <p:nvSpPr>
          <p:cNvPr id="29" name="text-67">
            <a:extLst xmlns:a="http://schemas.openxmlformats.org/drawingml/2006/main">
              <a:ext uri="{FF2B5EF4-FFF2-40B4-BE49-F238E27FC236}">
                <a16:creationId xmlns:a16="http://schemas.microsoft.com/office/drawing/2014/main" id="{6E329022-D641-48A3-9A06-6AB98CD57F5B}"/>
              </a:ext>
            </a:extLst>
          </p:cNvPr>
          <p:cNvSpPr>
            <a:spLocks xmlns:a="http://schemas.openxmlformats.org/drawingml/2006/main" noGrp="1"/>
          </p:cNvSpPr>
          <p:nvPr/>
        </p:nvSpPr>
        <p:spPr>
          <a:xfrm xmlns:a="http://schemas.openxmlformats.org/drawingml/2006/main">
            <a:off x="5659447" y="5505450"/>
            <a:ext cx="75673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وضبطًا</a:t>
            </a:r>
          </a:p>
        </p:txBody>
      </p:sp>
      <p:sp>
        <p:nvSpPr>
          <p:cNvPr id="30" name="text-68">
            <a:extLst xmlns:a="http://schemas.openxmlformats.org/drawingml/2006/main">
              <a:ext uri="{FF2B5EF4-FFF2-40B4-BE49-F238E27FC236}">
                <a16:creationId xmlns:a16="http://schemas.microsoft.com/office/drawing/2014/main" id="{1438391C-CCFF-4AA6-8052-201377890476}"/>
              </a:ext>
            </a:extLst>
          </p:cNvPr>
          <p:cNvSpPr>
            <a:spLocks xmlns:a="http://schemas.openxmlformats.org/drawingml/2006/main" noGrp="1"/>
          </p:cNvSpPr>
          <p:nvPr/>
        </p:nvSpPr>
        <p:spPr>
          <a:xfrm xmlns:a="http://schemas.openxmlformats.org/drawingml/2006/main">
            <a:off x="4943284" y="5505450"/>
            <a:ext cx="64891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للنص</a:t>
            </a:r>
          </a:p>
        </p:txBody>
      </p:sp>
      <p:sp>
        <p:nvSpPr>
          <p:cNvPr id="31" name="text-69">
            <a:extLst xmlns:a="http://schemas.openxmlformats.org/drawingml/2006/main">
              <a:ext uri="{FF2B5EF4-FFF2-40B4-BE49-F238E27FC236}">
                <a16:creationId xmlns:a16="http://schemas.microsoft.com/office/drawing/2014/main" id="{95228D0C-6746-45DA-BE67-F0E00BBDD301}"/>
              </a:ext>
            </a:extLst>
          </p:cNvPr>
          <p:cNvSpPr>
            <a:spLocks xmlns:a="http://schemas.openxmlformats.org/drawingml/2006/main" noGrp="1"/>
          </p:cNvSpPr>
          <p:nvPr/>
        </p:nvSpPr>
        <p:spPr>
          <a:xfrm xmlns:a="http://schemas.openxmlformats.org/drawingml/2006/main">
            <a:off x="3586085" y="5505450"/>
            <a:ext cx="128995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والاستدلال</a:t>
            </a:r>
          </a:p>
        </p:txBody>
      </p:sp>
    </p:spTree>
    <p:extLst>
      <p:ext uri="{BB962C8B-B14F-4D97-AF65-F5344CB8AC3E}">
        <p14:creationId xmlns:p14="http://schemas.microsoft.com/office/powerpoint/2010/main" val="1222667136"/>
      </p:ext>
    </p:extLst>
  </p:cSld>
</p:sld>
</file>

<file path=ppt/slides/slide3.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2" name="text-70">
            <a:extLst xmlns:a="http://schemas.openxmlformats.org/drawingml/2006/main">
              <a:ext uri="{FF2B5EF4-FFF2-40B4-BE49-F238E27FC236}">
                <a16:creationId xmlns:a16="http://schemas.microsoft.com/office/drawing/2014/main" id="{3A3A7461-E447-4F46-AF58-D4BC23AB70B5}"/>
              </a:ext>
            </a:extLst>
          </p:cNvPr>
          <p:cNvSpPr>
            <a:spLocks xmlns:a="http://schemas.openxmlformats.org/drawingml/2006/main" noGrp="1"/>
          </p:cNvSpPr>
          <p:nvPr/>
        </p:nvSpPr>
        <p:spPr>
          <a:xfrm xmlns:a="http://schemas.openxmlformats.org/drawingml/2006/main">
            <a:off x="10611056" y="457200"/>
            <a:ext cx="97134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لماذا</a:t>
            </a:r>
          </a:p>
        </p:txBody>
      </p:sp>
      <p:sp>
        <p:nvSpPr>
          <p:cNvPr id="2" name="text-71">
            <a:extLst xmlns:a="http://schemas.openxmlformats.org/drawingml/2006/main">
              <a:ext uri="{FF2B5EF4-FFF2-40B4-BE49-F238E27FC236}">
                <a16:creationId xmlns:a16="http://schemas.microsoft.com/office/drawing/2014/main" id="{B2CE8075-5D80-4997-B031-3F65E061F5C8}"/>
              </a:ext>
            </a:extLst>
          </p:cNvPr>
          <p:cNvSpPr>
            <a:spLocks xmlns:a="http://schemas.openxmlformats.org/drawingml/2006/main" noGrp="1"/>
          </p:cNvSpPr>
          <p:nvPr/>
        </p:nvSpPr>
        <p:spPr>
          <a:xfrm xmlns:a="http://schemas.openxmlformats.org/drawingml/2006/main">
            <a:off x="9665642" y="457200"/>
            <a:ext cx="8444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يعبد</a:t>
            </a:r>
          </a:p>
        </p:txBody>
      </p:sp>
      <p:sp>
        <p:nvSpPr>
          <p:cNvPr id="3" name="text-72">
            <a:extLst xmlns:a="http://schemas.openxmlformats.org/drawingml/2006/main">
              <a:ext uri="{FF2B5EF4-FFF2-40B4-BE49-F238E27FC236}">
                <a16:creationId xmlns:a16="http://schemas.microsoft.com/office/drawing/2014/main" id="{D4BCEE3D-B7BC-4E53-894A-B60687C7ECFB}"/>
              </a:ext>
            </a:extLst>
          </p:cNvPr>
          <p:cNvSpPr>
            <a:spLocks xmlns:a="http://schemas.openxmlformats.org/drawingml/2006/main" noGrp="1"/>
          </p:cNvSpPr>
          <p:nvPr/>
        </p:nvSpPr>
        <p:spPr>
          <a:xfrm xmlns:a="http://schemas.openxmlformats.org/drawingml/2006/main">
            <a:off x="7466426" y="457200"/>
            <a:ext cx="209825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المسلمون</a:t>
            </a:r>
          </a:p>
        </p:txBody>
      </p:sp>
      <p:sp>
        <p:nvSpPr>
          <p:cNvPr id="4" name="text-73">
            <a:extLst xmlns:a="http://schemas.openxmlformats.org/drawingml/2006/main">
              <a:ext uri="{FF2B5EF4-FFF2-40B4-BE49-F238E27FC236}">
                <a16:creationId xmlns:a16="http://schemas.microsoft.com/office/drawing/2014/main" id="{681F9903-D9F3-4F79-8356-5E4B205F5188}"/>
              </a:ext>
            </a:extLst>
          </p:cNvPr>
          <p:cNvSpPr>
            <a:spLocks xmlns:a="http://schemas.openxmlformats.org/drawingml/2006/main" noGrp="1"/>
          </p:cNvSpPr>
          <p:nvPr/>
        </p:nvSpPr>
        <p:spPr>
          <a:xfrm xmlns:a="http://schemas.openxmlformats.org/drawingml/2006/main">
            <a:off x="5856221" y="457200"/>
            <a:ext cx="15092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الكعبة؟</a:t>
            </a:r>
          </a:p>
        </p:txBody>
      </p:sp>
      <p:sp>
        <p:nvSpPr>
          <p:cNvPr id="5" name="shape-74">
            <a:extLst xmlns:a="http://schemas.openxmlformats.org/drawingml/2006/main">
              <a:ext uri="{FF2B5EF4-FFF2-40B4-BE49-F238E27FC236}">
                <a16:creationId xmlns:a16="http://schemas.microsoft.com/office/drawing/2014/main" id="{F9892BE8-F6FF-4FF3-A199-5633E6EF4366}"/>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6" name="text-75">
            <a:extLst xmlns:a="http://schemas.openxmlformats.org/drawingml/2006/main">
              <a:ext uri="{FF2B5EF4-FFF2-40B4-BE49-F238E27FC236}">
                <a16:creationId xmlns:a16="http://schemas.microsoft.com/office/drawing/2014/main" id="{BAD96D77-282B-4780-9988-655498DFA193}"/>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7" name="text-76">
            <a:extLst xmlns:a="http://schemas.openxmlformats.org/drawingml/2006/main">
              <a:ext uri="{FF2B5EF4-FFF2-40B4-BE49-F238E27FC236}">
                <a16:creationId xmlns:a16="http://schemas.microsoft.com/office/drawing/2014/main" id="{926AA348-E784-4A77-8C1B-202B24D161ED}"/>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8" name="text-77">
            <a:extLst xmlns:a="http://schemas.openxmlformats.org/drawingml/2006/main">
              <a:ext uri="{FF2B5EF4-FFF2-40B4-BE49-F238E27FC236}">
                <a16:creationId xmlns:a16="http://schemas.microsoft.com/office/drawing/2014/main" id="{0C75A793-0FE2-475A-AB8C-2A733704B330}"/>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9" name="text-78">
            <a:extLst xmlns:a="http://schemas.openxmlformats.org/drawingml/2006/main">
              <a:ext uri="{FF2B5EF4-FFF2-40B4-BE49-F238E27FC236}">
                <a16:creationId xmlns:a16="http://schemas.microsoft.com/office/drawing/2014/main" id="{8433E8D1-667F-40C2-A865-C28C6E1CCC2F}"/>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0" name="text-79">
            <a:extLst xmlns:a="http://schemas.openxmlformats.org/drawingml/2006/main">
              <a:ext uri="{FF2B5EF4-FFF2-40B4-BE49-F238E27FC236}">
                <a16:creationId xmlns:a16="http://schemas.microsoft.com/office/drawing/2014/main" id="{3016407B-D8FB-4F83-AE9B-F6EF39066755}"/>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1" name="text-80">
            <a:extLst xmlns:a="http://schemas.openxmlformats.org/drawingml/2006/main">
              <a:ext uri="{FF2B5EF4-FFF2-40B4-BE49-F238E27FC236}">
                <a16:creationId xmlns:a16="http://schemas.microsoft.com/office/drawing/2014/main" id="{4CDA3BDF-AC28-4D75-BD8E-2A19495FAFC6}"/>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2" name="text-81">
            <a:extLst xmlns:a="http://schemas.openxmlformats.org/drawingml/2006/main">
              <a:ext uri="{FF2B5EF4-FFF2-40B4-BE49-F238E27FC236}">
                <a16:creationId xmlns:a16="http://schemas.microsoft.com/office/drawing/2014/main" id="{000066E0-8137-47AA-AACD-CBD118D20612}"/>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03</a:t>
            </a:r>
          </a:p>
        </p:txBody>
      </p:sp>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6551c6f97f8c459a"/>
          <a:stretch xmlns:a="http://schemas.openxmlformats.org/drawingml/2006/main"/>
        </p:blipFill>
        <p:spPr>
          <a:xfrm xmlns:a="http://schemas.openxmlformats.org/drawingml/2006/main">
            <a:off x="609600" y="1451584"/>
            <a:ext cx="7381875" cy="4154858"/>
          </a:xfrm>
          <a:prstGeom xmlns:a="http://schemas.openxmlformats.org/drawingml/2006/main" prst="rect">
            <a:avLst/>
          </a:prstGeom>
        </p:spPr>
      </p:pic>
      <p:sp>
        <p:nvSpPr>
          <p:cNvPr id="14" name="text-82">
            <a:extLst xmlns:a="http://schemas.openxmlformats.org/drawingml/2006/main">
              <a:ext uri="{FF2B5EF4-FFF2-40B4-BE49-F238E27FC236}">
                <a16:creationId xmlns:a16="http://schemas.microsoft.com/office/drawing/2014/main" id="{832D7285-6391-43BC-B492-99A4E606DC72}"/>
              </a:ext>
            </a:extLst>
          </p:cNvPr>
          <p:cNvSpPr>
            <a:spLocks xmlns:a="http://schemas.openxmlformats.org/drawingml/2006/main" noGrp="1"/>
          </p:cNvSpPr>
          <p:nvPr/>
        </p:nvSpPr>
        <p:spPr>
          <a:xfrm xmlns:a="http://schemas.openxmlformats.org/drawingml/2006/main">
            <a:off x="10719923" y="1714500"/>
            <a:ext cx="86247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DDC087"/>
                </a:solidFill>
                <a:latin typeface="Tahoma"/>
                <a:ea typeface="Tahoma"/>
                <a:cs typeface="Tahoma"/>
              </a:defRPr>
            </a:pPr>
            <a:r>
              <a:rPr sz="2175" b="1">
                <a:solidFill>
                  <a:srgbClr val="DDC087"/>
                </a:solidFill>
                <a:latin typeface="Tahoma"/>
                <a:ea typeface="Tahoma"/>
                <a:cs typeface="Tahoma"/>
              </a:rPr>
              <a:t>يصحح</a:t>
            </a:r>
          </a:p>
        </p:txBody>
      </p:sp>
      <p:sp>
        <p:nvSpPr>
          <p:cNvPr id="15" name="text-83">
            <a:extLst xmlns:a="http://schemas.openxmlformats.org/drawingml/2006/main">
              <a:ext uri="{FF2B5EF4-FFF2-40B4-BE49-F238E27FC236}">
                <a16:creationId xmlns:a16="http://schemas.microsoft.com/office/drawing/2014/main" id="{8BCF1637-E7F6-492D-A5D5-A61AE7BB14F9}"/>
              </a:ext>
            </a:extLst>
          </p:cNvPr>
          <p:cNvSpPr>
            <a:spLocks xmlns:a="http://schemas.openxmlformats.org/drawingml/2006/main" noGrp="1"/>
          </p:cNvSpPr>
          <p:nvPr/>
        </p:nvSpPr>
        <p:spPr>
          <a:xfrm xmlns:a="http://schemas.openxmlformats.org/drawingml/2006/main">
            <a:off x="9748578" y="1714500"/>
            <a:ext cx="90943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DDC087"/>
                </a:solidFill>
                <a:latin typeface="Tahoma"/>
                <a:ea typeface="Tahoma"/>
                <a:cs typeface="Tahoma"/>
              </a:defRPr>
            </a:pPr>
            <a:r>
              <a:rPr sz="2175" b="1">
                <a:solidFill>
                  <a:srgbClr val="DDC087"/>
                </a:solidFill>
                <a:latin typeface="Tahoma"/>
                <a:ea typeface="Tahoma"/>
                <a:cs typeface="Tahoma"/>
              </a:rPr>
              <a:t>فرضية</a:t>
            </a:r>
          </a:p>
        </p:txBody>
      </p:sp>
      <p:sp>
        <p:nvSpPr>
          <p:cNvPr id="16" name="text-84">
            <a:extLst xmlns:a="http://schemas.openxmlformats.org/drawingml/2006/main">
              <a:ext uri="{FF2B5EF4-FFF2-40B4-BE49-F238E27FC236}">
                <a16:creationId xmlns:a16="http://schemas.microsoft.com/office/drawing/2014/main" id="{E716433E-6851-4BDE-B94F-A0B4E54D39A0}"/>
              </a:ext>
            </a:extLst>
          </p:cNvPr>
          <p:cNvSpPr>
            <a:spLocks xmlns:a="http://schemas.openxmlformats.org/drawingml/2006/main" noGrp="1"/>
          </p:cNvSpPr>
          <p:nvPr/>
        </p:nvSpPr>
        <p:spPr>
          <a:xfrm xmlns:a="http://schemas.openxmlformats.org/drawingml/2006/main">
            <a:off x="8663414" y="1714500"/>
            <a:ext cx="102325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DDC087"/>
                </a:solidFill>
                <a:latin typeface="Tahoma"/>
                <a:ea typeface="Tahoma"/>
                <a:cs typeface="Tahoma"/>
              </a:defRPr>
            </a:pPr>
            <a:r>
              <a:rPr sz="2175" b="1">
                <a:solidFill>
                  <a:srgbClr val="DDC087"/>
                </a:solidFill>
                <a:latin typeface="Tahoma"/>
                <a:ea typeface="Tahoma"/>
                <a:cs typeface="Tahoma"/>
              </a:rPr>
              <a:t>السؤال</a:t>
            </a:r>
          </a:p>
        </p:txBody>
      </p:sp>
      <p:sp>
        <p:nvSpPr>
          <p:cNvPr id="17" name="text-85">
            <a:extLst xmlns:a="http://schemas.openxmlformats.org/drawingml/2006/main">
              <a:ext uri="{FF2B5EF4-FFF2-40B4-BE49-F238E27FC236}">
                <a16:creationId xmlns:a16="http://schemas.microsoft.com/office/drawing/2014/main" id="{35320958-00EF-4744-8DE4-521CB4EEC1CA}"/>
              </a:ext>
            </a:extLst>
          </p:cNvPr>
          <p:cNvSpPr>
            <a:spLocks xmlns:a="http://schemas.openxmlformats.org/drawingml/2006/main" noGrp="1"/>
          </p:cNvSpPr>
          <p:nvPr/>
        </p:nvSpPr>
        <p:spPr>
          <a:xfrm xmlns:a="http://schemas.openxmlformats.org/drawingml/2006/main">
            <a:off x="10459231" y="2590800"/>
            <a:ext cx="112316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المسلمون</a:t>
            </a:r>
          </a:p>
        </p:txBody>
      </p:sp>
      <p:sp>
        <p:nvSpPr>
          <p:cNvPr id="18" name="text-86">
            <a:extLst xmlns:a="http://schemas.openxmlformats.org/drawingml/2006/main">
              <a:ext uri="{FF2B5EF4-FFF2-40B4-BE49-F238E27FC236}">
                <a16:creationId xmlns:a16="http://schemas.microsoft.com/office/drawing/2014/main" id="{29EFA4D4-B184-455B-A657-D9F38DFAC295}"/>
              </a:ext>
            </a:extLst>
          </p:cNvPr>
          <p:cNvSpPr>
            <a:spLocks xmlns:a="http://schemas.openxmlformats.org/drawingml/2006/main" noGrp="1"/>
          </p:cNvSpPr>
          <p:nvPr/>
        </p:nvSpPr>
        <p:spPr>
          <a:xfrm xmlns:a="http://schemas.openxmlformats.org/drawingml/2006/main">
            <a:off x="9664119" y="2590800"/>
            <a:ext cx="73672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يعبدون</a:t>
            </a:r>
          </a:p>
        </p:txBody>
      </p:sp>
      <p:sp>
        <p:nvSpPr>
          <p:cNvPr id="19" name="text-87">
            <a:extLst xmlns:a="http://schemas.openxmlformats.org/drawingml/2006/main">
              <a:ext uri="{FF2B5EF4-FFF2-40B4-BE49-F238E27FC236}">
                <a16:creationId xmlns:a16="http://schemas.microsoft.com/office/drawing/2014/main" id="{D8C3F89D-5F21-4350-8C54-F94B596360C8}"/>
              </a:ext>
            </a:extLst>
          </p:cNvPr>
          <p:cNvSpPr>
            <a:spLocks xmlns:a="http://schemas.openxmlformats.org/drawingml/2006/main" noGrp="1"/>
          </p:cNvSpPr>
          <p:nvPr/>
        </p:nvSpPr>
        <p:spPr>
          <a:xfrm xmlns:a="http://schemas.openxmlformats.org/drawingml/2006/main">
            <a:off x="9263203" y="2590800"/>
            <a:ext cx="34252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الله</a:t>
            </a:r>
          </a:p>
        </p:txBody>
      </p:sp>
      <p:sp>
        <p:nvSpPr>
          <p:cNvPr id="20" name="text-88">
            <a:extLst xmlns:a="http://schemas.openxmlformats.org/drawingml/2006/main">
              <a:ext uri="{FF2B5EF4-FFF2-40B4-BE49-F238E27FC236}">
                <a16:creationId xmlns:a16="http://schemas.microsoft.com/office/drawing/2014/main" id="{49374FDA-208E-4F38-9379-F0A68B18715B}"/>
              </a:ext>
            </a:extLst>
          </p:cNvPr>
          <p:cNvSpPr>
            <a:spLocks xmlns:a="http://schemas.openxmlformats.org/drawingml/2006/main" noGrp="1"/>
          </p:cNvSpPr>
          <p:nvPr/>
        </p:nvSpPr>
        <p:spPr>
          <a:xfrm xmlns:a="http://schemas.openxmlformats.org/drawingml/2006/main">
            <a:off x="10809867" y="3038475"/>
            <a:ext cx="77253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والكعبة</a:t>
            </a:r>
          </a:p>
        </p:txBody>
      </p:sp>
      <p:sp>
        <p:nvSpPr>
          <p:cNvPr id="21" name="text-89">
            <a:extLst xmlns:a="http://schemas.openxmlformats.org/drawingml/2006/main">
              <a:ext uri="{FF2B5EF4-FFF2-40B4-BE49-F238E27FC236}">
                <a16:creationId xmlns:a16="http://schemas.microsoft.com/office/drawing/2014/main" id="{9B0F5BAB-300D-4475-99D5-762D5131E053}"/>
              </a:ext>
            </a:extLst>
          </p:cNvPr>
          <p:cNvSpPr>
            <a:spLocks xmlns:a="http://schemas.openxmlformats.org/drawingml/2006/main" noGrp="1"/>
          </p:cNvSpPr>
          <p:nvPr/>
        </p:nvSpPr>
        <p:spPr>
          <a:xfrm xmlns:a="http://schemas.openxmlformats.org/drawingml/2006/main">
            <a:off x="10283178" y="3038475"/>
            <a:ext cx="46830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قبلة</a:t>
            </a:r>
          </a:p>
        </p:txBody>
      </p:sp>
      <p:sp>
        <p:nvSpPr>
          <p:cNvPr id="22" name="text-90">
            <a:extLst xmlns:a="http://schemas.openxmlformats.org/drawingml/2006/main">
              <a:ext uri="{FF2B5EF4-FFF2-40B4-BE49-F238E27FC236}">
                <a16:creationId xmlns:a16="http://schemas.microsoft.com/office/drawing/2014/main" id="{6D717658-19DD-43DA-BB10-949CAD47183A}"/>
              </a:ext>
            </a:extLst>
          </p:cNvPr>
          <p:cNvSpPr>
            <a:spLocks xmlns:a="http://schemas.openxmlformats.org/drawingml/2006/main" noGrp="1"/>
          </p:cNvSpPr>
          <p:nvPr/>
        </p:nvSpPr>
        <p:spPr>
          <a:xfrm xmlns:a="http://schemas.openxmlformats.org/drawingml/2006/main">
            <a:off x="9425473" y="3038475"/>
            <a:ext cx="79931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صلاتهم</a:t>
            </a:r>
          </a:p>
        </p:txBody>
      </p:sp>
      <p:sp>
        <p:nvSpPr>
          <p:cNvPr id="23" name="text-91">
            <a:extLst xmlns:a="http://schemas.openxmlformats.org/drawingml/2006/main">
              <a:ext uri="{FF2B5EF4-FFF2-40B4-BE49-F238E27FC236}">
                <a16:creationId xmlns:a16="http://schemas.microsoft.com/office/drawing/2014/main" id="{575391BE-D060-41B9-952B-7E512EA2FCAC}"/>
              </a:ext>
            </a:extLst>
          </p:cNvPr>
          <p:cNvSpPr>
            <a:spLocks xmlns:a="http://schemas.openxmlformats.org/drawingml/2006/main" noGrp="1"/>
          </p:cNvSpPr>
          <p:nvPr/>
        </p:nvSpPr>
        <p:spPr>
          <a:xfrm xmlns:a="http://schemas.openxmlformats.org/drawingml/2006/main">
            <a:off x="11288239" y="3952875"/>
            <a:ext cx="29416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ثم</a:t>
            </a:r>
          </a:p>
        </p:txBody>
      </p:sp>
      <p:sp>
        <p:nvSpPr>
          <p:cNvPr id="24" name="text-92">
            <a:extLst xmlns:a="http://schemas.openxmlformats.org/drawingml/2006/main">
              <a:ext uri="{FF2B5EF4-FFF2-40B4-BE49-F238E27FC236}">
                <a16:creationId xmlns:a16="http://schemas.microsoft.com/office/drawing/2014/main" id="{3EEF9577-4C88-459E-A1C4-D7C534A5CD5D}"/>
              </a:ext>
            </a:extLst>
          </p:cNvPr>
          <p:cNvSpPr>
            <a:spLocks xmlns:a="http://schemas.openxmlformats.org/drawingml/2006/main" noGrp="1"/>
          </p:cNvSpPr>
          <p:nvPr/>
        </p:nvSpPr>
        <p:spPr>
          <a:xfrm xmlns:a="http://schemas.openxmlformats.org/drawingml/2006/main">
            <a:off x="10743194" y="3952875"/>
            <a:ext cx="48370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يتيح</a:t>
            </a:r>
          </a:p>
        </p:txBody>
      </p:sp>
      <p:sp>
        <p:nvSpPr>
          <p:cNvPr id="25" name="text-93">
            <a:extLst xmlns:a="http://schemas.openxmlformats.org/drawingml/2006/main">
              <a:ext uri="{FF2B5EF4-FFF2-40B4-BE49-F238E27FC236}">
                <a16:creationId xmlns:a16="http://schemas.microsoft.com/office/drawing/2014/main" id="{82A49AEC-70C3-437C-82B6-45641590396B}"/>
              </a:ext>
            </a:extLst>
          </p:cNvPr>
          <p:cNvSpPr>
            <a:spLocks xmlns:a="http://schemas.openxmlformats.org/drawingml/2006/main" noGrp="1"/>
          </p:cNvSpPr>
          <p:nvPr/>
        </p:nvSpPr>
        <p:spPr>
          <a:xfrm xmlns:a="http://schemas.openxmlformats.org/drawingml/2006/main">
            <a:off x="10256621" y="3952875"/>
            <a:ext cx="4252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فتح</a:t>
            </a:r>
          </a:p>
        </p:txBody>
      </p:sp>
      <p:sp>
        <p:nvSpPr>
          <p:cNvPr id="26" name="text-94">
            <a:extLst xmlns:a="http://schemas.openxmlformats.org/drawingml/2006/main">
              <a:ext uri="{FF2B5EF4-FFF2-40B4-BE49-F238E27FC236}">
                <a16:creationId xmlns:a16="http://schemas.microsoft.com/office/drawing/2014/main" id="{B2E8C547-7AEF-4F21-AD7C-0D4BAEE267F8}"/>
              </a:ext>
            </a:extLst>
          </p:cNvPr>
          <p:cNvSpPr>
            <a:spLocks xmlns:a="http://schemas.openxmlformats.org/drawingml/2006/main" noGrp="1"/>
          </p:cNvSpPr>
          <p:nvPr/>
        </p:nvSpPr>
        <p:spPr>
          <a:xfrm xmlns:a="http://schemas.openxmlformats.org/drawingml/2006/main">
            <a:off x="9414506" y="3952875"/>
            <a:ext cx="78077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المصدر</a:t>
            </a:r>
          </a:p>
        </p:txBody>
      </p:sp>
      <p:sp>
        <p:nvSpPr>
          <p:cNvPr id="27" name="text-95">
            <a:extLst xmlns:a="http://schemas.openxmlformats.org/drawingml/2006/main">
              <a:ext uri="{FF2B5EF4-FFF2-40B4-BE49-F238E27FC236}">
                <a16:creationId xmlns:a16="http://schemas.microsoft.com/office/drawing/2014/main" id="{229721EE-5F85-45EA-99B0-53128CDFB5AA}"/>
              </a:ext>
            </a:extLst>
          </p:cNvPr>
          <p:cNvSpPr>
            <a:spLocks xmlns:a="http://schemas.openxmlformats.org/drawingml/2006/main" noGrp="1"/>
          </p:cNvSpPr>
          <p:nvPr/>
        </p:nvSpPr>
        <p:spPr>
          <a:xfrm xmlns:a="http://schemas.openxmlformats.org/drawingml/2006/main">
            <a:off x="10653386" y="4438650"/>
            <a:ext cx="92901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والتحقق</a:t>
            </a:r>
          </a:p>
        </p:txBody>
      </p:sp>
      <p:sp>
        <p:nvSpPr>
          <p:cNvPr id="28" name="text-96">
            <a:extLst xmlns:a="http://schemas.openxmlformats.org/drawingml/2006/main">
              <a:ext uri="{FF2B5EF4-FFF2-40B4-BE49-F238E27FC236}">
                <a16:creationId xmlns:a16="http://schemas.microsoft.com/office/drawing/2014/main" id="{C3FFA175-590B-4F46-8CCF-3B9DCBD925C4}"/>
              </a:ext>
            </a:extLst>
          </p:cNvPr>
          <p:cNvSpPr>
            <a:spLocks xmlns:a="http://schemas.openxmlformats.org/drawingml/2006/main" noGrp="1"/>
          </p:cNvSpPr>
          <p:nvPr/>
        </p:nvSpPr>
        <p:spPr>
          <a:xfrm xmlns:a="http://schemas.openxmlformats.org/drawingml/2006/main">
            <a:off x="10219496" y="4438650"/>
            <a:ext cx="37254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من</a:t>
            </a:r>
          </a:p>
        </p:txBody>
      </p:sp>
      <p:sp>
        <p:nvSpPr>
          <p:cNvPr id="29" name="text-97">
            <a:extLst xmlns:a="http://schemas.openxmlformats.org/drawingml/2006/main">
              <a:ext uri="{FF2B5EF4-FFF2-40B4-BE49-F238E27FC236}">
                <a16:creationId xmlns:a16="http://schemas.microsoft.com/office/drawing/2014/main" id="{EC406704-1519-445E-B449-4414074B70C9}"/>
              </a:ext>
            </a:extLst>
          </p:cNvPr>
          <p:cNvSpPr>
            <a:spLocks xmlns:a="http://schemas.openxmlformats.org/drawingml/2006/main" noGrp="1"/>
          </p:cNvSpPr>
          <p:nvPr/>
        </p:nvSpPr>
        <p:spPr>
          <a:xfrm xmlns:a="http://schemas.openxmlformats.org/drawingml/2006/main">
            <a:off x="9580464" y="4438650"/>
            <a:ext cx="57769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6DAB5"/>
                </a:solidFill>
                <a:latin typeface="Tahoma"/>
                <a:ea typeface="Tahoma"/>
                <a:cs typeface="Tahoma"/>
              </a:defRPr>
            </a:pPr>
            <a:r>
              <a:rPr sz="2025" b="0">
                <a:solidFill>
                  <a:srgbClr val="A6DAB5"/>
                </a:solidFill>
                <a:latin typeface="Tahoma"/>
                <a:ea typeface="Tahoma"/>
                <a:cs typeface="Tahoma"/>
              </a:rPr>
              <a:t>النص</a:t>
            </a:r>
          </a:p>
        </p:txBody>
      </p:sp>
      <p:sp>
        <p:nvSpPr>
          <p:cNvPr id="30" name="text-98">
            <a:extLst xmlns:a="http://schemas.openxmlformats.org/drawingml/2006/main">
              <a:ext uri="{FF2B5EF4-FFF2-40B4-BE49-F238E27FC236}">
                <a16:creationId xmlns:a16="http://schemas.microsoft.com/office/drawing/2014/main" id="{3BB2C3EB-4073-4B21-9648-32F976D6BF24}"/>
              </a:ext>
            </a:extLst>
          </p:cNvPr>
          <p:cNvSpPr>
            <a:spLocks xmlns:a="http://schemas.openxmlformats.org/drawingml/2006/main" noGrp="1"/>
          </p:cNvSpPr>
          <p:nvPr/>
        </p:nvSpPr>
        <p:spPr>
          <a:xfrm xmlns:a="http://schemas.openxmlformats.org/drawingml/2006/main">
            <a:off x="11058570" y="5657850"/>
            <a:ext cx="52383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لقطة</a:t>
            </a:r>
          </a:p>
        </p:txBody>
      </p:sp>
      <p:sp>
        <p:nvSpPr>
          <p:cNvPr id="31" name="text-99">
            <a:extLst xmlns:a="http://schemas.openxmlformats.org/drawingml/2006/main">
              <a:ext uri="{FF2B5EF4-FFF2-40B4-BE49-F238E27FC236}">
                <a16:creationId xmlns:a16="http://schemas.microsoft.com/office/drawing/2014/main" id="{92246A3C-FA26-4A63-A802-9222D2556058}"/>
              </a:ext>
            </a:extLst>
          </p:cNvPr>
          <p:cNvSpPr>
            <a:spLocks xmlns:a="http://schemas.openxmlformats.org/drawingml/2006/main" noGrp="1"/>
          </p:cNvSpPr>
          <p:nvPr/>
        </p:nvSpPr>
        <p:spPr>
          <a:xfrm xmlns:a="http://schemas.openxmlformats.org/drawingml/2006/main">
            <a:off x="10594979" y="5657850"/>
            <a:ext cx="4112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حية</a:t>
            </a:r>
          </a:p>
        </p:txBody>
      </p:sp>
      <p:sp>
        <p:nvSpPr>
          <p:cNvPr id="32" name="text-100">
            <a:extLst xmlns:a="http://schemas.openxmlformats.org/drawingml/2006/main">
              <a:ext uri="{FF2B5EF4-FFF2-40B4-BE49-F238E27FC236}">
                <a16:creationId xmlns:a16="http://schemas.microsoft.com/office/drawing/2014/main" id="{2BE92FF9-2C77-4422-A936-26D075A926E2}"/>
              </a:ext>
            </a:extLst>
          </p:cNvPr>
          <p:cNvSpPr>
            <a:spLocks xmlns:a="http://schemas.openxmlformats.org/drawingml/2006/main" noGrp="1"/>
          </p:cNvSpPr>
          <p:nvPr/>
        </p:nvSpPr>
        <p:spPr>
          <a:xfrm xmlns:a="http://schemas.openxmlformats.org/drawingml/2006/main">
            <a:off x="10207226" y="5657850"/>
            <a:ext cx="33536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من</a:t>
            </a:r>
          </a:p>
        </p:txBody>
      </p:sp>
      <p:sp>
        <p:nvSpPr>
          <p:cNvPr id="33" name="text-101">
            <a:extLst xmlns:a="http://schemas.openxmlformats.org/drawingml/2006/main">
              <a:ext uri="{FF2B5EF4-FFF2-40B4-BE49-F238E27FC236}">
                <a16:creationId xmlns:a16="http://schemas.microsoft.com/office/drawing/2014/main" id="{91BBA1AE-DE48-4873-BCEE-B8DDECA6693C}"/>
              </a:ext>
            </a:extLst>
          </p:cNvPr>
          <p:cNvSpPr>
            <a:spLocks xmlns:a="http://schemas.openxmlformats.org/drawingml/2006/main" noGrp="1"/>
          </p:cNvSpPr>
          <p:nvPr/>
        </p:nvSpPr>
        <p:spPr>
          <a:xfrm xmlns:a="http://schemas.openxmlformats.org/drawingml/2006/main">
            <a:off x="9303231" y="5657850"/>
            <a:ext cx="85160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المجلس</a:t>
            </a:r>
          </a:p>
        </p:txBody>
      </p:sp>
      <p:sp>
        <p:nvSpPr>
          <p:cNvPr id="34" name="text-102">
            <a:extLst xmlns:a="http://schemas.openxmlformats.org/drawingml/2006/main">
              <a:ext uri="{FF2B5EF4-FFF2-40B4-BE49-F238E27FC236}">
                <a16:creationId xmlns:a16="http://schemas.microsoft.com/office/drawing/2014/main" id="{4480D777-BEF0-4874-A2EB-568D4A285D4D}"/>
              </a:ext>
            </a:extLst>
          </p:cNvPr>
          <p:cNvSpPr>
            <a:spLocks xmlns:a="http://schemas.openxmlformats.org/drawingml/2006/main" noGrp="1"/>
          </p:cNvSpPr>
          <p:nvPr/>
        </p:nvSpPr>
        <p:spPr>
          <a:xfrm xmlns:a="http://schemas.openxmlformats.org/drawingml/2006/main">
            <a:off x="9078140" y="5657850"/>
            <a:ext cx="1727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٦</a:t>
            </a:r>
          </a:p>
        </p:txBody>
      </p:sp>
      <p:sp>
        <p:nvSpPr>
          <p:cNvPr id="35" name="text-103">
            <a:extLst xmlns:a="http://schemas.openxmlformats.org/drawingml/2006/main">
              <a:ext uri="{FF2B5EF4-FFF2-40B4-BE49-F238E27FC236}">
                <a16:creationId xmlns:a16="http://schemas.microsoft.com/office/drawing/2014/main" id="{0D8F1482-BEF1-41F8-9971-C884F87B5D3A}"/>
              </a:ext>
            </a:extLst>
          </p:cNvPr>
          <p:cNvSpPr>
            <a:spLocks xmlns:a="http://schemas.openxmlformats.org/drawingml/2006/main" noGrp="1"/>
          </p:cNvSpPr>
          <p:nvPr/>
        </p:nvSpPr>
        <p:spPr>
          <a:xfrm xmlns:a="http://schemas.openxmlformats.org/drawingml/2006/main">
            <a:off x="8466604" y="5657850"/>
            <a:ext cx="55914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أكتوبر</a:t>
            </a:r>
          </a:p>
        </p:txBody>
      </p:sp>
      <p:sp>
        <p:nvSpPr>
          <p:cNvPr id="36" name="text-104">
            <a:extLst xmlns:a="http://schemas.openxmlformats.org/drawingml/2006/main">
              <a:ext uri="{FF2B5EF4-FFF2-40B4-BE49-F238E27FC236}">
                <a16:creationId xmlns:a16="http://schemas.microsoft.com/office/drawing/2014/main" id="{64EE31D8-4580-4878-80E3-E40F4C3A3AB3}"/>
              </a:ext>
            </a:extLst>
          </p:cNvPr>
          <p:cNvSpPr>
            <a:spLocks xmlns:a="http://schemas.openxmlformats.org/drawingml/2006/main" noGrp="1"/>
          </p:cNvSpPr>
          <p:nvPr/>
        </p:nvSpPr>
        <p:spPr>
          <a:xfrm xmlns:a="http://schemas.openxmlformats.org/drawingml/2006/main">
            <a:off x="8292921" y="5657850"/>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a:t>
            </a:r>
          </a:p>
        </p:txBody>
      </p:sp>
      <p:sp>
        <p:nvSpPr>
          <p:cNvPr id="37" name="text-105">
            <a:extLst xmlns:a="http://schemas.openxmlformats.org/drawingml/2006/main">
              <a:ext uri="{FF2B5EF4-FFF2-40B4-BE49-F238E27FC236}">
                <a16:creationId xmlns:a16="http://schemas.microsoft.com/office/drawing/2014/main" id="{E0AE80B4-65AF-4EDF-A339-4220E5A9A1B4}"/>
              </a:ext>
            </a:extLst>
          </p:cNvPr>
          <p:cNvSpPr>
            <a:spLocks xmlns:a="http://schemas.openxmlformats.org/drawingml/2006/main" noGrp="1"/>
          </p:cNvSpPr>
          <p:nvPr/>
        </p:nvSpPr>
        <p:spPr>
          <a:xfrm xmlns:a="http://schemas.openxmlformats.org/drawingml/2006/main">
            <a:off x="7542268" y="5657850"/>
            <a:ext cx="69826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المصدر</a:t>
            </a:r>
          </a:p>
        </p:txBody>
      </p:sp>
      <p:sp>
        <p:nvSpPr>
          <p:cNvPr id="38" name="text-106">
            <a:extLst xmlns:a="http://schemas.openxmlformats.org/drawingml/2006/main">
              <a:ext uri="{FF2B5EF4-FFF2-40B4-BE49-F238E27FC236}">
                <a16:creationId xmlns:a16="http://schemas.microsoft.com/office/drawing/2014/main" id="{9810FD42-6787-4417-A9EE-5EC62E116B31}"/>
              </a:ext>
            </a:extLst>
          </p:cNvPr>
          <p:cNvSpPr>
            <a:spLocks xmlns:a="http://schemas.openxmlformats.org/drawingml/2006/main" noGrp="1"/>
          </p:cNvSpPr>
          <p:nvPr/>
        </p:nvSpPr>
        <p:spPr>
          <a:xfrm xmlns:a="http://schemas.openxmlformats.org/drawingml/2006/main">
            <a:off x="7107718" y="5657850"/>
            <a:ext cx="38216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فُتح</a:t>
            </a:r>
          </a:p>
        </p:txBody>
      </p:sp>
      <p:sp>
        <p:nvSpPr>
          <p:cNvPr id="39" name="text-107">
            <a:extLst xmlns:a="http://schemas.openxmlformats.org/drawingml/2006/main">
              <a:ext uri="{FF2B5EF4-FFF2-40B4-BE49-F238E27FC236}">
                <a16:creationId xmlns:a16="http://schemas.microsoft.com/office/drawing/2014/main" id="{93CAE2CF-BB33-41BA-9C95-0BB370433F59}"/>
              </a:ext>
            </a:extLst>
          </p:cNvPr>
          <p:cNvSpPr>
            <a:spLocks xmlns:a="http://schemas.openxmlformats.org/drawingml/2006/main" noGrp="1"/>
          </p:cNvSpPr>
          <p:nvPr/>
        </p:nvSpPr>
        <p:spPr>
          <a:xfrm xmlns:a="http://schemas.openxmlformats.org/drawingml/2006/main">
            <a:off x="6380611" y="5657850"/>
            <a:ext cx="67472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وطُوبق</a:t>
            </a:r>
          </a:p>
        </p:txBody>
      </p:sp>
      <p:sp>
        <p:nvSpPr>
          <p:cNvPr id="40" name="text-108">
            <a:extLst xmlns:a="http://schemas.openxmlformats.org/drawingml/2006/main">
              <a:ext uri="{FF2B5EF4-FFF2-40B4-BE49-F238E27FC236}">
                <a16:creationId xmlns:a16="http://schemas.microsoft.com/office/drawing/2014/main" id="{2CCA51C5-7E0D-4FAF-8ADA-6D251C2714B1}"/>
              </a:ext>
            </a:extLst>
          </p:cNvPr>
          <p:cNvSpPr>
            <a:spLocks xmlns:a="http://schemas.openxmlformats.org/drawingml/2006/main" noGrp="1"/>
          </p:cNvSpPr>
          <p:nvPr/>
        </p:nvSpPr>
        <p:spPr>
          <a:xfrm xmlns:a="http://schemas.openxmlformats.org/drawingml/2006/main">
            <a:off x="6032101" y="5657850"/>
            <a:ext cx="29612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مع</a:t>
            </a:r>
          </a:p>
        </p:txBody>
      </p:sp>
      <p:sp>
        <p:nvSpPr>
          <p:cNvPr id="41" name="text-109">
            <a:extLst xmlns:a="http://schemas.openxmlformats.org/drawingml/2006/main">
              <a:ext uri="{FF2B5EF4-FFF2-40B4-BE49-F238E27FC236}">
                <a16:creationId xmlns:a16="http://schemas.microsoft.com/office/drawing/2014/main" id="{60B585F0-B721-4FA0-9363-C02D02C0E1B2}"/>
              </a:ext>
            </a:extLst>
          </p:cNvPr>
          <p:cNvSpPr>
            <a:spLocks xmlns:a="http://schemas.openxmlformats.org/drawingml/2006/main" noGrp="1"/>
          </p:cNvSpPr>
          <p:nvPr/>
        </p:nvSpPr>
        <p:spPr>
          <a:xfrm xmlns:a="http://schemas.openxmlformats.org/drawingml/2006/main">
            <a:off x="5307250" y="5657850"/>
            <a:ext cx="67246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الجواب</a:t>
            </a:r>
          </a:p>
        </p:txBody>
      </p:sp>
    </p:spTree>
    <p:extLst>
      <p:ext uri="{BB962C8B-B14F-4D97-AF65-F5344CB8AC3E}">
        <p14:creationId xmlns:p14="http://schemas.microsoft.com/office/powerpoint/2010/main" val="853468130"/>
      </p:ext>
    </p:extLst>
  </p:cSld>
</p:sld>
</file>

<file path=ppt/slides/slide4.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29" name="text-110">
            <a:extLst xmlns:a="http://schemas.openxmlformats.org/drawingml/2006/main">
              <a:ext uri="{FF2B5EF4-FFF2-40B4-BE49-F238E27FC236}">
                <a16:creationId xmlns:a16="http://schemas.microsoft.com/office/drawing/2014/main" id="{EE1F6870-955A-4CA2-B825-CEB234B63B4E}"/>
              </a:ext>
            </a:extLst>
          </p:cNvPr>
          <p:cNvSpPr>
            <a:spLocks xmlns:a="http://schemas.openxmlformats.org/drawingml/2006/main" noGrp="1"/>
          </p:cNvSpPr>
          <p:nvPr/>
        </p:nvSpPr>
        <p:spPr>
          <a:xfrm xmlns:a="http://schemas.openxmlformats.org/drawingml/2006/main">
            <a:off x="10179947" y="457200"/>
            <a:ext cx="140245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مجلس</a:t>
            </a:r>
          </a:p>
        </p:txBody>
      </p:sp>
      <p:sp>
        <p:nvSpPr>
          <p:cNvPr id="2" name="text-111">
            <a:extLst xmlns:a="http://schemas.openxmlformats.org/drawingml/2006/main">
              <a:ext uri="{FF2B5EF4-FFF2-40B4-BE49-F238E27FC236}">
                <a16:creationId xmlns:a16="http://schemas.microsoft.com/office/drawing/2014/main" id="{980E49EF-C272-419D-A957-847320C1AD3B}"/>
              </a:ext>
            </a:extLst>
          </p:cNvPr>
          <p:cNvSpPr>
            <a:spLocks xmlns:a="http://schemas.openxmlformats.org/drawingml/2006/main" noGrp="1"/>
          </p:cNvSpPr>
          <p:nvPr/>
        </p:nvSpPr>
        <p:spPr>
          <a:xfrm xmlns:a="http://schemas.openxmlformats.org/drawingml/2006/main">
            <a:off x="8243834" y="457200"/>
            <a:ext cx="183514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سلسبيل</a:t>
            </a:r>
          </a:p>
        </p:txBody>
      </p:sp>
      <p:sp>
        <p:nvSpPr>
          <p:cNvPr id="3" name="text-112">
            <a:extLst xmlns:a="http://schemas.openxmlformats.org/drawingml/2006/main">
              <a:ext uri="{FF2B5EF4-FFF2-40B4-BE49-F238E27FC236}">
                <a16:creationId xmlns:a16="http://schemas.microsoft.com/office/drawing/2014/main" id="{0AE08E47-E55B-4D59-8196-D8D685FBCB8A}"/>
              </a:ext>
            </a:extLst>
          </p:cNvPr>
          <p:cNvSpPr>
            <a:spLocks xmlns:a="http://schemas.openxmlformats.org/drawingml/2006/main" noGrp="1"/>
          </p:cNvSpPr>
          <p:nvPr/>
        </p:nvSpPr>
        <p:spPr>
          <a:xfrm xmlns:a="http://schemas.openxmlformats.org/drawingml/2006/main">
            <a:off x="6986184" y="457200"/>
            <a:ext cx="115668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يوضح</a:t>
            </a:r>
          </a:p>
        </p:txBody>
      </p:sp>
      <p:sp>
        <p:nvSpPr>
          <p:cNvPr id="4" name="text-113">
            <a:extLst xmlns:a="http://schemas.openxmlformats.org/drawingml/2006/main">
              <a:ext uri="{FF2B5EF4-FFF2-40B4-BE49-F238E27FC236}">
                <a16:creationId xmlns:a16="http://schemas.microsoft.com/office/drawing/2014/main" id="{ED07B9C5-97B4-406A-A7E5-F58820C03E10}"/>
              </a:ext>
            </a:extLst>
          </p:cNvPr>
          <p:cNvSpPr>
            <a:spLocks xmlns:a="http://schemas.openxmlformats.org/drawingml/2006/main" noGrp="1"/>
          </p:cNvSpPr>
          <p:nvPr/>
        </p:nvSpPr>
        <p:spPr>
          <a:xfrm xmlns:a="http://schemas.openxmlformats.org/drawingml/2006/main">
            <a:off x="6193422" y="457200"/>
            <a:ext cx="6917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دور</a:t>
            </a:r>
          </a:p>
        </p:txBody>
      </p:sp>
      <p:sp>
        <p:nvSpPr>
          <p:cNvPr id="5" name="text-114">
            <a:extLst xmlns:a="http://schemas.openxmlformats.org/drawingml/2006/main">
              <a:ext uri="{FF2B5EF4-FFF2-40B4-BE49-F238E27FC236}">
                <a16:creationId xmlns:a16="http://schemas.microsoft.com/office/drawing/2014/main" id="{A7287AD8-60FF-4E3E-9EBF-A7088899C754}"/>
              </a:ext>
            </a:extLst>
          </p:cNvPr>
          <p:cNvSpPr>
            <a:spLocks xmlns:a="http://schemas.openxmlformats.org/drawingml/2006/main" noGrp="1"/>
          </p:cNvSpPr>
          <p:nvPr/>
        </p:nvSpPr>
        <p:spPr>
          <a:xfrm xmlns:a="http://schemas.openxmlformats.org/drawingml/2006/main">
            <a:off x="5469110" y="457200"/>
            <a:ext cx="62334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كل</a:t>
            </a:r>
          </a:p>
        </p:txBody>
      </p:sp>
      <p:sp>
        <p:nvSpPr>
          <p:cNvPr id="6" name="text-115">
            <a:extLst xmlns:a="http://schemas.openxmlformats.org/drawingml/2006/main">
              <a:ext uri="{FF2B5EF4-FFF2-40B4-BE49-F238E27FC236}">
                <a16:creationId xmlns:a16="http://schemas.microsoft.com/office/drawing/2014/main" id="{914E3155-5C75-45FC-9878-799666FA64B7}"/>
              </a:ext>
            </a:extLst>
          </p:cNvPr>
          <p:cNvSpPr>
            <a:spLocks xmlns:a="http://schemas.openxmlformats.org/drawingml/2006/main" noGrp="1"/>
          </p:cNvSpPr>
          <p:nvPr/>
        </p:nvSpPr>
        <p:spPr>
          <a:xfrm xmlns:a="http://schemas.openxmlformats.org/drawingml/2006/main">
            <a:off x="3673861" y="457200"/>
            <a:ext cx="169428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شخصية</a:t>
            </a:r>
          </a:p>
        </p:txBody>
      </p:sp>
      <p:sp>
        <p:nvSpPr>
          <p:cNvPr id="7" name="shape-116">
            <a:extLst xmlns:a="http://schemas.openxmlformats.org/drawingml/2006/main">
              <a:ext uri="{FF2B5EF4-FFF2-40B4-BE49-F238E27FC236}">
                <a16:creationId xmlns:a16="http://schemas.microsoft.com/office/drawing/2014/main" id="{F86896FC-BAFA-4789-AB79-F57ECCBE176D}"/>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8" name="text-117">
            <a:extLst xmlns:a="http://schemas.openxmlformats.org/drawingml/2006/main">
              <a:ext uri="{FF2B5EF4-FFF2-40B4-BE49-F238E27FC236}">
                <a16:creationId xmlns:a16="http://schemas.microsoft.com/office/drawing/2014/main" id="{48F977BD-B19D-430A-8B2E-C8596DFD48D2}"/>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9" name="text-118">
            <a:extLst xmlns:a="http://schemas.openxmlformats.org/drawingml/2006/main">
              <a:ext uri="{FF2B5EF4-FFF2-40B4-BE49-F238E27FC236}">
                <a16:creationId xmlns:a16="http://schemas.microsoft.com/office/drawing/2014/main" id="{78E9A8FC-350F-4032-85CA-CE1BFBD1C21F}"/>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10" name="text-119">
            <a:extLst xmlns:a="http://schemas.openxmlformats.org/drawingml/2006/main">
              <a:ext uri="{FF2B5EF4-FFF2-40B4-BE49-F238E27FC236}">
                <a16:creationId xmlns:a16="http://schemas.microsoft.com/office/drawing/2014/main" id="{F92C17D5-5170-496C-B199-DCA335CD2850}"/>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1" name="text-120">
            <a:extLst xmlns:a="http://schemas.openxmlformats.org/drawingml/2006/main">
              <a:ext uri="{FF2B5EF4-FFF2-40B4-BE49-F238E27FC236}">
                <a16:creationId xmlns:a16="http://schemas.microsoft.com/office/drawing/2014/main" id="{21FC8CD3-F130-4AE5-8EB1-4818D61A07C7}"/>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2" name="text-121">
            <a:extLst xmlns:a="http://schemas.openxmlformats.org/drawingml/2006/main">
              <a:ext uri="{FF2B5EF4-FFF2-40B4-BE49-F238E27FC236}">
                <a16:creationId xmlns:a16="http://schemas.microsoft.com/office/drawing/2014/main" id="{440707BA-FFC4-4959-911C-9F7D1A1A2378}"/>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3" name="text-122">
            <a:extLst xmlns:a="http://schemas.openxmlformats.org/drawingml/2006/main">
              <a:ext uri="{FF2B5EF4-FFF2-40B4-BE49-F238E27FC236}">
                <a16:creationId xmlns:a16="http://schemas.microsoft.com/office/drawing/2014/main" id="{D492FFB0-2105-4F1C-AE25-97FCB6B47141}"/>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4" name="text-123">
            <a:extLst xmlns:a="http://schemas.openxmlformats.org/drawingml/2006/main">
              <a:ext uri="{FF2B5EF4-FFF2-40B4-BE49-F238E27FC236}">
                <a16:creationId xmlns:a16="http://schemas.microsoft.com/office/drawing/2014/main" id="{383F2DCE-3647-4519-BA0D-8D19604D4B01}"/>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04</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64f0739331044406"/>
          <a:stretch xmlns:a="http://schemas.openxmlformats.org/drawingml/2006/main"/>
        </p:blipFill>
        <p:spPr>
          <a:xfrm xmlns:a="http://schemas.openxmlformats.org/drawingml/2006/main">
            <a:off x="609600" y="1477166"/>
            <a:ext cx="7477125" cy="4208469"/>
          </a:xfrm>
          <a:prstGeom xmlns:a="http://schemas.openxmlformats.org/drawingml/2006/main" prst="rect">
            <a:avLst/>
          </a:prstGeom>
        </p:spPr>
      </p:pic>
      <p:sp>
        <p:nvSpPr>
          <p:cNvPr id="16" name="text-124">
            <a:extLst xmlns:a="http://schemas.openxmlformats.org/drawingml/2006/main">
              <a:ext uri="{FF2B5EF4-FFF2-40B4-BE49-F238E27FC236}">
                <a16:creationId xmlns:a16="http://schemas.microsoft.com/office/drawing/2014/main" id="{A37BB1DA-9320-4B13-B4F6-91D96D6DE5CD}"/>
              </a:ext>
            </a:extLst>
          </p:cNvPr>
          <p:cNvSpPr>
            <a:spLocks xmlns:a="http://schemas.openxmlformats.org/drawingml/2006/main" noGrp="1"/>
          </p:cNvSpPr>
          <p:nvPr/>
        </p:nvSpPr>
        <p:spPr>
          <a:xfrm xmlns:a="http://schemas.openxmlformats.org/drawingml/2006/main">
            <a:off x="10998281" y="1514475"/>
            <a:ext cx="584119"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DDC087"/>
                </a:solidFill>
                <a:latin typeface="Tahoma"/>
                <a:ea typeface="Tahoma"/>
                <a:cs typeface="Tahoma"/>
              </a:defRPr>
            </a:pPr>
            <a:r>
              <a:rPr sz="2250" b="1">
                <a:solidFill>
                  <a:srgbClr val="DDC087"/>
                </a:solidFill>
                <a:latin typeface="Tahoma"/>
                <a:ea typeface="Tahoma"/>
                <a:cs typeface="Tahoma"/>
              </a:rPr>
              <a:t>برق</a:t>
            </a:r>
          </a:p>
        </p:txBody>
      </p:sp>
      <p:sp>
        <p:nvSpPr>
          <p:cNvPr id="17" name="text-125">
            <a:extLst xmlns:a="http://schemas.openxmlformats.org/drawingml/2006/main">
              <a:ext uri="{FF2B5EF4-FFF2-40B4-BE49-F238E27FC236}">
                <a16:creationId xmlns:a16="http://schemas.microsoft.com/office/drawing/2014/main" id="{2878132B-CD8B-43E0-9704-08976F49E64D}"/>
              </a:ext>
            </a:extLst>
          </p:cNvPr>
          <p:cNvSpPr>
            <a:spLocks xmlns:a="http://schemas.openxmlformats.org/drawingml/2006/main" noGrp="1"/>
          </p:cNvSpPr>
          <p:nvPr/>
        </p:nvSpPr>
        <p:spPr>
          <a:xfrm xmlns:a="http://schemas.openxmlformats.org/drawingml/2006/main">
            <a:off x="10092229" y="1514475"/>
            <a:ext cx="841378"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DDC087"/>
                </a:solidFill>
                <a:latin typeface="Tahoma"/>
                <a:ea typeface="Tahoma"/>
                <a:cs typeface="Tahoma"/>
              </a:defRPr>
            </a:pPr>
            <a:r>
              <a:rPr sz="2250" b="1">
                <a:solidFill>
                  <a:srgbClr val="DDC087"/>
                </a:solidFill>
                <a:latin typeface="Tahoma"/>
                <a:ea typeface="Tahoma"/>
                <a:cs typeface="Tahoma"/>
              </a:rPr>
              <a:t>الفتى</a:t>
            </a:r>
          </a:p>
        </p:txBody>
      </p:sp>
      <p:sp>
        <p:nvSpPr>
          <p:cNvPr id="18" name="text-126">
            <a:extLst xmlns:a="http://schemas.openxmlformats.org/drawingml/2006/main">
              <a:ext uri="{FF2B5EF4-FFF2-40B4-BE49-F238E27FC236}">
                <a16:creationId xmlns:a16="http://schemas.microsoft.com/office/drawing/2014/main" id="{C7B9E892-34AD-4B68-8820-A9DFE6C4C9AA}"/>
              </a:ext>
            </a:extLst>
          </p:cNvPr>
          <p:cNvSpPr>
            <a:spLocks xmlns:a="http://schemas.openxmlformats.org/drawingml/2006/main" noGrp="1"/>
          </p:cNvSpPr>
          <p:nvPr/>
        </p:nvSpPr>
        <p:spPr>
          <a:xfrm xmlns:a="http://schemas.openxmlformats.org/drawingml/2006/main">
            <a:off x="10968899" y="2019300"/>
            <a:ext cx="6135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القرآن</a:t>
            </a:r>
          </a:p>
        </p:txBody>
      </p:sp>
      <p:sp>
        <p:nvSpPr>
          <p:cNvPr id="19" name="text-127">
            <a:extLst xmlns:a="http://schemas.openxmlformats.org/drawingml/2006/main">
              <a:ext uri="{FF2B5EF4-FFF2-40B4-BE49-F238E27FC236}">
                <a16:creationId xmlns:a16="http://schemas.microsoft.com/office/drawing/2014/main" id="{BC21CAAE-DBAE-4164-B760-C2344415C20F}"/>
              </a:ext>
            </a:extLst>
          </p:cNvPr>
          <p:cNvSpPr>
            <a:spLocks xmlns:a="http://schemas.openxmlformats.org/drawingml/2006/main" noGrp="1"/>
          </p:cNvSpPr>
          <p:nvPr/>
        </p:nvSpPr>
        <p:spPr>
          <a:xfrm xmlns:a="http://schemas.openxmlformats.org/drawingml/2006/main">
            <a:off x="10045960" y="2019300"/>
            <a:ext cx="86759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والحديث</a:t>
            </a:r>
          </a:p>
        </p:txBody>
      </p:sp>
      <p:sp>
        <p:nvSpPr>
          <p:cNvPr id="20" name="text-128">
            <a:extLst xmlns:a="http://schemas.openxmlformats.org/drawingml/2006/main">
              <a:ext uri="{FF2B5EF4-FFF2-40B4-BE49-F238E27FC236}">
                <a16:creationId xmlns:a16="http://schemas.microsoft.com/office/drawing/2014/main" id="{0EB832AA-C891-436C-B571-522F681ED174}"/>
              </a:ext>
            </a:extLst>
          </p:cNvPr>
          <p:cNvSpPr>
            <a:spLocks xmlns:a="http://schemas.openxmlformats.org/drawingml/2006/main" noGrp="1"/>
          </p:cNvSpPr>
          <p:nvPr/>
        </p:nvSpPr>
        <p:spPr>
          <a:xfrm xmlns:a="http://schemas.openxmlformats.org/drawingml/2006/main">
            <a:off x="9376825" y="2019300"/>
            <a:ext cx="61379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واللغة</a:t>
            </a:r>
          </a:p>
        </p:txBody>
      </p:sp>
      <p:sp>
        <p:nvSpPr>
          <p:cNvPr id="21" name="text-129">
            <a:extLst xmlns:a="http://schemas.openxmlformats.org/drawingml/2006/main">
              <a:ext uri="{FF2B5EF4-FFF2-40B4-BE49-F238E27FC236}">
                <a16:creationId xmlns:a16="http://schemas.microsoft.com/office/drawing/2014/main" id="{AFAAC8BA-9E87-4472-96F7-E61FFCA14186}"/>
              </a:ext>
            </a:extLst>
          </p:cNvPr>
          <p:cNvSpPr>
            <a:spLocks xmlns:a="http://schemas.openxmlformats.org/drawingml/2006/main" noGrp="1"/>
          </p:cNvSpPr>
          <p:nvPr/>
        </p:nvSpPr>
        <p:spPr>
          <a:xfrm xmlns:a="http://schemas.openxmlformats.org/drawingml/2006/main">
            <a:off x="11015221" y="2905125"/>
            <a:ext cx="567179"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DDC087"/>
                </a:solidFill>
                <a:latin typeface="Tahoma"/>
                <a:ea typeface="Tahoma"/>
                <a:cs typeface="Tahoma"/>
              </a:defRPr>
            </a:pPr>
            <a:r>
              <a:rPr sz="2250" b="1">
                <a:solidFill>
                  <a:srgbClr val="DDC087"/>
                </a:solidFill>
                <a:latin typeface="Tahoma"/>
                <a:ea typeface="Tahoma"/>
                <a:cs typeface="Tahoma"/>
              </a:rPr>
              <a:t>لينة</a:t>
            </a:r>
          </a:p>
        </p:txBody>
      </p:sp>
      <p:sp>
        <p:nvSpPr>
          <p:cNvPr id="22" name="text-130">
            <a:extLst xmlns:a="http://schemas.openxmlformats.org/drawingml/2006/main">
              <a:ext uri="{FF2B5EF4-FFF2-40B4-BE49-F238E27FC236}">
                <a16:creationId xmlns:a16="http://schemas.microsoft.com/office/drawing/2014/main" id="{716BF248-CC29-4711-81C5-C6FD5D38C7A8}"/>
              </a:ext>
            </a:extLst>
          </p:cNvPr>
          <p:cNvSpPr>
            <a:spLocks xmlns:a="http://schemas.openxmlformats.org/drawingml/2006/main" noGrp="1"/>
          </p:cNvSpPr>
          <p:nvPr/>
        </p:nvSpPr>
        <p:spPr>
          <a:xfrm xmlns:a="http://schemas.openxmlformats.org/drawingml/2006/main">
            <a:off x="11028255" y="3409950"/>
            <a:ext cx="55414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الفقه</a:t>
            </a:r>
          </a:p>
        </p:txBody>
      </p:sp>
      <p:sp>
        <p:nvSpPr>
          <p:cNvPr id="23" name="text-131">
            <a:extLst xmlns:a="http://schemas.openxmlformats.org/drawingml/2006/main">
              <a:ext uri="{FF2B5EF4-FFF2-40B4-BE49-F238E27FC236}">
                <a16:creationId xmlns:a16="http://schemas.microsoft.com/office/drawing/2014/main" id="{16B26E18-2935-4DCF-B3CD-A31D8B8900CA}"/>
              </a:ext>
            </a:extLst>
          </p:cNvPr>
          <p:cNvSpPr>
            <a:spLocks xmlns:a="http://schemas.openxmlformats.org/drawingml/2006/main" noGrp="1"/>
          </p:cNvSpPr>
          <p:nvPr/>
        </p:nvSpPr>
        <p:spPr>
          <a:xfrm xmlns:a="http://schemas.openxmlformats.org/drawingml/2006/main">
            <a:off x="10263661" y="3409950"/>
            <a:ext cx="70925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وأحكام</a:t>
            </a:r>
          </a:p>
        </p:txBody>
      </p:sp>
      <p:sp>
        <p:nvSpPr>
          <p:cNvPr id="24" name="text-132">
            <a:extLst xmlns:a="http://schemas.openxmlformats.org/drawingml/2006/main">
              <a:ext uri="{FF2B5EF4-FFF2-40B4-BE49-F238E27FC236}">
                <a16:creationId xmlns:a16="http://schemas.microsoft.com/office/drawing/2014/main" id="{B3B2B4E7-7D75-4977-A56D-19E9B6C11315}"/>
              </a:ext>
            </a:extLst>
          </p:cNvPr>
          <p:cNvSpPr>
            <a:spLocks xmlns:a="http://schemas.openxmlformats.org/drawingml/2006/main" noGrp="1"/>
          </p:cNvSpPr>
          <p:nvPr/>
        </p:nvSpPr>
        <p:spPr>
          <a:xfrm xmlns:a="http://schemas.openxmlformats.org/drawingml/2006/main">
            <a:off x="9503482" y="3409950"/>
            <a:ext cx="70483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الأسرة</a:t>
            </a:r>
          </a:p>
        </p:txBody>
      </p:sp>
      <p:sp>
        <p:nvSpPr>
          <p:cNvPr id="25" name="text-133">
            <a:extLst xmlns:a="http://schemas.openxmlformats.org/drawingml/2006/main">
              <a:ext uri="{FF2B5EF4-FFF2-40B4-BE49-F238E27FC236}">
                <a16:creationId xmlns:a16="http://schemas.microsoft.com/office/drawing/2014/main" id="{26C92368-CA97-4788-B079-8B597BD01FAF}"/>
              </a:ext>
            </a:extLst>
          </p:cNvPr>
          <p:cNvSpPr>
            <a:spLocks xmlns:a="http://schemas.openxmlformats.org/drawingml/2006/main" noGrp="1"/>
          </p:cNvSpPr>
          <p:nvPr/>
        </p:nvSpPr>
        <p:spPr>
          <a:xfrm xmlns:a="http://schemas.openxmlformats.org/drawingml/2006/main">
            <a:off x="10832257" y="4295775"/>
            <a:ext cx="750143"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DDC087"/>
                </a:solidFill>
                <a:latin typeface="Tahoma"/>
                <a:ea typeface="Tahoma"/>
                <a:cs typeface="Tahoma"/>
              </a:defRPr>
            </a:pPr>
            <a:r>
              <a:rPr sz="2250" b="1">
                <a:solidFill>
                  <a:srgbClr val="DDC087"/>
                </a:solidFill>
                <a:latin typeface="Tahoma"/>
                <a:ea typeface="Tahoma"/>
                <a:cs typeface="Tahoma"/>
              </a:rPr>
              <a:t>قبس</a:t>
            </a:r>
          </a:p>
        </p:txBody>
      </p:sp>
      <p:sp>
        <p:nvSpPr>
          <p:cNvPr id="26" name="text-134">
            <a:extLst xmlns:a="http://schemas.openxmlformats.org/drawingml/2006/main">
              <a:ext uri="{FF2B5EF4-FFF2-40B4-BE49-F238E27FC236}">
                <a16:creationId xmlns:a16="http://schemas.microsoft.com/office/drawing/2014/main" id="{32DD3F64-E313-4694-B344-3A4082445F04}"/>
              </a:ext>
            </a:extLst>
          </p:cNvPr>
          <p:cNvSpPr>
            <a:spLocks xmlns:a="http://schemas.openxmlformats.org/drawingml/2006/main" noGrp="1"/>
          </p:cNvSpPr>
          <p:nvPr/>
        </p:nvSpPr>
        <p:spPr>
          <a:xfrm xmlns:a="http://schemas.openxmlformats.org/drawingml/2006/main">
            <a:off x="10933483" y="4800600"/>
            <a:ext cx="64891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البحث</a:t>
            </a:r>
          </a:p>
        </p:txBody>
      </p:sp>
      <p:sp>
        <p:nvSpPr>
          <p:cNvPr id="27" name="text-135">
            <a:extLst xmlns:a="http://schemas.openxmlformats.org/drawingml/2006/main">
              <a:ext uri="{FF2B5EF4-FFF2-40B4-BE49-F238E27FC236}">
                <a16:creationId xmlns:a16="http://schemas.microsoft.com/office/drawing/2014/main" id="{5D6E1091-E920-4C09-8C48-8F68DF95B056}"/>
              </a:ext>
            </a:extLst>
          </p:cNvPr>
          <p:cNvSpPr>
            <a:spLocks xmlns:a="http://schemas.openxmlformats.org/drawingml/2006/main" noGrp="1"/>
          </p:cNvSpPr>
          <p:nvPr/>
        </p:nvSpPr>
        <p:spPr>
          <a:xfrm xmlns:a="http://schemas.openxmlformats.org/drawingml/2006/main">
            <a:off x="10407683" y="4800600"/>
            <a:ext cx="47046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وربط</a:t>
            </a:r>
          </a:p>
        </p:txBody>
      </p:sp>
      <p:sp>
        <p:nvSpPr>
          <p:cNvPr id="28" name="text-136">
            <a:extLst xmlns:a="http://schemas.openxmlformats.org/drawingml/2006/main">
              <a:ext uri="{FF2B5EF4-FFF2-40B4-BE49-F238E27FC236}">
                <a16:creationId xmlns:a16="http://schemas.microsoft.com/office/drawing/2014/main" id="{A637F03B-F935-406D-B4B5-A5D63B642F3A}"/>
              </a:ext>
            </a:extLst>
          </p:cNvPr>
          <p:cNvSpPr>
            <a:spLocks xmlns:a="http://schemas.openxmlformats.org/drawingml/2006/main" noGrp="1"/>
          </p:cNvSpPr>
          <p:nvPr/>
        </p:nvSpPr>
        <p:spPr>
          <a:xfrm xmlns:a="http://schemas.openxmlformats.org/drawingml/2006/main">
            <a:off x="9781323" y="4800600"/>
            <a:ext cx="5710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الأدلة</a:t>
            </a:r>
          </a:p>
        </p:txBody>
      </p:sp>
    </p:spTree>
    <p:extLst>
      <p:ext uri="{BB962C8B-B14F-4D97-AF65-F5344CB8AC3E}">
        <p14:creationId xmlns:p14="http://schemas.microsoft.com/office/powerpoint/2010/main" val="150150885"/>
      </p:ext>
    </p:extLst>
  </p:cSld>
</p:sld>
</file>

<file path=ppt/slides/slide5.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3" name="text-137">
            <a:extLst xmlns:a="http://schemas.openxmlformats.org/drawingml/2006/main">
              <a:ext uri="{FF2B5EF4-FFF2-40B4-BE49-F238E27FC236}">
                <a16:creationId xmlns:a16="http://schemas.microsoft.com/office/drawing/2014/main" id="{527B74F3-3684-4947-B794-0245D569D9E9}"/>
              </a:ext>
            </a:extLst>
          </p:cNvPr>
          <p:cNvSpPr>
            <a:spLocks xmlns:a="http://schemas.openxmlformats.org/drawingml/2006/main" noGrp="1"/>
          </p:cNvSpPr>
          <p:nvPr/>
        </p:nvSpPr>
        <p:spPr>
          <a:xfrm xmlns:a="http://schemas.openxmlformats.org/drawingml/2006/main">
            <a:off x="10694464" y="457200"/>
            <a:ext cx="887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كيف</a:t>
            </a:r>
          </a:p>
        </p:txBody>
      </p:sp>
      <p:sp>
        <p:nvSpPr>
          <p:cNvPr id="2" name="text-138">
            <a:extLst xmlns:a="http://schemas.openxmlformats.org/drawingml/2006/main">
              <a:ext uri="{FF2B5EF4-FFF2-40B4-BE49-F238E27FC236}">
                <a16:creationId xmlns:a16="http://schemas.microsoft.com/office/drawing/2014/main" id="{119F443E-DFC4-4E7A-B811-840586F4A967}"/>
              </a:ext>
            </a:extLst>
          </p:cNvPr>
          <p:cNvSpPr>
            <a:spLocks xmlns:a="http://schemas.openxmlformats.org/drawingml/2006/main" noGrp="1"/>
          </p:cNvSpPr>
          <p:nvPr/>
        </p:nvSpPr>
        <p:spPr>
          <a:xfrm xmlns:a="http://schemas.openxmlformats.org/drawingml/2006/main">
            <a:off x="9628594" y="457200"/>
            <a:ext cx="96490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تبدأ؟</a:t>
            </a:r>
          </a:p>
        </p:txBody>
      </p:sp>
      <p:sp>
        <p:nvSpPr>
          <p:cNvPr id="3" name="text-139">
            <a:extLst xmlns:a="http://schemas.openxmlformats.org/drawingml/2006/main">
              <a:ext uri="{FF2B5EF4-FFF2-40B4-BE49-F238E27FC236}">
                <a16:creationId xmlns:a16="http://schemas.microsoft.com/office/drawing/2014/main" id="{B2952BE8-16CD-46AC-B2B4-DEE399E0153C}"/>
              </a:ext>
            </a:extLst>
          </p:cNvPr>
          <p:cNvSpPr>
            <a:spLocks xmlns:a="http://schemas.openxmlformats.org/drawingml/2006/main" noGrp="1"/>
          </p:cNvSpPr>
          <p:nvPr/>
        </p:nvSpPr>
        <p:spPr>
          <a:xfrm xmlns:a="http://schemas.openxmlformats.org/drawingml/2006/main">
            <a:off x="7833345" y="457200"/>
            <a:ext cx="169428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شخصية</a:t>
            </a:r>
          </a:p>
        </p:txBody>
      </p:sp>
      <p:sp>
        <p:nvSpPr>
          <p:cNvPr id="4" name="text-140">
            <a:extLst xmlns:a="http://schemas.openxmlformats.org/drawingml/2006/main">
              <a:ext uri="{FF2B5EF4-FFF2-40B4-BE49-F238E27FC236}">
                <a16:creationId xmlns:a16="http://schemas.microsoft.com/office/drawing/2014/main" id="{196E90BA-9BAF-472D-A4D4-EA805A2100EF}"/>
              </a:ext>
            </a:extLst>
          </p:cNvPr>
          <p:cNvSpPr>
            <a:spLocks xmlns:a="http://schemas.openxmlformats.org/drawingml/2006/main" noGrp="1"/>
          </p:cNvSpPr>
          <p:nvPr/>
        </p:nvSpPr>
        <p:spPr>
          <a:xfrm xmlns:a="http://schemas.openxmlformats.org/drawingml/2006/main">
            <a:off x="7234839" y="457200"/>
            <a:ext cx="4975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ثم</a:t>
            </a:r>
          </a:p>
        </p:txBody>
      </p:sp>
      <p:sp>
        <p:nvSpPr>
          <p:cNvPr id="5" name="text-141">
            <a:extLst xmlns:a="http://schemas.openxmlformats.org/drawingml/2006/main">
              <a:ext uri="{FF2B5EF4-FFF2-40B4-BE49-F238E27FC236}">
                <a16:creationId xmlns:a16="http://schemas.microsoft.com/office/drawing/2014/main" id="{77B885D2-8B2F-4722-9F44-9D2168A3E1D1}"/>
              </a:ext>
            </a:extLst>
          </p:cNvPr>
          <p:cNvSpPr>
            <a:spLocks xmlns:a="http://schemas.openxmlformats.org/drawingml/2006/main" noGrp="1"/>
          </p:cNvSpPr>
          <p:nvPr/>
        </p:nvSpPr>
        <p:spPr>
          <a:xfrm xmlns:a="http://schemas.openxmlformats.org/drawingml/2006/main">
            <a:off x="5928947" y="457200"/>
            <a:ext cx="12049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سؤال</a:t>
            </a:r>
          </a:p>
        </p:txBody>
      </p:sp>
      <p:sp>
        <p:nvSpPr>
          <p:cNvPr id="6" name="shape-142">
            <a:extLst xmlns:a="http://schemas.openxmlformats.org/drawingml/2006/main">
              <a:ext uri="{FF2B5EF4-FFF2-40B4-BE49-F238E27FC236}">
                <a16:creationId xmlns:a16="http://schemas.microsoft.com/office/drawing/2014/main" id="{59B4326F-A5DB-48A7-B2F7-61C77988CF32}"/>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143">
            <a:extLst xmlns:a="http://schemas.openxmlformats.org/drawingml/2006/main">
              <a:ext uri="{FF2B5EF4-FFF2-40B4-BE49-F238E27FC236}">
                <a16:creationId xmlns:a16="http://schemas.microsoft.com/office/drawing/2014/main" id="{F7222F71-CFC5-4D21-A0F8-13FFFEDF3F86}"/>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144">
            <a:extLst xmlns:a="http://schemas.openxmlformats.org/drawingml/2006/main">
              <a:ext uri="{FF2B5EF4-FFF2-40B4-BE49-F238E27FC236}">
                <a16:creationId xmlns:a16="http://schemas.microsoft.com/office/drawing/2014/main" id="{7CED4250-D315-41AD-A225-91661A608FE7}"/>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145">
            <a:extLst xmlns:a="http://schemas.openxmlformats.org/drawingml/2006/main">
              <a:ext uri="{FF2B5EF4-FFF2-40B4-BE49-F238E27FC236}">
                <a16:creationId xmlns:a16="http://schemas.microsoft.com/office/drawing/2014/main" id="{AAC73468-A988-4DA3-8E7B-3F5E457F66EC}"/>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146">
            <a:extLst xmlns:a="http://schemas.openxmlformats.org/drawingml/2006/main">
              <a:ext uri="{FF2B5EF4-FFF2-40B4-BE49-F238E27FC236}">
                <a16:creationId xmlns:a16="http://schemas.microsoft.com/office/drawing/2014/main" id="{8FCF40AE-1D7B-47E8-90B2-F459D4D842C7}"/>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147">
            <a:extLst xmlns:a="http://schemas.openxmlformats.org/drawingml/2006/main">
              <a:ext uri="{FF2B5EF4-FFF2-40B4-BE49-F238E27FC236}">
                <a16:creationId xmlns:a16="http://schemas.microsoft.com/office/drawing/2014/main" id="{582847D8-2EC4-42E6-90AF-02D05796D0A5}"/>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148">
            <a:extLst xmlns:a="http://schemas.openxmlformats.org/drawingml/2006/main">
              <a:ext uri="{FF2B5EF4-FFF2-40B4-BE49-F238E27FC236}">
                <a16:creationId xmlns:a16="http://schemas.microsoft.com/office/drawing/2014/main" id="{CA74ED03-AD1E-4B34-9B3B-2CF8A5DB7B2F}"/>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149">
            <a:extLst xmlns:a="http://schemas.openxmlformats.org/drawingml/2006/main">
              <a:ext uri="{FF2B5EF4-FFF2-40B4-BE49-F238E27FC236}">
                <a16:creationId xmlns:a16="http://schemas.microsoft.com/office/drawing/2014/main" id="{311561E4-1631-49AD-BEE0-B7FAD0571AC2}"/>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05</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68b681849ab44bf0"/>
          <a:stretch xmlns:a="http://schemas.openxmlformats.org/drawingml/2006/main"/>
        </p:blipFill>
        <p:spPr>
          <a:xfrm xmlns:a="http://schemas.openxmlformats.org/drawingml/2006/main">
            <a:off x="609600" y="1477166"/>
            <a:ext cx="7477125" cy="4208469"/>
          </a:xfrm>
          <a:prstGeom xmlns:a="http://schemas.openxmlformats.org/drawingml/2006/main" prst="rect">
            <a:avLst/>
          </a:prstGeom>
        </p:spPr>
      </p:pic>
      <p:sp>
        <p:nvSpPr>
          <p:cNvPr id="15" name="text-150">
            <a:extLst xmlns:a="http://schemas.openxmlformats.org/drawingml/2006/main">
              <a:ext uri="{FF2B5EF4-FFF2-40B4-BE49-F238E27FC236}">
                <a16:creationId xmlns:a16="http://schemas.microsoft.com/office/drawing/2014/main" id="{8742DB49-E432-4E23-A8C6-BDF39E099D98}"/>
              </a:ext>
            </a:extLst>
          </p:cNvPr>
          <p:cNvSpPr>
            <a:spLocks xmlns:a="http://schemas.openxmlformats.org/drawingml/2006/main" noGrp="1"/>
          </p:cNvSpPr>
          <p:nvPr/>
        </p:nvSpPr>
        <p:spPr>
          <a:xfrm xmlns:a="http://schemas.openxmlformats.org/drawingml/2006/main">
            <a:off x="10983224" y="1590675"/>
            <a:ext cx="59917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DDC087"/>
                </a:solidFill>
                <a:latin typeface="Tahoma"/>
                <a:ea typeface="Tahoma"/>
                <a:cs typeface="Tahoma"/>
              </a:defRPr>
            </a:pPr>
            <a:r>
              <a:rPr sz="2175" b="1">
                <a:solidFill>
                  <a:srgbClr val="DDC087"/>
                </a:solidFill>
                <a:latin typeface="Tahoma"/>
                <a:ea typeface="Tahoma"/>
                <a:cs typeface="Tahoma"/>
              </a:rPr>
              <a:t>اختر</a:t>
            </a:r>
          </a:p>
        </p:txBody>
      </p:sp>
      <p:sp>
        <p:nvSpPr>
          <p:cNvPr id="16" name="text-151">
            <a:extLst xmlns:a="http://schemas.openxmlformats.org/drawingml/2006/main">
              <a:ext uri="{FF2B5EF4-FFF2-40B4-BE49-F238E27FC236}">
                <a16:creationId xmlns:a16="http://schemas.microsoft.com/office/drawing/2014/main" id="{FA36736A-0851-4DE8-9EE5-B8801D192718}"/>
              </a:ext>
            </a:extLst>
          </p:cNvPr>
          <p:cNvSpPr>
            <a:spLocks xmlns:a="http://schemas.openxmlformats.org/drawingml/2006/main" noGrp="1"/>
          </p:cNvSpPr>
          <p:nvPr/>
        </p:nvSpPr>
        <p:spPr>
          <a:xfrm xmlns:a="http://schemas.openxmlformats.org/drawingml/2006/main">
            <a:off x="9567992" y="1590675"/>
            <a:ext cx="135332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1">
                <a:solidFill>
                  <a:srgbClr val="DDC087"/>
                </a:solidFill>
                <a:latin typeface="Tahoma"/>
                <a:ea typeface="Tahoma"/>
                <a:cs typeface="Tahoma"/>
              </a:defRPr>
            </a:pPr>
            <a:r>
              <a:rPr sz="2175" b="1">
                <a:solidFill>
                  <a:srgbClr val="DDC087"/>
                </a:solidFill>
                <a:latin typeface="Tahoma"/>
                <a:ea typeface="Tahoma"/>
                <a:cs typeface="Tahoma"/>
              </a:rPr>
              <a:t>الشخصية</a:t>
            </a:r>
          </a:p>
        </p:txBody>
      </p:sp>
      <p:sp>
        <p:nvSpPr>
          <p:cNvPr id="17" name="text-152">
            <a:extLst xmlns:a="http://schemas.openxmlformats.org/drawingml/2006/main">
              <a:ext uri="{FF2B5EF4-FFF2-40B4-BE49-F238E27FC236}">
                <a16:creationId xmlns:a16="http://schemas.microsoft.com/office/drawing/2014/main" id="{ABAD098E-102C-4C2D-9836-6C698C4958E8}"/>
              </a:ext>
            </a:extLst>
          </p:cNvPr>
          <p:cNvSpPr>
            <a:spLocks xmlns:a="http://schemas.openxmlformats.org/drawingml/2006/main" noGrp="1"/>
          </p:cNvSpPr>
          <p:nvPr/>
        </p:nvSpPr>
        <p:spPr>
          <a:xfrm xmlns:a="http://schemas.openxmlformats.org/drawingml/2006/main">
            <a:off x="11051506" y="2371725"/>
            <a:ext cx="53089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اكتب</a:t>
            </a:r>
          </a:p>
        </p:txBody>
      </p:sp>
      <p:sp>
        <p:nvSpPr>
          <p:cNvPr id="18" name="text-153">
            <a:extLst xmlns:a="http://schemas.openxmlformats.org/drawingml/2006/main">
              <a:ext uri="{FF2B5EF4-FFF2-40B4-BE49-F238E27FC236}">
                <a16:creationId xmlns:a16="http://schemas.microsoft.com/office/drawing/2014/main" id="{A9A8FD9D-3BE9-4218-BAC4-FD9BDE260CF7}"/>
              </a:ext>
            </a:extLst>
          </p:cNvPr>
          <p:cNvSpPr>
            <a:spLocks xmlns:a="http://schemas.openxmlformats.org/drawingml/2006/main" noGrp="1"/>
          </p:cNvSpPr>
          <p:nvPr/>
        </p:nvSpPr>
        <p:spPr>
          <a:xfrm xmlns:a="http://schemas.openxmlformats.org/drawingml/2006/main">
            <a:off x="10720940" y="2371725"/>
            <a:ext cx="27522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ثم</a:t>
            </a:r>
          </a:p>
        </p:txBody>
      </p:sp>
      <p:sp>
        <p:nvSpPr>
          <p:cNvPr id="19" name="text-154">
            <a:extLst xmlns:a="http://schemas.openxmlformats.org/drawingml/2006/main">
              <a:ext uri="{FF2B5EF4-FFF2-40B4-BE49-F238E27FC236}">
                <a16:creationId xmlns:a16="http://schemas.microsoft.com/office/drawing/2014/main" id="{DE5BAC3E-419D-4BC3-92D2-936F5D7FD68D}"/>
              </a:ext>
            </a:extLst>
          </p:cNvPr>
          <p:cNvSpPr>
            <a:spLocks xmlns:a="http://schemas.openxmlformats.org/drawingml/2006/main" noGrp="1"/>
          </p:cNvSpPr>
          <p:nvPr/>
        </p:nvSpPr>
        <p:spPr>
          <a:xfrm xmlns:a="http://schemas.openxmlformats.org/drawingml/2006/main">
            <a:off x="10091342" y="2371725"/>
            <a:ext cx="5742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اضغط</a:t>
            </a:r>
          </a:p>
        </p:txBody>
      </p:sp>
      <p:sp>
        <p:nvSpPr>
          <p:cNvPr id="20" name="text-155">
            <a:extLst xmlns:a="http://schemas.openxmlformats.org/drawingml/2006/main">
              <a:ext uri="{FF2B5EF4-FFF2-40B4-BE49-F238E27FC236}">
                <a16:creationId xmlns:a16="http://schemas.microsoft.com/office/drawing/2014/main" id="{BCBBCD46-7560-4E3C-960C-9D281830AB0F}"/>
              </a:ext>
            </a:extLst>
          </p:cNvPr>
          <p:cNvSpPr>
            <a:spLocks xmlns:a="http://schemas.openxmlformats.org/drawingml/2006/main" noGrp="1"/>
          </p:cNvSpPr>
          <p:nvPr/>
        </p:nvSpPr>
        <p:spPr>
          <a:xfrm xmlns:a="http://schemas.openxmlformats.org/drawingml/2006/main">
            <a:off x="9229033" y="2371725"/>
            <a:ext cx="80696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الإرسال</a:t>
            </a:r>
          </a:p>
        </p:txBody>
      </p:sp>
      <p:sp>
        <p:nvSpPr>
          <p:cNvPr id="21" name="text-156">
            <a:extLst xmlns:a="http://schemas.openxmlformats.org/drawingml/2006/main">
              <a:ext uri="{FF2B5EF4-FFF2-40B4-BE49-F238E27FC236}">
                <a16:creationId xmlns:a16="http://schemas.microsoft.com/office/drawing/2014/main" id="{8BCA05A1-6AFD-4E6F-AB89-260645AFAC05}"/>
              </a:ext>
            </a:extLst>
          </p:cNvPr>
          <p:cNvSpPr>
            <a:spLocks xmlns:a="http://schemas.openxmlformats.org/drawingml/2006/main" noGrp="1"/>
          </p:cNvSpPr>
          <p:nvPr/>
        </p:nvSpPr>
        <p:spPr>
          <a:xfrm xmlns:a="http://schemas.openxmlformats.org/drawingml/2006/main">
            <a:off x="11382815" y="3124200"/>
            <a:ext cx="1995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أو</a:t>
            </a:r>
          </a:p>
        </p:txBody>
      </p:sp>
      <p:sp>
        <p:nvSpPr>
          <p:cNvPr id="22" name="text-157">
            <a:extLst xmlns:a="http://schemas.openxmlformats.org/drawingml/2006/main">
              <a:ext uri="{FF2B5EF4-FFF2-40B4-BE49-F238E27FC236}">
                <a16:creationId xmlns:a16="http://schemas.microsoft.com/office/drawing/2014/main" id="{CCDB70DA-1CB9-4B26-8245-A9D691D9C1DC}"/>
              </a:ext>
            </a:extLst>
          </p:cNvPr>
          <p:cNvSpPr>
            <a:spLocks xmlns:a="http://schemas.openxmlformats.org/drawingml/2006/main" noGrp="1"/>
          </p:cNvSpPr>
          <p:nvPr/>
        </p:nvSpPr>
        <p:spPr>
          <a:xfrm xmlns:a="http://schemas.openxmlformats.org/drawingml/2006/main">
            <a:off x="10753217" y="3124200"/>
            <a:ext cx="5742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اضغط</a:t>
            </a:r>
          </a:p>
        </p:txBody>
      </p:sp>
      <p:sp>
        <p:nvSpPr>
          <p:cNvPr id="23" name="text-158">
            <a:extLst xmlns:a="http://schemas.openxmlformats.org/drawingml/2006/main">
              <a:ext uri="{FF2B5EF4-FFF2-40B4-BE49-F238E27FC236}">
                <a16:creationId xmlns:a16="http://schemas.microsoft.com/office/drawing/2014/main" id="{1A3BBFF5-42FF-4CD6-B97C-749D1C9AB907}"/>
              </a:ext>
            </a:extLst>
          </p:cNvPr>
          <p:cNvSpPr>
            <a:spLocks xmlns:a="http://schemas.openxmlformats.org/drawingml/2006/main" noGrp="1"/>
          </p:cNvSpPr>
          <p:nvPr/>
        </p:nvSpPr>
        <p:spPr>
          <a:xfrm xmlns:a="http://schemas.openxmlformats.org/drawingml/2006/main">
            <a:off x="10102036" y="3124200"/>
            <a:ext cx="59584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سؤالًا</a:t>
            </a:r>
          </a:p>
        </p:txBody>
      </p:sp>
      <p:sp>
        <p:nvSpPr>
          <p:cNvPr id="24" name="text-159">
            <a:extLst xmlns:a="http://schemas.openxmlformats.org/drawingml/2006/main">
              <a:ext uri="{FF2B5EF4-FFF2-40B4-BE49-F238E27FC236}">
                <a16:creationId xmlns:a16="http://schemas.microsoft.com/office/drawing/2014/main" id="{69DDAA9F-8ADC-460C-9CA3-B0660BE428B0}"/>
              </a:ext>
            </a:extLst>
          </p:cNvPr>
          <p:cNvSpPr>
            <a:spLocks xmlns:a="http://schemas.openxmlformats.org/drawingml/2006/main" noGrp="1"/>
          </p:cNvSpPr>
          <p:nvPr/>
        </p:nvSpPr>
        <p:spPr>
          <a:xfrm xmlns:a="http://schemas.openxmlformats.org/drawingml/2006/main">
            <a:off x="9337344" y="3124200"/>
            <a:ext cx="70935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مقترحًا</a:t>
            </a:r>
          </a:p>
        </p:txBody>
      </p:sp>
      <p:sp>
        <p:nvSpPr>
          <p:cNvPr id="25" name="text-160">
            <a:extLst xmlns:a="http://schemas.openxmlformats.org/drawingml/2006/main">
              <a:ext uri="{FF2B5EF4-FFF2-40B4-BE49-F238E27FC236}">
                <a16:creationId xmlns:a16="http://schemas.microsoft.com/office/drawing/2014/main" id="{742A9959-171B-4AA2-B3B6-1D3C594E4D6F}"/>
              </a:ext>
            </a:extLst>
          </p:cNvPr>
          <p:cNvSpPr>
            <a:spLocks xmlns:a="http://schemas.openxmlformats.org/drawingml/2006/main" noGrp="1"/>
          </p:cNvSpPr>
          <p:nvPr/>
        </p:nvSpPr>
        <p:spPr>
          <a:xfrm xmlns:a="http://schemas.openxmlformats.org/drawingml/2006/main">
            <a:off x="11065830" y="3876675"/>
            <a:ext cx="51657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يظهر</a:t>
            </a:r>
          </a:p>
        </p:txBody>
      </p:sp>
      <p:sp>
        <p:nvSpPr>
          <p:cNvPr id="26" name="text-161">
            <a:extLst xmlns:a="http://schemas.openxmlformats.org/drawingml/2006/main">
              <a:ext uri="{FF2B5EF4-FFF2-40B4-BE49-F238E27FC236}">
                <a16:creationId xmlns:a16="http://schemas.microsoft.com/office/drawing/2014/main" id="{91D8CCBC-A9E0-47A2-8A71-E90B19C677A9}"/>
              </a:ext>
            </a:extLst>
          </p:cNvPr>
          <p:cNvSpPr>
            <a:spLocks xmlns:a="http://schemas.openxmlformats.org/drawingml/2006/main" noGrp="1"/>
          </p:cNvSpPr>
          <p:nvPr/>
        </p:nvSpPr>
        <p:spPr>
          <a:xfrm xmlns:a="http://schemas.openxmlformats.org/drawingml/2006/main">
            <a:off x="10311537" y="3876675"/>
            <a:ext cx="69895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الجواب</a:t>
            </a:r>
          </a:p>
        </p:txBody>
      </p:sp>
      <p:sp>
        <p:nvSpPr>
          <p:cNvPr id="27" name="text-162">
            <a:extLst xmlns:a="http://schemas.openxmlformats.org/drawingml/2006/main">
              <a:ext uri="{FF2B5EF4-FFF2-40B4-BE49-F238E27FC236}">
                <a16:creationId xmlns:a16="http://schemas.microsoft.com/office/drawing/2014/main" id="{54496674-B152-42AC-A101-A4AF3A168633}"/>
              </a:ext>
            </a:extLst>
          </p:cNvPr>
          <p:cNvSpPr>
            <a:spLocks xmlns:a="http://schemas.openxmlformats.org/drawingml/2006/main" noGrp="1"/>
          </p:cNvSpPr>
          <p:nvPr/>
        </p:nvSpPr>
        <p:spPr>
          <a:xfrm xmlns:a="http://schemas.openxmlformats.org/drawingml/2006/main">
            <a:off x="9532718" y="3876675"/>
            <a:ext cx="72347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تدريجيًا</a:t>
            </a:r>
          </a:p>
        </p:txBody>
      </p:sp>
      <p:sp>
        <p:nvSpPr>
          <p:cNvPr id="28" name="text-163">
            <a:extLst xmlns:a="http://schemas.openxmlformats.org/drawingml/2006/main">
              <a:ext uri="{FF2B5EF4-FFF2-40B4-BE49-F238E27FC236}">
                <a16:creationId xmlns:a16="http://schemas.microsoft.com/office/drawing/2014/main" id="{93EDFFE0-515E-47F2-99E8-2CB1CCB22BC0}"/>
              </a:ext>
            </a:extLst>
          </p:cNvPr>
          <p:cNvSpPr>
            <a:spLocks xmlns:a="http://schemas.openxmlformats.org/drawingml/2006/main" noGrp="1"/>
          </p:cNvSpPr>
          <p:nvPr/>
        </p:nvSpPr>
        <p:spPr>
          <a:xfrm xmlns:a="http://schemas.openxmlformats.org/drawingml/2006/main">
            <a:off x="11055430" y="4629150"/>
            <a:ext cx="52697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انتظر</a:t>
            </a:r>
          </a:p>
        </p:txBody>
      </p:sp>
      <p:sp>
        <p:nvSpPr>
          <p:cNvPr id="29" name="text-164">
            <a:extLst xmlns:a="http://schemas.openxmlformats.org/drawingml/2006/main">
              <a:ext uri="{FF2B5EF4-FFF2-40B4-BE49-F238E27FC236}">
                <a16:creationId xmlns:a16="http://schemas.microsoft.com/office/drawing/2014/main" id="{867C8614-66E3-476A-BE6A-217B89201282}"/>
              </a:ext>
            </a:extLst>
          </p:cNvPr>
          <p:cNvSpPr>
            <a:spLocks xmlns:a="http://schemas.openxmlformats.org/drawingml/2006/main" noGrp="1"/>
          </p:cNvSpPr>
          <p:nvPr/>
        </p:nvSpPr>
        <p:spPr>
          <a:xfrm xmlns:a="http://schemas.openxmlformats.org/drawingml/2006/main">
            <a:off x="10267879" y="4629150"/>
            <a:ext cx="73221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اكتماله</a:t>
            </a:r>
          </a:p>
        </p:txBody>
      </p:sp>
      <p:sp>
        <p:nvSpPr>
          <p:cNvPr id="30" name="text-165">
            <a:extLst xmlns:a="http://schemas.openxmlformats.org/drawingml/2006/main">
              <a:ext uri="{FF2B5EF4-FFF2-40B4-BE49-F238E27FC236}">
                <a16:creationId xmlns:a16="http://schemas.microsoft.com/office/drawing/2014/main" id="{A54643FC-286A-4867-ABE2-A7C5213B1295}"/>
              </a:ext>
            </a:extLst>
          </p:cNvPr>
          <p:cNvSpPr>
            <a:spLocks xmlns:a="http://schemas.openxmlformats.org/drawingml/2006/main" noGrp="1"/>
          </p:cNvSpPr>
          <p:nvPr/>
        </p:nvSpPr>
        <p:spPr>
          <a:xfrm xmlns:a="http://schemas.openxmlformats.org/drawingml/2006/main">
            <a:off x="9937313" y="4629150"/>
            <a:ext cx="27522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ثم</a:t>
            </a:r>
          </a:p>
        </p:txBody>
      </p:sp>
      <p:sp>
        <p:nvSpPr>
          <p:cNvPr id="31" name="text-166">
            <a:extLst xmlns:a="http://schemas.openxmlformats.org/drawingml/2006/main">
              <a:ext uri="{FF2B5EF4-FFF2-40B4-BE49-F238E27FC236}">
                <a16:creationId xmlns:a16="http://schemas.microsoft.com/office/drawing/2014/main" id="{4B9B0B3E-EEC7-452A-A65F-F3EC6417CB9B}"/>
              </a:ext>
            </a:extLst>
          </p:cNvPr>
          <p:cNvSpPr>
            <a:spLocks xmlns:a="http://schemas.openxmlformats.org/drawingml/2006/main" noGrp="1"/>
          </p:cNvSpPr>
          <p:nvPr/>
        </p:nvSpPr>
        <p:spPr>
          <a:xfrm xmlns:a="http://schemas.openxmlformats.org/drawingml/2006/main">
            <a:off x="9367463" y="4629150"/>
            <a:ext cx="51451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قيّمه</a:t>
            </a:r>
          </a:p>
        </p:txBody>
      </p:sp>
      <p:sp>
        <p:nvSpPr>
          <p:cNvPr id="32" name="text-167">
            <a:extLst xmlns:a="http://schemas.openxmlformats.org/drawingml/2006/main">
              <a:ext uri="{FF2B5EF4-FFF2-40B4-BE49-F238E27FC236}">
                <a16:creationId xmlns:a16="http://schemas.microsoft.com/office/drawing/2014/main" id="{8FA46233-E243-4D84-A5E5-5FDAB7FA5D3D}"/>
              </a:ext>
            </a:extLst>
          </p:cNvPr>
          <p:cNvSpPr>
            <a:spLocks xmlns:a="http://schemas.openxmlformats.org/drawingml/2006/main" noGrp="1"/>
          </p:cNvSpPr>
          <p:nvPr/>
        </p:nvSpPr>
        <p:spPr>
          <a:xfrm xmlns:a="http://schemas.openxmlformats.org/drawingml/2006/main">
            <a:off x="11394980" y="5676900"/>
            <a:ext cx="1874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لا</a:t>
            </a:r>
          </a:p>
        </p:txBody>
      </p:sp>
      <p:sp>
        <p:nvSpPr>
          <p:cNvPr id="33" name="text-168">
            <a:extLst xmlns:a="http://schemas.openxmlformats.org/drawingml/2006/main">
              <a:ext uri="{FF2B5EF4-FFF2-40B4-BE49-F238E27FC236}">
                <a16:creationId xmlns:a16="http://schemas.microsoft.com/office/drawing/2014/main" id="{F543D801-FB09-45FF-BCFB-0B6D4496B168}"/>
              </a:ext>
            </a:extLst>
          </p:cNvPr>
          <p:cNvSpPr>
            <a:spLocks xmlns:a="http://schemas.openxmlformats.org/drawingml/2006/main" noGrp="1"/>
          </p:cNvSpPr>
          <p:nvPr/>
        </p:nvSpPr>
        <p:spPr>
          <a:xfrm xmlns:a="http://schemas.openxmlformats.org/drawingml/2006/main">
            <a:off x="10758025" y="5676900"/>
            <a:ext cx="58161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يحتاج</a:t>
            </a:r>
          </a:p>
        </p:txBody>
      </p:sp>
      <p:sp>
        <p:nvSpPr>
          <p:cNvPr id="34" name="text-169">
            <a:extLst xmlns:a="http://schemas.openxmlformats.org/drawingml/2006/main">
              <a:ext uri="{FF2B5EF4-FFF2-40B4-BE49-F238E27FC236}">
                <a16:creationId xmlns:a16="http://schemas.microsoft.com/office/drawing/2014/main" id="{6A3AD425-1242-48B0-8627-831A68AEC0F4}"/>
              </a:ext>
            </a:extLst>
          </p:cNvPr>
          <p:cNvSpPr>
            <a:spLocks xmlns:a="http://schemas.openxmlformats.org/drawingml/2006/main" noGrp="1"/>
          </p:cNvSpPr>
          <p:nvPr/>
        </p:nvSpPr>
        <p:spPr>
          <a:xfrm xmlns:a="http://schemas.openxmlformats.org/drawingml/2006/main">
            <a:off x="10204264" y="5676900"/>
            <a:ext cx="49842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الزائر</a:t>
            </a:r>
          </a:p>
        </p:txBody>
      </p:sp>
      <p:sp>
        <p:nvSpPr>
          <p:cNvPr id="35" name="text-170">
            <a:extLst xmlns:a="http://schemas.openxmlformats.org/drawingml/2006/main">
              <a:ext uri="{FF2B5EF4-FFF2-40B4-BE49-F238E27FC236}">
                <a16:creationId xmlns:a16="http://schemas.microsoft.com/office/drawing/2014/main" id="{23F2EB6D-CEF8-4A61-BCE6-FD7833E2BDF7}"/>
              </a:ext>
            </a:extLst>
          </p:cNvPr>
          <p:cNvSpPr>
            <a:spLocks xmlns:a="http://schemas.openxmlformats.org/drawingml/2006/main" noGrp="1"/>
          </p:cNvSpPr>
          <p:nvPr/>
        </p:nvSpPr>
        <p:spPr>
          <a:xfrm xmlns:a="http://schemas.openxmlformats.org/drawingml/2006/main">
            <a:off x="9469299" y="5676900"/>
            <a:ext cx="67962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مفتاحًا</a:t>
            </a:r>
          </a:p>
        </p:txBody>
      </p:sp>
      <p:sp>
        <p:nvSpPr>
          <p:cNvPr id="36" name="text-171">
            <a:extLst xmlns:a="http://schemas.openxmlformats.org/drawingml/2006/main">
              <a:ext uri="{FF2B5EF4-FFF2-40B4-BE49-F238E27FC236}">
                <a16:creationId xmlns:a16="http://schemas.microsoft.com/office/drawing/2014/main" id="{6E34170C-6EC2-4759-9165-AA6B446F1D2C}"/>
              </a:ext>
            </a:extLst>
          </p:cNvPr>
          <p:cNvSpPr>
            <a:spLocks xmlns:a="http://schemas.openxmlformats.org/drawingml/2006/main" noGrp="1"/>
          </p:cNvSpPr>
          <p:nvPr/>
        </p:nvSpPr>
        <p:spPr>
          <a:xfrm xmlns:a="http://schemas.openxmlformats.org/drawingml/2006/main">
            <a:off x="9289131" y="5676900"/>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a:t>
            </a:r>
          </a:p>
        </p:txBody>
      </p:sp>
      <p:sp>
        <p:nvSpPr>
          <p:cNvPr id="37" name="text-172">
            <a:extLst xmlns:a="http://schemas.openxmlformats.org/drawingml/2006/main">
              <a:ext uri="{FF2B5EF4-FFF2-40B4-BE49-F238E27FC236}">
                <a16:creationId xmlns:a16="http://schemas.microsoft.com/office/drawing/2014/main" id="{A2972A23-C702-4102-A2F2-72CBD42353E8}"/>
              </a:ext>
            </a:extLst>
          </p:cNvPr>
          <p:cNvSpPr>
            <a:spLocks xmlns:a="http://schemas.openxmlformats.org/drawingml/2006/main" noGrp="1"/>
          </p:cNvSpPr>
          <p:nvPr/>
        </p:nvSpPr>
        <p:spPr>
          <a:xfrm xmlns:a="http://schemas.openxmlformats.org/drawingml/2006/main">
            <a:off x="8818958" y="5676900"/>
            <a:ext cx="41483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لكل</a:t>
            </a:r>
          </a:p>
        </p:txBody>
      </p:sp>
      <p:sp>
        <p:nvSpPr>
          <p:cNvPr id="38" name="text-173">
            <a:extLst xmlns:a="http://schemas.openxmlformats.org/drawingml/2006/main">
              <a:ext uri="{FF2B5EF4-FFF2-40B4-BE49-F238E27FC236}">
                <a16:creationId xmlns:a16="http://schemas.microsoft.com/office/drawing/2014/main" id="{13AB8AB1-326D-4DE1-B979-6C98395D3BE2}"/>
              </a:ext>
            </a:extLst>
          </p:cNvPr>
          <p:cNvSpPr>
            <a:spLocks xmlns:a="http://schemas.openxmlformats.org/drawingml/2006/main" noGrp="1"/>
          </p:cNvSpPr>
          <p:nvPr/>
        </p:nvSpPr>
        <p:spPr>
          <a:xfrm xmlns:a="http://schemas.openxmlformats.org/drawingml/2006/main">
            <a:off x="7903279" y="5676900"/>
            <a:ext cx="86033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شخصية</a:t>
            </a:r>
          </a:p>
        </p:txBody>
      </p:sp>
      <p:sp>
        <p:nvSpPr>
          <p:cNvPr id="39" name="text-174">
            <a:extLst xmlns:a="http://schemas.openxmlformats.org/drawingml/2006/main">
              <a:ext uri="{FF2B5EF4-FFF2-40B4-BE49-F238E27FC236}">
                <a16:creationId xmlns:a16="http://schemas.microsoft.com/office/drawing/2014/main" id="{B37ACAD1-2B55-46C0-A960-D3F6F0946221}"/>
              </a:ext>
            </a:extLst>
          </p:cNvPr>
          <p:cNvSpPr>
            <a:spLocks xmlns:a="http://schemas.openxmlformats.org/drawingml/2006/main" noGrp="1"/>
          </p:cNvSpPr>
          <p:nvPr/>
        </p:nvSpPr>
        <p:spPr>
          <a:xfrm xmlns:a="http://schemas.openxmlformats.org/drawingml/2006/main">
            <a:off x="6968567" y="5676900"/>
            <a:ext cx="87937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محادثتها</a:t>
            </a:r>
          </a:p>
        </p:txBody>
      </p:sp>
      <p:sp>
        <p:nvSpPr>
          <p:cNvPr id="40" name="text-175">
            <a:extLst xmlns:a="http://schemas.openxmlformats.org/drawingml/2006/main">
              <a:ext uri="{FF2B5EF4-FFF2-40B4-BE49-F238E27FC236}">
                <a16:creationId xmlns:a16="http://schemas.microsoft.com/office/drawing/2014/main" id="{D02C14CA-A229-470C-9D40-AF6B41486588}"/>
              </a:ext>
            </a:extLst>
          </p:cNvPr>
          <p:cNvSpPr>
            <a:spLocks xmlns:a="http://schemas.openxmlformats.org/drawingml/2006/main" noGrp="1"/>
          </p:cNvSpPr>
          <p:nvPr/>
        </p:nvSpPr>
        <p:spPr>
          <a:xfrm xmlns:a="http://schemas.openxmlformats.org/drawingml/2006/main">
            <a:off x="6494960" y="5676900"/>
            <a:ext cx="41826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أثناء</a:t>
            </a:r>
          </a:p>
        </p:txBody>
      </p:sp>
      <p:sp>
        <p:nvSpPr>
          <p:cNvPr id="41" name="text-176">
            <a:extLst xmlns:a="http://schemas.openxmlformats.org/drawingml/2006/main">
              <a:ext uri="{FF2B5EF4-FFF2-40B4-BE49-F238E27FC236}">
                <a16:creationId xmlns:a16="http://schemas.microsoft.com/office/drawing/2014/main" id="{1814C59A-B4D0-4B58-ADE0-70EA2378A541}"/>
              </a:ext>
            </a:extLst>
          </p:cNvPr>
          <p:cNvSpPr>
            <a:spLocks xmlns:a="http://schemas.openxmlformats.org/drawingml/2006/main" noGrp="1"/>
          </p:cNvSpPr>
          <p:nvPr/>
        </p:nvSpPr>
        <p:spPr>
          <a:xfrm xmlns:a="http://schemas.openxmlformats.org/drawingml/2006/main">
            <a:off x="6043035" y="5676900"/>
            <a:ext cx="3965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بقاء</a:t>
            </a:r>
          </a:p>
        </p:txBody>
      </p:sp>
      <p:sp>
        <p:nvSpPr>
          <p:cNvPr id="42" name="text-177">
            <a:extLst xmlns:a="http://schemas.openxmlformats.org/drawingml/2006/main">
              <a:ext uri="{FF2B5EF4-FFF2-40B4-BE49-F238E27FC236}">
                <a16:creationId xmlns:a16="http://schemas.microsoft.com/office/drawing/2014/main" id="{25D13C9F-0DB0-406C-925B-D12D652E85C7}"/>
              </a:ext>
            </a:extLst>
          </p:cNvPr>
          <p:cNvSpPr>
            <a:spLocks xmlns:a="http://schemas.openxmlformats.org/drawingml/2006/main" noGrp="1"/>
          </p:cNvSpPr>
          <p:nvPr/>
        </p:nvSpPr>
        <p:spPr>
          <a:xfrm xmlns:a="http://schemas.openxmlformats.org/drawingml/2006/main">
            <a:off x="5202212" y="5676900"/>
            <a:ext cx="78548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الصفحة</a:t>
            </a:r>
          </a:p>
        </p:txBody>
      </p:sp>
    </p:spTree>
    <p:extLst>
      <p:ext uri="{BB962C8B-B14F-4D97-AF65-F5344CB8AC3E}">
        <p14:creationId xmlns:p14="http://schemas.microsoft.com/office/powerpoint/2010/main" val="1625129141"/>
      </p:ext>
    </p:extLst>
  </p:cSld>
</p:sld>
</file>

<file path=ppt/slides/slide6.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2" name="text-178">
            <a:extLst xmlns:a="http://schemas.openxmlformats.org/drawingml/2006/main">
              <a:ext uri="{FF2B5EF4-FFF2-40B4-BE49-F238E27FC236}">
                <a16:creationId xmlns:a16="http://schemas.microsoft.com/office/drawing/2014/main" id="{2759A42E-A1F0-4242-856A-D2EB6C428C90}"/>
              </a:ext>
            </a:extLst>
          </p:cNvPr>
          <p:cNvSpPr>
            <a:spLocks xmlns:a="http://schemas.openxmlformats.org/drawingml/2006/main" noGrp="1"/>
          </p:cNvSpPr>
          <p:nvPr/>
        </p:nvSpPr>
        <p:spPr>
          <a:xfrm xmlns:a="http://schemas.openxmlformats.org/drawingml/2006/main">
            <a:off x="10694464" y="457200"/>
            <a:ext cx="887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كيف</a:t>
            </a:r>
          </a:p>
        </p:txBody>
      </p:sp>
      <p:sp>
        <p:nvSpPr>
          <p:cNvPr id="2" name="text-179">
            <a:extLst xmlns:a="http://schemas.openxmlformats.org/drawingml/2006/main">
              <a:ext uri="{FF2B5EF4-FFF2-40B4-BE49-F238E27FC236}">
                <a16:creationId xmlns:a16="http://schemas.microsoft.com/office/drawing/2014/main" id="{4999F1FA-9EA8-48CE-B7E7-599FBDAF6051}"/>
              </a:ext>
            </a:extLst>
          </p:cNvPr>
          <p:cNvSpPr>
            <a:spLocks xmlns:a="http://schemas.openxmlformats.org/drawingml/2006/main" noGrp="1"/>
          </p:cNvSpPr>
          <p:nvPr/>
        </p:nvSpPr>
        <p:spPr>
          <a:xfrm xmlns:a="http://schemas.openxmlformats.org/drawingml/2006/main">
            <a:off x="8990251" y="457200"/>
            <a:ext cx="16032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تتحقق؟</a:t>
            </a:r>
          </a:p>
        </p:txBody>
      </p:sp>
      <p:sp>
        <p:nvSpPr>
          <p:cNvPr id="3" name="text-180">
            <a:extLst xmlns:a="http://schemas.openxmlformats.org/drawingml/2006/main">
              <a:ext uri="{FF2B5EF4-FFF2-40B4-BE49-F238E27FC236}">
                <a16:creationId xmlns:a16="http://schemas.microsoft.com/office/drawing/2014/main" id="{17401D66-AF54-468C-A626-ACE5724F0392}"/>
              </a:ext>
            </a:extLst>
          </p:cNvPr>
          <p:cNvSpPr>
            <a:spLocks xmlns:a="http://schemas.openxmlformats.org/drawingml/2006/main" noGrp="1"/>
          </p:cNvSpPr>
          <p:nvPr/>
        </p:nvSpPr>
        <p:spPr>
          <a:xfrm xmlns:a="http://schemas.openxmlformats.org/drawingml/2006/main">
            <a:off x="7988473" y="457200"/>
            <a:ext cx="90081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افتح</a:t>
            </a:r>
          </a:p>
        </p:txBody>
      </p:sp>
      <p:sp>
        <p:nvSpPr>
          <p:cNvPr id="4" name="text-181">
            <a:extLst xmlns:a="http://schemas.openxmlformats.org/drawingml/2006/main">
              <a:ext uri="{FF2B5EF4-FFF2-40B4-BE49-F238E27FC236}">
                <a16:creationId xmlns:a16="http://schemas.microsoft.com/office/drawing/2014/main" id="{3D57E210-BE56-4D02-A932-17D5E87259FB}"/>
              </a:ext>
            </a:extLst>
          </p:cNvPr>
          <p:cNvSpPr>
            <a:spLocks xmlns:a="http://schemas.openxmlformats.org/drawingml/2006/main" noGrp="1"/>
          </p:cNvSpPr>
          <p:nvPr/>
        </p:nvSpPr>
        <p:spPr>
          <a:xfrm xmlns:a="http://schemas.openxmlformats.org/drawingml/2006/main">
            <a:off x="6468610" y="457200"/>
            <a:ext cx="14188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المرجع</a:t>
            </a:r>
          </a:p>
        </p:txBody>
      </p:sp>
      <p:sp>
        <p:nvSpPr>
          <p:cNvPr id="5" name="text-182">
            <a:extLst xmlns:a="http://schemas.openxmlformats.org/drawingml/2006/main">
              <a:ext uri="{FF2B5EF4-FFF2-40B4-BE49-F238E27FC236}">
                <a16:creationId xmlns:a16="http://schemas.microsoft.com/office/drawing/2014/main" id="{AEE5C428-DE7D-4336-8B03-EBA8A975358A}"/>
              </a:ext>
            </a:extLst>
          </p:cNvPr>
          <p:cNvSpPr>
            <a:spLocks xmlns:a="http://schemas.openxmlformats.org/drawingml/2006/main" noGrp="1"/>
          </p:cNvSpPr>
          <p:nvPr/>
        </p:nvSpPr>
        <p:spPr>
          <a:xfrm xmlns:a="http://schemas.openxmlformats.org/drawingml/2006/main">
            <a:off x="5870105" y="457200"/>
            <a:ext cx="4975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ثم</a:t>
            </a:r>
          </a:p>
        </p:txBody>
      </p:sp>
      <p:sp>
        <p:nvSpPr>
          <p:cNvPr id="6" name="text-183">
            <a:extLst xmlns:a="http://schemas.openxmlformats.org/drawingml/2006/main">
              <a:ext uri="{FF2B5EF4-FFF2-40B4-BE49-F238E27FC236}">
                <a16:creationId xmlns:a16="http://schemas.microsoft.com/office/drawing/2014/main" id="{CAB6C7BD-6D99-4871-AF6F-8D4E9F1F9E1E}"/>
              </a:ext>
            </a:extLst>
          </p:cNvPr>
          <p:cNvSpPr>
            <a:spLocks xmlns:a="http://schemas.openxmlformats.org/drawingml/2006/main" noGrp="1"/>
          </p:cNvSpPr>
          <p:nvPr/>
        </p:nvSpPr>
        <p:spPr>
          <a:xfrm xmlns:a="http://schemas.openxmlformats.org/drawingml/2006/main">
            <a:off x="5007704" y="457200"/>
            <a:ext cx="7614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تابع</a:t>
            </a:r>
          </a:p>
        </p:txBody>
      </p:sp>
      <p:sp>
        <p:nvSpPr>
          <p:cNvPr id="7" name="shape-184">
            <a:extLst xmlns:a="http://schemas.openxmlformats.org/drawingml/2006/main">
              <a:ext uri="{FF2B5EF4-FFF2-40B4-BE49-F238E27FC236}">
                <a16:creationId xmlns:a16="http://schemas.microsoft.com/office/drawing/2014/main" id="{BFC52A57-9B0A-497B-AC0C-F8B94083C406}"/>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8" name="text-185">
            <a:extLst xmlns:a="http://schemas.openxmlformats.org/drawingml/2006/main">
              <a:ext uri="{FF2B5EF4-FFF2-40B4-BE49-F238E27FC236}">
                <a16:creationId xmlns:a16="http://schemas.microsoft.com/office/drawing/2014/main" id="{FE2EC0AA-5B13-4BBA-A894-499FD863EBD0}"/>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9" name="text-186">
            <a:extLst xmlns:a="http://schemas.openxmlformats.org/drawingml/2006/main">
              <a:ext uri="{FF2B5EF4-FFF2-40B4-BE49-F238E27FC236}">
                <a16:creationId xmlns:a16="http://schemas.microsoft.com/office/drawing/2014/main" id="{39492F5C-2000-473D-97E7-88C0C3D5BD2D}"/>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10" name="text-187">
            <a:extLst xmlns:a="http://schemas.openxmlformats.org/drawingml/2006/main">
              <a:ext uri="{FF2B5EF4-FFF2-40B4-BE49-F238E27FC236}">
                <a16:creationId xmlns:a16="http://schemas.microsoft.com/office/drawing/2014/main" id="{EA7C5D8F-5902-4BD5-8C29-20684FAEC138}"/>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1" name="text-188">
            <a:extLst xmlns:a="http://schemas.openxmlformats.org/drawingml/2006/main">
              <a:ext uri="{FF2B5EF4-FFF2-40B4-BE49-F238E27FC236}">
                <a16:creationId xmlns:a16="http://schemas.microsoft.com/office/drawing/2014/main" id="{13005532-B808-46D1-A231-23CA4A632010}"/>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2" name="text-189">
            <a:extLst xmlns:a="http://schemas.openxmlformats.org/drawingml/2006/main">
              <a:ext uri="{FF2B5EF4-FFF2-40B4-BE49-F238E27FC236}">
                <a16:creationId xmlns:a16="http://schemas.microsoft.com/office/drawing/2014/main" id="{606DDDE5-9A19-48C3-A0C4-9E07ADC188A0}"/>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3" name="text-190">
            <a:extLst xmlns:a="http://schemas.openxmlformats.org/drawingml/2006/main">
              <a:ext uri="{FF2B5EF4-FFF2-40B4-BE49-F238E27FC236}">
                <a16:creationId xmlns:a16="http://schemas.microsoft.com/office/drawing/2014/main" id="{251A7556-3EC7-433F-A2A3-CC4C6E387203}"/>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4" name="text-191">
            <a:extLst xmlns:a="http://schemas.openxmlformats.org/drawingml/2006/main">
              <a:ext uri="{FF2B5EF4-FFF2-40B4-BE49-F238E27FC236}">
                <a16:creationId xmlns:a16="http://schemas.microsoft.com/office/drawing/2014/main" id="{7CD71961-B612-4B13-BD30-672118E2FD7F}"/>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06</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51dca3e58ec744d4"/>
          <a:stretch xmlns:a="http://schemas.openxmlformats.org/drawingml/2006/main"/>
        </p:blipFill>
        <p:spPr>
          <a:xfrm xmlns:a="http://schemas.openxmlformats.org/drawingml/2006/main">
            <a:off x="609600" y="1400966"/>
            <a:ext cx="7477125" cy="4208469"/>
          </a:xfrm>
          <a:prstGeom xmlns:a="http://schemas.openxmlformats.org/drawingml/2006/main" prst="rect">
            <a:avLst/>
          </a:prstGeom>
        </p:spPr>
      </p:pic>
      <p:sp>
        <p:nvSpPr>
          <p:cNvPr id="16" name="text-192">
            <a:extLst xmlns:a="http://schemas.openxmlformats.org/drawingml/2006/main">
              <a:ext uri="{FF2B5EF4-FFF2-40B4-BE49-F238E27FC236}">
                <a16:creationId xmlns:a16="http://schemas.microsoft.com/office/drawing/2014/main" id="{22ED1829-AAF8-4A9D-A66C-DB966D290E16}"/>
              </a:ext>
            </a:extLst>
          </p:cNvPr>
          <p:cNvSpPr>
            <a:spLocks xmlns:a="http://schemas.openxmlformats.org/drawingml/2006/main" noGrp="1"/>
          </p:cNvSpPr>
          <p:nvPr/>
        </p:nvSpPr>
        <p:spPr>
          <a:xfrm xmlns:a="http://schemas.openxmlformats.org/drawingml/2006/main">
            <a:off x="10798774" y="1571625"/>
            <a:ext cx="78362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اضغط</a:t>
            </a:r>
          </a:p>
        </p:txBody>
      </p:sp>
      <p:sp>
        <p:nvSpPr>
          <p:cNvPr id="17" name="text-193">
            <a:extLst xmlns:a="http://schemas.openxmlformats.org/drawingml/2006/main">
              <a:ext uri="{FF2B5EF4-FFF2-40B4-BE49-F238E27FC236}">
                <a16:creationId xmlns:a16="http://schemas.microsoft.com/office/drawing/2014/main" id="{92C8BD91-FA59-4D3D-89B8-DC42E9EA97AA}"/>
              </a:ext>
            </a:extLst>
          </p:cNvPr>
          <p:cNvSpPr>
            <a:spLocks xmlns:a="http://schemas.openxmlformats.org/drawingml/2006/main" noGrp="1"/>
          </p:cNvSpPr>
          <p:nvPr/>
        </p:nvSpPr>
        <p:spPr>
          <a:xfrm xmlns:a="http://schemas.openxmlformats.org/drawingml/2006/main">
            <a:off x="9777687" y="1571625"/>
            <a:ext cx="96203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المصدر</a:t>
            </a:r>
          </a:p>
        </p:txBody>
      </p:sp>
      <p:sp>
        <p:nvSpPr>
          <p:cNvPr id="18" name="text-194">
            <a:extLst xmlns:a="http://schemas.openxmlformats.org/drawingml/2006/main">
              <a:ext uri="{FF2B5EF4-FFF2-40B4-BE49-F238E27FC236}">
                <a16:creationId xmlns:a16="http://schemas.microsoft.com/office/drawing/2014/main" id="{E9A1F9E6-379E-4A85-BD16-09BF03D98053}"/>
              </a:ext>
            </a:extLst>
          </p:cNvPr>
          <p:cNvSpPr>
            <a:spLocks xmlns:a="http://schemas.openxmlformats.org/drawingml/2006/main" noGrp="1"/>
          </p:cNvSpPr>
          <p:nvPr/>
        </p:nvSpPr>
        <p:spPr>
          <a:xfrm xmlns:a="http://schemas.openxmlformats.org/drawingml/2006/main">
            <a:off x="11019719" y="2333625"/>
            <a:ext cx="56268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طابق</a:t>
            </a:r>
          </a:p>
        </p:txBody>
      </p:sp>
      <p:sp>
        <p:nvSpPr>
          <p:cNvPr id="19" name="text-195">
            <a:extLst xmlns:a="http://schemas.openxmlformats.org/drawingml/2006/main">
              <a:ext uri="{FF2B5EF4-FFF2-40B4-BE49-F238E27FC236}">
                <a16:creationId xmlns:a16="http://schemas.microsoft.com/office/drawing/2014/main" id="{5D15360E-77A2-4EBB-B8E8-7885625F04A6}"/>
              </a:ext>
            </a:extLst>
          </p:cNvPr>
          <p:cNvSpPr>
            <a:spLocks xmlns:a="http://schemas.openxmlformats.org/drawingml/2006/main" noGrp="1"/>
          </p:cNvSpPr>
          <p:nvPr/>
        </p:nvSpPr>
        <p:spPr>
          <a:xfrm xmlns:a="http://schemas.openxmlformats.org/drawingml/2006/main">
            <a:off x="10426617" y="2333625"/>
            <a:ext cx="537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النص</a:t>
            </a:r>
          </a:p>
        </p:txBody>
      </p:sp>
      <p:sp>
        <p:nvSpPr>
          <p:cNvPr id="20" name="text-196">
            <a:extLst xmlns:a="http://schemas.openxmlformats.org/drawingml/2006/main">
              <a:ext uri="{FF2B5EF4-FFF2-40B4-BE49-F238E27FC236}">
                <a16:creationId xmlns:a16="http://schemas.microsoft.com/office/drawing/2014/main" id="{CC1AD04A-77CF-47D0-80CB-D0DBAE07FB3D}"/>
              </a:ext>
            </a:extLst>
          </p:cNvPr>
          <p:cNvSpPr>
            <a:spLocks xmlns:a="http://schemas.openxmlformats.org/drawingml/2006/main" noGrp="1"/>
          </p:cNvSpPr>
          <p:nvPr/>
        </p:nvSpPr>
        <p:spPr>
          <a:xfrm xmlns:a="http://schemas.openxmlformats.org/drawingml/2006/main">
            <a:off x="10064461" y="2333625"/>
            <a:ext cx="30681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مع</a:t>
            </a:r>
          </a:p>
        </p:txBody>
      </p:sp>
      <p:sp>
        <p:nvSpPr>
          <p:cNvPr id="21" name="text-197">
            <a:extLst xmlns:a="http://schemas.openxmlformats.org/drawingml/2006/main">
              <a:ext uri="{FF2B5EF4-FFF2-40B4-BE49-F238E27FC236}">
                <a16:creationId xmlns:a16="http://schemas.microsoft.com/office/drawing/2014/main" id="{12CCADF2-2046-40BA-A7DC-F4911DCA36EC}"/>
              </a:ext>
            </a:extLst>
          </p:cNvPr>
          <p:cNvSpPr>
            <a:spLocks xmlns:a="http://schemas.openxmlformats.org/drawingml/2006/main" noGrp="1"/>
          </p:cNvSpPr>
          <p:nvPr/>
        </p:nvSpPr>
        <p:spPr>
          <a:xfrm xmlns:a="http://schemas.openxmlformats.org/drawingml/2006/main">
            <a:off x="9310168" y="2333625"/>
            <a:ext cx="69895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الجواب</a:t>
            </a:r>
          </a:p>
        </p:txBody>
      </p:sp>
      <p:sp>
        <p:nvSpPr>
          <p:cNvPr id="22" name="text-198">
            <a:extLst xmlns:a="http://schemas.openxmlformats.org/drawingml/2006/main">
              <a:ext uri="{FF2B5EF4-FFF2-40B4-BE49-F238E27FC236}">
                <a16:creationId xmlns:a16="http://schemas.microsoft.com/office/drawing/2014/main" id="{454E5C12-D230-4191-BD3B-7AEF67830088}"/>
              </a:ext>
            </a:extLst>
          </p:cNvPr>
          <p:cNvSpPr>
            <a:spLocks xmlns:a="http://schemas.openxmlformats.org/drawingml/2006/main" noGrp="1"/>
          </p:cNvSpPr>
          <p:nvPr/>
        </p:nvSpPr>
        <p:spPr>
          <a:xfrm xmlns:a="http://schemas.openxmlformats.org/drawingml/2006/main">
            <a:off x="11035514" y="3095625"/>
            <a:ext cx="54688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أغلق</a:t>
            </a:r>
          </a:p>
        </p:txBody>
      </p:sp>
      <p:sp>
        <p:nvSpPr>
          <p:cNvPr id="23" name="text-199">
            <a:extLst xmlns:a="http://schemas.openxmlformats.org/drawingml/2006/main">
              <a:ext uri="{FF2B5EF4-FFF2-40B4-BE49-F238E27FC236}">
                <a16:creationId xmlns:a16="http://schemas.microsoft.com/office/drawing/2014/main" id="{F209C330-20D3-4F29-8EE6-76139DD6CA18}"/>
              </a:ext>
            </a:extLst>
          </p:cNvPr>
          <p:cNvSpPr>
            <a:spLocks xmlns:a="http://schemas.openxmlformats.org/drawingml/2006/main" noGrp="1"/>
          </p:cNvSpPr>
          <p:nvPr/>
        </p:nvSpPr>
        <p:spPr>
          <a:xfrm xmlns:a="http://schemas.openxmlformats.org/drawingml/2006/main">
            <a:off x="10315265" y="3095625"/>
            <a:ext cx="66490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القارئ</a:t>
            </a:r>
          </a:p>
        </p:txBody>
      </p:sp>
      <p:sp>
        <p:nvSpPr>
          <p:cNvPr id="24" name="text-200">
            <a:extLst xmlns:a="http://schemas.openxmlformats.org/drawingml/2006/main">
              <a:ext uri="{FF2B5EF4-FFF2-40B4-BE49-F238E27FC236}">
                <a16:creationId xmlns:a16="http://schemas.microsoft.com/office/drawing/2014/main" id="{59AD9A0D-4686-49D8-BFD4-0157993730E6}"/>
              </a:ext>
            </a:extLst>
          </p:cNvPr>
          <p:cNvSpPr>
            <a:spLocks xmlns:a="http://schemas.openxmlformats.org/drawingml/2006/main" noGrp="1"/>
          </p:cNvSpPr>
          <p:nvPr/>
        </p:nvSpPr>
        <p:spPr>
          <a:xfrm xmlns:a="http://schemas.openxmlformats.org/drawingml/2006/main">
            <a:off x="9766018" y="3095625"/>
            <a:ext cx="4939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وتابع</a:t>
            </a:r>
          </a:p>
        </p:txBody>
      </p:sp>
      <p:sp>
        <p:nvSpPr>
          <p:cNvPr id="25" name="text-201">
            <a:extLst xmlns:a="http://schemas.openxmlformats.org/drawingml/2006/main">
              <a:ext uri="{FF2B5EF4-FFF2-40B4-BE49-F238E27FC236}">
                <a16:creationId xmlns:a16="http://schemas.microsoft.com/office/drawing/2014/main" id="{22A9EE1F-BA5A-4BAB-A59C-9EED90A8D5A6}"/>
              </a:ext>
            </a:extLst>
          </p:cNvPr>
          <p:cNvSpPr>
            <a:spLocks xmlns:a="http://schemas.openxmlformats.org/drawingml/2006/main" noGrp="1"/>
          </p:cNvSpPr>
          <p:nvPr/>
        </p:nvSpPr>
        <p:spPr>
          <a:xfrm xmlns:a="http://schemas.openxmlformats.org/drawingml/2006/main">
            <a:off x="11183068" y="3857625"/>
            <a:ext cx="39933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بدّل</a:t>
            </a:r>
          </a:p>
        </p:txBody>
      </p:sp>
      <p:sp>
        <p:nvSpPr>
          <p:cNvPr id="26" name="text-202">
            <a:extLst xmlns:a="http://schemas.openxmlformats.org/drawingml/2006/main">
              <a:ext uri="{FF2B5EF4-FFF2-40B4-BE49-F238E27FC236}">
                <a16:creationId xmlns:a16="http://schemas.microsoft.com/office/drawing/2014/main" id="{87A5BDFF-958D-4D7A-8946-16DEA4DF32C6}"/>
              </a:ext>
            </a:extLst>
          </p:cNvPr>
          <p:cNvSpPr>
            <a:spLocks xmlns:a="http://schemas.openxmlformats.org/drawingml/2006/main" noGrp="1"/>
          </p:cNvSpPr>
          <p:nvPr/>
        </p:nvSpPr>
        <p:spPr>
          <a:xfrm xmlns:a="http://schemas.openxmlformats.org/drawingml/2006/main">
            <a:off x="10119443" y="3857625"/>
            <a:ext cx="10082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الشخصية</a:t>
            </a:r>
          </a:p>
        </p:txBody>
      </p:sp>
      <p:sp>
        <p:nvSpPr>
          <p:cNvPr id="27" name="text-203">
            <a:extLst xmlns:a="http://schemas.openxmlformats.org/drawingml/2006/main">
              <a:ext uri="{FF2B5EF4-FFF2-40B4-BE49-F238E27FC236}">
                <a16:creationId xmlns:a16="http://schemas.microsoft.com/office/drawing/2014/main" id="{7DC492D6-E6E4-4734-BC47-A24A09075983}"/>
              </a:ext>
            </a:extLst>
          </p:cNvPr>
          <p:cNvSpPr>
            <a:spLocks xmlns:a="http://schemas.openxmlformats.org/drawingml/2006/main" noGrp="1"/>
          </p:cNvSpPr>
          <p:nvPr/>
        </p:nvSpPr>
        <p:spPr>
          <a:xfrm xmlns:a="http://schemas.openxmlformats.org/drawingml/2006/main">
            <a:off x="9788877" y="3857625"/>
            <a:ext cx="27522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ثم</a:t>
            </a:r>
          </a:p>
        </p:txBody>
      </p:sp>
      <p:sp>
        <p:nvSpPr>
          <p:cNvPr id="28" name="text-204">
            <a:extLst xmlns:a="http://schemas.openxmlformats.org/drawingml/2006/main">
              <a:ext uri="{FF2B5EF4-FFF2-40B4-BE49-F238E27FC236}">
                <a16:creationId xmlns:a16="http://schemas.microsoft.com/office/drawing/2014/main" id="{15C7F65B-B566-46EC-A69E-BAB19258592F}"/>
              </a:ext>
            </a:extLst>
          </p:cNvPr>
          <p:cNvSpPr>
            <a:spLocks xmlns:a="http://schemas.openxmlformats.org/drawingml/2006/main" noGrp="1"/>
          </p:cNvSpPr>
          <p:nvPr/>
        </p:nvSpPr>
        <p:spPr>
          <a:xfrm xmlns:a="http://schemas.openxmlformats.org/drawingml/2006/main">
            <a:off x="9242180" y="3857625"/>
            <a:ext cx="49135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ارجع</a:t>
            </a:r>
          </a:p>
        </p:txBody>
      </p:sp>
      <p:sp>
        <p:nvSpPr>
          <p:cNvPr id="29" name="text-205">
            <a:extLst xmlns:a="http://schemas.openxmlformats.org/drawingml/2006/main">
              <a:ext uri="{FF2B5EF4-FFF2-40B4-BE49-F238E27FC236}">
                <a16:creationId xmlns:a16="http://schemas.microsoft.com/office/drawing/2014/main" id="{D8A446D6-BEAB-4D9E-B2F4-85D70CE68C38}"/>
              </a:ext>
            </a:extLst>
          </p:cNvPr>
          <p:cNvSpPr>
            <a:spLocks xmlns:a="http://schemas.openxmlformats.org/drawingml/2006/main" noGrp="1"/>
          </p:cNvSpPr>
          <p:nvPr/>
        </p:nvSpPr>
        <p:spPr>
          <a:xfrm xmlns:a="http://schemas.openxmlformats.org/drawingml/2006/main">
            <a:off x="10790932" y="4619625"/>
            <a:ext cx="79146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تستعيد</a:t>
            </a:r>
          </a:p>
        </p:txBody>
      </p:sp>
      <p:sp>
        <p:nvSpPr>
          <p:cNvPr id="30" name="text-206">
            <a:extLst xmlns:a="http://schemas.openxmlformats.org/drawingml/2006/main">
              <a:ext uri="{FF2B5EF4-FFF2-40B4-BE49-F238E27FC236}">
                <a16:creationId xmlns:a16="http://schemas.microsoft.com/office/drawing/2014/main" id="{8BE7265F-DD86-4E2E-B79E-CD6B85D74C9B}"/>
              </a:ext>
            </a:extLst>
          </p:cNvPr>
          <p:cNvSpPr>
            <a:spLocks xmlns:a="http://schemas.openxmlformats.org/drawingml/2006/main" noGrp="1"/>
          </p:cNvSpPr>
          <p:nvPr/>
        </p:nvSpPr>
        <p:spPr>
          <a:xfrm xmlns:a="http://schemas.openxmlformats.org/drawingml/2006/main">
            <a:off x="10041644" y="4619625"/>
            <a:ext cx="69394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حوارها</a:t>
            </a:r>
          </a:p>
        </p:txBody>
      </p:sp>
      <p:sp>
        <p:nvSpPr>
          <p:cNvPr id="31" name="text-207">
            <a:extLst xmlns:a="http://schemas.openxmlformats.org/drawingml/2006/main">
              <a:ext uri="{FF2B5EF4-FFF2-40B4-BE49-F238E27FC236}">
                <a16:creationId xmlns:a16="http://schemas.microsoft.com/office/drawing/2014/main" id="{FF26A921-87C7-4ABD-966D-EE9F7E817AB8}"/>
              </a:ext>
            </a:extLst>
          </p:cNvPr>
          <p:cNvSpPr>
            <a:spLocks xmlns:a="http://schemas.openxmlformats.org/drawingml/2006/main" noGrp="1"/>
          </p:cNvSpPr>
          <p:nvPr/>
        </p:nvSpPr>
        <p:spPr>
          <a:xfrm xmlns:a="http://schemas.openxmlformats.org/drawingml/2006/main">
            <a:off x="9024031" y="4619625"/>
            <a:ext cx="96227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المستقل</a:t>
            </a:r>
          </a:p>
        </p:txBody>
      </p:sp>
      <p:sp>
        <p:nvSpPr>
          <p:cNvPr id="32" name="text-208">
            <a:extLst xmlns:a="http://schemas.openxmlformats.org/drawingml/2006/main">
              <a:ext uri="{FF2B5EF4-FFF2-40B4-BE49-F238E27FC236}">
                <a16:creationId xmlns:a16="http://schemas.microsoft.com/office/drawing/2014/main" id="{36EC687E-062B-4098-8726-0C918BC6D7F7}"/>
              </a:ext>
            </a:extLst>
          </p:cNvPr>
          <p:cNvSpPr>
            <a:spLocks xmlns:a="http://schemas.openxmlformats.org/drawingml/2006/main" noGrp="1"/>
          </p:cNvSpPr>
          <p:nvPr/>
        </p:nvSpPr>
        <p:spPr>
          <a:xfrm xmlns:a="http://schemas.openxmlformats.org/drawingml/2006/main">
            <a:off x="10855683" y="5676900"/>
            <a:ext cx="72671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محادثة</a:t>
            </a:r>
          </a:p>
        </p:txBody>
      </p:sp>
      <p:sp>
        <p:nvSpPr>
          <p:cNvPr id="33" name="text-209">
            <a:extLst xmlns:a="http://schemas.openxmlformats.org/drawingml/2006/main">
              <a:ext uri="{FF2B5EF4-FFF2-40B4-BE49-F238E27FC236}">
                <a16:creationId xmlns:a16="http://schemas.microsoft.com/office/drawing/2014/main" id="{EE206EEE-707F-4993-BFD8-B9C6E1255218}"/>
              </a:ext>
            </a:extLst>
          </p:cNvPr>
          <p:cNvSpPr>
            <a:spLocks xmlns:a="http://schemas.openxmlformats.org/drawingml/2006/main" noGrp="1"/>
          </p:cNvSpPr>
          <p:nvPr/>
        </p:nvSpPr>
        <p:spPr>
          <a:xfrm xmlns:a="http://schemas.openxmlformats.org/drawingml/2006/main">
            <a:off x="10148581" y="5676900"/>
            <a:ext cx="651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جديدة</a:t>
            </a:r>
          </a:p>
        </p:txBody>
      </p:sp>
      <p:sp>
        <p:nvSpPr>
          <p:cNvPr id="34" name="text-210">
            <a:extLst xmlns:a="http://schemas.openxmlformats.org/drawingml/2006/main">
              <a:ext uri="{FF2B5EF4-FFF2-40B4-BE49-F238E27FC236}">
                <a16:creationId xmlns:a16="http://schemas.microsoft.com/office/drawing/2014/main" id="{9E5D26F7-774E-4B10-AF7F-4C33F7D93B22}"/>
              </a:ext>
            </a:extLst>
          </p:cNvPr>
          <p:cNvSpPr>
            <a:spLocks xmlns:a="http://schemas.openxmlformats.org/drawingml/2006/main" noGrp="1"/>
          </p:cNvSpPr>
          <p:nvPr/>
        </p:nvSpPr>
        <p:spPr>
          <a:xfrm xmlns:a="http://schemas.openxmlformats.org/drawingml/2006/main">
            <a:off x="9405669" y="5676900"/>
            <a:ext cx="68757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تمسح</a:t>
            </a:r>
          </a:p>
        </p:txBody>
      </p:sp>
      <p:sp>
        <p:nvSpPr>
          <p:cNvPr id="35" name="text-211">
            <a:extLst xmlns:a="http://schemas.openxmlformats.org/drawingml/2006/main">
              <a:ext uri="{FF2B5EF4-FFF2-40B4-BE49-F238E27FC236}">
                <a16:creationId xmlns:a16="http://schemas.microsoft.com/office/drawing/2014/main" id="{76605C14-CBC8-4A00-AB66-8AE144760EE3}"/>
              </a:ext>
            </a:extLst>
          </p:cNvPr>
          <p:cNvSpPr>
            <a:spLocks xmlns:a="http://schemas.openxmlformats.org/drawingml/2006/main" noGrp="1"/>
          </p:cNvSpPr>
          <p:nvPr/>
        </p:nvSpPr>
        <p:spPr>
          <a:xfrm xmlns:a="http://schemas.openxmlformats.org/drawingml/2006/main">
            <a:off x="8893800" y="5676900"/>
            <a:ext cx="45652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حوار</a:t>
            </a:r>
          </a:p>
        </p:txBody>
      </p:sp>
      <p:sp>
        <p:nvSpPr>
          <p:cNvPr id="36" name="text-212">
            <a:extLst xmlns:a="http://schemas.openxmlformats.org/drawingml/2006/main">
              <a:ext uri="{FF2B5EF4-FFF2-40B4-BE49-F238E27FC236}">
                <a16:creationId xmlns:a16="http://schemas.microsoft.com/office/drawing/2014/main" id="{87434513-8CF9-41EB-9436-AB9C32571DA9}"/>
              </a:ext>
            </a:extLst>
          </p:cNvPr>
          <p:cNvSpPr>
            <a:spLocks xmlns:a="http://schemas.openxmlformats.org/drawingml/2006/main" noGrp="1"/>
          </p:cNvSpPr>
          <p:nvPr/>
        </p:nvSpPr>
        <p:spPr>
          <a:xfrm xmlns:a="http://schemas.openxmlformats.org/drawingml/2006/main">
            <a:off x="7830175" y="5676900"/>
            <a:ext cx="100828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الشخصية</a:t>
            </a:r>
          </a:p>
        </p:txBody>
      </p:sp>
      <p:sp>
        <p:nvSpPr>
          <p:cNvPr id="37" name="text-213">
            <a:extLst xmlns:a="http://schemas.openxmlformats.org/drawingml/2006/main">
              <a:ext uri="{FF2B5EF4-FFF2-40B4-BE49-F238E27FC236}">
                <a16:creationId xmlns:a16="http://schemas.microsoft.com/office/drawing/2014/main" id="{816CB12F-89BF-4CDF-888B-C88E9CD52339}"/>
              </a:ext>
            </a:extLst>
          </p:cNvPr>
          <p:cNvSpPr>
            <a:spLocks xmlns:a="http://schemas.openxmlformats.org/drawingml/2006/main" noGrp="1"/>
          </p:cNvSpPr>
          <p:nvPr/>
        </p:nvSpPr>
        <p:spPr>
          <a:xfrm xmlns:a="http://schemas.openxmlformats.org/drawingml/2006/main">
            <a:off x="6929997" y="5676900"/>
            <a:ext cx="84483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المختارة</a:t>
            </a:r>
          </a:p>
        </p:txBody>
      </p:sp>
      <p:sp>
        <p:nvSpPr>
          <p:cNvPr id="38" name="text-214">
            <a:extLst xmlns:a="http://schemas.openxmlformats.org/drawingml/2006/main">
              <a:ext uri="{FF2B5EF4-FFF2-40B4-BE49-F238E27FC236}">
                <a16:creationId xmlns:a16="http://schemas.microsoft.com/office/drawing/2014/main" id="{668A39EC-5AD0-4BB8-A00E-848A36E142C0}"/>
              </a:ext>
            </a:extLst>
          </p:cNvPr>
          <p:cNvSpPr>
            <a:spLocks xmlns:a="http://schemas.openxmlformats.org/drawingml/2006/main" noGrp="1"/>
          </p:cNvSpPr>
          <p:nvPr/>
        </p:nvSpPr>
        <p:spPr>
          <a:xfrm xmlns:a="http://schemas.openxmlformats.org/drawingml/2006/main">
            <a:off x="6439711" y="5676900"/>
            <a:ext cx="43494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فقط</a:t>
            </a:r>
          </a:p>
        </p:txBody>
      </p:sp>
      <p:sp>
        <p:nvSpPr>
          <p:cNvPr id="39" name="text-215">
            <a:extLst xmlns:a="http://schemas.openxmlformats.org/drawingml/2006/main">
              <a:ext uri="{FF2B5EF4-FFF2-40B4-BE49-F238E27FC236}">
                <a16:creationId xmlns:a16="http://schemas.microsoft.com/office/drawing/2014/main" id="{29237A2B-609D-4410-84A1-3D9A9F330993}"/>
              </a:ext>
            </a:extLst>
          </p:cNvPr>
          <p:cNvSpPr>
            <a:spLocks xmlns:a="http://schemas.openxmlformats.org/drawingml/2006/main" noGrp="1"/>
          </p:cNvSpPr>
          <p:nvPr/>
        </p:nvSpPr>
        <p:spPr>
          <a:xfrm xmlns:a="http://schemas.openxmlformats.org/drawingml/2006/main">
            <a:off x="6259544" y="5676900"/>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a:t>
            </a:r>
          </a:p>
        </p:txBody>
      </p:sp>
      <p:sp>
        <p:nvSpPr>
          <p:cNvPr id="40" name="text-216">
            <a:extLst xmlns:a="http://schemas.openxmlformats.org/drawingml/2006/main">
              <a:ext uri="{FF2B5EF4-FFF2-40B4-BE49-F238E27FC236}">
                <a16:creationId xmlns:a16="http://schemas.microsoft.com/office/drawing/2014/main" id="{6552F4B4-ED32-4E75-85FE-87785AE303DD}"/>
              </a:ext>
            </a:extLst>
          </p:cNvPr>
          <p:cNvSpPr>
            <a:spLocks xmlns:a="http://schemas.openxmlformats.org/drawingml/2006/main" noGrp="1"/>
          </p:cNvSpPr>
          <p:nvPr/>
        </p:nvSpPr>
        <p:spPr>
          <a:xfrm xmlns:a="http://schemas.openxmlformats.org/drawingml/2006/main">
            <a:off x="5575006" y="5676900"/>
            <a:ext cx="62919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الحفظ</a:t>
            </a:r>
          </a:p>
        </p:txBody>
      </p:sp>
      <p:sp>
        <p:nvSpPr>
          <p:cNvPr id="41" name="text-217">
            <a:extLst xmlns:a="http://schemas.openxmlformats.org/drawingml/2006/main">
              <a:ext uri="{FF2B5EF4-FFF2-40B4-BE49-F238E27FC236}">
                <a16:creationId xmlns:a16="http://schemas.microsoft.com/office/drawing/2014/main" id="{97F479F7-089A-4010-9780-39340477EDFD}"/>
              </a:ext>
            </a:extLst>
          </p:cNvPr>
          <p:cNvSpPr>
            <a:spLocks xmlns:a="http://schemas.openxmlformats.org/drawingml/2006/main" noGrp="1"/>
          </p:cNvSpPr>
          <p:nvPr/>
        </p:nvSpPr>
        <p:spPr>
          <a:xfrm xmlns:a="http://schemas.openxmlformats.org/drawingml/2006/main">
            <a:off x="4917252" y="5676900"/>
            <a:ext cx="60241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مؤقت</a:t>
            </a:r>
          </a:p>
        </p:txBody>
      </p:sp>
    </p:spTree>
    <p:extLst>
      <p:ext uri="{BB962C8B-B14F-4D97-AF65-F5344CB8AC3E}">
        <p14:creationId xmlns:p14="http://schemas.microsoft.com/office/powerpoint/2010/main" val="921527997"/>
      </p:ext>
    </p:extLst>
  </p:cSld>
</p:sld>
</file>

<file path=ppt/slides/slide7.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64" name="text-218">
            <a:extLst xmlns:a="http://schemas.openxmlformats.org/drawingml/2006/main">
              <a:ext uri="{FF2B5EF4-FFF2-40B4-BE49-F238E27FC236}">
                <a16:creationId xmlns:a16="http://schemas.microsoft.com/office/drawing/2014/main" id="{465609F8-1CA6-45CA-98B3-5816535B0678}"/>
              </a:ext>
            </a:extLst>
          </p:cNvPr>
          <p:cNvSpPr>
            <a:spLocks xmlns:a="http://schemas.openxmlformats.org/drawingml/2006/main" noGrp="1"/>
          </p:cNvSpPr>
          <p:nvPr/>
        </p:nvSpPr>
        <p:spPr>
          <a:xfrm xmlns:a="http://schemas.openxmlformats.org/drawingml/2006/main">
            <a:off x="9685538" y="457200"/>
            <a:ext cx="189686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المعمارية</a:t>
            </a:r>
          </a:p>
        </p:txBody>
      </p:sp>
      <p:sp>
        <p:nvSpPr>
          <p:cNvPr id="2" name="text-219">
            <a:extLst xmlns:a="http://schemas.openxmlformats.org/drawingml/2006/main">
              <a:ext uri="{FF2B5EF4-FFF2-40B4-BE49-F238E27FC236}">
                <a16:creationId xmlns:a16="http://schemas.microsoft.com/office/drawing/2014/main" id="{4B0B22E9-5AF3-4C51-B12C-F0FA479DEA83}"/>
              </a:ext>
            </a:extLst>
          </p:cNvPr>
          <p:cNvSpPr>
            <a:spLocks xmlns:a="http://schemas.openxmlformats.org/drawingml/2006/main" noGrp="1"/>
          </p:cNvSpPr>
          <p:nvPr/>
        </p:nvSpPr>
        <p:spPr>
          <a:xfrm xmlns:a="http://schemas.openxmlformats.org/drawingml/2006/main">
            <a:off x="8667514" y="457200"/>
            <a:ext cx="91705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ودور</a:t>
            </a:r>
          </a:p>
        </p:txBody>
      </p:sp>
      <p:sp>
        <p:nvSpPr>
          <p:cNvPr id="3" name="text-220">
            <a:extLst xmlns:a="http://schemas.openxmlformats.org/drawingml/2006/main">
              <a:ext uri="{FF2B5EF4-FFF2-40B4-BE49-F238E27FC236}">
                <a16:creationId xmlns:a16="http://schemas.microsoft.com/office/drawing/2014/main" id="{5053DA0F-9EB3-4544-9654-C8FAACC7E7CC}"/>
              </a:ext>
            </a:extLst>
          </p:cNvPr>
          <p:cNvSpPr>
            <a:spLocks xmlns:a="http://schemas.openxmlformats.org/drawingml/2006/main" noGrp="1"/>
          </p:cNvSpPr>
          <p:nvPr/>
        </p:nvSpPr>
        <p:spPr>
          <a:xfrm xmlns:a="http://schemas.openxmlformats.org/drawingml/2006/main">
            <a:off x="7600851" y="457200"/>
            <a:ext cx="96569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مزوّد</a:t>
            </a:r>
          </a:p>
        </p:txBody>
      </p:sp>
      <p:sp>
        <p:nvSpPr>
          <p:cNvPr id="4" name="text-221">
            <a:extLst xmlns:a="http://schemas.openxmlformats.org/drawingml/2006/main">
              <a:ext uri="{FF2B5EF4-FFF2-40B4-BE49-F238E27FC236}">
                <a16:creationId xmlns:a16="http://schemas.microsoft.com/office/drawing/2014/main" id="{59B25944-792E-488F-B0DD-C56D57CBFD3F}"/>
              </a:ext>
            </a:extLst>
          </p:cNvPr>
          <p:cNvSpPr>
            <a:spLocks xmlns:a="http://schemas.openxmlformats.org/drawingml/2006/main" noGrp="1"/>
          </p:cNvSpPr>
          <p:nvPr/>
        </p:nvSpPr>
        <p:spPr>
          <a:xfrm xmlns:a="http://schemas.openxmlformats.org/drawingml/2006/main">
            <a:off x="6084059" y="457200"/>
            <a:ext cx="141582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الخدمة</a:t>
            </a:r>
          </a:p>
        </p:txBody>
      </p:sp>
      <p:sp>
        <p:nvSpPr>
          <p:cNvPr id="5" name="shape-222">
            <a:extLst xmlns:a="http://schemas.openxmlformats.org/drawingml/2006/main">
              <a:ext uri="{FF2B5EF4-FFF2-40B4-BE49-F238E27FC236}">
                <a16:creationId xmlns:a16="http://schemas.microsoft.com/office/drawing/2014/main" id="{772321FC-D2B3-47B4-A81A-D886525C7802}"/>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6" name="text-223">
            <a:extLst xmlns:a="http://schemas.openxmlformats.org/drawingml/2006/main">
              <a:ext uri="{FF2B5EF4-FFF2-40B4-BE49-F238E27FC236}">
                <a16:creationId xmlns:a16="http://schemas.microsoft.com/office/drawing/2014/main" id="{D8AF4B71-3465-40C1-ABD1-E08DF235DCC4}"/>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7" name="text-224">
            <a:extLst xmlns:a="http://schemas.openxmlformats.org/drawingml/2006/main">
              <a:ext uri="{FF2B5EF4-FFF2-40B4-BE49-F238E27FC236}">
                <a16:creationId xmlns:a16="http://schemas.microsoft.com/office/drawing/2014/main" id="{7D19BD09-3EED-4204-A672-EDAB8C10F9C4}"/>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8" name="text-225">
            <a:extLst xmlns:a="http://schemas.openxmlformats.org/drawingml/2006/main">
              <a:ext uri="{FF2B5EF4-FFF2-40B4-BE49-F238E27FC236}">
                <a16:creationId xmlns:a16="http://schemas.microsoft.com/office/drawing/2014/main" id="{D8B5C90C-79DB-412D-BEE7-A751A8A50AB9}"/>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9" name="text-226">
            <a:extLst xmlns:a="http://schemas.openxmlformats.org/drawingml/2006/main">
              <a:ext uri="{FF2B5EF4-FFF2-40B4-BE49-F238E27FC236}">
                <a16:creationId xmlns:a16="http://schemas.microsoft.com/office/drawing/2014/main" id="{ECA960C7-DCC0-4EDE-9822-7DA80A735CEE}"/>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0" name="text-227">
            <a:extLst xmlns:a="http://schemas.openxmlformats.org/drawingml/2006/main">
              <a:ext uri="{FF2B5EF4-FFF2-40B4-BE49-F238E27FC236}">
                <a16:creationId xmlns:a16="http://schemas.microsoft.com/office/drawing/2014/main" id="{46946CBB-6629-4B4A-9A9B-971657A7F50F}"/>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1" name="text-228">
            <a:extLst xmlns:a="http://schemas.openxmlformats.org/drawingml/2006/main">
              <a:ext uri="{FF2B5EF4-FFF2-40B4-BE49-F238E27FC236}">
                <a16:creationId xmlns:a16="http://schemas.microsoft.com/office/drawing/2014/main" id="{69460BF2-9A56-44D0-AD55-2727FD038D02}"/>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2" name="text-229">
            <a:extLst xmlns:a="http://schemas.openxmlformats.org/drawingml/2006/main">
              <a:ext uri="{FF2B5EF4-FFF2-40B4-BE49-F238E27FC236}">
                <a16:creationId xmlns:a16="http://schemas.microsoft.com/office/drawing/2014/main" id="{EF9B5709-5063-453C-BE05-E89B2312209C}"/>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07</a:t>
            </a:r>
          </a:p>
        </p:txBody>
      </p:sp>
      <p:sp>
        <p:nvSpPr>
          <p:cNvPr id="13" name="shape-230">
            <a:extLst xmlns:a="http://schemas.openxmlformats.org/drawingml/2006/main">
              <a:ext uri="{FF2B5EF4-FFF2-40B4-BE49-F238E27FC236}">
                <a16:creationId xmlns:a16="http://schemas.microsoft.com/office/drawing/2014/main" id="{9AB5CE00-E5A1-438E-AD0C-00FC6200DC34}"/>
              </a:ext>
            </a:extLst>
          </p:cNvPr>
          <p:cNvSpPr>
            <a:spLocks xmlns:a="http://schemas.openxmlformats.org/drawingml/2006/main" noGrp="1"/>
          </p:cNvSpPr>
          <p:nvPr/>
        </p:nvSpPr>
        <p:spPr>
          <a:xfrm xmlns:a="http://schemas.openxmlformats.org/drawingml/2006/main">
            <a:off x="9105900" y="1809750"/>
            <a:ext cx="2476500" cy="1371600"/>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14" name="text-231">
            <a:extLst xmlns:a="http://schemas.openxmlformats.org/drawingml/2006/main">
              <a:ext uri="{FF2B5EF4-FFF2-40B4-BE49-F238E27FC236}">
                <a16:creationId xmlns:a16="http://schemas.microsoft.com/office/drawing/2014/main" id="{8151D148-69C2-4468-8F3D-CD664991ADA2}"/>
              </a:ext>
            </a:extLst>
          </p:cNvPr>
          <p:cNvSpPr>
            <a:spLocks xmlns:a="http://schemas.openxmlformats.org/drawingml/2006/main" noGrp="1"/>
          </p:cNvSpPr>
          <p:nvPr/>
        </p:nvSpPr>
        <p:spPr>
          <a:xfrm xmlns:a="http://schemas.openxmlformats.org/drawingml/2006/main">
            <a:off x="9635315" y="2019300"/>
            <a:ext cx="137957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المستخدم</a:t>
            </a:r>
          </a:p>
        </p:txBody>
      </p:sp>
      <p:sp>
        <p:nvSpPr>
          <p:cNvPr id="15" name="text-232">
            <a:extLst xmlns:a="http://schemas.openxmlformats.org/drawingml/2006/main">
              <a:ext uri="{FF2B5EF4-FFF2-40B4-BE49-F238E27FC236}">
                <a16:creationId xmlns:a16="http://schemas.microsoft.com/office/drawing/2014/main" id="{AB20ADC4-F836-4B4F-9D74-D855C82D12A0}"/>
              </a:ext>
            </a:extLst>
          </p:cNvPr>
          <p:cNvSpPr>
            <a:spLocks xmlns:a="http://schemas.openxmlformats.org/drawingml/2006/main" noGrp="1"/>
          </p:cNvSpPr>
          <p:nvPr/>
        </p:nvSpPr>
        <p:spPr>
          <a:xfrm xmlns:a="http://schemas.openxmlformats.org/drawingml/2006/main">
            <a:off x="10551518" y="2628900"/>
            <a:ext cx="44367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يختار</a:t>
            </a:r>
          </a:p>
        </p:txBody>
      </p:sp>
      <p:sp>
        <p:nvSpPr>
          <p:cNvPr id="16" name="text-233">
            <a:extLst xmlns:a="http://schemas.openxmlformats.org/drawingml/2006/main">
              <a:ext uri="{FF2B5EF4-FFF2-40B4-BE49-F238E27FC236}">
                <a16:creationId xmlns:a16="http://schemas.microsoft.com/office/drawing/2014/main" id="{B7883C3C-0BEA-40F2-8DB1-76046DEEF654}"/>
              </a:ext>
            </a:extLst>
          </p:cNvPr>
          <p:cNvSpPr>
            <a:spLocks xmlns:a="http://schemas.openxmlformats.org/drawingml/2006/main" noGrp="1"/>
          </p:cNvSpPr>
          <p:nvPr/>
        </p:nvSpPr>
        <p:spPr>
          <a:xfrm xmlns:a="http://schemas.openxmlformats.org/drawingml/2006/main">
            <a:off x="9655005" y="2628900"/>
            <a:ext cx="853079"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الشخصية</a:t>
            </a:r>
          </a:p>
        </p:txBody>
      </p:sp>
      <p:sp>
        <p:nvSpPr>
          <p:cNvPr id="17" name="text-234">
            <a:extLst xmlns:a="http://schemas.openxmlformats.org/drawingml/2006/main">
              <a:ext uri="{FF2B5EF4-FFF2-40B4-BE49-F238E27FC236}">
                <a16:creationId xmlns:a16="http://schemas.microsoft.com/office/drawing/2014/main" id="{9F61D4BE-7835-4839-A239-B4A0BAF6B65B}"/>
              </a:ext>
            </a:extLst>
          </p:cNvPr>
          <p:cNvSpPr>
            <a:spLocks xmlns:a="http://schemas.openxmlformats.org/drawingml/2006/main" noGrp="1"/>
          </p:cNvSpPr>
          <p:nvPr/>
        </p:nvSpPr>
        <p:spPr>
          <a:xfrm xmlns:a="http://schemas.openxmlformats.org/drawingml/2006/main">
            <a:off x="878205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a:t>
            </a:r>
          </a:p>
        </p:txBody>
      </p:sp>
      <p:sp>
        <p:nvSpPr>
          <p:cNvPr id="18" name="shape-235">
            <a:extLst xmlns:a="http://schemas.openxmlformats.org/drawingml/2006/main">
              <a:ext uri="{FF2B5EF4-FFF2-40B4-BE49-F238E27FC236}">
                <a16:creationId xmlns:a16="http://schemas.microsoft.com/office/drawing/2014/main" id="{AE05AB20-FC32-4FA3-8961-57F04E936C9A}"/>
              </a:ext>
            </a:extLst>
          </p:cNvPr>
          <p:cNvSpPr>
            <a:spLocks xmlns:a="http://schemas.openxmlformats.org/drawingml/2006/main" noGrp="1"/>
          </p:cNvSpPr>
          <p:nvPr/>
        </p:nvSpPr>
        <p:spPr>
          <a:xfrm xmlns:a="http://schemas.openxmlformats.org/drawingml/2006/main">
            <a:off x="6305550" y="1809750"/>
            <a:ext cx="2476500" cy="1371600"/>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19" name="text-236">
            <a:extLst xmlns:a="http://schemas.openxmlformats.org/drawingml/2006/main">
              <a:ext uri="{FF2B5EF4-FFF2-40B4-BE49-F238E27FC236}">
                <a16:creationId xmlns:a16="http://schemas.microsoft.com/office/drawing/2014/main" id="{D500E503-2254-4A5C-B5A7-FC72F6226A24}"/>
              </a:ext>
            </a:extLst>
          </p:cNvPr>
          <p:cNvSpPr>
            <a:spLocks xmlns:a="http://schemas.openxmlformats.org/drawingml/2006/main" noGrp="1"/>
          </p:cNvSpPr>
          <p:nvPr/>
        </p:nvSpPr>
        <p:spPr>
          <a:xfrm xmlns:a="http://schemas.openxmlformats.org/drawingml/2006/main">
            <a:off x="6963000" y="2019300"/>
            <a:ext cx="112350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المجلس</a:t>
            </a:r>
          </a:p>
        </p:txBody>
      </p:sp>
      <p:sp>
        <p:nvSpPr>
          <p:cNvPr id="20" name="text-237">
            <a:extLst xmlns:a="http://schemas.openxmlformats.org/drawingml/2006/main">
              <a:ext uri="{FF2B5EF4-FFF2-40B4-BE49-F238E27FC236}">
                <a16:creationId xmlns:a16="http://schemas.microsoft.com/office/drawing/2014/main" id="{20BC5FBE-B2AB-4147-92D3-9AD206917C79}"/>
              </a:ext>
            </a:extLst>
          </p:cNvPr>
          <p:cNvSpPr>
            <a:spLocks xmlns:a="http://schemas.openxmlformats.org/drawingml/2006/main" noGrp="1"/>
          </p:cNvSpPr>
          <p:nvPr/>
        </p:nvSpPr>
        <p:spPr>
          <a:xfrm xmlns:a="http://schemas.openxmlformats.org/drawingml/2006/main">
            <a:off x="7789826" y="2628900"/>
            <a:ext cx="55257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سياق</a:t>
            </a:r>
          </a:p>
        </p:txBody>
      </p:sp>
      <p:sp>
        <p:nvSpPr>
          <p:cNvPr id="21" name="text-238">
            <a:extLst xmlns:a="http://schemas.openxmlformats.org/drawingml/2006/main">
              <a:ext uri="{FF2B5EF4-FFF2-40B4-BE49-F238E27FC236}">
                <a16:creationId xmlns:a16="http://schemas.microsoft.com/office/drawing/2014/main" id="{7CD63F24-0744-4CDA-B516-5DF0585D4323}"/>
              </a:ext>
            </a:extLst>
          </p:cNvPr>
          <p:cNvSpPr>
            <a:spLocks xmlns:a="http://schemas.openxmlformats.org/drawingml/2006/main" noGrp="1"/>
          </p:cNvSpPr>
          <p:nvPr/>
        </p:nvSpPr>
        <p:spPr>
          <a:xfrm xmlns:a="http://schemas.openxmlformats.org/drawingml/2006/main">
            <a:off x="7371685" y="2628900"/>
            <a:ext cx="374707"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وبث</a:t>
            </a:r>
          </a:p>
        </p:txBody>
      </p:sp>
      <p:sp>
        <p:nvSpPr>
          <p:cNvPr id="22" name="text-239">
            <a:extLst xmlns:a="http://schemas.openxmlformats.org/drawingml/2006/main">
              <a:ext uri="{FF2B5EF4-FFF2-40B4-BE49-F238E27FC236}">
                <a16:creationId xmlns:a16="http://schemas.microsoft.com/office/drawing/2014/main" id="{511A8E41-6C41-4D1C-80B1-437E7523261A}"/>
              </a:ext>
            </a:extLst>
          </p:cNvPr>
          <p:cNvSpPr>
            <a:spLocks xmlns:a="http://schemas.openxmlformats.org/drawingml/2006/main" noGrp="1"/>
          </p:cNvSpPr>
          <p:nvPr/>
        </p:nvSpPr>
        <p:spPr>
          <a:xfrm xmlns:a="http://schemas.openxmlformats.org/drawingml/2006/main">
            <a:off x="6707098" y="2628900"/>
            <a:ext cx="621153"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ومراجع</a:t>
            </a:r>
          </a:p>
        </p:txBody>
      </p:sp>
      <p:sp>
        <p:nvSpPr>
          <p:cNvPr id="23" name="text-240">
            <a:extLst xmlns:a="http://schemas.openxmlformats.org/drawingml/2006/main">
              <a:ext uri="{FF2B5EF4-FFF2-40B4-BE49-F238E27FC236}">
                <a16:creationId xmlns:a16="http://schemas.microsoft.com/office/drawing/2014/main" id="{565B628D-BD13-4FC2-AD4B-BAB173245808}"/>
              </a:ext>
            </a:extLst>
          </p:cNvPr>
          <p:cNvSpPr>
            <a:spLocks xmlns:a="http://schemas.openxmlformats.org/drawingml/2006/main" noGrp="1"/>
          </p:cNvSpPr>
          <p:nvPr/>
        </p:nvSpPr>
        <p:spPr>
          <a:xfrm xmlns:a="http://schemas.openxmlformats.org/drawingml/2006/main">
            <a:off x="598170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a:t>
            </a:r>
          </a:p>
        </p:txBody>
      </p:sp>
      <p:sp>
        <p:nvSpPr>
          <p:cNvPr id="24" name="shape-241">
            <a:extLst xmlns:a="http://schemas.openxmlformats.org/drawingml/2006/main">
              <a:ext uri="{FF2B5EF4-FFF2-40B4-BE49-F238E27FC236}">
                <a16:creationId xmlns:a16="http://schemas.microsoft.com/office/drawing/2014/main" id="{2ECB9164-B1FE-447A-AEF8-063B7D8BD654}"/>
              </a:ext>
            </a:extLst>
          </p:cNvPr>
          <p:cNvSpPr>
            <a:spLocks xmlns:a="http://schemas.openxmlformats.org/drawingml/2006/main" noGrp="1"/>
          </p:cNvSpPr>
          <p:nvPr/>
        </p:nvSpPr>
        <p:spPr>
          <a:xfrm xmlns:a="http://schemas.openxmlformats.org/drawingml/2006/main">
            <a:off x="3505200" y="1809750"/>
            <a:ext cx="2476500" cy="1371600"/>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25" name="text-242">
            <a:extLst xmlns:a="http://schemas.openxmlformats.org/drawingml/2006/main">
              <a:ext uri="{FF2B5EF4-FFF2-40B4-BE49-F238E27FC236}">
                <a16:creationId xmlns:a16="http://schemas.microsoft.com/office/drawing/2014/main" id="{68F51DF5-E10B-4CB0-9202-8EAC620E5D4B}"/>
              </a:ext>
            </a:extLst>
          </p:cNvPr>
          <p:cNvSpPr>
            <a:spLocks xmlns:a="http://schemas.openxmlformats.org/drawingml/2006/main" noGrp="1"/>
          </p:cNvSpPr>
          <p:nvPr/>
        </p:nvSpPr>
        <p:spPr>
          <a:xfrm xmlns:a="http://schemas.openxmlformats.org/drawingml/2006/main">
            <a:off x="4896425" y="2019300"/>
            <a:ext cx="92330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خدمات</a:t>
            </a:r>
          </a:p>
        </p:txBody>
      </p:sp>
      <p:sp>
        <p:nvSpPr>
          <p:cNvPr id="26" name="text-243">
            <a:extLst xmlns:a="http://schemas.openxmlformats.org/drawingml/2006/main">
              <a:ext uri="{FF2B5EF4-FFF2-40B4-BE49-F238E27FC236}">
                <a16:creationId xmlns:a16="http://schemas.microsoft.com/office/drawing/2014/main" id="{2543C3A6-117C-4D00-B44C-E87462A423DF}"/>
              </a:ext>
            </a:extLst>
          </p:cNvPr>
          <p:cNvSpPr>
            <a:spLocks xmlns:a="http://schemas.openxmlformats.org/drawingml/2006/main" noGrp="1"/>
          </p:cNvSpPr>
          <p:nvPr/>
        </p:nvSpPr>
        <p:spPr>
          <a:xfrm xmlns:a="http://schemas.openxmlformats.org/drawingml/2006/main">
            <a:off x="3629075" y="2019300"/>
            <a:ext cx="120829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سلسبيل</a:t>
            </a:r>
          </a:p>
        </p:txBody>
      </p:sp>
      <p:sp>
        <p:nvSpPr>
          <p:cNvPr id="27" name="text-244">
            <a:extLst xmlns:a="http://schemas.openxmlformats.org/drawingml/2006/main">
              <a:ext uri="{FF2B5EF4-FFF2-40B4-BE49-F238E27FC236}">
                <a16:creationId xmlns:a16="http://schemas.microsoft.com/office/drawing/2014/main" id="{9AA7EBC9-FFF9-4D49-B1B6-668621D1D38B}"/>
              </a:ext>
            </a:extLst>
          </p:cNvPr>
          <p:cNvSpPr>
            <a:spLocks xmlns:a="http://schemas.openxmlformats.org/drawingml/2006/main" noGrp="1"/>
          </p:cNvSpPr>
          <p:nvPr/>
        </p:nvSpPr>
        <p:spPr>
          <a:xfrm xmlns:a="http://schemas.openxmlformats.org/drawingml/2006/main">
            <a:off x="5067717" y="2628900"/>
            <a:ext cx="503522"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نماذج</a:t>
            </a:r>
          </a:p>
        </p:txBody>
      </p:sp>
      <p:sp>
        <p:nvSpPr>
          <p:cNvPr id="28" name="text-245">
            <a:extLst xmlns:a="http://schemas.openxmlformats.org/drawingml/2006/main">
              <a:ext uri="{FF2B5EF4-FFF2-40B4-BE49-F238E27FC236}">
                <a16:creationId xmlns:a16="http://schemas.microsoft.com/office/drawing/2014/main" id="{60FE1E11-D18F-463C-B433-A0FB0C3C00E0}"/>
              </a:ext>
            </a:extLst>
          </p:cNvPr>
          <p:cNvSpPr>
            <a:spLocks xmlns:a="http://schemas.openxmlformats.org/drawingml/2006/main" noGrp="1"/>
          </p:cNvSpPr>
          <p:nvPr/>
        </p:nvSpPr>
        <p:spPr>
          <a:xfrm xmlns:a="http://schemas.openxmlformats.org/drawingml/2006/main">
            <a:off x="4452282" y="2628900"/>
            <a:ext cx="572001"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وأدوات</a:t>
            </a:r>
          </a:p>
        </p:txBody>
      </p:sp>
      <p:sp>
        <p:nvSpPr>
          <p:cNvPr id="29" name="text-246">
            <a:extLst xmlns:a="http://schemas.openxmlformats.org/drawingml/2006/main">
              <a:ext uri="{FF2B5EF4-FFF2-40B4-BE49-F238E27FC236}">
                <a16:creationId xmlns:a16="http://schemas.microsoft.com/office/drawing/2014/main" id="{7740B4F4-A85E-4E53-B464-D32F61537D67}"/>
              </a:ext>
            </a:extLst>
          </p:cNvPr>
          <p:cNvSpPr>
            <a:spLocks xmlns:a="http://schemas.openxmlformats.org/drawingml/2006/main" noGrp="1"/>
          </p:cNvSpPr>
          <p:nvPr/>
        </p:nvSpPr>
        <p:spPr>
          <a:xfrm xmlns:a="http://schemas.openxmlformats.org/drawingml/2006/main">
            <a:off x="3877561" y="2628900"/>
            <a:ext cx="53128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معرفة</a:t>
            </a:r>
          </a:p>
        </p:txBody>
      </p:sp>
      <p:sp>
        <p:nvSpPr>
          <p:cNvPr id="30" name="text-247">
            <a:extLst xmlns:a="http://schemas.openxmlformats.org/drawingml/2006/main">
              <a:ext uri="{FF2B5EF4-FFF2-40B4-BE49-F238E27FC236}">
                <a16:creationId xmlns:a16="http://schemas.microsoft.com/office/drawing/2014/main" id="{6CD9030F-56A1-42F4-AEFB-1A19AE67B142}"/>
              </a:ext>
            </a:extLst>
          </p:cNvPr>
          <p:cNvSpPr>
            <a:spLocks xmlns:a="http://schemas.openxmlformats.org/drawingml/2006/main" noGrp="1"/>
          </p:cNvSpPr>
          <p:nvPr/>
        </p:nvSpPr>
        <p:spPr>
          <a:xfrm xmlns:a="http://schemas.openxmlformats.org/drawingml/2006/main">
            <a:off x="318135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a:t>
            </a:r>
          </a:p>
        </p:txBody>
      </p:sp>
      <p:sp>
        <p:nvSpPr>
          <p:cNvPr id="31" name="shape-248">
            <a:extLst xmlns:a="http://schemas.openxmlformats.org/drawingml/2006/main">
              <a:ext uri="{FF2B5EF4-FFF2-40B4-BE49-F238E27FC236}">
                <a16:creationId xmlns:a16="http://schemas.microsoft.com/office/drawing/2014/main" id="{FB49D2E4-14D6-4BF2-94D9-608E2FB9A3DB}"/>
              </a:ext>
            </a:extLst>
          </p:cNvPr>
          <p:cNvSpPr>
            <a:spLocks xmlns:a="http://schemas.openxmlformats.org/drawingml/2006/main" noGrp="1"/>
          </p:cNvSpPr>
          <p:nvPr/>
        </p:nvSpPr>
        <p:spPr>
          <a:xfrm xmlns:a="http://schemas.openxmlformats.org/drawingml/2006/main">
            <a:off x="704850" y="1809750"/>
            <a:ext cx="2476500" cy="1371600"/>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32" name="text-249">
            <a:extLst xmlns:a="http://schemas.openxmlformats.org/drawingml/2006/main">
              <a:ext uri="{FF2B5EF4-FFF2-40B4-BE49-F238E27FC236}">
                <a16:creationId xmlns:a16="http://schemas.microsoft.com/office/drawing/2014/main" id="{DA209B34-A9B4-4A42-B660-E218D16A81B3}"/>
              </a:ext>
            </a:extLst>
          </p:cNvPr>
          <p:cNvSpPr>
            <a:spLocks xmlns:a="http://schemas.openxmlformats.org/drawingml/2006/main" noGrp="1"/>
          </p:cNvSpPr>
          <p:nvPr/>
        </p:nvSpPr>
        <p:spPr>
          <a:xfrm xmlns:a="http://schemas.openxmlformats.org/drawingml/2006/main">
            <a:off x="1461607" y="2019300"/>
            <a:ext cx="92488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الجواب</a:t>
            </a:r>
          </a:p>
        </p:txBody>
      </p:sp>
      <p:sp>
        <p:nvSpPr>
          <p:cNvPr id="33" name="text-250">
            <a:extLst xmlns:a="http://schemas.openxmlformats.org/drawingml/2006/main">
              <a:ext uri="{FF2B5EF4-FFF2-40B4-BE49-F238E27FC236}">
                <a16:creationId xmlns:a16="http://schemas.microsoft.com/office/drawing/2014/main" id="{B3E5EB68-FB05-4C2C-8414-81EA70E45026}"/>
              </a:ext>
            </a:extLst>
          </p:cNvPr>
          <p:cNvSpPr>
            <a:spLocks xmlns:a="http://schemas.openxmlformats.org/drawingml/2006/main" noGrp="1"/>
          </p:cNvSpPr>
          <p:nvPr/>
        </p:nvSpPr>
        <p:spPr>
          <a:xfrm xmlns:a="http://schemas.openxmlformats.org/drawingml/2006/main">
            <a:off x="2364003" y="2628900"/>
            <a:ext cx="335562"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نص</a:t>
            </a:r>
          </a:p>
        </p:txBody>
      </p:sp>
      <p:sp>
        <p:nvSpPr>
          <p:cNvPr id="34" name="text-251">
            <a:extLst xmlns:a="http://schemas.openxmlformats.org/drawingml/2006/main">
              <a:ext uri="{FF2B5EF4-FFF2-40B4-BE49-F238E27FC236}">
                <a16:creationId xmlns:a16="http://schemas.microsoft.com/office/drawing/2014/main" id="{3C6FC9D2-34E6-4989-83FA-1E6A31A111FA}"/>
              </a:ext>
            </a:extLst>
          </p:cNvPr>
          <p:cNvSpPr>
            <a:spLocks xmlns:a="http://schemas.openxmlformats.org/drawingml/2006/main" noGrp="1"/>
          </p:cNvSpPr>
          <p:nvPr/>
        </p:nvSpPr>
        <p:spPr>
          <a:xfrm xmlns:a="http://schemas.openxmlformats.org/drawingml/2006/main">
            <a:off x="1746507" y="2628900"/>
            <a:ext cx="574061"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ومصدر</a:t>
            </a:r>
          </a:p>
        </p:txBody>
      </p:sp>
      <p:sp>
        <p:nvSpPr>
          <p:cNvPr id="35" name="text-252">
            <a:extLst xmlns:a="http://schemas.openxmlformats.org/drawingml/2006/main">
              <a:ext uri="{FF2B5EF4-FFF2-40B4-BE49-F238E27FC236}">
                <a16:creationId xmlns:a16="http://schemas.microsoft.com/office/drawing/2014/main" id="{099F9381-B4BE-4535-AB92-8439B5BF2291}"/>
              </a:ext>
            </a:extLst>
          </p:cNvPr>
          <p:cNvSpPr>
            <a:spLocks xmlns:a="http://schemas.openxmlformats.org/drawingml/2006/main" noGrp="1"/>
          </p:cNvSpPr>
          <p:nvPr/>
        </p:nvSpPr>
        <p:spPr>
          <a:xfrm xmlns:a="http://schemas.openxmlformats.org/drawingml/2006/main">
            <a:off x="1148535" y="2628900"/>
            <a:ext cx="554538"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3F0E6"/>
                </a:solidFill>
                <a:latin typeface="Tahoma"/>
                <a:ea typeface="Tahoma"/>
                <a:cs typeface="Tahoma"/>
              </a:defRPr>
            </a:pPr>
            <a:r>
              <a:rPr sz="1575" b="0">
                <a:solidFill>
                  <a:srgbClr val="F3F0E6"/>
                </a:solidFill>
                <a:latin typeface="Tahoma"/>
                <a:ea typeface="Tahoma"/>
                <a:cs typeface="Tahoma"/>
              </a:rPr>
              <a:t>وحدود</a:t>
            </a:r>
          </a:p>
        </p:txBody>
      </p:sp>
      <p:sp>
        <p:nvSpPr>
          <p:cNvPr id="36" name="text-253">
            <a:extLst xmlns:a="http://schemas.openxmlformats.org/drawingml/2006/main">
              <a:ext uri="{FF2B5EF4-FFF2-40B4-BE49-F238E27FC236}">
                <a16:creationId xmlns:a16="http://schemas.microsoft.com/office/drawing/2014/main" id="{10781F70-1ED0-46B1-89F6-62733E903163}"/>
              </a:ext>
            </a:extLst>
          </p:cNvPr>
          <p:cNvSpPr>
            <a:spLocks xmlns:a="http://schemas.openxmlformats.org/drawingml/2006/main" noGrp="1"/>
          </p:cNvSpPr>
          <p:nvPr/>
        </p:nvSpPr>
        <p:spPr>
          <a:xfrm xmlns:a="http://schemas.openxmlformats.org/drawingml/2006/main">
            <a:off x="10980054" y="3943350"/>
            <a:ext cx="602346"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برق</a:t>
            </a:r>
          </a:p>
        </p:txBody>
      </p:sp>
      <p:sp>
        <p:nvSpPr>
          <p:cNvPr id="37" name="text-254">
            <a:extLst xmlns:a="http://schemas.openxmlformats.org/drawingml/2006/main">
              <a:ext uri="{FF2B5EF4-FFF2-40B4-BE49-F238E27FC236}">
                <a16:creationId xmlns:a16="http://schemas.microsoft.com/office/drawing/2014/main" id="{EEF4190C-3B36-4011-B4E6-2BAA30FF3A65}"/>
              </a:ext>
            </a:extLst>
          </p:cNvPr>
          <p:cNvSpPr>
            <a:spLocks xmlns:a="http://schemas.openxmlformats.org/drawingml/2006/main" noGrp="1"/>
          </p:cNvSpPr>
          <p:nvPr/>
        </p:nvSpPr>
        <p:spPr>
          <a:xfrm xmlns:a="http://schemas.openxmlformats.org/drawingml/2006/main">
            <a:off x="10044394" y="3943350"/>
            <a:ext cx="86822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الفتى</a:t>
            </a:r>
          </a:p>
        </p:txBody>
      </p:sp>
      <p:sp>
        <p:nvSpPr>
          <p:cNvPr id="38" name="text-255">
            <a:extLst xmlns:a="http://schemas.openxmlformats.org/drawingml/2006/main">
              <a:ext uri="{FF2B5EF4-FFF2-40B4-BE49-F238E27FC236}">
                <a16:creationId xmlns:a16="http://schemas.microsoft.com/office/drawing/2014/main" id="{675B435A-CA48-458C-B592-38C68B9C3670}"/>
              </a:ext>
            </a:extLst>
          </p:cNvPr>
          <p:cNvSpPr>
            <a:spLocks xmlns:a="http://schemas.openxmlformats.org/drawingml/2006/main" noGrp="1"/>
          </p:cNvSpPr>
          <p:nvPr/>
        </p:nvSpPr>
        <p:spPr>
          <a:xfrm xmlns:a="http://schemas.openxmlformats.org/drawingml/2006/main">
            <a:off x="9077531" y="3943350"/>
            <a:ext cx="89942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نموذج</a:t>
            </a:r>
          </a:p>
        </p:txBody>
      </p:sp>
      <p:sp>
        <p:nvSpPr>
          <p:cNvPr id="39" name="text-256">
            <a:extLst xmlns:a="http://schemas.openxmlformats.org/drawingml/2006/main">
              <a:ext uri="{FF2B5EF4-FFF2-40B4-BE49-F238E27FC236}">
                <a16:creationId xmlns:a16="http://schemas.microsoft.com/office/drawing/2014/main" id="{83979A40-466C-4720-96E4-F188BE7E3579}"/>
              </a:ext>
            </a:extLst>
          </p:cNvPr>
          <p:cNvSpPr>
            <a:spLocks xmlns:a="http://schemas.openxmlformats.org/drawingml/2006/main" noGrp="1"/>
          </p:cNvSpPr>
          <p:nvPr/>
        </p:nvSpPr>
        <p:spPr>
          <a:xfrm xmlns:a="http://schemas.openxmlformats.org/drawingml/2006/main">
            <a:off x="8150885" y="3943350"/>
            <a:ext cx="859208"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عربي</a:t>
            </a:r>
          </a:p>
        </p:txBody>
      </p:sp>
      <p:sp>
        <p:nvSpPr>
          <p:cNvPr id="40" name="text-257">
            <a:extLst xmlns:a="http://schemas.openxmlformats.org/drawingml/2006/main">
              <a:ext uri="{FF2B5EF4-FFF2-40B4-BE49-F238E27FC236}">
                <a16:creationId xmlns:a16="http://schemas.microsoft.com/office/drawing/2014/main" id="{C806CCD2-22B7-4020-9988-486D22D84794}"/>
              </a:ext>
            </a:extLst>
          </p:cNvPr>
          <p:cNvSpPr>
            <a:spLocks xmlns:a="http://schemas.openxmlformats.org/drawingml/2006/main" noGrp="1"/>
          </p:cNvSpPr>
          <p:nvPr/>
        </p:nvSpPr>
        <p:spPr>
          <a:xfrm xmlns:a="http://schemas.openxmlformats.org/drawingml/2006/main">
            <a:off x="7019285" y="3943350"/>
            <a:ext cx="106416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سيادي</a:t>
            </a:r>
          </a:p>
        </p:txBody>
      </p:sp>
      <p:sp>
        <p:nvSpPr>
          <p:cNvPr id="41" name="text-258">
            <a:extLst xmlns:a="http://schemas.openxmlformats.org/drawingml/2006/main">
              <a:ext uri="{FF2B5EF4-FFF2-40B4-BE49-F238E27FC236}">
                <a16:creationId xmlns:a16="http://schemas.microsoft.com/office/drawing/2014/main" id="{2A0B030C-2328-4E3E-9CA1-6BFCB61EF472}"/>
              </a:ext>
            </a:extLst>
          </p:cNvPr>
          <p:cNvSpPr>
            <a:spLocks xmlns:a="http://schemas.openxmlformats.org/drawingml/2006/main" noGrp="1"/>
          </p:cNvSpPr>
          <p:nvPr/>
        </p:nvSpPr>
        <p:spPr>
          <a:xfrm xmlns:a="http://schemas.openxmlformats.org/drawingml/2006/main">
            <a:off x="6210818" y="3943350"/>
            <a:ext cx="741030"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نملك</a:t>
            </a:r>
          </a:p>
        </p:txBody>
      </p:sp>
      <p:sp>
        <p:nvSpPr>
          <p:cNvPr id="42" name="text-259">
            <a:extLst xmlns:a="http://schemas.openxmlformats.org/drawingml/2006/main">
              <a:ext uri="{FF2B5EF4-FFF2-40B4-BE49-F238E27FC236}">
                <a16:creationId xmlns:a16="http://schemas.microsoft.com/office/drawing/2014/main" id="{A4EB2126-21D6-4B72-B382-6B89FBA047A2}"/>
              </a:ext>
            </a:extLst>
          </p:cNvPr>
          <p:cNvSpPr>
            <a:spLocks xmlns:a="http://schemas.openxmlformats.org/drawingml/2006/main" noGrp="1"/>
          </p:cNvSpPr>
          <p:nvPr/>
        </p:nvSpPr>
        <p:spPr>
          <a:xfrm xmlns:a="http://schemas.openxmlformats.org/drawingml/2006/main">
            <a:off x="5304084" y="3943350"/>
            <a:ext cx="83929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DDC087"/>
                </a:solidFill>
                <a:latin typeface="Tahoma"/>
                <a:ea typeface="Tahoma"/>
                <a:cs typeface="Tahoma"/>
              </a:defRPr>
            </a:pPr>
            <a:r>
              <a:rPr sz="2325" b="1">
                <a:solidFill>
                  <a:srgbClr val="DDC087"/>
                </a:solidFill>
                <a:latin typeface="Tahoma"/>
                <a:ea typeface="Tahoma"/>
                <a:cs typeface="Tahoma"/>
              </a:rPr>
              <a:t>أوزانه</a:t>
            </a:r>
          </a:p>
        </p:txBody>
      </p:sp>
      <p:sp>
        <p:nvSpPr>
          <p:cNvPr id="43" name="text-260">
            <a:extLst xmlns:a="http://schemas.openxmlformats.org/drawingml/2006/main">
              <a:ext uri="{FF2B5EF4-FFF2-40B4-BE49-F238E27FC236}">
                <a16:creationId xmlns:a16="http://schemas.microsoft.com/office/drawing/2014/main" id="{0A029E79-611A-45D4-BEC0-E18768361435}"/>
              </a:ext>
            </a:extLst>
          </p:cNvPr>
          <p:cNvSpPr>
            <a:spLocks xmlns:a="http://schemas.openxmlformats.org/drawingml/2006/main" noGrp="1"/>
          </p:cNvSpPr>
          <p:nvPr/>
        </p:nvSpPr>
        <p:spPr>
          <a:xfrm xmlns:a="http://schemas.openxmlformats.org/drawingml/2006/main">
            <a:off x="11131856" y="4543425"/>
            <a:ext cx="45054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لينة</a:t>
            </a:r>
          </a:p>
        </p:txBody>
      </p:sp>
      <p:sp>
        <p:nvSpPr>
          <p:cNvPr id="44" name="text-261">
            <a:extLst xmlns:a="http://schemas.openxmlformats.org/drawingml/2006/main">
              <a:ext uri="{FF2B5EF4-FFF2-40B4-BE49-F238E27FC236}">
                <a16:creationId xmlns:a16="http://schemas.microsoft.com/office/drawing/2014/main" id="{97BA3ECD-C995-41B4-A32B-811E46F9A76E}"/>
              </a:ext>
            </a:extLst>
          </p:cNvPr>
          <p:cNvSpPr>
            <a:spLocks xmlns:a="http://schemas.openxmlformats.org/drawingml/2006/main" noGrp="1"/>
          </p:cNvSpPr>
          <p:nvPr/>
        </p:nvSpPr>
        <p:spPr>
          <a:xfrm xmlns:a="http://schemas.openxmlformats.org/drawingml/2006/main">
            <a:off x="10377351" y="4543425"/>
            <a:ext cx="69316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وقبس</a:t>
            </a:r>
          </a:p>
        </p:txBody>
      </p:sp>
      <p:sp>
        <p:nvSpPr>
          <p:cNvPr id="45" name="text-262">
            <a:extLst xmlns:a="http://schemas.openxmlformats.org/drawingml/2006/main">
              <a:ext uri="{FF2B5EF4-FFF2-40B4-BE49-F238E27FC236}">
                <a16:creationId xmlns:a16="http://schemas.microsoft.com/office/drawing/2014/main" id="{E02BCC98-82D4-40FC-9DAB-96DC9F1520EA}"/>
              </a:ext>
            </a:extLst>
          </p:cNvPr>
          <p:cNvSpPr>
            <a:spLocks xmlns:a="http://schemas.openxmlformats.org/drawingml/2006/main" noGrp="1"/>
          </p:cNvSpPr>
          <p:nvPr/>
        </p:nvSpPr>
        <p:spPr>
          <a:xfrm xmlns:a="http://schemas.openxmlformats.org/drawingml/2006/main">
            <a:off x="9219429" y="4543425"/>
            <a:ext cx="109658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تستفيدان</a:t>
            </a:r>
          </a:p>
        </p:txBody>
      </p:sp>
      <p:sp>
        <p:nvSpPr>
          <p:cNvPr id="46" name="text-263">
            <a:extLst xmlns:a="http://schemas.openxmlformats.org/drawingml/2006/main">
              <a:ext uri="{FF2B5EF4-FFF2-40B4-BE49-F238E27FC236}">
                <a16:creationId xmlns:a16="http://schemas.microsoft.com/office/drawing/2014/main" id="{00C30465-B82D-4D0F-8D8F-902966FD147B}"/>
              </a:ext>
            </a:extLst>
          </p:cNvPr>
          <p:cNvSpPr>
            <a:spLocks xmlns:a="http://schemas.openxmlformats.org/drawingml/2006/main" noGrp="1"/>
          </p:cNvSpPr>
          <p:nvPr/>
        </p:nvSpPr>
        <p:spPr>
          <a:xfrm xmlns:a="http://schemas.openxmlformats.org/drawingml/2006/main">
            <a:off x="8785539" y="4543425"/>
            <a:ext cx="37254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من</a:t>
            </a:r>
          </a:p>
        </p:txBody>
      </p:sp>
      <p:sp>
        <p:nvSpPr>
          <p:cNvPr id="47" name="text-264">
            <a:extLst xmlns:a="http://schemas.openxmlformats.org/drawingml/2006/main">
              <a:ext uri="{FF2B5EF4-FFF2-40B4-BE49-F238E27FC236}">
                <a16:creationId xmlns:a16="http://schemas.microsoft.com/office/drawing/2014/main" id="{C982B103-585B-47F7-9F62-4EBF3969F005}"/>
              </a:ext>
            </a:extLst>
          </p:cNvPr>
          <p:cNvSpPr>
            <a:spLocks xmlns:a="http://schemas.openxmlformats.org/drawingml/2006/main" noGrp="1"/>
          </p:cNvSpPr>
          <p:nvPr/>
        </p:nvSpPr>
        <p:spPr>
          <a:xfrm xmlns:a="http://schemas.openxmlformats.org/drawingml/2006/main">
            <a:off x="8110109" y="4543425"/>
            <a:ext cx="61408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أدوات</a:t>
            </a:r>
          </a:p>
        </p:txBody>
      </p:sp>
      <p:sp>
        <p:nvSpPr>
          <p:cNvPr id="48" name="text-265">
            <a:extLst xmlns:a="http://schemas.openxmlformats.org/drawingml/2006/main">
              <a:ext uri="{FF2B5EF4-FFF2-40B4-BE49-F238E27FC236}">
                <a16:creationId xmlns:a16="http://schemas.microsoft.com/office/drawing/2014/main" id="{9EF9439F-AC77-4DEF-8EB4-688674BCD7BA}"/>
              </a:ext>
            </a:extLst>
          </p:cNvPr>
          <p:cNvSpPr>
            <a:spLocks xmlns:a="http://schemas.openxmlformats.org/drawingml/2006/main" noGrp="1"/>
          </p:cNvSpPr>
          <p:nvPr/>
        </p:nvSpPr>
        <p:spPr>
          <a:xfrm xmlns:a="http://schemas.openxmlformats.org/drawingml/2006/main">
            <a:off x="6999474" y="4543425"/>
            <a:ext cx="104929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سلسبيل</a:t>
            </a:r>
          </a:p>
        </p:txBody>
      </p:sp>
      <p:sp>
        <p:nvSpPr>
          <p:cNvPr id="49" name="text-266">
            <a:extLst xmlns:a="http://schemas.openxmlformats.org/drawingml/2006/main">
              <a:ext uri="{FF2B5EF4-FFF2-40B4-BE49-F238E27FC236}">
                <a16:creationId xmlns:a16="http://schemas.microsoft.com/office/drawing/2014/main" id="{7FDB5140-8BC2-4478-83EB-1CA8F75CA6F5}"/>
              </a:ext>
            </a:extLst>
          </p:cNvPr>
          <p:cNvSpPr>
            <a:spLocks xmlns:a="http://schemas.openxmlformats.org/drawingml/2006/main" noGrp="1"/>
          </p:cNvSpPr>
          <p:nvPr/>
        </p:nvSpPr>
        <p:spPr>
          <a:xfrm xmlns:a="http://schemas.openxmlformats.org/drawingml/2006/main">
            <a:off x="6291865" y="4543425"/>
            <a:ext cx="64626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لقراءة</a:t>
            </a:r>
          </a:p>
        </p:txBody>
      </p:sp>
      <p:sp>
        <p:nvSpPr>
          <p:cNvPr id="50" name="text-267">
            <a:extLst xmlns:a="http://schemas.openxmlformats.org/drawingml/2006/main">
              <a:ext uri="{FF2B5EF4-FFF2-40B4-BE49-F238E27FC236}">
                <a16:creationId xmlns:a16="http://schemas.microsoft.com/office/drawing/2014/main" id="{9F4172AD-8A4A-4CD3-BF69-54811A7F7089}"/>
              </a:ext>
            </a:extLst>
          </p:cNvPr>
          <p:cNvSpPr>
            <a:spLocks xmlns:a="http://schemas.openxmlformats.org/drawingml/2006/main" noGrp="1"/>
          </p:cNvSpPr>
          <p:nvPr/>
        </p:nvSpPr>
        <p:spPr>
          <a:xfrm xmlns:a="http://schemas.openxmlformats.org/drawingml/2006/main">
            <a:off x="5392063" y="4543425"/>
            <a:ext cx="83846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المصادر</a:t>
            </a:r>
          </a:p>
        </p:txBody>
      </p:sp>
      <p:sp>
        <p:nvSpPr>
          <p:cNvPr id="51" name="text-268">
            <a:extLst xmlns:a="http://schemas.openxmlformats.org/drawingml/2006/main">
              <a:ext uri="{FF2B5EF4-FFF2-40B4-BE49-F238E27FC236}">
                <a16:creationId xmlns:a16="http://schemas.microsoft.com/office/drawing/2014/main" id="{88247459-FD40-49A3-8310-EBB88D2CAEF4}"/>
              </a:ext>
            </a:extLst>
          </p:cNvPr>
          <p:cNvSpPr>
            <a:spLocks xmlns:a="http://schemas.openxmlformats.org/drawingml/2006/main" noGrp="1"/>
          </p:cNvSpPr>
          <p:nvPr/>
        </p:nvSpPr>
        <p:spPr>
          <a:xfrm xmlns:a="http://schemas.openxmlformats.org/drawingml/2006/main">
            <a:off x="4825728" y="4543425"/>
            <a:ext cx="50499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وربط</a:t>
            </a:r>
          </a:p>
        </p:txBody>
      </p:sp>
      <p:sp>
        <p:nvSpPr>
          <p:cNvPr id="52" name="text-269">
            <a:extLst xmlns:a="http://schemas.openxmlformats.org/drawingml/2006/main">
              <a:ext uri="{FF2B5EF4-FFF2-40B4-BE49-F238E27FC236}">
                <a16:creationId xmlns:a16="http://schemas.microsoft.com/office/drawing/2014/main" id="{455AC371-3BB1-4C3D-94E9-B5453E27FC8F}"/>
              </a:ext>
            </a:extLst>
          </p:cNvPr>
          <p:cNvSpPr>
            <a:spLocks xmlns:a="http://schemas.openxmlformats.org/drawingml/2006/main" noGrp="1"/>
          </p:cNvSpPr>
          <p:nvPr/>
        </p:nvSpPr>
        <p:spPr>
          <a:xfrm xmlns:a="http://schemas.openxmlformats.org/drawingml/2006/main">
            <a:off x="4150690" y="4543425"/>
            <a:ext cx="61369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الأدلة</a:t>
            </a:r>
          </a:p>
        </p:txBody>
      </p:sp>
      <p:sp>
        <p:nvSpPr>
          <p:cNvPr id="53" name="text-270">
            <a:extLst xmlns:a="http://schemas.openxmlformats.org/drawingml/2006/main">
              <a:ext uri="{FF2B5EF4-FFF2-40B4-BE49-F238E27FC236}">
                <a16:creationId xmlns:a16="http://schemas.microsoft.com/office/drawing/2014/main" id="{7797EEA0-9AE4-463A-BC83-3985431B3DEB}"/>
              </a:ext>
            </a:extLst>
          </p:cNvPr>
          <p:cNvSpPr>
            <a:spLocks xmlns:a="http://schemas.openxmlformats.org/drawingml/2006/main" noGrp="1"/>
          </p:cNvSpPr>
          <p:nvPr/>
        </p:nvSpPr>
        <p:spPr>
          <a:xfrm xmlns:a="http://schemas.openxmlformats.org/drawingml/2006/main">
            <a:off x="10987638" y="5324475"/>
            <a:ext cx="594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مفتاح</a:t>
            </a:r>
          </a:p>
        </p:txBody>
      </p:sp>
      <p:sp>
        <p:nvSpPr>
          <p:cNvPr id="54" name="text-271">
            <a:extLst xmlns:a="http://schemas.openxmlformats.org/drawingml/2006/main">
              <a:ext uri="{FF2B5EF4-FFF2-40B4-BE49-F238E27FC236}">
                <a16:creationId xmlns:a16="http://schemas.microsoft.com/office/drawing/2014/main" id="{42B7FDEB-10F1-44BF-97F5-4CF6A9D8615F}"/>
              </a:ext>
            </a:extLst>
          </p:cNvPr>
          <p:cNvSpPr>
            <a:spLocks xmlns:a="http://schemas.openxmlformats.org/drawingml/2006/main" noGrp="1"/>
          </p:cNvSpPr>
          <p:nvPr/>
        </p:nvSpPr>
        <p:spPr>
          <a:xfrm xmlns:a="http://schemas.openxmlformats.org/drawingml/2006/main">
            <a:off x="10199597" y="5324475"/>
            <a:ext cx="7327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الخدمة</a:t>
            </a:r>
          </a:p>
        </p:txBody>
      </p:sp>
      <p:sp>
        <p:nvSpPr>
          <p:cNvPr id="55" name="text-272">
            <a:extLst xmlns:a="http://schemas.openxmlformats.org/drawingml/2006/main">
              <a:ext uri="{FF2B5EF4-FFF2-40B4-BE49-F238E27FC236}">
                <a16:creationId xmlns:a16="http://schemas.microsoft.com/office/drawing/2014/main" id="{ED8D380B-C47D-4D2D-9446-98483A0C1487}"/>
              </a:ext>
            </a:extLst>
          </p:cNvPr>
          <p:cNvSpPr>
            <a:spLocks xmlns:a="http://schemas.openxmlformats.org/drawingml/2006/main" noGrp="1"/>
          </p:cNvSpPr>
          <p:nvPr/>
        </p:nvSpPr>
        <p:spPr>
          <a:xfrm xmlns:a="http://schemas.openxmlformats.org/drawingml/2006/main">
            <a:off x="9761014" y="5324475"/>
            <a:ext cx="38324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في</a:t>
            </a:r>
          </a:p>
        </p:txBody>
      </p:sp>
      <p:sp>
        <p:nvSpPr>
          <p:cNvPr id="56" name="text-273">
            <a:extLst xmlns:a="http://schemas.openxmlformats.org/drawingml/2006/main">
              <a:ext uri="{FF2B5EF4-FFF2-40B4-BE49-F238E27FC236}">
                <a16:creationId xmlns:a16="http://schemas.microsoft.com/office/drawing/2014/main" id="{1B29C050-EB88-4F0C-813B-099B582AF5B0}"/>
              </a:ext>
            </a:extLst>
          </p:cNvPr>
          <p:cNvSpPr>
            <a:spLocks xmlns:a="http://schemas.openxmlformats.org/drawingml/2006/main" noGrp="1"/>
          </p:cNvSpPr>
          <p:nvPr/>
        </p:nvSpPr>
        <p:spPr>
          <a:xfrm xmlns:a="http://schemas.openxmlformats.org/drawingml/2006/main">
            <a:off x="9040471" y="5324475"/>
            <a:ext cx="66520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الخادم</a:t>
            </a:r>
          </a:p>
        </p:txBody>
      </p:sp>
      <p:sp>
        <p:nvSpPr>
          <p:cNvPr id="57" name="text-274">
            <a:extLst xmlns:a="http://schemas.openxmlformats.org/drawingml/2006/main">
              <a:ext uri="{FF2B5EF4-FFF2-40B4-BE49-F238E27FC236}">
                <a16:creationId xmlns:a16="http://schemas.microsoft.com/office/drawing/2014/main" id="{55B638C7-803B-4C4A-B464-1BA3CFC50458}"/>
              </a:ext>
            </a:extLst>
          </p:cNvPr>
          <p:cNvSpPr>
            <a:spLocks xmlns:a="http://schemas.openxmlformats.org/drawingml/2006/main" noGrp="1"/>
          </p:cNvSpPr>
          <p:nvPr/>
        </p:nvSpPr>
        <p:spPr>
          <a:xfrm xmlns:a="http://schemas.openxmlformats.org/drawingml/2006/main">
            <a:off x="8860304" y="5324475"/>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a:t>
            </a:r>
          </a:p>
        </p:txBody>
      </p:sp>
      <p:sp>
        <p:nvSpPr>
          <p:cNvPr id="58" name="text-275">
            <a:extLst xmlns:a="http://schemas.openxmlformats.org/drawingml/2006/main">
              <a:ext uri="{FF2B5EF4-FFF2-40B4-BE49-F238E27FC236}">
                <a16:creationId xmlns:a16="http://schemas.microsoft.com/office/drawing/2014/main" id="{216D1485-020F-4CED-BEC5-CE163AD25D84}"/>
              </a:ext>
            </a:extLst>
          </p:cNvPr>
          <p:cNvSpPr>
            <a:spLocks xmlns:a="http://schemas.openxmlformats.org/drawingml/2006/main" noGrp="1"/>
          </p:cNvSpPr>
          <p:nvPr/>
        </p:nvSpPr>
        <p:spPr>
          <a:xfrm xmlns:a="http://schemas.openxmlformats.org/drawingml/2006/main">
            <a:off x="8295162" y="5324475"/>
            <a:ext cx="5098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أوزان</a:t>
            </a:r>
          </a:p>
        </p:txBody>
      </p:sp>
      <p:sp>
        <p:nvSpPr>
          <p:cNvPr id="59" name="text-276">
            <a:extLst xmlns:a="http://schemas.openxmlformats.org/drawingml/2006/main">
              <a:ext uri="{FF2B5EF4-FFF2-40B4-BE49-F238E27FC236}">
                <a16:creationId xmlns:a16="http://schemas.microsoft.com/office/drawing/2014/main" id="{DA63C505-27A8-4499-8754-3C9DE618C772}"/>
              </a:ext>
            </a:extLst>
          </p:cNvPr>
          <p:cNvSpPr>
            <a:spLocks xmlns:a="http://schemas.openxmlformats.org/drawingml/2006/main" noGrp="1"/>
          </p:cNvSpPr>
          <p:nvPr/>
        </p:nvSpPr>
        <p:spPr>
          <a:xfrm xmlns:a="http://schemas.openxmlformats.org/drawingml/2006/main">
            <a:off x="7465818" y="5324475"/>
            <a:ext cx="77400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النموذج</a:t>
            </a:r>
          </a:p>
        </p:txBody>
      </p:sp>
      <p:sp>
        <p:nvSpPr>
          <p:cNvPr id="60" name="text-277">
            <a:extLst xmlns:a="http://schemas.openxmlformats.org/drawingml/2006/main">
              <a:ext uri="{FF2B5EF4-FFF2-40B4-BE49-F238E27FC236}">
                <a16:creationId xmlns:a16="http://schemas.microsoft.com/office/drawing/2014/main" id="{E79CD866-AB5B-4D00-90DF-47CD7996D7A0}"/>
              </a:ext>
            </a:extLst>
          </p:cNvPr>
          <p:cNvSpPr>
            <a:spLocks xmlns:a="http://schemas.openxmlformats.org/drawingml/2006/main" noGrp="1"/>
          </p:cNvSpPr>
          <p:nvPr/>
        </p:nvSpPr>
        <p:spPr>
          <a:xfrm xmlns:a="http://schemas.openxmlformats.org/drawingml/2006/main">
            <a:off x="6611554" y="5324475"/>
            <a:ext cx="79892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ومصنعه</a:t>
            </a:r>
          </a:p>
        </p:txBody>
      </p:sp>
      <p:sp>
        <p:nvSpPr>
          <p:cNvPr id="61" name="text-278">
            <a:extLst xmlns:a="http://schemas.openxmlformats.org/drawingml/2006/main">
              <a:ext uri="{FF2B5EF4-FFF2-40B4-BE49-F238E27FC236}">
                <a16:creationId xmlns:a16="http://schemas.microsoft.com/office/drawing/2014/main" id="{D75C07F5-83AA-4C56-93D7-002F5492F97D}"/>
              </a:ext>
            </a:extLst>
          </p:cNvPr>
          <p:cNvSpPr>
            <a:spLocks xmlns:a="http://schemas.openxmlformats.org/drawingml/2006/main" noGrp="1"/>
          </p:cNvSpPr>
          <p:nvPr/>
        </p:nvSpPr>
        <p:spPr>
          <a:xfrm xmlns:a="http://schemas.openxmlformats.org/drawingml/2006/main">
            <a:off x="6045824" y="5324475"/>
            <a:ext cx="51038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خارج</a:t>
            </a:r>
          </a:p>
        </p:txBody>
      </p:sp>
      <p:sp>
        <p:nvSpPr>
          <p:cNvPr id="62" name="text-279">
            <a:extLst xmlns:a="http://schemas.openxmlformats.org/drawingml/2006/main">
              <a:ext uri="{FF2B5EF4-FFF2-40B4-BE49-F238E27FC236}">
                <a16:creationId xmlns:a16="http://schemas.microsoft.com/office/drawing/2014/main" id="{14E4344C-1A30-42DF-85BD-E904FAE87C66}"/>
              </a:ext>
            </a:extLst>
          </p:cNvPr>
          <p:cNvSpPr>
            <a:spLocks xmlns:a="http://schemas.openxmlformats.org/drawingml/2006/main" noGrp="1"/>
          </p:cNvSpPr>
          <p:nvPr/>
        </p:nvSpPr>
        <p:spPr>
          <a:xfrm xmlns:a="http://schemas.openxmlformats.org/drawingml/2006/main">
            <a:off x="5425056" y="5324475"/>
            <a:ext cx="56542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نطاق</a:t>
            </a:r>
          </a:p>
        </p:txBody>
      </p:sp>
      <p:sp>
        <p:nvSpPr>
          <p:cNvPr id="63" name="text-280">
            <a:extLst xmlns:a="http://schemas.openxmlformats.org/drawingml/2006/main">
              <a:ext uri="{FF2B5EF4-FFF2-40B4-BE49-F238E27FC236}">
                <a16:creationId xmlns:a16="http://schemas.microsoft.com/office/drawing/2014/main" id="{FD5764FB-50B1-41B1-98C3-D7F4085D99C7}"/>
              </a:ext>
            </a:extLst>
          </p:cNvPr>
          <p:cNvSpPr>
            <a:spLocks xmlns:a="http://schemas.openxmlformats.org/drawingml/2006/main" noGrp="1"/>
          </p:cNvSpPr>
          <p:nvPr/>
        </p:nvSpPr>
        <p:spPr>
          <a:xfrm xmlns:a="http://schemas.openxmlformats.org/drawingml/2006/main">
            <a:off x="4516539" y="5324475"/>
            <a:ext cx="85317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التسليم</a:t>
            </a:r>
          </a:p>
        </p:txBody>
      </p:sp>
    </p:spTree>
    <p:extLst>
      <p:ext uri="{BB962C8B-B14F-4D97-AF65-F5344CB8AC3E}">
        <p14:creationId xmlns:p14="http://schemas.microsoft.com/office/powerpoint/2010/main" val="639036128"/>
      </p:ext>
    </p:extLst>
  </p:cSld>
</p:sld>
</file>

<file path=ppt/slides/slide8.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0" name="text-281">
            <a:extLst xmlns:a="http://schemas.openxmlformats.org/drawingml/2006/main">
              <a:ext uri="{FF2B5EF4-FFF2-40B4-BE49-F238E27FC236}">
                <a16:creationId xmlns:a16="http://schemas.microsoft.com/office/drawing/2014/main" id="{15490320-322C-42B3-B3B0-ED178D09ED9E}"/>
              </a:ext>
            </a:extLst>
          </p:cNvPr>
          <p:cNvSpPr>
            <a:spLocks xmlns:a="http://schemas.openxmlformats.org/drawingml/2006/main" noGrp="1"/>
          </p:cNvSpPr>
          <p:nvPr/>
        </p:nvSpPr>
        <p:spPr>
          <a:xfrm xmlns:a="http://schemas.openxmlformats.org/drawingml/2006/main">
            <a:off x="10207981" y="457200"/>
            <a:ext cx="137441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الذاكرة</a:t>
            </a:r>
          </a:p>
        </p:txBody>
      </p:sp>
      <p:sp>
        <p:nvSpPr>
          <p:cNvPr id="2" name="text-282">
            <a:extLst xmlns:a="http://schemas.openxmlformats.org/drawingml/2006/main">
              <a:ext uri="{FF2B5EF4-FFF2-40B4-BE49-F238E27FC236}">
                <a16:creationId xmlns:a16="http://schemas.microsoft.com/office/drawing/2014/main" id="{0200AF5C-EE51-4F20-8881-4858FE4C2AD5}"/>
              </a:ext>
            </a:extLst>
          </p:cNvPr>
          <p:cNvSpPr>
            <a:spLocks xmlns:a="http://schemas.openxmlformats.org/drawingml/2006/main" noGrp="1"/>
          </p:cNvSpPr>
          <p:nvPr/>
        </p:nvSpPr>
        <p:spPr>
          <a:xfrm xmlns:a="http://schemas.openxmlformats.org/drawingml/2006/main">
            <a:off x="8397080" y="457200"/>
            <a:ext cx="1709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المهيكلة</a:t>
            </a:r>
          </a:p>
        </p:txBody>
      </p:sp>
      <p:sp>
        <p:nvSpPr>
          <p:cNvPr id="3" name="text-283">
            <a:extLst xmlns:a="http://schemas.openxmlformats.org/drawingml/2006/main">
              <a:ext uri="{FF2B5EF4-FFF2-40B4-BE49-F238E27FC236}">
                <a16:creationId xmlns:a16="http://schemas.microsoft.com/office/drawing/2014/main" id="{653E34CF-BE1F-4731-AAEF-FC605E9117FB}"/>
              </a:ext>
            </a:extLst>
          </p:cNvPr>
          <p:cNvSpPr>
            <a:spLocks xmlns:a="http://schemas.openxmlformats.org/drawingml/2006/main" noGrp="1"/>
          </p:cNvSpPr>
          <p:nvPr/>
        </p:nvSpPr>
        <p:spPr>
          <a:xfrm xmlns:a="http://schemas.openxmlformats.org/drawingml/2006/main">
            <a:off x="7184601" y="457200"/>
            <a:ext cx="111151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النص</a:t>
            </a:r>
          </a:p>
        </p:txBody>
      </p:sp>
      <p:sp>
        <p:nvSpPr>
          <p:cNvPr id="4" name="text-284">
            <a:extLst xmlns:a="http://schemas.openxmlformats.org/drawingml/2006/main">
              <a:ext uri="{FF2B5EF4-FFF2-40B4-BE49-F238E27FC236}">
                <a16:creationId xmlns:a16="http://schemas.microsoft.com/office/drawing/2014/main" id="{D0501BB6-B8B6-4526-A60E-ADB4B7001C64}"/>
              </a:ext>
            </a:extLst>
          </p:cNvPr>
          <p:cNvSpPr>
            <a:spLocks xmlns:a="http://schemas.openxmlformats.org/drawingml/2006/main" noGrp="1"/>
          </p:cNvSpPr>
          <p:nvPr/>
        </p:nvSpPr>
        <p:spPr>
          <a:xfrm xmlns:a="http://schemas.openxmlformats.org/drawingml/2006/main">
            <a:off x="6431958" y="457200"/>
            <a:ext cx="65167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من</a:t>
            </a:r>
          </a:p>
        </p:txBody>
      </p:sp>
      <p:sp>
        <p:nvSpPr>
          <p:cNvPr id="5" name="text-285">
            <a:extLst xmlns:a="http://schemas.openxmlformats.org/drawingml/2006/main">
              <a:ext uri="{FF2B5EF4-FFF2-40B4-BE49-F238E27FC236}">
                <a16:creationId xmlns:a16="http://schemas.microsoft.com/office/drawing/2014/main" id="{5FB1352C-57B8-4E6C-A326-B7CA25BB8659}"/>
              </a:ext>
            </a:extLst>
          </p:cNvPr>
          <p:cNvSpPr>
            <a:spLocks xmlns:a="http://schemas.openxmlformats.org/drawingml/2006/main" noGrp="1"/>
          </p:cNvSpPr>
          <p:nvPr/>
        </p:nvSpPr>
        <p:spPr>
          <a:xfrm xmlns:a="http://schemas.openxmlformats.org/drawingml/2006/main">
            <a:off x="5317251" y="457200"/>
            <a:ext cx="101374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أصله</a:t>
            </a:r>
          </a:p>
        </p:txBody>
      </p:sp>
      <p:sp>
        <p:nvSpPr>
          <p:cNvPr id="6" name="shape-286">
            <a:extLst xmlns:a="http://schemas.openxmlformats.org/drawingml/2006/main">
              <a:ext uri="{FF2B5EF4-FFF2-40B4-BE49-F238E27FC236}">
                <a16:creationId xmlns:a16="http://schemas.microsoft.com/office/drawing/2014/main" id="{F6133F5F-54ED-4D9C-B4E3-6855ADC9AC0E}"/>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287">
            <a:extLst xmlns:a="http://schemas.openxmlformats.org/drawingml/2006/main">
              <a:ext uri="{FF2B5EF4-FFF2-40B4-BE49-F238E27FC236}">
                <a16:creationId xmlns:a16="http://schemas.microsoft.com/office/drawing/2014/main" id="{93F6EF91-5E92-43E4-9F47-50CA265AA92A}"/>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288">
            <a:extLst xmlns:a="http://schemas.openxmlformats.org/drawingml/2006/main">
              <a:ext uri="{FF2B5EF4-FFF2-40B4-BE49-F238E27FC236}">
                <a16:creationId xmlns:a16="http://schemas.microsoft.com/office/drawing/2014/main" id="{DBBBDEAC-FE25-4781-B0E4-9C9D42BFAF56}"/>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289">
            <a:extLst xmlns:a="http://schemas.openxmlformats.org/drawingml/2006/main">
              <a:ext uri="{FF2B5EF4-FFF2-40B4-BE49-F238E27FC236}">
                <a16:creationId xmlns:a16="http://schemas.microsoft.com/office/drawing/2014/main" id="{9F338F80-957E-476B-9B3A-AD768E3C7571}"/>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290">
            <a:extLst xmlns:a="http://schemas.openxmlformats.org/drawingml/2006/main">
              <a:ext uri="{FF2B5EF4-FFF2-40B4-BE49-F238E27FC236}">
                <a16:creationId xmlns:a16="http://schemas.microsoft.com/office/drawing/2014/main" id="{7A4ABC56-1CF2-4C79-A57E-95FF54B74A3D}"/>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291">
            <a:extLst xmlns:a="http://schemas.openxmlformats.org/drawingml/2006/main">
              <a:ext uri="{FF2B5EF4-FFF2-40B4-BE49-F238E27FC236}">
                <a16:creationId xmlns:a16="http://schemas.microsoft.com/office/drawing/2014/main" id="{09B4A671-B907-4410-B333-2011EBF43760}"/>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292">
            <a:extLst xmlns:a="http://schemas.openxmlformats.org/drawingml/2006/main">
              <a:ext uri="{FF2B5EF4-FFF2-40B4-BE49-F238E27FC236}">
                <a16:creationId xmlns:a16="http://schemas.microsoft.com/office/drawing/2014/main" id="{1168FC40-CE35-4DED-A65E-AF95D5FAA762}"/>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293">
            <a:extLst xmlns:a="http://schemas.openxmlformats.org/drawingml/2006/main">
              <a:ext uri="{FF2B5EF4-FFF2-40B4-BE49-F238E27FC236}">
                <a16:creationId xmlns:a16="http://schemas.microsoft.com/office/drawing/2014/main" id="{038DBAE3-93FA-4260-B891-CBBB9F0118A0}"/>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08</a:t>
            </a:r>
          </a:p>
        </p:txBody>
      </p:sp>
      <p:pic>
        <p:nvPicPr>
          <p:cNvPr id="53" name=""/>
          <p:cNvPicPr>
            <a:picLocks xmlns:a="http://schemas.openxmlformats.org/drawingml/2006/main" noChangeAspect="1"/>
          </p:cNvPicPr>
          <p:nvPr/>
        </p:nvPicPr>
        <p:blipFill>
          <a:blip xmlns:r="http://schemas.openxmlformats.org/officeDocument/2006/relationships" xmlns:a="http://schemas.openxmlformats.org/drawingml/2006/main" r:embed="R339df724e50b4a83"/>
          <a:stretch xmlns:a="http://schemas.openxmlformats.org/drawingml/2006/main"/>
        </p:blipFill>
        <p:spPr>
          <a:xfrm xmlns:a="http://schemas.openxmlformats.org/drawingml/2006/main">
            <a:off x="609600" y="1453692"/>
            <a:ext cx="7239000" cy="4074441"/>
          </a:xfrm>
          <a:prstGeom xmlns:a="http://schemas.openxmlformats.org/drawingml/2006/main" prst="rect">
            <a:avLst/>
          </a:prstGeom>
        </p:spPr>
      </p:pic>
      <p:sp>
        <p:nvSpPr>
          <p:cNvPr id="15" name="text-294">
            <a:extLst xmlns:a="http://schemas.openxmlformats.org/drawingml/2006/main">
              <a:ext uri="{FF2B5EF4-FFF2-40B4-BE49-F238E27FC236}">
                <a16:creationId xmlns:a16="http://schemas.microsoft.com/office/drawing/2014/main" id="{B5490C96-E466-40CE-B2FE-0E68053FC1C9}"/>
              </a:ext>
            </a:extLst>
          </p:cNvPr>
          <p:cNvSpPr>
            <a:spLocks xmlns:a="http://schemas.openxmlformats.org/drawingml/2006/main" noGrp="1"/>
          </p:cNvSpPr>
          <p:nvPr/>
        </p:nvSpPr>
        <p:spPr>
          <a:xfrm xmlns:a="http://schemas.openxmlformats.org/drawingml/2006/main">
            <a:off x="10394312" y="1762125"/>
            <a:ext cx="118808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استلهمنا</a:t>
            </a:r>
          </a:p>
        </p:txBody>
      </p:sp>
      <p:sp>
        <p:nvSpPr>
          <p:cNvPr id="16" name="text-295">
            <a:extLst xmlns:a="http://schemas.openxmlformats.org/drawingml/2006/main">
              <a:ext uri="{FF2B5EF4-FFF2-40B4-BE49-F238E27FC236}">
                <a16:creationId xmlns:a16="http://schemas.microsoft.com/office/drawing/2014/main" id="{157A4980-BDBB-4EBA-9E9D-329D343E8960}"/>
              </a:ext>
            </a:extLst>
          </p:cNvPr>
          <p:cNvSpPr>
            <a:spLocks xmlns:a="http://schemas.openxmlformats.org/drawingml/2006/main" noGrp="1"/>
          </p:cNvSpPr>
          <p:nvPr/>
        </p:nvSpPr>
        <p:spPr>
          <a:xfrm xmlns:a="http://schemas.openxmlformats.org/drawingml/2006/main">
            <a:off x="9811466" y="1762125"/>
            <a:ext cx="52379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دقة</a:t>
            </a:r>
          </a:p>
        </p:txBody>
      </p:sp>
      <p:sp>
        <p:nvSpPr>
          <p:cNvPr id="17" name="text-296">
            <a:extLst xmlns:a="http://schemas.openxmlformats.org/drawingml/2006/main">
              <a:ext uri="{FF2B5EF4-FFF2-40B4-BE49-F238E27FC236}">
                <a16:creationId xmlns:a16="http://schemas.microsoft.com/office/drawing/2014/main" id="{491E77DD-4865-440C-AC6F-8EE5DA28E7EE}"/>
              </a:ext>
            </a:extLst>
          </p:cNvPr>
          <p:cNvSpPr>
            <a:spLocks xmlns:a="http://schemas.openxmlformats.org/drawingml/2006/main" noGrp="1"/>
          </p:cNvSpPr>
          <p:nvPr/>
        </p:nvSpPr>
        <p:spPr>
          <a:xfrm xmlns:a="http://schemas.openxmlformats.org/drawingml/2006/main">
            <a:off x="8928964" y="1762125"/>
            <a:ext cx="82344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الحفظ</a:t>
            </a:r>
          </a:p>
        </p:txBody>
      </p:sp>
      <p:sp>
        <p:nvSpPr>
          <p:cNvPr id="18" name="text-297">
            <a:extLst xmlns:a="http://schemas.openxmlformats.org/drawingml/2006/main">
              <a:ext uri="{FF2B5EF4-FFF2-40B4-BE49-F238E27FC236}">
                <a16:creationId xmlns:a16="http://schemas.microsoft.com/office/drawing/2014/main" id="{13323212-D5B2-417B-BC77-EE3A66C0D47D}"/>
              </a:ext>
            </a:extLst>
          </p:cNvPr>
          <p:cNvSpPr>
            <a:spLocks xmlns:a="http://schemas.openxmlformats.org/drawingml/2006/main" noGrp="1"/>
          </p:cNvSpPr>
          <p:nvPr/>
        </p:nvSpPr>
        <p:spPr>
          <a:xfrm xmlns:a="http://schemas.openxmlformats.org/drawingml/2006/main">
            <a:off x="11100756" y="2667000"/>
            <a:ext cx="48164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يعود</a:t>
            </a:r>
          </a:p>
        </p:txBody>
      </p:sp>
      <p:sp>
        <p:nvSpPr>
          <p:cNvPr id="19" name="text-298">
            <a:extLst xmlns:a="http://schemas.openxmlformats.org/drawingml/2006/main">
              <a:ext uri="{FF2B5EF4-FFF2-40B4-BE49-F238E27FC236}">
                <a16:creationId xmlns:a16="http://schemas.microsoft.com/office/drawing/2014/main" id="{3005A11C-7C99-49B1-9D90-E111A18D9597}"/>
              </a:ext>
            </a:extLst>
          </p:cNvPr>
          <p:cNvSpPr>
            <a:spLocks xmlns:a="http://schemas.openxmlformats.org/drawingml/2006/main" noGrp="1"/>
          </p:cNvSpPr>
          <p:nvPr/>
        </p:nvSpPr>
        <p:spPr>
          <a:xfrm xmlns:a="http://schemas.openxmlformats.org/drawingml/2006/main">
            <a:off x="10461724" y="2667000"/>
            <a:ext cx="57769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النص</a:t>
            </a:r>
          </a:p>
        </p:txBody>
      </p:sp>
      <p:sp>
        <p:nvSpPr>
          <p:cNvPr id="20" name="text-299">
            <a:extLst xmlns:a="http://schemas.openxmlformats.org/drawingml/2006/main">
              <a:ext uri="{FF2B5EF4-FFF2-40B4-BE49-F238E27FC236}">
                <a16:creationId xmlns:a16="http://schemas.microsoft.com/office/drawing/2014/main" id="{D3E84666-0567-45C8-9906-B5BE5EA5344F}"/>
              </a:ext>
            </a:extLst>
          </p:cNvPr>
          <p:cNvSpPr>
            <a:spLocks xmlns:a="http://schemas.openxmlformats.org/drawingml/2006/main" noGrp="1"/>
          </p:cNvSpPr>
          <p:nvPr/>
        </p:nvSpPr>
        <p:spPr>
          <a:xfrm xmlns:a="http://schemas.openxmlformats.org/drawingml/2006/main">
            <a:off x="9833680" y="2667000"/>
            <a:ext cx="56670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كاملًا</a:t>
            </a:r>
          </a:p>
        </p:txBody>
      </p:sp>
      <p:sp>
        <p:nvSpPr>
          <p:cNvPr id="21" name="text-300">
            <a:extLst xmlns:a="http://schemas.openxmlformats.org/drawingml/2006/main">
              <a:ext uri="{FF2B5EF4-FFF2-40B4-BE49-F238E27FC236}">
                <a16:creationId xmlns:a16="http://schemas.microsoft.com/office/drawing/2014/main" id="{08B51057-CBF0-4309-B8E2-850DB59AC7A7}"/>
              </a:ext>
            </a:extLst>
          </p:cNvPr>
          <p:cNvSpPr>
            <a:spLocks xmlns:a="http://schemas.openxmlformats.org/drawingml/2006/main" noGrp="1"/>
          </p:cNvSpPr>
          <p:nvPr/>
        </p:nvSpPr>
        <p:spPr>
          <a:xfrm xmlns:a="http://schemas.openxmlformats.org/drawingml/2006/main">
            <a:off x="10741977" y="3181350"/>
            <a:ext cx="84042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بموضعه</a:t>
            </a:r>
          </a:p>
        </p:txBody>
      </p:sp>
      <p:sp>
        <p:nvSpPr>
          <p:cNvPr id="22" name="text-301">
            <a:extLst xmlns:a="http://schemas.openxmlformats.org/drawingml/2006/main">
              <a:ext uri="{FF2B5EF4-FFF2-40B4-BE49-F238E27FC236}">
                <a16:creationId xmlns:a16="http://schemas.microsoft.com/office/drawing/2014/main" id="{510C9D83-554D-4B8C-A8D2-41ABF4884AA1}"/>
              </a:ext>
            </a:extLst>
          </p:cNvPr>
          <p:cNvSpPr>
            <a:spLocks xmlns:a="http://schemas.openxmlformats.org/drawingml/2006/main" noGrp="1"/>
          </p:cNvSpPr>
          <p:nvPr/>
        </p:nvSpPr>
        <p:spPr>
          <a:xfrm xmlns:a="http://schemas.openxmlformats.org/drawingml/2006/main">
            <a:off x="10064790" y="3181350"/>
            <a:ext cx="61879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النحل</a:t>
            </a:r>
          </a:p>
        </p:txBody>
      </p:sp>
      <p:sp>
        <p:nvSpPr>
          <p:cNvPr id="23" name="text-302">
            <a:extLst xmlns:a="http://schemas.openxmlformats.org/drawingml/2006/main">
              <a:ext uri="{FF2B5EF4-FFF2-40B4-BE49-F238E27FC236}">
                <a16:creationId xmlns:a16="http://schemas.microsoft.com/office/drawing/2014/main" id="{9913D6AE-01E1-40F5-BD6A-BD2C8D61AC61}"/>
              </a:ext>
            </a:extLst>
          </p:cNvPr>
          <p:cNvSpPr>
            <a:spLocks xmlns:a="http://schemas.openxmlformats.org/drawingml/2006/main" noGrp="1"/>
          </p:cNvSpPr>
          <p:nvPr/>
        </p:nvSpPr>
        <p:spPr>
          <a:xfrm xmlns:a="http://schemas.openxmlformats.org/drawingml/2006/main">
            <a:off x="9676629" y="3181350"/>
            <a:ext cx="32977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٩٠</a:t>
            </a:r>
          </a:p>
        </p:txBody>
      </p:sp>
      <p:sp>
        <p:nvSpPr>
          <p:cNvPr id="24" name="text-303">
            <a:extLst xmlns:a="http://schemas.openxmlformats.org/drawingml/2006/main">
              <a:ext uri="{FF2B5EF4-FFF2-40B4-BE49-F238E27FC236}">
                <a16:creationId xmlns:a16="http://schemas.microsoft.com/office/drawing/2014/main" id="{8DD9E79A-11BD-462B-AFB8-0D0165614751}"/>
              </a:ext>
            </a:extLst>
          </p:cNvPr>
          <p:cNvSpPr>
            <a:spLocks xmlns:a="http://schemas.openxmlformats.org/drawingml/2006/main" noGrp="1"/>
          </p:cNvSpPr>
          <p:nvPr/>
        </p:nvSpPr>
        <p:spPr>
          <a:xfrm xmlns:a="http://schemas.openxmlformats.org/drawingml/2006/main">
            <a:off x="10932207" y="4086225"/>
            <a:ext cx="65019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افحص</a:t>
            </a:r>
          </a:p>
        </p:txBody>
      </p:sp>
      <p:sp>
        <p:nvSpPr>
          <p:cNvPr id="25" name="text-304">
            <a:extLst xmlns:a="http://schemas.openxmlformats.org/drawingml/2006/main">
              <a:ext uri="{FF2B5EF4-FFF2-40B4-BE49-F238E27FC236}">
                <a16:creationId xmlns:a16="http://schemas.microsoft.com/office/drawing/2014/main" id="{447A82B8-EC48-4CD6-AB13-FD5961ED8E97}"/>
              </a:ext>
            </a:extLst>
          </p:cNvPr>
          <p:cNvSpPr>
            <a:spLocks xmlns:a="http://schemas.openxmlformats.org/drawingml/2006/main" noGrp="1"/>
          </p:cNvSpPr>
          <p:nvPr/>
        </p:nvSpPr>
        <p:spPr>
          <a:xfrm xmlns:a="http://schemas.openxmlformats.org/drawingml/2006/main">
            <a:off x="9983564" y="4086225"/>
            <a:ext cx="89330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المطابقة</a:t>
            </a:r>
          </a:p>
        </p:txBody>
      </p:sp>
      <p:sp>
        <p:nvSpPr>
          <p:cNvPr id="26" name="text-305">
            <a:extLst xmlns:a="http://schemas.openxmlformats.org/drawingml/2006/main">
              <a:ext uri="{FF2B5EF4-FFF2-40B4-BE49-F238E27FC236}">
                <a16:creationId xmlns:a16="http://schemas.microsoft.com/office/drawing/2014/main" id="{99400A65-EB41-4619-9459-17F50FAC1D30}"/>
              </a:ext>
            </a:extLst>
          </p:cNvPr>
          <p:cNvSpPr>
            <a:spLocks xmlns:a="http://schemas.openxmlformats.org/drawingml/2006/main" noGrp="1"/>
          </p:cNvSpPr>
          <p:nvPr/>
        </p:nvSpPr>
        <p:spPr>
          <a:xfrm xmlns:a="http://schemas.openxmlformats.org/drawingml/2006/main">
            <a:off x="9366916" y="4086225"/>
            <a:ext cx="5613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حرفيًا</a:t>
            </a:r>
          </a:p>
        </p:txBody>
      </p:sp>
      <p:sp>
        <p:nvSpPr>
          <p:cNvPr id="27" name="text-306">
            <a:extLst xmlns:a="http://schemas.openxmlformats.org/drawingml/2006/main">
              <a:ext uri="{FF2B5EF4-FFF2-40B4-BE49-F238E27FC236}">
                <a16:creationId xmlns:a16="http://schemas.microsoft.com/office/drawing/2014/main" id="{BE85A4E8-9E14-4F66-AFC5-199992E86A1D}"/>
              </a:ext>
            </a:extLst>
          </p:cNvPr>
          <p:cNvSpPr>
            <a:spLocks xmlns:a="http://schemas.openxmlformats.org/drawingml/2006/main" noGrp="1"/>
          </p:cNvSpPr>
          <p:nvPr/>
        </p:nvSpPr>
        <p:spPr>
          <a:xfrm xmlns:a="http://schemas.openxmlformats.org/drawingml/2006/main">
            <a:off x="7915275" y="4638675"/>
            <a:ext cx="3667125"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1">
                <a:solidFill>
                  <a:srgbClr val="DDC087"/>
                </a:solidFill>
                <a:latin typeface="Tahoma"/>
                <a:ea typeface="Tahoma"/>
                <a:cs typeface="Tahoma"/>
              </a:defRPr>
            </a:pPr>
            <a:r>
              <a:rPr sz="1725" b="1">
                <a:solidFill>
                  <a:srgbClr val="DDC087"/>
                </a:solidFill>
                <a:latin typeface="Tahoma"/>
                <a:ea typeface="Tahoma"/>
                <a:cs typeface="Tahoma"/>
              </a:rPr>
              <a:t>NMN · SA 1020268774</a:t>
            </a:r>
          </a:p>
        </p:txBody>
      </p:sp>
      <p:sp>
        <p:nvSpPr>
          <p:cNvPr id="28" name="text-307">
            <a:extLst xmlns:a="http://schemas.openxmlformats.org/drawingml/2006/main">
              <a:ext uri="{FF2B5EF4-FFF2-40B4-BE49-F238E27FC236}">
                <a16:creationId xmlns:a16="http://schemas.microsoft.com/office/drawing/2014/main" id="{529AE2FE-87F5-4FC8-8916-E2D24E99A8DB}"/>
              </a:ext>
            </a:extLst>
          </p:cNvPr>
          <p:cNvSpPr>
            <a:spLocks xmlns:a="http://schemas.openxmlformats.org/drawingml/2006/main" noGrp="1"/>
          </p:cNvSpPr>
          <p:nvPr/>
        </p:nvSpPr>
        <p:spPr>
          <a:xfrm xmlns:a="http://schemas.openxmlformats.org/drawingml/2006/main">
            <a:off x="11058570" y="5610225"/>
            <a:ext cx="52383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لقطة</a:t>
            </a:r>
          </a:p>
        </p:txBody>
      </p:sp>
      <p:sp>
        <p:nvSpPr>
          <p:cNvPr id="29" name="text-308">
            <a:extLst xmlns:a="http://schemas.openxmlformats.org/drawingml/2006/main">
              <a:ext uri="{FF2B5EF4-FFF2-40B4-BE49-F238E27FC236}">
                <a16:creationId xmlns:a16="http://schemas.microsoft.com/office/drawing/2014/main" id="{6148E423-51FB-4DD9-87F4-5B7287CBA901}"/>
              </a:ext>
            </a:extLst>
          </p:cNvPr>
          <p:cNvSpPr>
            <a:spLocks xmlns:a="http://schemas.openxmlformats.org/drawingml/2006/main" noGrp="1"/>
          </p:cNvSpPr>
          <p:nvPr/>
        </p:nvSpPr>
        <p:spPr>
          <a:xfrm xmlns:a="http://schemas.openxmlformats.org/drawingml/2006/main">
            <a:off x="10594979" y="5610225"/>
            <a:ext cx="4112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حية</a:t>
            </a:r>
          </a:p>
        </p:txBody>
      </p:sp>
      <p:sp>
        <p:nvSpPr>
          <p:cNvPr id="30" name="text-309">
            <a:extLst xmlns:a="http://schemas.openxmlformats.org/drawingml/2006/main">
              <a:ext uri="{FF2B5EF4-FFF2-40B4-BE49-F238E27FC236}">
                <a16:creationId xmlns:a16="http://schemas.microsoft.com/office/drawing/2014/main" id="{52D8E46D-72AB-4658-88BA-C75C4FC1E9FC}"/>
              </a:ext>
            </a:extLst>
          </p:cNvPr>
          <p:cNvSpPr>
            <a:spLocks xmlns:a="http://schemas.openxmlformats.org/drawingml/2006/main" noGrp="1"/>
          </p:cNvSpPr>
          <p:nvPr/>
        </p:nvSpPr>
        <p:spPr>
          <a:xfrm xmlns:a="http://schemas.openxmlformats.org/drawingml/2006/main">
            <a:off x="10207226" y="5610225"/>
            <a:ext cx="33536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من</a:t>
            </a:r>
          </a:p>
        </p:txBody>
      </p:sp>
      <p:sp>
        <p:nvSpPr>
          <p:cNvPr id="31" name="text-310">
            <a:extLst xmlns:a="http://schemas.openxmlformats.org/drawingml/2006/main">
              <a:ext uri="{FF2B5EF4-FFF2-40B4-BE49-F238E27FC236}">
                <a16:creationId xmlns:a16="http://schemas.microsoft.com/office/drawing/2014/main" id="{97422375-7521-46DE-8265-2B26C3CF34C6}"/>
              </a:ext>
            </a:extLst>
          </p:cNvPr>
          <p:cNvSpPr>
            <a:spLocks xmlns:a="http://schemas.openxmlformats.org/drawingml/2006/main" noGrp="1"/>
          </p:cNvSpPr>
          <p:nvPr/>
        </p:nvSpPr>
        <p:spPr>
          <a:xfrm xmlns:a="http://schemas.openxmlformats.org/drawingml/2006/main">
            <a:off x="9303231" y="5610225"/>
            <a:ext cx="85160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المجلس</a:t>
            </a:r>
          </a:p>
        </p:txBody>
      </p:sp>
      <p:sp>
        <p:nvSpPr>
          <p:cNvPr id="32" name="text-311">
            <a:extLst xmlns:a="http://schemas.openxmlformats.org/drawingml/2006/main">
              <a:ext uri="{FF2B5EF4-FFF2-40B4-BE49-F238E27FC236}">
                <a16:creationId xmlns:a16="http://schemas.microsoft.com/office/drawing/2014/main" id="{E0ECC4AB-5C43-4166-B24A-7E3EDB800346}"/>
              </a:ext>
            </a:extLst>
          </p:cNvPr>
          <p:cNvSpPr>
            <a:spLocks xmlns:a="http://schemas.openxmlformats.org/drawingml/2006/main" noGrp="1"/>
          </p:cNvSpPr>
          <p:nvPr/>
        </p:nvSpPr>
        <p:spPr>
          <a:xfrm xmlns:a="http://schemas.openxmlformats.org/drawingml/2006/main">
            <a:off x="9078140" y="5610225"/>
            <a:ext cx="1727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٦</a:t>
            </a:r>
          </a:p>
        </p:txBody>
      </p:sp>
      <p:sp>
        <p:nvSpPr>
          <p:cNvPr id="33" name="text-312">
            <a:extLst xmlns:a="http://schemas.openxmlformats.org/drawingml/2006/main">
              <a:ext uri="{FF2B5EF4-FFF2-40B4-BE49-F238E27FC236}">
                <a16:creationId xmlns:a16="http://schemas.microsoft.com/office/drawing/2014/main" id="{D43984A1-FD5E-4E19-A9FA-4111E9D03104}"/>
              </a:ext>
            </a:extLst>
          </p:cNvPr>
          <p:cNvSpPr>
            <a:spLocks xmlns:a="http://schemas.openxmlformats.org/drawingml/2006/main" noGrp="1"/>
          </p:cNvSpPr>
          <p:nvPr/>
        </p:nvSpPr>
        <p:spPr>
          <a:xfrm xmlns:a="http://schemas.openxmlformats.org/drawingml/2006/main">
            <a:off x="8466604" y="5610225"/>
            <a:ext cx="55914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أكتوبر</a:t>
            </a:r>
          </a:p>
        </p:txBody>
      </p:sp>
      <p:sp>
        <p:nvSpPr>
          <p:cNvPr id="34" name="text-313">
            <a:extLst xmlns:a="http://schemas.openxmlformats.org/drawingml/2006/main">
              <a:ext uri="{FF2B5EF4-FFF2-40B4-BE49-F238E27FC236}">
                <a16:creationId xmlns:a16="http://schemas.microsoft.com/office/drawing/2014/main" id="{A2472D56-C7AF-489E-B051-0FB7729B2703}"/>
              </a:ext>
            </a:extLst>
          </p:cNvPr>
          <p:cNvSpPr>
            <a:spLocks xmlns:a="http://schemas.openxmlformats.org/drawingml/2006/main" noGrp="1"/>
          </p:cNvSpPr>
          <p:nvPr/>
        </p:nvSpPr>
        <p:spPr>
          <a:xfrm xmlns:a="http://schemas.openxmlformats.org/drawingml/2006/main">
            <a:off x="8292921" y="5610225"/>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a:t>
            </a:r>
          </a:p>
        </p:txBody>
      </p:sp>
      <p:sp>
        <p:nvSpPr>
          <p:cNvPr id="35" name="text-314">
            <a:extLst xmlns:a="http://schemas.openxmlformats.org/drawingml/2006/main">
              <a:ext uri="{FF2B5EF4-FFF2-40B4-BE49-F238E27FC236}">
                <a16:creationId xmlns:a16="http://schemas.microsoft.com/office/drawing/2014/main" id="{18DE744B-BF07-4765-B7D7-54C218DF4C82}"/>
              </a:ext>
            </a:extLst>
          </p:cNvPr>
          <p:cNvSpPr>
            <a:spLocks xmlns:a="http://schemas.openxmlformats.org/drawingml/2006/main" noGrp="1"/>
          </p:cNvSpPr>
          <p:nvPr/>
        </p:nvSpPr>
        <p:spPr>
          <a:xfrm xmlns:a="http://schemas.openxmlformats.org/drawingml/2006/main">
            <a:off x="7342031" y="5610225"/>
            <a:ext cx="8985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استكمال</a:t>
            </a:r>
          </a:p>
        </p:txBody>
      </p:sp>
      <p:sp>
        <p:nvSpPr>
          <p:cNvPr id="36" name="text-315">
            <a:extLst xmlns:a="http://schemas.openxmlformats.org/drawingml/2006/main">
              <a:ext uri="{FF2B5EF4-FFF2-40B4-BE49-F238E27FC236}">
                <a16:creationId xmlns:a16="http://schemas.microsoft.com/office/drawing/2014/main" id="{01ECE351-9E8F-49DF-B031-0CD8CCC534AE}"/>
              </a:ext>
            </a:extLst>
          </p:cNvPr>
          <p:cNvSpPr>
            <a:spLocks xmlns:a="http://schemas.openxmlformats.org/drawingml/2006/main" noGrp="1"/>
          </p:cNvSpPr>
          <p:nvPr/>
        </p:nvSpPr>
        <p:spPr>
          <a:xfrm xmlns:a="http://schemas.openxmlformats.org/drawingml/2006/main">
            <a:off x="6850284" y="5610225"/>
            <a:ext cx="43936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الآية</a:t>
            </a:r>
          </a:p>
        </p:txBody>
      </p:sp>
      <p:sp>
        <p:nvSpPr>
          <p:cNvPr id="37" name="text-316">
            <a:extLst xmlns:a="http://schemas.openxmlformats.org/drawingml/2006/main">
              <a:ext uri="{FF2B5EF4-FFF2-40B4-BE49-F238E27FC236}">
                <a16:creationId xmlns:a16="http://schemas.microsoft.com/office/drawing/2014/main" id="{63FE0150-8655-4F73-88FC-1293236FE92D}"/>
              </a:ext>
            </a:extLst>
          </p:cNvPr>
          <p:cNvSpPr>
            <a:spLocks xmlns:a="http://schemas.openxmlformats.org/drawingml/2006/main" noGrp="1"/>
          </p:cNvSpPr>
          <p:nvPr/>
        </p:nvSpPr>
        <p:spPr>
          <a:xfrm xmlns:a="http://schemas.openxmlformats.org/drawingml/2006/main">
            <a:off x="6501774" y="5610225"/>
            <a:ext cx="29612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مع</a:t>
            </a:r>
          </a:p>
        </p:txBody>
      </p:sp>
      <p:sp>
        <p:nvSpPr>
          <p:cNvPr id="38" name="text-317">
            <a:extLst xmlns:a="http://schemas.openxmlformats.org/drawingml/2006/main">
              <a:ext uri="{FF2B5EF4-FFF2-40B4-BE49-F238E27FC236}">
                <a16:creationId xmlns:a16="http://schemas.microsoft.com/office/drawing/2014/main" id="{375EB65A-4CEB-48AF-BEDE-881D653A9EC3}"/>
              </a:ext>
            </a:extLst>
          </p:cNvPr>
          <p:cNvSpPr>
            <a:spLocks xmlns:a="http://schemas.openxmlformats.org/drawingml/2006/main" noGrp="1"/>
          </p:cNvSpPr>
          <p:nvPr/>
        </p:nvSpPr>
        <p:spPr>
          <a:xfrm xmlns:a="http://schemas.openxmlformats.org/drawingml/2006/main">
            <a:off x="5737876" y="5610225"/>
            <a:ext cx="71151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السورة</a:t>
            </a:r>
          </a:p>
        </p:txBody>
      </p:sp>
      <p:sp>
        <p:nvSpPr>
          <p:cNvPr id="39" name="text-318">
            <a:extLst xmlns:a="http://schemas.openxmlformats.org/drawingml/2006/main">
              <a:ext uri="{FF2B5EF4-FFF2-40B4-BE49-F238E27FC236}">
                <a16:creationId xmlns:a16="http://schemas.microsoft.com/office/drawing/2014/main" id="{4766E77C-265E-49A7-AB1E-0035174C88E0}"/>
              </a:ext>
            </a:extLst>
          </p:cNvPr>
          <p:cNvSpPr>
            <a:spLocks xmlns:a="http://schemas.openxmlformats.org/drawingml/2006/main" noGrp="1"/>
          </p:cNvSpPr>
          <p:nvPr/>
        </p:nvSpPr>
        <p:spPr>
          <a:xfrm xmlns:a="http://schemas.openxmlformats.org/drawingml/2006/main">
            <a:off x="5069732" y="5610225"/>
            <a:ext cx="61575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والرقم</a:t>
            </a:r>
          </a:p>
        </p:txBody>
      </p:sp>
    </p:spTree>
    <p:extLst>
      <p:ext uri="{BB962C8B-B14F-4D97-AF65-F5344CB8AC3E}">
        <p14:creationId xmlns:p14="http://schemas.microsoft.com/office/powerpoint/2010/main" val="335689737"/>
      </p:ext>
    </p:extLst>
  </p:cSld>
</p:sld>
</file>

<file path=ppt/slides/slide9.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44" name="text-319">
            <a:extLst xmlns:a="http://schemas.openxmlformats.org/drawingml/2006/main">
              <a:ext uri="{FF2B5EF4-FFF2-40B4-BE49-F238E27FC236}">
                <a16:creationId xmlns:a16="http://schemas.microsoft.com/office/drawing/2014/main" id="{5A2806BB-FA24-4059-9D79-9E30DFFB13EB}"/>
              </a:ext>
            </a:extLst>
          </p:cNvPr>
          <p:cNvSpPr>
            <a:spLocks xmlns:a="http://schemas.openxmlformats.org/drawingml/2006/main" noGrp="1"/>
          </p:cNvSpPr>
          <p:nvPr/>
        </p:nvSpPr>
        <p:spPr>
          <a:xfrm xmlns:a="http://schemas.openxmlformats.org/drawingml/2006/main">
            <a:off x="9935962" y="457200"/>
            <a:ext cx="164643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المتجاور</a:t>
            </a:r>
          </a:p>
        </p:txBody>
      </p:sp>
      <p:sp>
        <p:nvSpPr>
          <p:cNvPr id="2" name="text-320">
            <a:extLst xmlns:a="http://schemas.openxmlformats.org/drawingml/2006/main">
              <a:ext uri="{FF2B5EF4-FFF2-40B4-BE49-F238E27FC236}">
                <a16:creationId xmlns:a16="http://schemas.microsoft.com/office/drawing/2014/main" id="{A462E25E-C33B-48E2-8F96-0BB4FAE6C69A}"/>
              </a:ext>
            </a:extLst>
          </p:cNvPr>
          <p:cNvSpPr>
            <a:spLocks xmlns:a="http://schemas.openxmlformats.org/drawingml/2006/main" noGrp="1"/>
          </p:cNvSpPr>
          <p:nvPr/>
        </p:nvSpPr>
        <p:spPr>
          <a:xfrm xmlns:a="http://schemas.openxmlformats.org/drawingml/2006/main">
            <a:off x="9078316" y="457200"/>
            <a:ext cx="75668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في</a:t>
            </a:r>
          </a:p>
        </p:txBody>
      </p:sp>
      <p:sp>
        <p:nvSpPr>
          <p:cNvPr id="3" name="text-321">
            <a:extLst xmlns:a="http://schemas.openxmlformats.org/drawingml/2006/main">
              <a:ext uri="{FF2B5EF4-FFF2-40B4-BE49-F238E27FC236}">
                <a16:creationId xmlns:a16="http://schemas.microsoft.com/office/drawing/2014/main" id="{B45AEAF2-F054-44C9-A7A8-1FD27C63907D}"/>
              </a:ext>
            </a:extLst>
          </p:cNvPr>
          <p:cNvSpPr>
            <a:spLocks xmlns:a="http://schemas.openxmlformats.org/drawingml/2006/main" noGrp="1"/>
          </p:cNvSpPr>
          <p:nvPr/>
        </p:nvSpPr>
        <p:spPr>
          <a:xfrm xmlns:a="http://schemas.openxmlformats.org/drawingml/2006/main">
            <a:off x="7742110" y="457200"/>
            <a:ext cx="12352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القرآن</a:t>
            </a:r>
          </a:p>
        </p:txBody>
      </p:sp>
      <p:sp>
        <p:nvSpPr>
          <p:cNvPr id="4" name="text-322">
            <a:extLst xmlns:a="http://schemas.openxmlformats.org/drawingml/2006/main">
              <a:ext uri="{FF2B5EF4-FFF2-40B4-BE49-F238E27FC236}">
                <a16:creationId xmlns:a16="http://schemas.microsoft.com/office/drawing/2014/main" id="{98D22DEE-1182-4000-B3A6-A1338585C486}"/>
              </a:ext>
            </a:extLst>
          </p:cNvPr>
          <p:cNvSpPr>
            <a:spLocks xmlns:a="http://schemas.openxmlformats.org/drawingml/2006/main" noGrp="1"/>
          </p:cNvSpPr>
          <p:nvPr/>
        </p:nvSpPr>
        <p:spPr>
          <a:xfrm xmlns:a="http://schemas.openxmlformats.org/drawingml/2006/main">
            <a:off x="6699717" y="457200"/>
            <a:ext cx="9414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بحث</a:t>
            </a:r>
          </a:p>
        </p:txBody>
      </p:sp>
      <p:sp>
        <p:nvSpPr>
          <p:cNvPr id="5" name="text-323">
            <a:extLst xmlns:a="http://schemas.openxmlformats.org/drawingml/2006/main">
              <a:ext uri="{FF2B5EF4-FFF2-40B4-BE49-F238E27FC236}">
                <a16:creationId xmlns:a16="http://schemas.microsoft.com/office/drawing/2014/main" id="{DA870890-BD92-40C6-A635-8C18B6A80598}"/>
              </a:ext>
            </a:extLst>
          </p:cNvPr>
          <p:cNvSpPr>
            <a:spLocks xmlns:a="http://schemas.openxmlformats.org/drawingml/2006/main" noGrp="1"/>
          </p:cNvSpPr>
          <p:nvPr/>
        </p:nvSpPr>
        <p:spPr>
          <a:xfrm xmlns:a="http://schemas.openxmlformats.org/drawingml/2006/main">
            <a:off x="5361630" y="457200"/>
            <a:ext cx="123712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يتحوّل</a:t>
            </a:r>
          </a:p>
        </p:txBody>
      </p:sp>
      <p:sp>
        <p:nvSpPr>
          <p:cNvPr id="6" name="text-324">
            <a:extLst xmlns:a="http://schemas.openxmlformats.org/drawingml/2006/main">
              <a:ext uri="{FF2B5EF4-FFF2-40B4-BE49-F238E27FC236}">
                <a16:creationId xmlns:a16="http://schemas.microsoft.com/office/drawing/2014/main" id="{655A2BA8-C95E-4F50-A100-2E6DAD3DD09D}"/>
              </a:ext>
            </a:extLst>
          </p:cNvPr>
          <p:cNvSpPr>
            <a:spLocks xmlns:a="http://schemas.openxmlformats.org/drawingml/2006/main" noGrp="1"/>
          </p:cNvSpPr>
          <p:nvPr/>
        </p:nvSpPr>
        <p:spPr>
          <a:xfrm xmlns:a="http://schemas.openxmlformats.org/drawingml/2006/main">
            <a:off x="4479615" y="457200"/>
            <a:ext cx="78105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إلى</a:t>
            </a:r>
          </a:p>
        </p:txBody>
      </p:sp>
      <p:sp>
        <p:nvSpPr>
          <p:cNvPr id="7" name="text-325">
            <a:extLst xmlns:a="http://schemas.openxmlformats.org/drawingml/2006/main">
              <a:ext uri="{FF2B5EF4-FFF2-40B4-BE49-F238E27FC236}">
                <a16:creationId xmlns:a16="http://schemas.microsoft.com/office/drawing/2014/main" id="{904EA7C3-5043-4A2A-8055-8B0476E1F931}"/>
              </a:ext>
            </a:extLst>
          </p:cNvPr>
          <p:cNvSpPr>
            <a:spLocks xmlns:a="http://schemas.openxmlformats.org/drawingml/2006/main" noGrp="1"/>
          </p:cNvSpPr>
          <p:nvPr/>
        </p:nvSpPr>
        <p:spPr>
          <a:xfrm xmlns:a="http://schemas.openxmlformats.org/drawingml/2006/main">
            <a:off x="3616322" y="457200"/>
            <a:ext cx="7623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أداة</a:t>
            </a:r>
          </a:p>
        </p:txBody>
      </p:sp>
      <p:sp>
        <p:nvSpPr>
          <p:cNvPr id="8" name="shape-326">
            <a:extLst xmlns:a="http://schemas.openxmlformats.org/drawingml/2006/main">
              <a:ext uri="{FF2B5EF4-FFF2-40B4-BE49-F238E27FC236}">
                <a16:creationId xmlns:a16="http://schemas.microsoft.com/office/drawing/2014/main" id="{C14D34BC-90F1-41D2-9B1E-5E1B54216317}"/>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9" name="text-327">
            <a:extLst xmlns:a="http://schemas.openxmlformats.org/drawingml/2006/main">
              <a:ext uri="{FF2B5EF4-FFF2-40B4-BE49-F238E27FC236}">
                <a16:creationId xmlns:a16="http://schemas.microsoft.com/office/drawing/2014/main" id="{037856F5-22C1-4DA3-BF1A-EB4FB4530C62}"/>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10" name="text-328">
            <a:extLst xmlns:a="http://schemas.openxmlformats.org/drawingml/2006/main">
              <a:ext uri="{FF2B5EF4-FFF2-40B4-BE49-F238E27FC236}">
                <a16:creationId xmlns:a16="http://schemas.microsoft.com/office/drawing/2014/main" id="{A1569588-0F18-4596-A7EF-4F22B4BC4799}"/>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11" name="text-329">
            <a:extLst xmlns:a="http://schemas.openxmlformats.org/drawingml/2006/main">
              <a:ext uri="{FF2B5EF4-FFF2-40B4-BE49-F238E27FC236}">
                <a16:creationId xmlns:a16="http://schemas.microsoft.com/office/drawing/2014/main" id="{D73A010A-2973-4FB7-A0C9-D12A3EB46A56}"/>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2" name="text-330">
            <a:extLst xmlns:a="http://schemas.openxmlformats.org/drawingml/2006/main">
              <a:ext uri="{FF2B5EF4-FFF2-40B4-BE49-F238E27FC236}">
                <a16:creationId xmlns:a16="http://schemas.microsoft.com/office/drawing/2014/main" id="{ADCD1BC2-E701-48BE-BD31-B9622ABDB1BE}"/>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3" name="text-331">
            <a:extLst xmlns:a="http://schemas.openxmlformats.org/drawingml/2006/main">
              <a:ext uri="{FF2B5EF4-FFF2-40B4-BE49-F238E27FC236}">
                <a16:creationId xmlns:a16="http://schemas.microsoft.com/office/drawing/2014/main" id="{F56C2060-67FD-4FB2-ABF1-38F86EA201C9}"/>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4" name="text-332">
            <a:extLst xmlns:a="http://schemas.openxmlformats.org/drawingml/2006/main">
              <a:ext uri="{FF2B5EF4-FFF2-40B4-BE49-F238E27FC236}">
                <a16:creationId xmlns:a16="http://schemas.microsoft.com/office/drawing/2014/main" id="{B98D8578-1489-405B-9BE0-B8FA4BB352CF}"/>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5" name="text-333">
            <a:extLst xmlns:a="http://schemas.openxmlformats.org/drawingml/2006/main">
              <a:ext uri="{FF2B5EF4-FFF2-40B4-BE49-F238E27FC236}">
                <a16:creationId xmlns:a16="http://schemas.microsoft.com/office/drawing/2014/main" id="{A4876162-A527-4D6A-B3AC-F9EEEB950175}"/>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09</a:t>
            </a:r>
          </a:p>
        </p:txBody>
      </p:sp>
      <p:pic>
        <p:nvPicPr>
          <p:cNvPr id="59" name=""/>
          <p:cNvPicPr>
            <a:picLocks xmlns:a="http://schemas.openxmlformats.org/drawingml/2006/main" noChangeAspect="1"/>
          </p:cNvPicPr>
          <p:nvPr/>
        </p:nvPicPr>
        <p:blipFill>
          <a:blip xmlns:r="http://schemas.openxmlformats.org/officeDocument/2006/relationships" xmlns:a="http://schemas.openxmlformats.org/drawingml/2006/main" r:embed="R9e216fdcedfd4c6d"/>
          <a:stretch xmlns:a="http://schemas.openxmlformats.org/drawingml/2006/main"/>
        </p:blipFill>
        <p:spPr>
          <a:xfrm xmlns:a="http://schemas.openxmlformats.org/drawingml/2006/main">
            <a:off x="1352670" y="1362075"/>
            <a:ext cx="7276859" cy="4095750"/>
          </a:xfrm>
          <a:prstGeom xmlns:a="http://schemas.openxmlformats.org/drawingml/2006/main" prst="rect">
            <a:avLst/>
          </a:prstGeom>
        </p:spPr>
      </p:pic>
      <p:sp>
        <p:nvSpPr>
          <p:cNvPr id="17" name="text-334">
            <a:extLst xmlns:a="http://schemas.openxmlformats.org/drawingml/2006/main">
              <a:ext uri="{FF2B5EF4-FFF2-40B4-BE49-F238E27FC236}">
                <a16:creationId xmlns:a16="http://schemas.microsoft.com/office/drawing/2014/main" id="{1DB235E5-2346-4504-954A-5D7AF99C94B2}"/>
              </a:ext>
            </a:extLst>
          </p:cNvPr>
          <p:cNvSpPr>
            <a:spLocks xmlns:a="http://schemas.openxmlformats.org/drawingml/2006/main" noGrp="1"/>
          </p:cNvSpPr>
          <p:nvPr/>
        </p:nvSpPr>
        <p:spPr>
          <a:xfrm xmlns:a="http://schemas.openxmlformats.org/drawingml/2006/main">
            <a:off x="10509420" y="1762125"/>
            <a:ext cx="1072980"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DDC087"/>
                </a:solidFill>
                <a:latin typeface="Tahoma"/>
                <a:ea typeface="Tahoma"/>
                <a:cs typeface="Tahoma"/>
              </a:defRPr>
            </a:pPr>
            <a:r>
              <a:rPr sz="2550" b="1">
                <a:solidFill>
                  <a:srgbClr val="DDC087"/>
                </a:solidFill>
                <a:latin typeface="Tahoma"/>
                <a:ea typeface="Tahoma"/>
                <a:cs typeface="Tahoma"/>
              </a:rPr>
              <a:t>النفس</a:t>
            </a:r>
          </a:p>
        </p:txBody>
      </p:sp>
      <p:sp>
        <p:nvSpPr>
          <p:cNvPr id="18" name="text-335">
            <a:extLst xmlns:a="http://schemas.openxmlformats.org/drawingml/2006/main">
              <a:ext uri="{FF2B5EF4-FFF2-40B4-BE49-F238E27FC236}">
                <a16:creationId xmlns:a16="http://schemas.microsoft.com/office/drawing/2014/main" id="{F946EBE0-85A6-4931-B208-762BB5D502D5}"/>
              </a:ext>
            </a:extLst>
          </p:cNvPr>
          <p:cNvSpPr>
            <a:spLocks xmlns:a="http://schemas.openxmlformats.org/drawingml/2006/main" noGrp="1"/>
          </p:cNvSpPr>
          <p:nvPr/>
        </p:nvSpPr>
        <p:spPr>
          <a:xfrm xmlns:a="http://schemas.openxmlformats.org/drawingml/2006/main">
            <a:off x="10564498" y="2352675"/>
            <a:ext cx="101790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DDC087"/>
                </a:solidFill>
                <a:latin typeface="Tahoma"/>
                <a:ea typeface="Tahoma"/>
                <a:cs typeface="Tahoma"/>
              </a:defRPr>
            </a:pPr>
            <a:r>
              <a:rPr sz="2550" b="1">
                <a:solidFill>
                  <a:srgbClr val="DDC087"/>
                </a:solidFill>
                <a:latin typeface="Tahoma"/>
                <a:ea typeface="Tahoma"/>
                <a:cs typeface="Tahoma"/>
              </a:rPr>
              <a:t>والروح</a:t>
            </a:r>
          </a:p>
        </p:txBody>
      </p:sp>
      <p:sp>
        <p:nvSpPr>
          <p:cNvPr id="19" name="text-336">
            <a:extLst xmlns:a="http://schemas.openxmlformats.org/drawingml/2006/main">
              <a:ext uri="{FF2B5EF4-FFF2-40B4-BE49-F238E27FC236}">
                <a16:creationId xmlns:a16="http://schemas.microsoft.com/office/drawing/2014/main" id="{4186FC86-6A08-43BC-BEA1-524F5B669E6A}"/>
              </a:ext>
            </a:extLst>
          </p:cNvPr>
          <p:cNvSpPr>
            <a:spLocks xmlns:a="http://schemas.openxmlformats.org/drawingml/2006/main" noGrp="1"/>
          </p:cNvSpPr>
          <p:nvPr/>
        </p:nvSpPr>
        <p:spPr>
          <a:xfrm xmlns:a="http://schemas.openxmlformats.org/drawingml/2006/main">
            <a:off x="11028941" y="3419475"/>
            <a:ext cx="55345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قرائن</a:t>
            </a:r>
          </a:p>
        </p:txBody>
      </p:sp>
      <p:sp>
        <p:nvSpPr>
          <p:cNvPr id="20" name="text-337">
            <a:extLst xmlns:a="http://schemas.openxmlformats.org/drawingml/2006/main">
              <a:ext uri="{FF2B5EF4-FFF2-40B4-BE49-F238E27FC236}">
                <a16:creationId xmlns:a16="http://schemas.microsoft.com/office/drawing/2014/main" id="{F146C78E-E001-4986-AED4-A64B717ECB42}"/>
              </a:ext>
            </a:extLst>
          </p:cNvPr>
          <p:cNvSpPr>
            <a:spLocks xmlns:a="http://schemas.openxmlformats.org/drawingml/2006/main" noGrp="1"/>
          </p:cNvSpPr>
          <p:nvPr/>
        </p:nvSpPr>
        <p:spPr>
          <a:xfrm xmlns:a="http://schemas.openxmlformats.org/drawingml/2006/main">
            <a:off x="10640394" y="3419475"/>
            <a:ext cx="3332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كل</a:t>
            </a:r>
          </a:p>
        </p:txBody>
      </p:sp>
      <p:sp>
        <p:nvSpPr>
          <p:cNvPr id="21" name="text-338">
            <a:extLst xmlns:a="http://schemas.openxmlformats.org/drawingml/2006/main">
              <a:ext uri="{FF2B5EF4-FFF2-40B4-BE49-F238E27FC236}">
                <a16:creationId xmlns:a16="http://schemas.microsoft.com/office/drawing/2014/main" id="{10A4A7B9-23A5-4760-BC67-55435A9CA04D}"/>
              </a:ext>
            </a:extLst>
          </p:cNvPr>
          <p:cNvSpPr>
            <a:spLocks xmlns:a="http://schemas.openxmlformats.org/drawingml/2006/main" noGrp="1"/>
          </p:cNvSpPr>
          <p:nvPr/>
        </p:nvSpPr>
        <p:spPr>
          <a:xfrm xmlns:a="http://schemas.openxmlformats.org/drawingml/2006/main">
            <a:off x="10181797" y="3419475"/>
            <a:ext cx="40325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لفظ</a:t>
            </a:r>
          </a:p>
        </p:txBody>
      </p:sp>
      <p:sp>
        <p:nvSpPr>
          <p:cNvPr id="22" name="text-339">
            <a:extLst xmlns:a="http://schemas.openxmlformats.org/drawingml/2006/main">
              <a:ext uri="{FF2B5EF4-FFF2-40B4-BE49-F238E27FC236}">
                <a16:creationId xmlns:a16="http://schemas.microsoft.com/office/drawing/2014/main" id="{1856C8B4-4F6D-449E-B838-778CFA9641AE}"/>
              </a:ext>
            </a:extLst>
          </p:cNvPr>
          <p:cNvSpPr>
            <a:spLocks xmlns:a="http://schemas.openxmlformats.org/drawingml/2006/main" noGrp="1"/>
          </p:cNvSpPr>
          <p:nvPr/>
        </p:nvSpPr>
        <p:spPr>
          <a:xfrm xmlns:a="http://schemas.openxmlformats.org/drawingml/2006/main">
            <a:off x="11275584" y="3895725"/>
            <a:ext cx="30681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مع</a:t>
            </a:r>
          </a:p>
        </p:txBody>
      </p:sp>
      <p:sp>
        <p:nvSpPr>
          <p:cNvPr id="23" name="text-340">
            <a:extLst xmlns:a="http://schemas.openxmlformats.org/drawingml/2006/main">
              <a:ext uri="{FF2B5EF4-FFF2-40B4-BE49-F238E27FC236}">
                <a16:creationId xmlns:a16="http://schemas.microsoft.com/office/drawing/2014/main" id="{1D9D19D4-9BBF-46C1-A329-F7B136B4C471}"/>
              </a:ext>
            </a:extLst>
          </p:cNvPr>
          <p:cNvSpPr>
            <a:spLocks xmlns:a="http://schemas.openxmlformats.org/drawingml/2006/main" noGrp="1"/>
          </p:cNvSpPr>
          <p:nvPr/>
        </p:nvSpPr>
        <p:spPr>
          <a:xfrm xmlns:a="http://schemas.openxmlformats.org/drawingml/2006/main">
            <a:off x="10327136" y="3895725"/>
            <a:ext cx="8931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الشواهد</a:t>
            </a:r>
          </a:p>
        </p:txBody>
      </p:sp>
      <p:sp>
        <p:nvSpPr>
          <p:cNvPr id="24" name="text-341">
            <a:extLst xmlns:a="http://schemas.openxmlformats.org/drawingml/2006/main">
              <a:ext uri="{FF2B5EF4-FFF2-40B4-BE49-F238E27FC236}">
                <a16:creationId xmlns:a16="http://schemas.microsoft.com/office/drawing/2014/main" id="{489C68A2-53B6-40BA-9E6E-B8A332077B85}"/>
              </a:ext>
            </a:extLst>
          </p:cNvPr>
          <p:cNvSpPr>
            <a:spLocks xmlns:a="http://schemas.openxmlformats.org/drawingml/2006/main" noGrp="1"/>
          </p:cNvSpPr>
          <p:nvPr/>
        </p:nvSpPr>
        <p:spPr>
          <a:xfrm xmlns:a="http://schemas.openxmlformats.org/drawingml/2006/main">
            <a:off x="11163937" y="5410200"/>
            <a:ext cx="41846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العدّ</a:t>
            </a:r>
          </a:p>
        </p:txBody>
      </p:sp>
      <p:sp>
        <p:nvSpPr>
          <p:cNvPr id="25" name="text-342">
            <a:extLst xmlns:a="http://schemas.openxmlformats.org/drawingml/2006/main">
              <a:ext uri="{FF2B5EF4-FFF2-40B4-BE49-F238E27FC236}">
                <a16:creationId xmlns:a16="http://schemas.microsoft.com/office/drawing/2014/main" id="{CBCC2446-5AC5-4287-8877-BAC32D6114DA}"/>
              </a:ext>
            </a:extLst>
          </p:cNvPr>
          <p:cNvSpPr>
            <a:spLocks xmlns:a="http://schemas.openxmlformats.org/drawingml/2006/main" noGrp="1"/>
          </p:cNvSpPr>
          <p:nvPr/>
        </p:nvSpPr>
        <p:spPr>
          <a:xfrm xmlns:a="http://schemas.openxmlformats.org/drawingml/2006/main">
            <a:off x="10519133" y="5410200"/>
            <a:ext cx="58946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يجيب</a:t>
            </a:r>
          </a:p>
        </p:txBody>
      </p:sp>
      <p:sp>
        <p:nvSpPr>
          <p:cNvPr id="26" name="text-343">
            <a:extLst xmlns:a="http://schemas.openxmlformats.org/drawingml/2006/main">
              <a:ext uri="{FF2B5EF4-FFF2-40B4-BE49-F238E27FC236}">
                <a16:creationId xmlns:a16="http://schemas.microsoft.com/office/drawing/2014/main" id="{7795024C-BDE0-42A6-89D8-B410E06DDAC9}"/>
              </a:ext>
            </a:extLst>
          </p:cNvPr>
          <p:cNvSpPr>
            <a:spLocks xmlns:a="http://schemas.openxmlformats.org/drawingml/2006/main" noGrp="1"/>
          </p:cNvSpPr>
          <p:nvPr/>
        </p:nvSpPr>
        <p:spPr>
          <a:xfrm xmlns:a="http://schemas.openxmlformats.org/drawingml/2006/main">
            <a:off x="10139513" y="5410200"/>
            <a:ext cx="32428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كم</a:t>
            </a:r>
          </a:p>
        </p:txBody>
      </p:sp>
      <p:sp>
        <p:nvSpPr>
          <p:cNvPr id="27" name="text-344">
            <a:extLst xmlns:a="http://schemas.openxmlformats.org/drawingml/2006/main">
              <a:ext uri="{FF2B5EF4-FFF2-40B4-BE49-F238E27FC236}">
                <a16:creationId xmlns:a16="http://schemas.microsoft.com/office/drawing/2014/main" id="{1B0417BC-C859-4FF9-AF5E-311D661DAA33}"/>
              </a:ext>
            </a:extLst>
          </p:cNvPr>
          <p:cNvSpPr>
            <a:spLocks xmlns:a="http://schemas.openxmlformats.org/drawingml/2006/main" noGrp="1"/>
          </p:cNvSpPr>
          <p:nvPr/>
        </p:nvSpPr>
        <p:spPr>
          <a:xfrm xmlns:a="http://schemas.openxmlformats.org/drawingml/2006/main">
            <a:off x="9586930" y="5410200"/>
            <a:ext cx="49724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مرة؟</a:t>
            </a:r>
          </a:p>
        </p:txBody>
      </p:sp>
      <p:sp>
        <p:nvSpPr>
          <p:cNvPr id="28" name="text-345">
            <a:extLst xmlns:a="http://schemas.openxmlformats.org/drawingml/2006/main">
              <a:ext uri="{FF2B5EF4-FFF2-40B4-BE49-F238E27FC236}">
                <a16:creationId xmlns:a16="http://schemas.microsoft.com/office/drawing/2014/main" id="{1173D4DD-3930-4E1F-9921-79A3CE73FD18}"/>
              </a:ext>
            </a:extLst>
          </p:cNvPr>
          <p:cNvSpPr>
            <a:spLocks xmlns:a="http://schemas.openxmlformats.org/drawingml/2006/main" noGrp="1"/>
          </p:cNvSpPr>
          <p:nvPr/>
        </p:nvSpPr>
        <p:spPr>
          <a:xfrm xmlns:a="http://schemas.openxmlformats.org/drawingml/2006/main">
            <a:off x="8746695" y="5410200"/>
            <a:ext cx="78489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والتجاور</a:t>
            </a:r>
          </a:p>
        </p:txBody>
      </p:sp>
      <p:sp>
        <p:nvSpPr>
          <p:cNvPr id="29" name="text-346">
            <a:extLst xmlns:a="http://schemas.openxmlformats.org/drawingml/2006/main">
              <a:ext uri="{FF2B5EF4-FFF2-40B4-BE49-F238E27FC236}">
                <a16:creationId xmlns:a16="http://schemas.microsoft.com/office/drawing/2014/main" id="{D20D9CA0-2D26-4FC3-9BD4-BF45C82B741B}"/>
              </a:ext>
            </a:extLst>
          </p:cNvPr>
          <p:cNvSpPr>
            <a:spLocks xmlns:a="http://schemas.openxmlformats.org/drawingml/2006/main" noGrp="1"/>
          </p:cNvSpPr>
          <p:nvPr/>
        </p:nvSpPr>
        <p:spPr>
          <a:xfrm xmlns:a="http://schemas.openxmlformats.org/drawingml/2006/main">
            <a:off x="8137307" y="5410200"/>
            <a:ext cx="55404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يقارن</a:t>
            </a:r>
          </a:p>
        </p:txBody>
      </p:sp>
      <p:sp>
        <p:nvSpPr>
          <p:cNvPr id="30" name="text-347">
            <a:extLst xmlns:a="http://schemas.openxmlformats.org/drawingml/2006/main">
              <a:ext uri="{FF2B5EF4-FFF2-40B4-BE49-F238E27FC236}">
                <a16:creationId xmlns:a16="http://schemas.microsoft.com/office/drawing/2014/main" id="{CBA29DAF-06C7-47C9-848B-C7D1664571A8}"/>
              </a:ext>
            </a:extLst>
          </p:cNvPr>
          <p:cNvSpPr>
            <a:spLocks xmlns:a="http://schemas.openxmlformats.org/drawingml/2006/main" noGrp="1"/>
          </p:cNvSpPr>
          <p:nvPr/>
        </p:nvSpPr>
        <p:spPr>
          <a:xfrm xmlns:a="http://schemas.openxmlformats.org/drawingml/2006/main">
            <a:off x="7528509" y="5410200"/>
            <a:ext cx="55345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قرائن</a:t>
            </a:r>
          </a:p>
        </p:txBody>
      </p:sp>
      <p:sp>
        <p:nvSpPr>
          <p:cNvPr id="31" name="text-348">
            <a:extLst xmlns:a="http://schemas.openxmlformats.org/drawingml/2006/main">
              <a:ext uri="{FF2B5EF4-FFF2-40B4-BE49-F238E27FC236}">
                <a16:creationId xmlns:a16="http://schemas.microsoft.com/office/drawing/2014/main" id="{9BACC66D-E9FC-40A3-8060-75B9156E00AD}"/>
              </a:ext>
            </a:extLst>
          </p:cNvPr>
          <p:cNvSpPr>
            <a:spLocks xmlns:a="http://schemas.openxmlformats.org/drawingml/2006/main" noGrp="1"/>
          </p:cNvSpPr>
          <p:nvPr/>
        </p:nvSpPr>
        <p:spPr>
          <a:xfrm xmlns:a="http://schemas.openxmlformats.org/drawingml/2006/main">
            <a:off x="6401506" y="5410200"/>
            <a:ext cx="10716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5B9AB"/>
                </a:solidFill>
                <a:latin typeface="Tahoma"/>
                <a:ea typeface="Tahoma"/>
                <a:cs typeface="Tahoma"/>
              </a:defRPr>
            </a:pPr>
            <a:r>
              <a:rPr sz="1875" b="0">
                <a:solidFill>
                  <a:srgbClr val="A5B9AB"/>
                </a:solidFill>
                <a:latin typeface="Tahoma"/>
                <a:ea typeface="Tahoma"/>
                <a:cs typeface="Tahoma"/>
              </a:rPr>
              <a:t>الاستعمال</a:t>
            </a:r>
          </a:p>
        </p:txBody>
      </p:sp>
      <p:sp>
        <p:nvSpPr>
          <p:cNvPr id="32" name="text-349">
            <a:extLst xmlns:a="http://schemas.openxmlformats.org/drawingml/2006/main">
              <a:ext uri="{FF2B5EF4-FFF2-40B4-BE49-F238E27FC236}">
                <a16:creationId xmlns:a16="http://schemas.microsoft.com/office/drawing/2014/main" id="{225C6680-4026-485C-AA48-96D522BFAC84}"/>
              </a:ext>
            </a:extLst>
          </p:cNvPr>
          <p:cNvSpPr>
            <a:spLocks xmlns:a="http://schemas.openxmlformats.org/drawingml/2006/main" noGrp="1"/>
          </p:cNvSpPr>
          <p:nvPr/>
        </p:nvSpPr>
        <p:spPr>
          <a:xfrm xmlns:a="http://schemas.openxmlformats.org/drawingml/2006/main">
            <a:off x="11098990" y="5781675"/>
            <a:ext cx="48341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لقطة</a:t>
            </a:r>
          </a:p>
        </p:txBody>
      </p:sp>
      <p:sp>
        <p:nvSpPr>
          <p:cNvPr id="33" name="text-350">
            <a:extLst xmlns:a="http://schemas.openxmlformats.org/drawingml/2006/main">
              <a:ext uri="{FF2B5EF4-FFF2-40B4-BE49-F238E27FC236}">
                <a16:creationId xmlns:a16="http://schemas.microsoft.com/office/drawing/2014/main" id="{056B199B-C62B-459B-BC64-E2ED5D8847EA}"/>
              </a:ext>
            </a:extLst>
          </p:cNvPr>
          <p:cNvSpPr>
            <a:spLocks xmlns:a="http://schemas.openxmlformats.org/drawingml/2006/main" noGrp="1"/>
          </p:cNvSpPr>
          <p:nvPr/>
        </p:nvSpPr>
        <p:spPr>
          <a:xfrm xmlns:a="http://schemas.openxmlformats.org/drawingml/2006/main">
            <a:off x="10672405" y="5781675"/>
            <a:ext cx="38010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حية</a:t>
            </a:r>
          </a:p>
        </p:txBody>
      </p:sp>
      <p:sp>
        <p:nvSpPr>
          <p:cNvPr id="34" name="text-351">
            <a:extLst xmlns:a="http://schemas.openxmlformats.org/drawingml/2006/main">
              <a:ext uri="{FF2B5EF4-FFF2-40B4-BE49-F238E27FC236}">
                <a16:creationId xmlns:a16="http://schemas.microsoft.com/office/drawing/2014/main" id="{B8576CAB-2A92-4EDF-8FB8-D26927E63C6D}"/>
              </a:ext>
            </a:extLst>
          </p:cNvPr>
          <p:cNvSpPr>
            <a:spLocks xmlns:a="http://schemas.openxmlformats.org/drawingml/2006/main" noGrp="1"/>
          </p:cNvSpPr>
          <p:nvPr/>
        </p:nvSpPr>
        <p:spPr>
          <a:xfrm xmlns:a="http://schemas.openxmlformats.org/drawingml/2006/main">
            <a:off x="10315281" y="5781675"/>
            <a:ext cx="31064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من</a:t>
            </a:r>
          </a:p>
        </p:txBody>
      </p:sp>
      <p:sp>
        <p:nvSpPr>
          <p:cNvPr id="35" name="text-352">
            <a:extLst xmlns:a="http://schemas.openxmlformats.org/drawingml/2006/main">
              <a:ext uri="{FF2B5EF4-FFF2-40B4-BE49-F238E27FC236}">
                <a16:creationId xmlns:a16="http://schemas.microsoft.com/office/drawing/2014/main" id="{CB7C4766-B1E4-4260-BC86-4C2B3CA9615A}"/>
              </a:ext>
            </a:extLst>
          </p:cNvPr>
          <p:cNvSpPr>
            <a:spLocks xmlns:a="http://schemas.openxmlformats.org/drawingml/2006/main" noGrp="1"/>
          </p:cNvSpPr>
          <p:nvPr/>
        </p:nvSpPr>
        <p:spPr>
          <a:xfrm xmlns:a="http://schemas.openxmlformats.org/drawingml/2006/main">
            <a:off x="9484984" y="5781675"/>
            <a:ext cx="78381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المجلس</a:t>
            </a:r>
          </a:p>
        </p:txBody>
      </p:sp>
      <p:sp>
        <p:nvSpPr>
          <p:cNvPr id="36" name="text-353">
            <a:extLst xmlns:a="http://schemas.openxmlformats.org/drawingml/2006/main">
              <a:ext uri="{FF2B5EF4-FFF2-40B4-BE49-F238E27FC236}">
                <a16:creationId xmlns:a16="http://schemas.microsoft.com/office/drawing/2014/main" id="{15738CD5-E155-492A-9AC0-748A6066D84A}"/>
              </a:ext>
            </a:extLst>
          </p:cNvPr>
          <p:cNvSpPr>
            <a:spLocks xmlns:a="http://schemas.openxmlformats.org/drawingml/2006/main" noGrp="1"/>
          </p:cNvSpPr>
          <p:nvPr/>
        </p:nvSpPr>
        <p:spPr>
          <a:xfrm xmlns:a="http://schemas.openxmlformats.org/drawingml/2006/main">
            <a:off x="9276982" y="5781675"/>
            <a:ext cx="161519"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٦</a:t>
            </a:r>
          </a:p>
        </p:txBody>
      </p:sp>
      <p:sp>
        <p:nvSpPr>
          <p:cNvPr id="37" name="text-354">
            <a:extLst xmlns:a="http://schemas.openxmlformats.org/drawingml/2006/main">
              <a:ext uri="{FF2B5EF4-FFF2-40B4-BE49-F238E27FC236}">
                <a16:creationId xmlns:a16="http://schemas.microsoft.com/office/drawing/2014/main" id="{A6F9E739-D50F-4F8F-9690-C4699E293655}"/>
              </a:ext>
            </a:extLst>
          </p:cNvPr>
          <p:cNvSpPr>
            <a:spLocks xmlns:a="http://schemas.openxmlformats.org/drawingml/2006/main" noGrp="1"/>
          </p:cNvSpPr>
          <p:nvPr/>
        </p:nvSpPr>
        <p:spPr>
          <a:xfrm xmlns:a="http://schemas.openxmlformats.org/drawingml/2006/main">
            <a:off x="8714813" y="5781675"/>
            <a:ext cx="515687"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أكتوبر</a:t>
            </a:r>
          </a:p>
        </p:txBody>
      </p:sp>
      <p:sp>
        <p:nvSpPr>
          <p:cNvPr id="38" name="text-355">
            <a:extLst xmlns:a="http://schemas.openxmlformats.org/drawingml/2006/main">
              <a:ext uri="{FF2B5EF4-FFF2-40B4-BE49-F238E27FC236}">
                <a16:creationId xmlns:a16="http://schemas.microsoft.com/office/drawing/2014/main" id="{0D5A8016-36DA-4FC0-B07D-44356D03C9F5}"/>
              </a:ext>
            </a:extLst>
          </p:cNvPr>
          <p:cNvSpPr>
            <a:spLocks xmlns:a="http://schemas.openxmlformats.org/drawingml/2006/main" noGrp="1"/>
          </p:cNvSpPr>
          <p:nvPr/>
        </p:nvSpPr>
        <p:spPr>
          <a:xfrm xmlns:a="http://schemas.openxmlformats.org/drawingml/2006/main">
            <a:off x="8553903" y="5781675"/>
            <a:ext cx="11442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a:t>
            </a:r>
          </a:p>
        </p:txBody>
      </p:sp>
      <p:sp>
        <p:nvSpPr>
          <p:cNvPr id="39" name="text-356">
            <a:extLst xmlns:a="http://schemas.openxmlformats.org/drawingml/2006/main">
              <a:ext uri="{FF2B5EF4-FFF2-40B4-BE49-F238E27FC236}">
                <a16:creationId xmlns:a16="http://schemas.microsoft.com/office/drawing/2014/main" id="{9276FA3B-9F15-43CC-AFF2-2A777A256ED4}"/>
              </a:ext>
            </a:extLst>
          </p:cNvPr>
          <p:cNvSpPr>
            <a:spLocks xmlns:a="http://schemas.openxmlformats.org/drawingml/2006/main" noGrp="1"/>
          </p:cNvSpPr>
          <p:nvPr/>
        </p:nvSpPr>
        <p:spPr>
          <a:xfrm xmlns:a="http://schemas.openxmlformats.org/drawingml/2006/main">
            <a:off x="8005273" y="5781675"/>
            <a:ext cx="50214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نطاق</a:t>
            </a:r>
          </a:p>
        </p:txBody>
      </p:sp>
      <p:sp>
        <p:nvSpPr>
          <p:cNvPr id="40" name="text-357">
            <a:extLst xmlns:a="http://schemas.openxmlformats.org/drawingml/2006/main">
              <a:ext uri="{FF2B5EF4-FFF2-40B4-BE49-F238E27FC236}">
                <a16:creationId xmlns:a16="http://schemas.microsoft.com/office/drawing/2014/main" id="{6B6E0027-887A-4B25-A040-829AC9A11C43}"/>
              </a:ext>
            </a:extLst>
          </p:cNvPr>
          <p:cNvSpPr>
            <a:spLocks xmlns:a="http://schemas.openxmlformats.org/drawingml/2006/main" noGrp="1"/>
          </p:cNvSpPr>
          <p:nvPr/>
        </p:nvSpPr>
        <p:spPr>
          <a:xfrm xmlns:a="http://schemas.openxmlformats.org/drawingml/2006/main">
            <a:off x="7397778" y="5781675"/>
            <a:ext cx="56101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الدليل</a:t>
            </a:r>
          </a:p>
        </p:txBody>
      </p:sp>
      <p:sp>
        <p:nvSpPr>
          <p:cNvPr id="41" name="text-358">
            <a:extLst xmlns:a="http://schemas.openxmlformats.org/drawingml/2006/main">
              <a:ext uri="{FF2B5EF4-FFF2-40B4-BE49-F238E27FC236}">
                <a16:creationId xmlns:a16="http://schemas.microsoft.com/office/drawing/2014/main" id="{B6DCE639-C708-4B21-9C80-19425F31ACEA}"/>
              </a:ext>
            </a:extLst>
          </p:cNvPr>
          <p:cNvSpPr>
            <a:spLocks xmlns:a="http://schemas.openxmlformats.org/drawingml/2006/main" noGrp="1"/>
          </p:cNvSpPr>
          <p:nvPr/>
        </p:nvSpPr>
        <p:spPr>
          <a:xfrm xmlns:a="http://schemas.openxmlformats.org/drawingml/2006/main">
            <a:off x="7028586" y="5781675"/>
            <a:ext cx="32271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هنا</a:t>
            </a:r>
          </a:p>
        </p:txBody>
      </p:sp>
      <p:sp>
        <p:nvSpPr>
          <p:cNvPr id="42" name="text-359">
            <a:extLst xmlns:a="http://schemas.openxmlformats.org/drawingml/2006/main">
              <a:ext uri="{FF2B5EF4-FFF2-40B4-BE49-F238E27FC236}">
                <a16:creationId xmlns:a16="http://schemas.microsoft.com/office/drawing/2014/main" id="{D029069D-06D9-4E41-BF90-971B8ABE7ABD}"/>
              </a:ext>
            </a:extLst>
          </p:cNvPr>
          <p:cNvSpPr>
            <a:spLocks xmlns:a="http://schemas.openxmlformats.org/drawingml/2006/main" noGrp="1"/>
          </p:cNvSpPr>
          <p:nvPr/>
        </p:nvSpPr>
        <p:spPr>
          <a:xfrm xmlns:a="http://schemas.openxmlformats.org/drawingml/2006/main">
            <a:off x="6335051" y="5781675"/>
            <a:ext cx="64705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البصمة</a:t>
            </a:r>
          </a:p>
        </p:txBody>
      </p:sp>
      <p:sp>
        <p:nvSpPr>
          <p:cNvPr id="43" name="text-360">
            <a:extLst xmlns:a="http://schemas.openxmlformats.org/drawingml/2006/main">
              <a:ext uri="{FF2B5EF4-FFF2-40B4-BE49-F238E27FC236}">
                <a16:creationId xmlns:a16="http://schemas.microsoft.com/office/drawing/2014/main" id="{9AFEAFD5-0A8C-4E7F-821F-91AA7C6B6D64}"/>
              </a:ext>
            </a:extLst>
          </p:cNvPr>
          <p:cNvSpPr>
            <a:spLocks xmlns:a="http://schemas.openxmlformats.org/drawingml/2006/main" noGrp="1"/>
          </p:cNvSpPr>
          <p:nvPr/>
        </p:nvSpPr>
        <p:spPr>
          <a:xfrm xmlns:a="http://schemas.openxmlformats.org/drawingml/2006/main">
            <a:off x="5498965" y="5781675"/>
            <a:ext cx="78960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6DAB5"/>
                </a:solidFill>
                <a:latin typeface="Tahoma"/>
                <a:ea typeface="Tahoma"/>
                <a:cs typeface="Tahoma"/>
              </a:defRPr>
            </a:pPr>
            <a:r>
              <a:rPr sz="1650" b="0">
                <a:solidFill>
                  <a:srgbClr val="A6DAB5"/>
                </a:solidFill>
                <a:latin typeface="Tahoma"/>
                <a:ea typeface="Tahoma"/>
                <a:cs typeface="Tahoma"/>
              </a:rPr>
              <a:t>التجاورية</a:t>
            </a:r>
          </a:p>
        </p:txBody>
      </p:sp>
    </p:spTree>
    <p:extLst>
      <p:ext uri="{BB962C8B-B14F-4D97-AF65-F5344CB8AC3E}">
        <p14:creationId xmlns:p14="http://schemas.microsoft.com/office/powerpoint/2010/main" val="1953197708"/>
      </p:ext>
    </p:extLst>
  </p:cSld>
</p:sld>
</file>

<file path=ppt/slides/slide10.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65" name="text-361">
            <a:extLst xmlns:a="http://schemas.openxmlformats.org/drawingml/2006/main">
              <a:ext uri="{FF2B5EF4-FFF2-40B4-BE49-F238E27FC236}">
                <a16:creationId xmlns:a16="http://schemas.microsoft.com/office/drawing/2014/main" id="{2C4316A3-FBB4-4A0A-A714-32836CB97FD9}"/>
              </a:ext>
            </a:extLst>
          </p:cNvPr>
          <p:cNvSpPr>
            <a:spLocks xmlns:a="http://schemas.openxmlformats.org/drawingml/2006/main" noGrp="1"/>
          </p:cNvSpPr>
          <p:nvPr/>
        </p:nvSpPr>
        <p:spPr>
          <a:xfrm xmlns:a="http://schemas.openxmlformats.org/drawingml/2006/main">
            <a:off x="10000648" y="457200"/>
            <a:ext cx="158175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إضافتان</a:t>
            </a:r>
          </a:p>
        </p:txBody>
      </p:sp>
      <p:sp>
        <p:nvSpPr>
          <p:cNvPr id="2" name="text-362">
            <a:extLst xmlns:a="http://schemas.openxmlformats.org/drawingml/2006/main">
              <a:ext uri="{FF2B5EF4-FFF2-40B4-BE49-F238E27FC236}">
                <a16:creationId xmlns:a16="http://schemas.microsoft.com/office/drawing/2014/main" id="{6FEBE7CC-2074-495C-AE91-BC1BFCE2D4D1}"/>
              </a:ext>
            </a:extLst>
          </p:cNvPr>
          <p:cNvSpPr>
            <a:spLocks xmlns:a="http://schemas.openxmlformats.org/drawingml/2006/main" noGrp="1"/>
          </p:cNvSpPr>
          <p:nvPr/>
        </p:nvSpPr>
        <p:spPr>
          <a:xfrm xmlns:a="http://schemas.openxmlformats.org/drawingml/2006/main">
            <a:off x="8821255" y="457200"/>
            <a:ext cx="10784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يمكن</a:t>
            </a:r>
          </a:p>
        </p:txBody>
      </p:sp>
      <p:sp>
        <p:nvSpPr>
          <p:cNvPr id="3" name="text-363">
            <a:extLst xmlns:a="http://schemas.openxmlformats.org/drawingml/2006/main">
              <a:ext uri="{FF2B5EF4-FFF2-40B4-BE49-F238E27FC236}">
                <a16:creationId xmlns:a16="http://schemas.microsoft.com/office/drawing/2014/main" id="{2284BD02-C2CB-4E3C-A7CD-1923DE00CDA3}"/>
              </a:ext>
            </a:extLst>
          </p:cNvPr>
          <p:cNvSpPr>
            <a:spLocks xmlns:a="http://schemas.openxmlformats.org/drawingml/2006/main" noGrp="1"/>
          </p:cNvSpPr>
          <p:nvPr/>
        </p:nvSpPr>
        <p:spPr>
          <a:xfrm xmlns:a="http://schemas.openxmlformats.org/drawingml/2006/main">
            <a:off x="7038091" y="457200"/>
            <a:ext cx="168219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فحصهما</a:t>
            </a:r>
          </a:p>
        </p:txBody>
      </p:sp>
      <p:sp>
        <p:nvSpPr>
          <p:cNvPr id="4" name="text-364">
            <a:extLst xmlns:a="http://schemas.openxmlformats.org/drawingml/2006/main">
              <a:ext uri="{FF2B5EF4-FFF2-40B4-BE49-F238E27FC236}">
                <a16:creationId xmlns:a16="http://schemas.microsoft.com/office/drawing/2014/main" id="{2075E56D-1093-4C16-8399-2F01CF310FCC}"/>
              </a:ext>
            </a:extLst>
          </p:cNvPr>
          <p:cNvSpPr>
            <a:spLocks xmlns:a="http://schemas.openxmlformats.org/drawingml/2006/main" noGrp="1"/>
          </p:cNvSpPr>
          <p:nvPr/>
        </p:nvSpPr>
        <p:spPr>
          <a:xfrm xmlns:a="http://schemas.openxmlformats.org/drawingml/2006/main">
            <a:off x="5419169" y="457200"/>
            <a:ext cx="151795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مباشرة</a:t>
            </a:r>
          </a:p>
        </p:txBody>
      </p:sp>
      <p:sp>
        <p:nvSpPr>
          <p:cNvPr id="5" name="shape-365">
            <a:extLst xmlns:a="http://schemas.openxmlformats.org/drawingml/2006/main">
              <a:ext uri="{FF2B5EF4-FFF2-40B4-BE49-F238E27FC236}">
                <a16:creationId xmlns:a16="http://schemas.microsoft.com/office/drawing/2014/main" id="{6EFE7CA7-EE91-4C4F-9F9A-B8F2E7C138EB}"/>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6" name="text-366">
            <a:extLst xmlns:a="http://schemas.openxmlformats.org/drawingml/2006/main">
              <a:ext uri="{FF2B5EF4-FFF2-40B4-BE49-F238E27FC236}">
                <a16:creationId xmlns:a16="http://schemas.microsoft.com/office/drawing/2014/main" id="{26AB6FBC-ED0F-4B88-8F6C-923EE0C2D8D7}"/>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7" name="text-367">
            <a:extLst xmlns:a="http://schemas.openxmlformats.org/drawingml/2006/main">
              <a:ext uri="{FF2B5EF4-FFF2-40B4-BE49-F238E27FC236}">
                <a16:creationId xmlns:a16="http://schemas.microsoft.com/office/drawing/2014/main" id="{89A05F38-C1AD-4645-BA9C-CBACA8502916}"/>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8" name="text-368">
            <a:extLst xmlns:a="http://schemas.openxmlformats.org/drawingml/2006/main">
              <a:ext uri="{FF2B5EF4-FFF2-40B4-BE49-F238E27FC236}">
                <a16:creationId xmlns:a16="http://schemas.microsoft.com/office/drawing/2014/main" id="{6F74E87B-943C-479F-8A5F-4DA08F07BE9F}"/>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9" name="text-369">
            <a:extLst xmlns:a="http://schemas.openxmlformats.org/drawingml/2006/main">
              <a:ext uri="{FF2B5EF4-FFF2-40B4-BE49-F238E27FC236}">
                <a16:creationId xmlns:a16="http://schemas.microsoft.com/office/drawing/2014/main" id="{22C91488-A209-41DE-B241-B7B8677C16B3}"/>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0" name="text-370">
            <a:extLst xmlns:a="http://schemas.openxmlformats.org/drawingml/2006/main">
              <a:ext uri="{FF2B5EF4-FFF2-40B4-BE49-F238E27FC236}">
                <a16:creationId xmlns:a16="http://schemas.microsoft.com/office/drawing/2014/main" id="{08E7B628-12C5-4C20-83EC-3F8C1C7E74E7}"/>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1" name="text-371">
            <a:extLst xmlns:a="http://schemas.openxmlformats.org/drawingml/2006/main">
              <a:ext uri="{FF2B5EF4-FFF2-40B4-BE49-F238E27FC236}">
                <a16:creationId xmlns:a16="http://schemas.microsoft.com/office/drawing/2014/main" id="{568344D8-0125-451D-87E4-DEB0719A20D3}"/>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2" name="text-372">
            <a:extLst xmlns:a="http://schemas.openxmlformats.org/drawingml/2006/main">
              <a:ext uri="{FF2B5EF4-FFF2-40B4-BE49-F238E27FC236}">
                <a16:creationId xmlns:a16="http://schemas.microsoft.com/office/drawing/2014/main" id="{6AD4EE9F-8B37-4CB9-A6F0-1AA1EC5D6E7A}"/>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10</a:t>
            </a:r>
          </a:p>
        </p:txBody>
      </p:sp>
      <p:sp>
        <p:nvSpPr>
          <p:cNvPr id="13" name="shape-373">
            <a:extLst xmlns:a="http://schemas.openxmlformats.org/drawingml/2006/main">
              <a:ext uri="{FF2B5EF4-FFF2-40B4-BE49-F238E27FC236}">
                <a16:creationId xmlns:a16="http://schemas.microsoft.com/office/drawing/2014/main" id="{5567BA70-AA2B-4BC9-9682-530D80F73770}"/>
              </a:ext>
            </a:extLst>
          </p:cNvPr>
          <p:cNvSpPr>
            <a:spLocks xmlns:a="http://schemas.openxmlformats.org/drawingml/2006/main" noGrp="1"/>
          </p:cNvSpPr>
          <p:nvPr/>
        </p:nvSpPr>
        <p:spPr>
          <a:xfrm xmlns:a="http://schemas.openxmlformats.org/drawingml/2006/main">
            <a:off x="6181725" y="1409700"/>
            <a:ext cx="5400675" cy="3076575"/>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14" name="shape-374">
            <a:extLst xmlns:a="http://schemas.openxmlformats.org/drawingml/2006/main">
              <a:ext uri="{FF2B5EF4-FFF2-40B4-BE49-F238E27FC236}">
                <a16:creationId xmlns:a16="http://schemas.microsoft.com/office/drawing/2014/main" id="{4CAE411D-D67C-4A41-B84A-B47A5F81404C}"/>
              </a:ext>
            </a:extLst>
          </p:cNvPr>
          <p:cNvSpPr>
            <a:spLocks xmlns:a="http://schemas.openxmlformats.org/drawingml/2006/main" noGrp="1"/>
          </p:cNvSpPr>
          <p:nvPr/>
        </p:nvSpPr>
        <p:spPr>
          <a:xfrm xmlns:a="http://schemas.openxmlformats.org/drawingml/2006/main">
            <a:off x="609600" y="1409700"/>
            <a:ext cx="5286375" cy="3076575"/>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15" name="text-375">
            <a:extLst xmlns:a="http://schemas.openxmlformats.org/drawingml/2006/main">
              <a:ext uri="{FF2B5EF4-FFF2-40B4-BE49-F238E27FC236}">
                <a16:creationId xmlns:a16="http://schemas.microsoft.com/office/drawing/2014/main" id="{69C86F9D-B2DF-4F1F-BD9A-1EDC01CA907D}"/>
              </a:ext>
            </a:extLst>
          </p:cNvPr>
          <p:cNvSpPr>
            <a:spLocks xmlns:a="http://schemas.openxmlformats.org/drawingml/2006/main" noGrp="1"/>
          </p:cNvSpPr>
          <p:nvPr/>
        </p:nvSpPr>
        <p:spPr>
          <a:xfrm xmlns:a="http://schemas.openxmlformats.org/drawingml/2006/main">
            <a:off x="6467475" y="1647825"/>
            <a:ext cx="4829175" cy="69246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850" b="1">
                <a:solidFill>
                  <a:srgbClr val="DDC087"/>
                </a:solidFill>
                <a:latin typeface="Tahoma"/>
                <a:ea typeface="Tahoma"/>
                <a:cs typeface="Tahoma"/>
              </a:defRPr>
            </a:pPr>
            <a:r>
              <a:rPr sz="2850" b="1">
                <a:solidFill>
                  <a:srgbClr val="DDC087"/>
                </a:solidFill>
                <a:latin typeface="Tahoma"/>
                <a:ea typeface="Tahoma"/>
                <a:cs typeface="Tahoma"/>
              </a:rPr>
              <a:t>NMN</a:t>
            </a:r>
          </a:p>
        </p:txBody>
      </p:sp>
      <p:sp>
        <p:nvSpPr>
          <p:cNvPr id="16" name="text-376">
            <a:extLst xmlns:a="http://schemas.openxmlformats.org/drawingml/2006/main">
              <a:ext uri="{FF2B5EF4-FFF2-40B4-BE49-F238E27FC236}">
                <a16:creationId xmlns:a16="http://schemas.microsoft.com/office/drawing/2014/main" id="{692C005A-3A05-4172-823B-91F49801387A}"/>
              </a:ext>
            </a:extLst>
          </p:cNvPr>
          <p:cNvSpPr>
            <a:spLocks xmlns:a="http://schemas.openxmlformats.org/drawingml/2006/main" noGrp="1"/>
          </p:cNvSpPr>
          <p:nvPr/>
        </p:nvSpPr>
        <p:spPr>
          <a:xfrm xmlns:a="http://schemas.openxmlformats.org/drawingml/2006/main">
            <a:off x="10911642" y="2409825"/>
            <a:ext cx="38500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من</a:t>
            </a:r>
          </a:p>
        </p:txBody>
      </p:sp>
      <p:sp>
        <p:nvSpPr>
          <p:cNvPr id="17" name="text-377">
            <a:extLst xmlns:a="http://schemas.openxmlformats.org/drawingml/2006/main">
              <a:ext uri="{FF2B5EF4-FFF2-40B4-BE49-F238E27FC236}">
                <a16:creationId xmlns:a16="http://schemas.microsoft.com/office/drawing/2014/main" id="{4D496C2D-8BF4-426A-BAA7-279A0B3887FA}"/>
              </a:ext>
            </a:extLst>
          </p:cNvPr>
          <p:cNvSpPr>
            <a:spLocks xmlns:a="http://schemas.openxmlformats.org/drawingml/2006/main" noGrp="1"/>
          </p:cNvSpPr>
          <p:nvPr/>
        </p:nvSpPr>
        <p:spPr>
          <a:xfrm xmlns:a="http://schemas.openxmlformats.org/drawingml/2006/main">
            <a:off x="10185383" y="2409825"/>
            <a:ext cx="66196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إكمال</a:t>
            </a:r>
          </a:p>
        </p:txBody>
      </p:sp>
      <p:sp>
        <p:nvSpPr>
          <p:cNvPr id="18" name="text-378">
            <a:extLst xmlns:a="http://schemas.openxmlformats.org/drawingml/2006/main">
              <a:ext uri="{FF2B5EF4-FFF2-40B4-BE49-F238E27FC236}">
                <a16:creationId xmlns:a16="http://schemas.microsoft.com/office/drawing/2014/main" id="{2C303B46-9322-4FF3-A001-CDEB56FFE332}"/>
              </a:ext>
            </a:extLst>
          </p:cNvPr>
          <p:cNvSpPr>
            <a:spLocks xmlns:a="http://schemas.openxmlformats.org/drawingml/2006/main" noGrp="1"/>
          </p:cNvSpPr>
          <p:nvPr/>
        </p:nvSpPr>
        <p:spPr>
          <a:xfrm xmlns:a="http://schemas.openxmlformats.org/drawingml/2006/main">
            <a:off x="9140176" y="2409825"/>
            <a:ext cx="98091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احتمالي</a:t>
            </a:r>
          </a:p>
        </p:txBody>
      </p:sp>
      <p:sp>
        <p:nvSpPr>
          <p:cNvPr id="19" name="text-379">
            <a:extLst xmlns:a="http://schemas.openxmlformats.org/drawingml/2006/main">
              <a:ext uri="{FF2B5EF4-FFF2-40B4-BE49-F238E27FC236}">
                <a16:creationId xmlns:a16="http://schemas.microsoft.com/office/drawing/2014/main" id="{74F02CB0-A743-4094-880B-905AF88574E4}"/>
              </a:ext>
            </a:extLst>
          </p:cNvPr>
          <p:cNvSpPr>
            <a:spLocks xmlns:a="http://schemas.openxmlformats.org/drawingml/2006/main" noGrp="1"/>
          </p:cNvSpPr>
          <p:nvPr/>
        </p:nvSpPr>
        <p:spPr>
          <a:xfrm xmlns:a="http://schemas.openxmlformats.org/drawingml/2006/main">
            <a:off x="10826386" y="3057525"/>
            <a:ext cx="47026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إلى</a:t>
            </a:r>
          </a:p>
        </p:txBody>
      </p:sp>
      <p:sp>
        <p:nvSpPr>
          <p:cNvPr id="20" name="text-380">
            <a:extLst xmlns:a="http://schemas.openxmlformats.org/drawingml/2006/main">
              <a:ext uri="{FF2B5EF4-FFF2-40B4-BE49-F238E27FC236}">
                <a16:creationId xmlns:a16="http://schemas.microsoft.com/office/drawing/2014/main" id="{12AE2BF1-7232-46EE-BD48-A881ADD2BA73}"/>
              </a:ext>
            </a:extLst>
          </p:cNvPr>
          <p:cNvSpPr>
            <a:spLocks xmlns:a="http://schemas.openxmlformats.org/drawingml/2006/main" noGrp="1"/>
          </p:cNvSpPr>
          <p:nvPr/>
        </p:nvSpPr>
        <p:spPr>
          <a:xfrm xmlns:a="http://schemas.openxmlformats.org/drawingml/2006/main">
            <a:off x="10310264" y="3057525"/>
            <a:ext cx="44887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نص</a:t>
            </a:r>
          </a:p>
        </p:txBody>
      </p:sp>
      <p:sp>
        <p:nvSpPr>
          <p:cNvPr id="21" name="text-381">
            <a:extLst xmlns:a="http://schemas.openxmlformats.org/drawingml/2006/main">
              <a:ext uri="{FF2B5EF4-FFF2-40B4-BE49-F238E27FC236}">
                <a16:creationId xmlns:a16="http://schemas.microsoft.com/office/drawing/2014/main" id="{CF3E257D-4107-4087-8D94-8F691717B016}"/>
              </a:ext>
            </a:extLst>
          </p:cNvPr>
          <p:cNvSpPr>
            <a:spLocks xmlns:a="http://schemas.openxmlformats.org/drawingml/2006/main" noGrp="1"/>
          </p:cNvSpPr>
          <p:nvPr/>
        </p:nvSpPr>
        <p:spPr>
          <a:xfrm xmlns:a="http://schemas.openxmlformats.org/drawingml/2006/main">
            <a:off x="9599594" y="3057525"/>
            <a:ext cx="64342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بهوية</a:t>
            </a:r>
          </a:p>
        </p:txBody>
      </p:sp>
      <p:sp>
        <p:nvSpPr>
          <p:cNvPr id="22" name="text-382">
            <a:extLst xmlns:a="http://schemas.openxmlformats.org/drawingml/2006/main">
              <a:ext uri="{FF2B5EF4-FFF2-40B4-BE49-F238E27FC236}">
                <a16:creationId xmlns:a16="http://schemas.microsoft.com/office/drawing/2014/main" id="{29614CC1-7871-4572-B8E9-04F53380778D}"/>
              </a:ext>
            </a:extLst>
          </p:cNvPr>
          <p:cNvSpPr>
            <a:spLocks xmlns:a="http://schemas.openxmlformats.org/drawingml/2006/main" noGrp="1"/>
          </p:cNvSpPr>
          <p:nvPr/>
        </p:nvSpPr>
        <p:spPr>
          <a:xfrm xmlns:a="http://schemas.openxmlformats.org/drawingml/2006/main">
            <a:off x="8721945" y="3057525"/>
            <a:ext cx="81040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وموضع</a:t>
            </a:r>
          </a:p>
        </p:txBody>
      </p:sp>
      <p:sp>
        <p:nvSpPr>
          <p:cNvPr id="23" name="text-383">
            <a:extLst xmlns:a="http://schemas.openxmlformats.org/drawingml/2006/main">
              <a:ext uri="{FF2B5EF4-FFF2-40B4-BE49-F238E27FC236}">
                <a16:creationId xmlns:a16="http://schemas.microsoft.com/office/drawing/2014/main" id="{AC21BD33-6127-4BFA-8F38-8BAB4A93D39B}"/>
              </a:ext>
            </a:extLst>
          </p:cNvPr>
          <p:cNvSpPr>
            <a:spLocks xmlns:a="http://schemas.openxmlformats.org/drawingml/2006/main" noGrp="1"/>
          </p:cNvSpPr>
          <p:nvPr/>
        </p:nvSpPr>
        <p:spPr>
          <a:xfrm xmlns:a="http://schemas.openxmlformats.org/drawingml/2006/main">
            <a:off x="10646457" y="3810000"/>
            <a:ext cx="65019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افحص</a:t>
            </a:r>
          </a:p>
        </p:txBody>
      </p:sp>
      <p:sp>
        <p:nvSpPr>
          <p:cNvPr id="24" name="text-384">
            <a:extLst xmlns:a="http://schemas.openxmlformats.org/drawingml/2006/main">
              <a:ext uri="{FF2B5EF4-FFF2-40B4-BE49-F238E27FC236}">
                <a16:creationId xmlns:a16="http://schemas.microsoft.com/office/drawing/2014/main" id="{ECA0AA40-DE85-40F5-8B69-6749A06396AB}"/>
              </a:ext>
            </a:extLst>
          </p:cNvPr>
          <p:cNvSpPr>
            <a:spLocks xmlns:a="http://schemas.openxmlformats.org/drawingml/2006/main" noGrp="1"/>
          </p:cNvSpPr>
          <p:nvPr/>
        </p:nvSpPr>
        <p:spPr>
          <a:xfrm xmlns:a="http://schemas.openxmlformats.org/drawingml/2006/main">
            <a:off x="9994687" y="3810000"/>
            <a:ext cx="59643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النحل</a:t>
            </a:r>
          </a:p>
        </p:txBody>
      </p:sp>
      <p:sp>
        <p:nvSpPr>
          <p:cNvPr id="25" name="text-385">
            <a:extLst xmlns:a="http://schemas.openxmlformats.org/drawingml/2006/main">
              <a:ext uri="{FF2B5EF4-FFF2-40B4-BE49-F238E27FC236}">
                <a16:creationId xmlns:a16="http://schemas.microsoft.com/office/drawing/2014/main" id="{C2F6F30D-3EDE-4057-B083-4166D73BC217}"/>
              </a:ext>
            </a:extLst>
          </p:cNvPr>
          <p:cNvSpPr>
            <a:spLocks xmlns:a="http://schemas.openxmlformats.org/drawingml/2006/main" noGrp="1"/>
          </p:cNvSpPr>
          <p:nvPr/>
        </p:nvSpPr>
        <p:spPr>
          <a:xfrm xmlns:a="http://schemas.openxmlformats.org/drawingml/2006/main">
            <a:off x="9620758" y="3810000"/>
            <a:ext cx="31858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٩٠</a:t>
            </a:r>
          </a:p>
        </p:txBody>
      </p:sp>
      <p:sp>
        <p:nvSpPr>
          <p:cNvPr id="26" name="text-386">
            <a:extLst xmlns:a="http://schemas.openxmlformats.org/drawingml/2006/main">
              <a:ext uri="{FF2B5EF4-FFF2-40B4-BE49-F238E27FC236}">
                <a16:creationId xmlns:a16="http://schemas.microsoft.com/office/drawing/2014/main" id="{6AC3BB44-BF0A-488C-B3E1-A1A54857B7F6}"/>
              </a:ext>
            </a:extLst>
          </p:cNvPr>
          <p:cNvSpPr>
            <a:spLocks xmlns:a="http://schemas.openxmlformats.org/drawingml/2006/main" noGrp="1"/>
          </p:cNvSpPr>
          <p:nvPr/>
        </p:nvSpPr>
        <p:spPr>
          <a:xfrm xmlns:a="http://schemas.openxmlformats.org/drawingml/2006/main">
            <a:off x="9004110" y="3810000"/>
            <a:ext cx="56130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حرفيًا</a:t>
            </a:r>
          </a:p>
        </p:txBody>
      </p:sp>
      <p:sp>
        <p:nvSpPr>
          <p:cNvPr id="27" name="text-387">
            <a:extLst xmlns:a="http://schemas.openxmlformats.org/drawingml/2006/main">
              <a:ext uri="{FF2B5EF4-FFF2-40B4-BE49-F238E27FC236}">
                <a16:creationId xmlns:a16="http://schemas.microsoft.com/office/drawing/2014/main" id="{32037453-CB8C-49B6-A024-BFDB57DCFB09}"/>
              </a:ext>
            </a:extLst>
          </p:cNvPr>
          <p:cNvSpPr>
            <a:spLocks xmlns:a="http://schemas.openxmlformats.org/drawingml/2006/main" noGrp="1"/>
          </p:cNvSpPr>
          <p:nvPr/>
        </p:nvSpPr>
        <p:spPr>
          <a:xfrm xmlns:a="http://schemas.openxmlformats.org/drawingml/2006/main">
            <a:off x="4300393" y="1647825"/>
            <a:ext cx="130983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DDC087"/>
                </a:solidFill>
                <a:latin typeface="Tahoma"/>
                <a:ea typeface="Tahoma"/>
                <a:cs typeface="Tahoma"/>
              </a:defRPr>
            </a:pPr>
            <a:r>
              <a:rPr sz="2550" b="1">
                <a:solidFill>
                  <a:srgbClr val="DDC087"/>
                </a:solidFill>
                <a:latin typeface="Tahoma"/>
                <a:ea typeface="Tahoma"/>
                <a:cs typeface="Tahoma"/>
              </a:rPr>
              <a:t>المتجاور</a:t>
            </a:r>
          </a:p>
        </p:txBody>
      </p:sp>
      <p:sp>
        <p:nvSpPr>
          <p:cNvPr id="28" name="text-388">
            <a:extLst xmlns:a="http://schemas.openxmlformats.org/drawingml/2006/main">
              <a:ext uri="{FF2B5EF4-FFF2-40B4-BE49-F238E27FC236}">
                <a16:creationId xmlns:a16="http://schemas.microsoft.com/office/drawing/2014/main" id="{E4B04198-860F-4538-8E51-872EAC6A712C}"/>
              </a:ext>
            </a:extLst>
          </p:cNvPr>
          <p:cNvSpPr>
            <a:spLocks xmlns:a="http://schemas.openxmlformats.org/drawingml/2006/main" noGrp="1"/>
          </p:cNvSpPr>
          <p:nvPr/>
        </p:nvSpPr>
        <p:spPr>
          <a:xfrm xmlns:a="http://schemas.openxmlformats.org/drawingml/2006/main">
            <a:off x="3618266" y="1647825"/>
            <a:ext cx="606308"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DDC087"/>
                </a:solidFill>
                <a:latin typeface="Tahoma"/>
                <a:ea typeface="Tahoma"/>
                <a:cs typeface="Tahoma"/>
              </a:defRPr>
            </a:pPr>
            <a:r>
              <a:rPr sz="2550" b="1">
                <a:solidFill>
                  <a:srgbClr val="DDC087"/>
                </a:solidFill>
                <a:latin typeface="Tahoma"/>
                <a:ea typeface="Tahoma"/>
                <a:cs typeface="Tahoma"/>
              </a:rPr>
              <a:t>في</a:t>
            </a:r>
          </a:p>
        </p:txBody>
      </p:sp>
      <p:sp>
        <p:nvSpPr>
          <p:cNvPr id="29" name="text-389">
            <a:extLst xmlns:a="http://schemas.openxmlformats.org/drawingml/2006/main">
              <a:ext uri="{FF2B5EF4-FFF2-40B4-BE49-F238E27FC236}">
                <a16:creationId xmlns:a16="http://schemas.microsoft.com/office/drawing/2014/main" id="{D7AC486B-35A4-4F4F-AFD7-4FBE1FA9544A}"/>
              </a:ext>
            </a:extLst>
          </p:cNvPr>
          <p:cNvSpPr>
            <a:spLocks xmlns:a="http://schemas.openxmlformats.org/drawingml/2006/main" noGrp="1"/>
          </p:cNvSpPr>
          <p:nvPr/>
        </p:nvSpPr>
        <p:spPr>
          <a:xfrm xmlns:a="http://schemas.openxmlformats.org/drawingml/2006/main">
            <a:off x="2557729" y="1647825"/>
            <a:ext cx="984717"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DDC087"/>
                </a:solidFill>
                <a:latin typeface="Tahoma"/>
                <a:ea typeface="Tahoma"/>
                <a:cs typeface="Tahoma"/>
              </a:defRPr>
            </a:pPr>
            <a:r>
              <a:rPr sz="2550" b="1">
                <a:solidFill>
                  <a:srgbClr val="DDC087"/>
                </a:solidFill>
                <a:latin typeface="Tahoma"/>
                <a:ea typeface="Tahoma"/>
                <a:cs typeface="Tahoma"/>
              </a:rPr>
              <a:t>القرآن</a:t>
            </a:r>
          </a:p>
        </p:txBody>
      </p:sp>
      <p:sp>
        <p:nvSpPr>
          <p:cNvPr id="30" name="text-390">
            <a:extLst xmlns:a="http://schemas.openxmlformats.org/drawingml/2006/main">
              <a:ext uri="{FF2B5EF4-FFF2-40B4-BE49-F238E27FC236}">
                <a16:creationId xmlns:a16="http://schemas.microsoft.com/office/drawing/2014/main" id="{0D749336-4828-4BE3-BB4B-E844ADC8232B}"/>
              </a:ext>
            </a:extLst>
          </p:cNvPr>
          <p:cNvSpPr>
            <a:spLocks xmlns:a="http://schemas.openxmlformats.org/drawingml/2006/main" noGrp="1"/>
          </p:cNvSpPr>
          <p:nvPr/>
        </p:nvSpPr>
        <p:spPr>
          <a:xfrm xmlns:a="http://schemas.openxmlformats.org/drawingml/2006/main">
            <a:off x="5225217" y="2409825"/>
            <a:ext cx="38500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من</a:t>
            </a:r>
          </a:p>
        </p:txBody>
      </p:sp>
      <p:sp>
        <p:nvSpPr>
          <p:cNvPr id="31" name="text-391">
            <a:extLst xmlns:a="http://schemas.openxmlformats.org/drawingml/2006/main">
              <a:ext uri="{FF2B5EF4-FFF2-40B4-BE49-F238E27FC236}">
                <a16:creationId xmlns:a16="http://schemas.microsoft.com/office/drawing/2014/main" id="{82A92470-B5B6-4A0A-8000-F0FB10AEA7A8}"/>
              </a:ext>
            </a:extLst>
          </p:cNvPr>
          <p:cNvSpPr>
            <a:spLocks xmlns:a="http://schemas.openxmlformats.org/drawingml/2006/main" noGrp="1"/>
          </p:cNvSpPr>
          <p:nvPr/>
        </p:nvSpPr>
        <p:spPr>
          <a:xfrm xmlns:a="http://schemas.openxmlformats.org/drawingml/2006/main">
            <a:off x="4619532" y="2409825"/>
            <a:ext cx="54139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تكرار</a:t>
            </a:r>
          </a:p>
        </p:txBody>
      </p:sp>
      <p:sp>
        <p:nvSpPr>
          <p:cNvPr id="32" name="text-392">
            <a:extLst xmlns:a="http://schemas.openxmlformats.org/drawingml/2006/main">
              <a:ext uri="{FF2B5EF4-FFF2-40B4-BE49-F238E27FC236}">
                <a16:creationId xmlns:a16="http://schemas.microsoft.com/office/drawing/2014/main" id="{7645D757-7F57-4F4C-8363-307257C45888}"/>
              </a:ext>
            </a:extLst>
          </p:cNvPr>
          <p:cNvSpPr>
            <a:spLocks xmlns:a="http://schemas.openxmlformats.org/drawingml/2006/main" noGrp="1"/>
          </p:cNvSpPr>
          <p:nvPr/>
        </p:nvSpPr>
        <p:spPr>
          <a:xfrm xmlns:a="http://schemas.openxmlformats.org/drawingml/2006/main">
            <a:off x="4108128" y="2409825"/>
            <a:ext cx="44711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لفظ</a:t>
            </a:r>
          </a:p>
        </p:txBody>
      </p:sp>
      <p:sp>
        <p:nvSpPr>
          <p:cNvPr id="33" name="text-393">
            <a:extLst xmlns:a="http://schemas.openxmlformats.org/drawingml/2006/main">
              <a:ext uri="{FF2B5EF4-FFF2-40B4-BE49-F238E27FC236}">
                <a16:creationId xmlns:a16="http://schemas.microsoft.com/office/drawing/2014/main" id="{D3732E74-1C89-40B5-857E-50768B9227AD}"/>
              </a:ext>
            </a:extLst>
          </p:cNvPr>
          <p:cNvSpPr>
            <a:spLocks xmlns:a="http://schemas.openxmlformats.org/drawingml/2006/main" noGrp="1"/>
          </p:cNvSpPr>
          <p:nvPr/>
        </p:nvSpPr>
        <p:spPr>
          <a:xfrm xmlns:a="http://schemas.openxmlformats.org/drawingml/2006/main">
            <a:off x="3387755" y="2409825"/>
            <a:ext cx="65607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A5B9AB"/>
                </a:solidFill>
                <a:latin typeface="Tahoma"/>
                <a:ea typeface="Tahoma"/>
                <a:cs typeface="Tahoma"/>
              </a:defRPr>
            </a:pPr>
            <a:r>
              <a:rPr sz="2100" b="0">
                <a:solidFill>
                  <a:srgbClr val="A5B9AB"/>
                </a:solidFill>
                <a:latin typeface="Tahoma"/>
                <a:ea typeface="Tahoma"/>
                <a:cs typeface="Tahoma"/>
              </a:rPr>
              <a:t>منفرد</a:t>
            </a:r>
          </a:p>
        </p:txBody>
      </p:sp>
      <p:sp>
        <p:nvSpPr>
          <p:cNvPr id="34" name="text-394">
            <a:extLst xmlns:a="http://schemas.openxmlformats.org/drawingml/2006/main">
              <a:ext uri="{FF2B5EF4-FFF2-40B4-BE49-F238E27FC236}">
                <a16:creationId xmlns:a16="http://schemas.microsoft.com/office/drawing/2014/main" id="{60CBCACC-5333-46EE-81AC-E810F50513C4}"/>
              </a:ext>
            </a:extLst>
          </p:cNvPr>
          <p:cNvSpPr>
            <a:spLocks xmlns:a="http://schemas.openxmlformats.org/drawingml/2006/main" noGrp="1"/>
          </p:cNvSpPr>
          <p:nvPr/>
        </p:nvSpPr>
        <p:spPr>
          <a:xfrm xmlns:a="http://schemas.openxmlformats.org/drawingml/2006/main">
            <a:off x="5154874" y="3057525"/>
            <a:ext cx="45535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3F0E6"/>
                </a:solidFill>
                <a:latin typeface="Tahoma"/>
                <a:ea typeface="Tahoma"/>
                <a:cs typeface="Tahoma"/>
              </a:defRPr>
            </a:pPr>
            <a:r>
              <a:rPr sz="2100" b="0">
                <a:solidFill>
                  <a:srgbClr val="F3F0E6"/>
                </a:solidFill>
                <a:latin typeface="Tahoma"/>
                <a:ea typeface="Tahoma"/>
                <a:cs typeface="Tahoma"/>
              </a:rPr>
              <a:t>إلى</a:t>
            </a:r>
          </a:p>
        </p:txBody>
      </p:sp>
      <p:sp>
        <p:nvSpPr>
          <p:cNvPr id="35" name="text-395">
            <a:extLst xmlns:a="http://schemas.openxmlformats.org/drawingml/2006/main">
              <a:ext uri="{FF2B5EF4-FFF2-40B4-BE49-F238E27FC236}">
                <a16:creationId xmlns:a16="http://schemas.microsoft.com/office/drawing/2014/main" id="{6590A834-E59C-4864-A891-721A50646299}"/>
              </a:ext>
            </a:extLst>
          </p:cNvPr>
          <p:cNvSpPr>
            <a:spLocks xmlns:a="http://schemas.openxmlformats.org/drawingml/2006/main" noGrp="1"/>
          </p:cNvSpPr>
          <p:nvPr/>
        </p:nvSpPr>
        <p:spPr>
          <a:xfrm xmlns:a="http://schemas.openxmlformats.org/drawingml/2006/main">
            <a:off x="4475314" y="3057525"/>
            <a:ext cx="61526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3F0E6"/>
                </a:solidFill>
                <a:latin typeface="Tahoma"/>
                <a:ea typeface="Tahoma"/>
                <a:cs typeface="Tahoma"/>
              </a:defRPr>
            </a:pPr>
            <a:r>
              <a:rPr sz="2100" b="0">
                <a:solidFill>
                  <a:srgbClr val="F3F0E6"/>
                </a:solidFill>
                <a:latin typeface="Tahoma"/>
                <a:ea typeface="Tahoma"/>
                <a:cs typeface="Tahoma"/>
              </a:rPr>
              <a:t>قرائن</a:t>
            </a:r>
          </a:p>
        </p:txBody>
      </p:sp>
      <p:sp>
        <p:nvSpPr>
          <p:cNvPr id="36" name="text-396">
            <a:extLst xmlns:a="http://schemas.openxmlformats.org/drawingml/2006/main">
              <a:ext uri="{FF2B5EF4-FFF2-40B4-BE49-F238E27FC236}">
                <a16:creationId xmlns:a16="http://schemas.microsoft.com/office/drawing/2014/main" id="{104990A8-0A0A-46DF-96BF-1FE4793E60F9}"/>
              </a:ext>
            </a:extLst>
          </p:cNvPr>
          <p:cNvSpPr>
            <a:spLocks xmlns:a="http://schemas.openxmlformats.org/drawingml/2006/main" noGrp="1"/>
          </p:cNvSpPr>
          <p:nvPr/>
        </p:nvSpPr>
        <p:spPr>
          <a:xfrm xmlns:a="http://schemas.openxmlformats.org/drawingml/2006/main">
            <a:off x="3679202" y="3057525"/>
            <a:ext cx="73181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3F0E6"/>
                </a:solidFill>
                <a:latin typeface="Tahoma"/>
                <a:ea typeface="Tahoma"/>
                <a:cs typeface="Tahoma"/>
              </a:defRPr>
            </a:pPr>
            <a:r>
              <a:rPr sz="2100" b="0">
                <a:solidFill>
                  <a:srgbClr val="F3F0E6"/>
                </a:solidFill>
                <a:latin typeface="Tahoma"/>
                <a:ea typeface="Tahoma"/>
                <a:cs typeface="Tahoma"/>
              </a:rPr>
              <a:t>مقارنة</a:t>
            </a:r>
          </a:p>
        </p:txBody>
      </p:sp>
      <p:sp>
        <p:nvSpPr>
          <p:cNvPr id="37" name="text-397">
            <a:extLst xmlns:a="http://schemas.openxmlformats.org/drawingml/2006/main">
              <a:ext uri="{FF2B5EF4-FFF2-40B4-BE49-F238E27FC236}">
                <a16:creationId xmlns:a16="http://schemas.microsoft.com/office/drawing/2014/main" id="{416BC460-F84E-4D9F-A876-2CE1B3E33F1C}"/>
              </a:ext>
            </a:extLst>
          </p:cNvPr>
          <p:cNvSpPr>
            <a:spLocks xmlns:a="http://schemas.openxmlformats.org/drawingml/2006/main" noGrp="1"/>
          </p:cNvSpPr>
          <p:nvPr/>
        </p:nvSpPr>
        <p:spPr>
          <a:xfrm xmlns:a="http://schemas.openxmlformats.org/drawingml/2006/main">
            <a:off x="2670393" y="3057525"/>
            <a:ext cx="94451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3F0E6"/>
                </a:solidFill>
                <a:latin typeface="Tahoma"/>
                <a:ea typeface="Tahoma"/>
                <a:cs typeface="Tahoma"/>
              </a:defRPr>
            </a:pPr>
            <a:r>
              <a:rPr sz="2100" b="0">
                <a:solidFill>
                  <a:srgbClr val="F3F0E6"/>
                </a:solidFill>
                <a:latin typeface="Tahoma"/>
                <a:ea typeface="Tahoma"/>
                <a:cs typeface="Tahoma"/>
              </a:rPr>
              <a:t>وشواهد</a:t>
            </a:r>
          </a:p>
        </p:txBody>
      </p:sp>
      <p:sp>
        <p:nvSpPr>
          <p:cNvPr id="38" name="text-398">
            <a:extLst xmlns:a="http://schemas.openxmlformats.org/drawingml/2006/main">
              <a:ext uri="{FF2B5EF4-FFF2-40B4-BE49-F238E27FC236}">
                <a16:creationId xmlns:a16="http://schemas.microsoft.com/office/drawing/2014/main" id="{D63BAEAF-E838-4E80-B2AD-683ADC56A867}"/>
              </a:ext>
            </a:extLst>
          </p:cNvPr>
          <p:cNvSpPr>
            <a:spLocks xmlns:a="http://schemas.openxmlformats.org/drawingml/2006/main" noGrp="1"/>
          </p:cNvSpPr>
          <p:nvPr/>
        </p:nvSpPr>
        <p:spPr>
          <a:xfrm xmlns:a="http://schemas.openxmlformats.org/drawingml/2006/main">
            <a:off x="5147810" y="3810000"/>
            <a:ext cx="46241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قارن</a:t>
            </a:r>
          </a:p>
        </p:txBody>
      </p:sp>
      <p:sp>
        <p:nvSpPr>
          <p:cNvPr id="39" name="text-399">
            <a:extLst xmlns:a="http://schemas.openxmlformats.org/drawingml/2006/main">
              <a:ext uri="{FF2B5EF4-FFF2-40B4-BE49-F238E27FC236}">
                <a16:creationId xmlns:a16="http://schemas.microsoft.com/office/drawing/2014/main" id="{17FD4039-CFD0-4C19-82A1-C03856F02908}"/>
              </a:ext>
            </a:extLst>
          </p:cNvPr>
          <p:cNvSpPr>
            <a:spLocks xmlns:a="http://schemas.openxmlformats.org/drawingml/2006/main" noGrp="1"/>
          </p:cNvSpPr>
          <p:nvPr/>
        </p:nvSpPr>
        <p:spPr>
          <a:xfrm xmlns:a="http://schemas.openxmlformats.org/drawingml/2006/main">
            <a:off x="4399012" y="3810000"/>
            <a:ext cx="6934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النفس</a:t>
            </a:r>
          </a:p>
        </p:txBody>
      </p:sp>
      <p:sp>
        <p:nvSpPr>
          <p:cNvPr id="40" name="text-400">
            <a:extLst xmlns:a="http://schemas.openxmlformats.org/drawingml/2006/main">
              <a:ext uri="{FF2B5EF4-FFF2-40B4-BE49-F238E27FC236}">
                <a16:creationId xmlns:a16="http://schemas.microsoft.com/office/drawing/2014/main" id="{D712651F-D4A0-4FC9-80E2-9AC4C47893D3}"/>
              </a:ext>
            </a:extLst>
          </p:cNvPr>
          <p:cNvSpPr>
            <a:spLocks xmlns:a="http://schemas.openxmlformats.org/drawingml/2006/main" noGrp="1"/>
          </p:cNvSpPr>
          <p:nvPr/>
        </p:nvSpPr>
        <p:spPr>
          <a:xfrm xmlns:a="http://schemas.openxmlformats.org/drawingml/2006/main">
            <a:off x="3721341" y="3810000"/>
            <a:ext cx="62233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والروح</a:t>
            </a:r>
          </a:p>
        </p:txBody>
      </p:sp>
      <p:sp>
        <p:nvSpPr>
          <p:cNvPr id="41" name="text-401">
            <a:extLst xmlns:a="http://schemas.openxmlformats.org/drawingml/2006/main">
              <a:ext uri="{FF2B5EF4-FFF2-40B4-BE49-F238E27FC236}">
                <a16:creationId xmlns:a16="http://schemas.microsoft.com/office/drawing/2014/main" id="{D9A74C44-8054-49C2-A424-AE244EE4F663}"/>
              </a:ext>
            </a:extLst>
          </p:cNvPr>
          <p:cNvSpPr>
            <a:spLocks xmlns:a="http://schemas.openxmlformats.org/drawingml/2006/main" noGrp="1"/>
          </p:cNvSpPr>
          <p:nvPr/>
        </p:nvSpPr>
        <p:spPr>
          <a:xfrm xmlns:a="http://schemas.openxmlformats.org/drawingml/2006/main">
            <a:off x="10949670" y="4705350"/>
            <a:ext cx="63273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مقارنة</a:t>
            </a:r>
          </a:p>
        </p:txBody>
      </p:sp>
      <p:sp>
        <p:nvSpPr>
          <p:cNvPr id="42" name="text-402">
            <a:extLst xmlns:a="http://schemas.openxmlformats.org/drawingml/2006/main">
              <a:ext uri="{FF2B5EF4-FFF2-40B4-BE49-F238E27FC236}">
                <a16:creationId xmlns:a16="http://schemas.microsoft.com/office/drawing/2014/main" id="{43F09687-4421-4BFE-875C-F9F6577B4E10}"/>
              </a:ext>
            </a:extLst>
          </p:cNvPr>
          <p:cNvSpPr>
            <a:spLocks xmlns:a="http://schemas.openxmlformats.org/drawingml/2006/main" noGrp="1"/>
          </p:cNvSpPr>
          <p:nvPr/>
        </p:nvSpPr>
        <p:spPr>
          <a:xfrm xmlns:a="http://schemas.openxmlformats.org/drawingml/2006/main">
            <a:off x="10183124" y="4705350"/>
            <a:ext cx="71415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وظيفية</a:t>
            </a:r>
          </a:p>
        </p:txBody>
      </p:sp>
      <p:sp>
        <p:nvSpPr>
          <p:cNvPr id="43" name="text-403">
            <a:extLst xmlns:a="http://schemas.openxmlformats.org/drawingml/2006/main">
              <a:ext uri="{FF2B5EF4-FFF2-40B4-BE49-F238E27FC236}">
                <a16:creationId xmlns:a16="http://schemas.microsoft.com/office/drawing/2014/main" id="{88D01795-352B-419E-A8AE-AA273EE8F680}"/>
              </a:ext>
            </a:extLst>
          </p:cNvPr>
          <p:cNvSpPr>
            <a:spLocks xmlns:a="http://schemas.openxmlformats.org/drawingml/2006/main" noGrp="1"/>
          </p:cNvSpPr>
          <p:nvPr/>
        </p:nvSpPr>
        <p:spPr>
          <a:xfrm xmlns:a="http://schemas.openxmlformats.org/drawingml/2006/main">
            <a:off x="10009441" y="4705350"/>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a:t>
            </a:r>
          </a:p>
        </p:txBody>
      </p:sp>
      <p:sp>
        <p:nvSpPr>
          <p:cNvPr id="44" name="text-404">
            <a:extLst xmlns:a="http://schemas.openxmlformats.org/drawingml/2006/main">
              <a:ext uri="{FF2B5EF4-FFF2-40B4-BE49-F238E27FC236}">
                <a16:creationId xmlns:a16="http://schemas.microsoft.com/office/drawing/2014/main" id="{A69DA1D1-4BF2-4C24-93AB-16F21D6FA884}"/>
              </a:ext>
            </a:extLst>
          </p:cNvPr>
          <p:cNvSpPr>
            <a:spLocks xmlns:a="http://schemas.openxmlformats.org/drawingml/2006/main" noGrp="1"/>
          </p:cNvSpPr>
          <p:nvPr/>
        </p:nvSpPr>
        <p:spPr>
          <a:xfrm xmlns:a="http://schemas.openxmlformats.org/drawingml/2006/main">
            <a:off x="9284395" y="4705350"/>
            <a:ext cx="67265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أفضلية</a:t>
            </a:r>
          </a:p>
        </p:txBody>
      </p:sp>
      <p:sp>
        <p:nvSpPr>
          <p:cNvPr id="45" name="text-405">
            <a:extLst xmlns:a="http://schemas.openxmlformats.org/drawingml/2006/main">
              <a:ext uri="{FF2B5EF4-FFF2-40B4-BE49-F238E27FC236}">
                <a16:creationId xmlns:a16="http://schemas.microsoft.com/office/drawing/2014/main" id="{49CDB142-2B02-47FF-8634-C2ED7A568247}"/>
              </a:ext>
            </a:extLst>
          </p:cNvPr>
          <p:cNvSpPr>
            <a:spLocks xmlns:a="http://schemas.openxmlformats.org/drawingml/2006/main" noGrp="1"/>
          </p:cNvSpPr>
          <p:nvPr/>
        </p:nvSpPr>
        <p:spPr>
          <a:xfrm xmlns:a="http://schemas.openxmlformats.org/drawingml/2006/main">
            <a:off x="8736922" y="4705350"/>
            <a:ext cx="49508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الأداء</a:t>
            </a:r>
          </a:p>
        </p:txBody>
      </p:sp>
      <p:sp>
        <p:nvSpPr>
          <p:cNvPr id="46" name="text-406">
            <a:extLst xmlns:a="http://schemas.openxmlformats.org/drawingml/2006/main">
              <a:ext uri="{FF2B5EF4-FFF2-40B4-BE49-F238E27FC236}">
                <a16:creationId xmlns:a16="http://schemas.microsoft.com/office/drawing/2014/main" id="{BE1F57B8-961A-4A57-A309-E630C903D639}"/>
              </a:ext>
            </a:extLst>
          </p:cNvPr>
          <p:cNvSpPr>
            <a:spLocks xmlns:a="http://schemas.openxmlformats.org/drawingml/2006/main" noGrp="1"/>
          </p:cNvSpPr>
          <p:nvPr/>
        </p:nvSpPr>
        <p:spPr>
          <a:xfrm xmlns:a="http://schemas.openxmlformats.org/drawingml/2006/main">
            <a:off x="7826354" y="4705350"/>
            <a:ext cx="85818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المقاسة</a:t>
            </a:r>
          </a:p>
        </p:txBody>
      </p:sp>
      <p:sp>
        <p:nvSpPr>
          <p:cNvPr id="47" name="text-407">
            <a:extLst xmlns:a="http://schemas.openxmlformats.org/drawingml/2006/main">
              <a:ext uri="{FF2B5EF4-FFF2-40B4-BE49-F238E27FC236}">
                <a16:creationId xmlns:a16="http://schemas.microsoft.com/office/drawing/2014/main" id="{75262158-F088-47A8-9E08-F00F14F67BF8}"/>
              </a:ext>
            </a:extLst>
          </p:cNvPr>
          <p:cNvSpPr>
            <a:spLocks xmlns:a="http://schemas.openxmlformats.org/drawingml/2006/main" noGrp="1"/>
          </p:cNvSpPr>
          <p:nvPr/>
        </p:nvSpPr>
        <p:spPr>
          <a:xfrm xmlns:a="http://schemas.openxmlformats.org/drawingml/2006/main">
            <a:off x="7214131" y="4705350"/>
            <a:ext cx="55983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تحتاج</a:t>
            </a:r>
          </a:p>
        </p:txBody>
      </p:sp>
      <p:sp>
        <p:nvSpPr>
          <p:cNvPr id="48" name="text-408">
            <a:extLst xmlns:a="http://schemas.openxmlformats.org/drawingml/2006/main">
              <a:ext uri="{FF2B5EF4-FFF2-40B4-BE49-F238E27FC236}">
                <a16:creationId xmlns:a16="http://schemas.microsoft.com/office/drawing/2014/main" id="{2298146C-56DE-449B-B340-59EBD45843E7}"/>
              </a:ext>
            </a:extLst>
          </p:cNvPr>
          <p:cNvSpPr>
            <a:spLocks xmlns:a="http://schemas.openxmlformats.org/drawingml/2006/main" noGrp="1"/>
          </p:cNvSpPr>
          <p:nvPr/>
        </p:nvSpPr>
        <p:spPr>
          <a:xfrm xmlns:a="http://schemas.openxmlformats.org/drawingml/2006/main">
            <a:off x="6534606" y="4705350"/>
            <a:ext cx="62713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اختبارًا</a:t>
            </a:r>
          </a:p>
        </p:txBody>
      </p:sp>
      <p:sp>
        <p:nvSpPr>
          <p:cNvPr id="49" name="text-409">
            <a:extLst xmlns:a="http://schemas.openxmlformats.org/drawingml/2006/main">
              <a:ext uri="{FF2B5EF4-FFF2-40B4-BE49-F238E27FC236}">
                <a16:creationId xmlns:a16="http://schemas.microsoft.com/office/drawing/2014/main" id="{A3D87060-4848-44C0-8406-CE5B3161FBB0}"/>
              </a:ext>
            </a:extLst>
          </p:cNvPr>
          <p:cNvSpPr>
            <a:spLocks xmlns:a="http://schemas.openxmlformats.org/drawingml/2006/main" noGrp="1"/>
          </p:cNvSpPr>
          <p:nvPr/>
        </p:nvSpPr>
        <p:spPr>
          <a:xfrm xmlns:a="http://schemas.openxmlformats.org/drawingml/2006/main">
            <a:off x="5727934" y="4705350"/>
            <a:ext cx="75428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مضبوطًا</a:t>
            </a:r>
          </a:p>
        </p:txBody>
      </p:sp>
      <p:sp>
        <p:nvSpPr>
          <p:cNvPr id="50" name="text-410">
            <a:extLst xmlns:a="http://schemas.openxmlformats.org/drawingml/2006/main">
              <a:ext uri="{FF2B5EF4-FFF2-40B4-BE49-F238E27FC236}">
                <a16:creationId xmlns:a16="http://schemas.microsoft.com/office/drawing/2014/main" id="{2E4300DC-D2F2-4A4D-8672-67F04E3E72EB}"/>
              </a:ext>
            </a:extLst>
          </p:cNvPr>
          <p:cNvSpPr>
            <a:spLocks xmlns:a="http://schemas.openxmlformats.org/drawingml/2006/main" noGrp="1"/>
          </p:cNvSpPr>
          <p:nvPr/>
        </p:nvSpPr>
        <p:spPr>
          <a:xfrm xmlns:a="http://schemas.openxmlformats.org/drawingml/2006/main">
            <a:off x="6381750" y="5172075"/>
            <a:ext cx="520065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1">
                <a:solidFill>
                  <a:srgbClr val="DDC087"/>
                </a:solidFill>
                <a:latin typeface="Tahoma"/>
                <a:ea typeface="Tahoma"/>
                <a:cs typeface="Tahoma"/>
              </a:defRPr>
            </a:pPr>
            <a:r>
              <a:rPr sz="1650" b="1">
                <a:solidFill>
                  <a:srgbClr val="DDC087"/>
                </a:solidFill>
                <a:latin typeface="Tahoma"/>
                <a:ea typeface="Tahoma"/>
                <a:cs typeface="Tahoma"/>
              </a:rPr>
              <a:t>NMN · SA 1020268774</a:t>
            </a:r>
          </a:p>
        </p:txBody>
      </p:sp>
      <p:sp>
        <p:nvSpPr>
          <p:cNvPr id="51" name="text-411">
            <a:extLst xmlns:a="http://schemas.openxmlformats.org/drawingml/2006/main">
              <a:ext uri="{FF2B5EF4-FFF2-40B4-BE49-F238E27FC236}">
                <a16:creationId xmlns:a16="http://schemas.microsoft.com/office/drawing/2014/main" id="{3AC8E834-1136-455D-8E4B-A25018E150E0}"/>
              </a:ext>
            </a:extLst>
          </p:cNvPr>
          <p:cNvSpPr>
            <a:spLocks xmlns:a="http://schemas.openxmlformats.org/drawingml/2006/main" noGrp="1"/>
          </p:cNvSpPr>
          <p:nvPr/>
        </p:nvSpPr>
        <p:spPr>
          <a:xfrm xmlns:a="http://schemas.openxmlformats.org/drawingml/2006/main">
            <a:off x="5128595" y="5172075"/>
            <a:ext cx="76738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1">
                <a:solidFill>
                  <a:srgbClr val="DDC087"/>
                </a:solidFill>
                <a:latin typeface="Tahoma"/>
                <a:ea typeface="Tahoma"/>
                <a:cs typeface="Tahoma"/>
              </a:defRPr>
            </a:pPr>
            <a:r>
              <a:rPr sz="1650" b="1">
                <a:solidFill>
                  <a:srgbClr val="DDC087"/>
                </a:solidFill>
                <a:latin typeface="Tahoma"/>
                <a:ea typeface="Tahoma"/>
                <a:cs typeface="Tahoma"/>
              </a:rPr>
              <a:t>المنصة</a:t>
            </a:r>
          </a:p>
        </p:txBody>
      </p:sp>
      <p:sp>
        <p:nvSpPr>
          <p:cNvPr id="52" name="text-412">
            <a:extLst xmlns:a="http://schemas.openxmlformats.org/drawingml/2006/main">
              <a:ext uri="{FF2B5EF4-FFF2-40B4-BE49-F238E27FC236}">
                <a16:creationId xmlns:a16="http://schemas.microsoft.com/office/drawing/2014/main" id="{2267E734-C3DF-46A0-A4F0-D4F0D93D8EA0}"/>
              </a:ext>
            </a:extLst>
          </p:cNvPr>
          <p:cNvSpPr>
            <a:spLocks xmlns:a="http://schemas.openxmlformats.org/drawingml/2006/main" noGrp="1"/>
          </p:cNvSpPr>
          <p:nvPr/>
        </p:nvSpPr>
        <p:spPr>
          <a:xfrm xmlns:a="http://schemas.openxmlformats.org/drawingml/2006/main">
            <a:off x="609600" y="5172075"/>
            <a:ext cx="366712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1">
                <a:solidFill>
                  <a:srgbClr val="DDC087"/>
                </a:solidFill>
                <a:latin typeface="Tahoma"/>
                <a:ea typeface="Tahoma"/>
                <a:cs typeface="Tahoma"/>
              </a:defRPr>
            </a:pPr>
            <a:r>
              <a:rPr sz="1650" b="1">
                <a:solidFill>
                  <a:srgbClr val="DDC087"/>
                </a:solidFill>
                <a:latin typeface="Tahoma"/>
                <a:ea typeface="Tahoma"/>
                <a:cs typeface="Tahoma"/>
              </a:rPr>
              <a:t>SA 1020261862</a:t>
            </a:r>
          </a:p>
        </p:txBody>
      </p:sp>
      <p:sp>
        <p:nvSpPr>
          <p:cNvPr id="53" name="text-413">
            <a:extLst xmlns:a="http://schemas.openxmlformats.org/drawingml/2006/main">
              <a:ext uri="{FF2B5EF4-FFF2-40B4-BE49-F238E27FC236}">
                <a16:creationId xmlns:a16="http://schemas.microsoft.com/office/drawing/2014/main" id="{D9E16986-40EB-498B-99B3-612E8C3DA2F9}"/>
              </a:ext>
            </a:extLst>
          </p:cNvPr>
          <p:cNvSpPr>
            <a:spLocks xmlns:a="http://schemas.openxmlformats.org/drawingml/2006/main" noGrp="1"/>
          </p:cNvSpPr>
          <p:nvPr/>
        </p:nvSpPr>
        <p:spPr>
          <a:xfrm xmlns:a="http://schemas.openxmlformats.org/drawingml/2006/main">
            <a:off x="11183461" y="5657850"/>
            <a:ext cx="398939"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طلبا</a:t>
            </a:r>
          </a:p>
        </p:txBody>
      </p:sp>
      <p:sp>
        <p:nvSpPr>
          <p:cNvPr id="54" name="text-414">
            <a:extLst xmlns:a="http://schemas.openxmlformats.org/drawingml/2006/main">
              <a:ext uri="{FF2B5EF4-FFF2-40B4-BE49-F238E27FC236}">
                <a16:creationId xmlns:a16="http://schemas.microsoft.com/office/drawing/2014/main" id="{13E7F3F9-1E4D-4B87-829E-D3AB8EBED058}"/>
              </a:ext>
            </a:extLst>
          </p:cNvPr>
          <p:cNvSpPr>
            <a:spLocks xmlns:a="http://schemas.openxmlformats.org/drawingml/2006/main" noGrp="1"/>
          </p:cNvSpPr>
          <p:nvPr/>
        </p:nvSpPr>
        <p:spPr>
          <a:xfrm xmlns:a="http://schemas.openxmlformats.org/drawingml/2006/main">
            <a:off x="10712335" y="5657850"/>
            <a:ext cx="42464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براءة</a:t>
            </a:r>
          </a:p>
        </p:txBody>
      </p:sp>
      <p:sp>
        <p:nvSpPr>
          <p:cNvPr id="55" name="text-415">
            <a:extLst xmlns:a="http://schemas.openxmlformats.org/drawingml/2006/main">
              <a:ext uri="{FF2B5EF4-FFF2-40B4-BE49-F238E27FC236}">
                <a16:creationId xmlns:a16="http://schemas.microsoft.com/office/drawing/2014/main" id="{B2A7519A-CED7-4EC0-9B95-DB73C58B89C1}"/>
              </a:ext>
            </a:extLst>
          </p:cNvPr>
          <p:cNvSpPr>
            <a:spLocks xmlns:a="http://schemas.openxmlformats.org/drawingml/2006/main" noGrp="1"/>
          </p:cNvSpPr>
          <p:nvPr/>
        </p:nvSpPr>
        <p:spPr>
          <a:xfrm xmlns:a="http://schemas.openxmlformats.org/drawingml/2006/main">
            <a:off x="10084826" y="5657850"/>
            <a:ext cx="581027"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اختراع</a:t>
            </a:r>
          </a:p>
        </p:txBody>
      </p:sp>
      <p:sp>
        <p:nvSpPr>
          <p:cNvPr id="56" name="text-416">
            <a:extLst xmlns:a="http://schemas.openxmlformats.org/drawingml/2006/main">
              <a:ext uri="{FF2B5EF4-FFF2-40B4-BE49-F238E27FC236}">
                <a16:creationId xmlns:a16="http://schemas.microsoft.com/office/drawing/2014/main" id="{50058E34-97DF-4D02-A214-319ADAD1A612}"/>
              </a:ext>
            </a:extLst>
          </p:cNvPr>
          <p:cNvSpPr>
            <a:spLocks xmlns:a="http://schemas.openxmlformats.org/drawingml/2006/main" noGrp="1"/>
          </p:cNvSpPr>
          <p:nvPr/>
        </p:nvSpPr>
        <p:spPr>
          <a:xfrm xmlns:a="http://schemas.openxmlformats.org/drawingml/2006/main">
            <a:off x="9218229" y="5657850"/>
            <a:ext cx="82011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مسجّلان</a:t>
            </a:r>
          </a:p>
        </p:txBody>
      </p:sp>
      <p:sp>
        <p:nvSpPr>
          <p:cNvPr id="57" name="text-417">
            <a:extLst xmlns:a="http://schemas.openxmlformats.org/drawingml/2006/main">
              <a:ext uri="{FF2B5EF4-FFF2-40B4-BE49-F238E27FC236}">
                <a16:creationId xmlns:a16="http://schemas.microsoft.com/office/drawing/2014/main" id="{3A688C9F-BC4E-4FE6-9CA0-207D9D46E977}"/>
              </a:ext>
            </a:extLst>
          </p:cNvPr>
          <p:cNvSpPr>
            <a:spLocks xmlns:a="http://schemas.openxmlformats.org/drawingml/2006/main" noGrp="1"/>
          </p:cNvSpPr>
          <p:nvPr/>
        </p:nvSpPr>
        <p:spPr>
          <a:xfrm xmlns:a="http://schemas.openxmlformats.org/drawingml/2006/main">
            <a:off x="8495164" y="5657850"/>
            <a:ext cx="67658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بحسب</a:t>
            </a:r>
          </a:p>
        </p:txBody>
      </p:sp>
      <p:sp>
        <p:nvSpPr>
          <p:cNvPr id="58" name="text-418">
            <a:extLst xmlns:a="http://schemas.openxmlformats.org/drawingml/2006/main">
              <a:ext uri="{FF2B5EF4-FFF2-40B4-BE49-F238E27FC236}">
                <a16:creationId xmlns:a16="http://schemas.microsoft.com/office/drawing/2014/main" id="{178974D4-B556-49E1-B3F0-E9032ADFCF29}"/>
              </a:ext>
            </a:extLst>
          </p:cNvPr>
          <p:cNvSpPr>
            <a:spLocks xmlns:a="http://schemas.openxmlformats.org/drawingml/2006/main" noGrp="1"/>
          </p:cNvSpPr>
          <p:nvPr/>
        </p:nvSpPr>
        <p:spPr>
          <a:xfrm xmlns:a="http://schemas.openxmlformats.org/drawingml/2006/main">
            <a:off x="7896204" y="5657850"/>
            <a:ext cx="55247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سجل</a:t>
            </a:r>
          </a:p>
        </p:txBody>
      </p:sp>
      <p:sp>
        <p:nvSpPr>
          <p:cNvPr id="59" name="text-419">
            <a:extLst xmlns:a="http://schemas.openxmlformats.org/drawingml/2006/main">
              <a:ext uri="{FF2B5EF4-FFF2-40B4-BE49-F238E27FC236}">
                <a16:creationId xmlns:a16="http://schemas.microsoft.com/office/drawing/2014/main" id="{B2F32BAD-50BC-490D-B2BE-7E01AD83FBC6}"/>
              </a:ext>
            </a:extLst>
          </p:cNvPr>
          <p:cNvSpPr>
            <a:spLocks xmlns:a="http://schemas.openxmlformats.org/drawingml/2006/main" noGrp="1"/>
          </p:cNvSpPr>
          <p:nvPr/>
        </p:nvSpPr>
        <p:spPr>
          <a:xfrm xmlns:a="http://schemas.openxmlformats.org/drawingml/2006/main">
            <a:off x="7270853" y="5657850"/>
            <a:ext cx="578869"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المالك</a:t>
            </a:r>
          </a:p>
        </p:txBody>
      </p:sp>
      <p:sp>
        <p:nvSpPr>
          <p:cNvPr id="60" name="text-420">
            <a:extLst xmlns:a="http://schemas.openxmlformats.org/drawingml/2006/main">
              <a:ext uri="{FF2B5EF4-FFF2-40B4-BE49-F238E27FC236}">
                <a16:creationId xmlns:a16="http://schemas.microsoft.com/office/drawing/2014/main" id="{21984EF1-496D-4B3F-AC08-F4EB677D7000}"/>
              </a:ext>
            </a:extLst>
          </p:cNvPr>
          <p:cNvSpPr>
            <a:spLocks xmlns:a="http://schemas.openxmlformats.org/drawingml/2006/main" noGrp="1"/>
          </p:cNvSpPr>
          <p:nvPr/>
        </p:nvSpPr>
        <p:spPr>
          <a:xfrm xmlns:a="http://schemas.openxmlformats.org/drawingml/2006/main">
            <a:off x="7109944" y="5657850"/>
            <a:ext cx="11442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a:t>
            </a:r>
          </a:p>
        </p:txBody>
      </p:sp>
      <p:sp>
        <p:nvSpPr>
          <p:cNvPr id="61" name="text-421">
            <a:extLst xmlns:a="http://schemas.openxmlformats.org/drawingml/2006/main">
              <a:ext uri="{FF2B5EF4-FFF2-40B4-BE49-F238E27FC236}">
                <a16:creationId xmlns:a16="http://schemas.microsoft.com/office/drawing/2014/main" id="{91668DFC-9DDD-43EF-97B9-884F9CD1D097}"/>
              </a:ext>
            </a:extLst>
          </p:cNvPr>
          <p:cNvSpPr>
            <a:spLocks xmlns:a="http://schemas.openxmlformats.org/drawingml/2006/main" noGrp="1"/>
          </p:cNvSpPr>
          <p:nvPr/>
        </p:nvSpPr>
        <p:spPr>
          <a:xfrm xmlns:a="http://schemas.openxmlformats.org/drawingml/2006/main">
            <a:off x="6556408" y="5657850"/>
            <a:ext cx="50705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الأدلة</a:t>
            </a:r>
          </a:p>
        </p:txBody>
      </p:sp>
      <p:sp>
        <p:nvSpPr>
          <p:cNvPr id="62" name="text-422">
            <a:extLst xmlns:a="http://schemas.openxmlformats.org/drawingml/2006/main">
              <a:ext uri="{FF2B5EF4-FFF2-40B4-BE49-F238E27FC236}">
                <a16:creationId xmlns:a16="http://schemas.microsoft.com/office/drawing/2014/main" id="{866C7BD0-192A-412C-A401-E546F830026F}"/>
              </a:ext>
            </a:extLst>
          </p:cNvPr>
          <p:cNvSpPr>
            <a:spLocks xmlns:a="http://schemas.openxmlformats.org/drawingml/2006/main" noGrp="1"/>
          </p:cNvSpPr>
          <p:nvPr/>
        </p:nvSpPr>
        <p:spPr>
          <a:xfrm xmlns:a="http://schemas.openxmlformats.org/drawingml/2006/main">
            <a:off x="6168085" y="5657850"/>
            <a:ext cx="34184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في</a:t>
            </a:r>
          </a:p>
        </p:txBody>
      </p:sp>
      <p:sp>
        <p:nvSpPr>
          <p:cNvPr id="63" name="text-423">
            <a:extLst xmlns:a="http://schemas.openxmlformats.org/drawingml/2006/main">
              <a:ext uri="{FF2B5EF4-FFF2-40B4-BE49-F238E27FC236}">
                <a16:creationId xmlns:a16="http://schemas.microsoft.com/office/drawing/2014/main" id="{AE7F6875-DD2C-4EA7-A7EE-41404FF40F98}"/>
              </a:ext>
            </a:extLst>
          </p:cNvPr>
          <p:cNvSpPr>
            <a:spLocks xmlns:a="http://schemas.openxmlformats.org/drawingml/2006/main" noGrp="1"/>
          </p:cNvSpPr>
          <p:nvPr/>
        </p:nvSpPr>
        <p:spPr>
          <a:xfrm xmlns:a="http://schemas.openxmlformats.org/drawingml/2006/main">
            <a:off x="5540478" y="5657850"/>
            <a:ext cx="58112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صفحة</a:t>
            </a:r>
          </a:p>
        </p:txBody>
      </p:sp>
      <p:sp>
        <p:nvSpPr>
          <p:cNvPr id="64" name="text-424">
            <a:extLst xmlns:a="http://schemas.openxmlformats.org/drawingml/2006/main">
              <a:ext uri="{FF2B5EF4-FFF2-40B4-BE49-F238E27FC236}">
                <a16:creationId xmlns:a16="http://schemas.microsoft.com/office/drawing/2014/main" id="{B5169207-A389-4081-9F84-A0C031BDB1D3}"/>
              </a:ext>
            </a:extLst>
          </p:cNvPr>
          <p:cNvSpPr>
            <a:spLocks xmlns:a="http://schemas.openxmlformats.org/drawingml/2006/main" noGrp="1"/>
          </p:cNvSpPr>
          <p:nvPr/>
        </p:nvSpPr>
        <p:spPr>
          <a:xfrm xmlns:a="http://schemas.openxmlformats.org/drawingml/2006/main">
            <a:off x="4879417" y="5657850"/>
            <a:ext cx="61458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الابتكار</a:t>
            </a:r>
          </a:p>
        </p:txBody>
      </p:sp>
    </p:spTree>
    <p:extLst>
      <p:ext uri="{BB962C8B-B14F-4D97-AF65-F5344CB8AC3E}">
        <p14:creationId xmlns:p14="http://schemas.microsoft.com/office/powerpoint/2010/main" val="1869527325"/>
      </p:ext>
    </p:extLst>
  </p:cSld>
</p:sld>
</file>

<file path=ppt/slides/slide11.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32" name="text-425">
            <a:extLst xmlns:a="http://schemas.openxmlformats.org/drawingml/2006/main">
              <a:ext uri="{FF2B5EF4-FFF2-40B4-BE49-F238E27FC236}">
                <a16:creationId xmlns:a16="http://schemas.microsoft.com/office/drawing/2014/main" id="{58C138BB-3A5E-42E5-A809-9FF044F07ED1}"/>
              </a:ext>
            </a:extLst>
          </p:cNvPr>
          <p:cNvSpPr>
            <a:spLocks xmlns:a="http://schemas.openxmlformats.org/drawingml/2006/main" noGrp="1"/>
          </p:cNvSpPr>
          <p:nvPr/>
        </p:nvSpPr>
        <p:spPr>
          <a:xfrm xmlns:a="http://schemas.openxmlformats.org/drawingml/2006/main">
            <a:off x="9899904" y="457200"/>
            <a:ext cx="168249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الفرائض</a:t>
            </a:r>
          </a:p>
        </p:txBody>
      </p:sp>
      <p:sp>
        <p:nvSpPr>
          <p:cNvPr id="2" name="text-426">
            <a:extLst xmlns:a="http://schemas.openxmlformats.org/drawingml/2006/main">
              <a:ext uri="{FF2B5EF4-FFF2-40B4-BE49-F238E27FC236}">
                <a16:creationId xmlns:a16="http://schemas.microsoft.com/office/drawing/2014/main" id="{D0F39090-BD49-447F-BD62-FB6910C9A74C}"/>
              </a:ext>
            </a:extLst>
          </p:cNvPr>
          <p:cNvSpPr>
            <a:spLocks xmlns:a="http://schemas.openxmlformats.org/drawingml/2006/main" noGrp="1"/>
          </p:cNvSpPr>
          <p:nvPr/>
        </p:nvSpPr>
        <p:spPr>
          <a:xfrm xmlns:a="http://schemas.openxmlformats.org/drawingml/2006/main">
            <a:off x="8616300" y="457200"/>
            <a:ext cx="118263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أنصبة</a:t>
            </a:r>
          </a:p>
        </p:txBody>
      </p:sp>
      <p:sp>
        <p:nvSpPr>
          <p:cNvPr id="3" name="text-427">
            <a:extLst xmlns:a="http://schemas.openxmlformats.org/drawingml/2006/main">
              <a:ext uri="{FF2B5EF4-FFF2-40B4-BE49-F238E27FC236}">
                <a16:creationId xmlns:a16="http://schemas.microsoft.com/office/drawing/2014/main" id="{BED4BD7B-C2AB-405B-9045-95F41DD45B9D}"/>
              </a:ext>
            </a:extLst>
          </p:cNvPr>
          <p:cNvSpPr>
            <a:spLocks xmlns:a="http://schemas.openxmlformats.org/drawingml/2006/main" noGrp="1"/>
          </p:cNvSpPr>
          <p:nvPr/>
        </p:nvSpPr>
        <p:spPr>
          <a:xfrm xmlns:a="http://schemas.openxmlformats.org/drawingml/2006/main">
            <a:off x="7254933" y="457200"/>
            <a:ext cx="126040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ومبالغ</a:t>
            </a:r>
          </a:p>
        </p:txBody>
      </p:sp>
      <p:sp>
        <p:nvSpPr>
          <p:cNvPr id="4" name="text-428">
            <a:extLst xmlns:a="http://schemas.openxmlformats.org/drawingml/2006/main">
              <a:ext uri="{FF2B5EF4-FFF2-40B4-BE49-F238E27FC236}">
                <a16:creationId xmlns:a16="http://schemas.microsoft.com/office/drawing/2014/main" id="{3BD313C7-DDD4-4241-BA4C-ADAE65FB1E4F}"/>
              </a:ext>
            </a:extLst>
          </p:cNvPr>
          <p:cNvSpPr>
            <a:spLocks xmlns:a="http://schemas.openxmlformats.org/drawingml/2006/main" noGrp="1"/>
          </p:cNvSpPr>
          <p:nvPr/>
        </p:nvSpPr>
        <p:spPr>
          <a:xfrm xmlns:a="http://schemas.openxmlformats.org/drawingml/2006/main">
            <a:off x="6574109" y="457200"/>
            <a:ext cx="57985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مع</a:t>
            </a:r>
          </a:p>
        </p:txBody>
      </p:sp>
      <p:sp>
        <p:nvSpPr>
          <p:cNvPr id="5" name="text-429">
            <a:extLst xmlns:a="http://schemas.openxmlformats.org/drawingml/2006/main">
              <a:ext uri="{FF2B5EF4-FFF2-40B4-BE49-F238E27FC236}">
                <a16:creationId xmlns:a16="http://schemas.microsoft.com/office/drawing/2014/main" id="{2E0BCBD8-01D3-415F-8A5E-51B1EE9CD037}"/>
              </a:ext>
            </a:extLst>
          </p:cNvPr>
          <p:cNvSpPr>
            <a:spLocks xmlns:a="http://schemas.openxmlformats.org/drawingml/2006/main" noGrp="1"/>
          </p:cNvSpPr>
          <p:nvPr/>
        </p:nvSpPr>
        <p:spPr>
          <a:xfrm xmlns:a="http://schemas.openxmlformats.org/drawingml/2006/main">
            <a:off x="5544891" y="457200"/>
            <a:ext cx="92825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دليل</a:t>
            </a:r>
          </a:p>
        </p:txBody>
      </p:sp>
      <p:sp>
        <p:nvSpPr>
          <p:cNvPr id="6" name="shape-430">
            <a:extLst xmlns:a="http://schemas.openxmlformats.org/drawingml/2006/main">
              <a:ext uri="{FF2B5EF4-FFF2-40B4-BE49-F238E27FC236}">
                <a16:creationId xmlns:a16="http://schemas.microsoft.com/office/drawing/2014/main" id="{3597318A-4EDB-4449-8731-2FD18A3696C0}"/>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431">
            <a:extLst xmlns:a="http://schemas.openxmlformats.org/drawingml/2006/main">
              <a:ext uri="{FF2B5EF4-FFF2-40B4-BE49-F238E27FC236}">
                <a16:creationId xmlns:a16="http://schemas.microsoft.com/office/drawing/2014/main" id="{A4FE1908-AE39-4770-93B1-2A622C253EFC}"/>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432">
            <a:extLst xmlns:a="http://schemas.openxmlformats.org/drawingml/2006/main">
              <a:ext uri="{FF2B5EF4-FFF2-40B4-BE49-F238E27FC236}">
                <a16:creationId xmlns:a16="http://schemas.microsoft.com/office/drawing/2014/main" id="{05D1A8F0-50ED-434E-99DD-60DD6D473F05}"/>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433">
            <a:extLst xmlns:a="http://schemas.openxmlformats.org/drawingml/2006/main">
              <a:ext uri="{FF2B5EF4-FFF2-40B4-BE49-F238E27FC236}">
                <a16:creationId xmlns:a16="http://schemas.microsoft.com/office/drawing/2014/main" id="{2E450153-82D4-47E1-9A1C-CF67977E48AD}"/>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434">
            <a:extLst xmlns:a="http://schemas.openxmlformats.org/drawingml/2006/main">
              <a:ext uri="{FF2B5EF4-FFF2-40B4-BE49-F238E27FC236}">
                <a16:creationId xmlns:a16="http://schemas.microsoft.com/office/drawing/2014/main" id="{33BB73B7-1B1D-4459-BC6E-41562B69E9E9}"/>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435">
            <a:extLst xmlns:a="http://schemas.openxmlformats.org/drawingml/2006/main">
              <a:ext uri="{FF2B5EF4-FFF2-40B4-BE49-F238E27FC236}">
                <a16:creationId xmlns:a16="http://schemas.microsoft.com/office/drawing/2014/main" id="{27217D22-9482-476C-BFA8-0BCB63374801}"/>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436">
            <a:extLst xmlns:a="http://schemas.openxmlformats.org/drawingml/2006/main">
              <a:ext uri="{FF2B5EF4-FFF2-40B4-BE49-F238E27FC236}">
                <a16:creationId xmlns:a16="http://schemas.microsoft.com/office/drawing/2014/main" id="{1ACE5BC7-FF3A-4629-915B-BEC30BCE21DD}"/>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437">
            <a:extLst xmlns:a="http://schemas.openxmlformats.org/drawingml/2006/main">
              <a:ext uri="{FF2B5EF4-FFF2-40B4-BE49-F238E27FC236}">
                <a16:creationId xmlns:a16="http://schemas.microsoft.com/office/drawing/2014/main" id="{877492FD-46B6-4DE6-BEAB-BD2C6C0F4FD5}"/>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11</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27ef5ecb774348ac"/>
          <a:stretch xmlns:a="http://schemas.openxmlformats.org/drawingml/2006/main"/>
        </p:blipFill>
        <p:spPr>
          <a:xfrm xmlns:a="http://schemas.openxmlformats.org/drawingml/2006/main">
            <a:off x="1997612" y="1314450"/>
            <a:ext cx="8196775" cy="4162425"/>
          </a:xfrm>
          <a:prstGeom xmlns:a="http://schemas.openxmlformats.org/drawingml/2006/main" prst="rect">
            <a:avLst/>
          </a:prstGeom>
        </p:spPr>
      </p:pic>
      <p:sp>
        <p:nvSpPr>
          <p:cNvPr id="15" name="text-438">
            <a:extLst xmlns:a="http://schemas.openxmlformats.org/drawingml/2006/main">
              <a:ext uri="{FF2B5EF4-FFF2-40B4-BE49-F238E27FC236}">
                <a16:creationId xmlns:a16="http://schemas.microsoft.com/office/drawing/2014/main" id="{B1FE1A10-602A-4438-9E40-4C49D07C825B}"/>
              </a:ext>
            </a:extLst>
          </p:cNvPr>
          <p:cNvSpPr>
            <a:spLocks xmlns:a="http://schemas.openxmlformats.org/drawingml/2006/main" noGrp="1"/>
          </p:cNvSpPr>
          <p:nvPr/>
        </p:nvSpPr>
        <p:spPr>
          <a:xfrm xmlns:a="http://schemas.openxmlformats.org/drawingml/2006/main">
            <a:off x="11132347" y="5448300"/>
            <a:ext cx="45005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ومن</a:t>
            </a:r>
          </a:p>
        </p:txBody>
      </p:sp>
      <p:sp>
        <p:nvSpPr>
          <p:cNvPr id="16" name="text-439">
            <a:extLst xmlns:a="http://schemas.openxmlformats.org/drawingml/2006/main">
              <a:ext uri="{FF2B5EF4-FFF2-40B4-BE49-F238E27FC236}">
                <a16:creationId xmlns:a16="http://schemas.microsoft.com/office/drawing/2014/main" id="{51DA6FFF-0C4D-47A3-B379-98EC3DE671D4}"/>
              </a:ext>
            </a:extLst>
          </p:cNvPr>
          <p:cNvSpPr>
            <a:spLocks xmlns:a="http://schemas.openxmlformats.org/drawingml/2006/main" noGrp="1"/>
          </p:cNvSpPr>
          <p:nvPr/>
        </p:nvSpPr>
        <p:spPr>
          <a:xfrm xmlns:a="http://schemas.openxmlformats.org/drawingml/2006/main">
            <a:off x="10505594" y="5448300"/>
            <a:ext cx="57141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أدوات</a:t>
            </a:r>
          </a:p>
        </p:txBody>
      </p:sp>
      <p:sp>
        <p:nvSpPr>
          <p:cNvPr id="17" name="text-440">
            <a:extLst xmlns:a="http://schemas.openxmlformats.org/drawingml/2006/main">
              <a:ext uri="{FF2B5EF4-FFF2-40B4-BE49-F238E27FC236}">
                <a16:creationId xmlns:a16="http://schemas.microsoft.com/office/drawing/2014/main" id="{49F7C858-0561-497E-89BC-44A3116E25C8}"/>
              </a:ext>
            </a:extLst>
          </p:cNvPr>
          <p:cNvSpPr>
            <a:spLocks xmlns:a="http://schemas.openxmlformats.org/drawingml/2006/main" noGrp="1"/>
          </p:cNvSpPr>
          <p:nvPr/>
        </p:nvSpPr>
        <p:spPr>
          <a:xfrm xmlns:a="http://schemas.openxmlformats.org/drawingml/2006/main">
            <a:off x="10027867" y="5448300"/>
            <a:ext cx="42238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برق</a:t>
            </a:r>
          </a:p>
        </p:txBody>
      </p:sp>
      <p:sp>
        <p:nvSpPr>
          <p:cNvPr id="18" name="text-441">
            <a:extLst xmlns:a="http://schemas.openxmlformats.org/drawingml/2006/main">
              <a:ext uri="{FF2B5EF4-FFF2-40B4-BE49-F238E27FC236}">
                <a16:creationId xmlns:a16="http://schemas.microsoft.com/office/drawing/2014/main" id="{6EC78368-C720-42EC-9D06-F54ACADAC3D2}"/>
              </a:ext>
            </a:extLst>
          </p:cNvPr>
          <p:cNvSpPr>
            <a:spLocks xmlns:a="http://schemas.openxmlformats.org/drawingml/2006/main" noGrp="1"/>
          </p:cNvSpPr>
          <p:nvPr/>
        </p:nvSpPr>
        <p:spPr>
          <a:xfrm xmlns:a="http://schemas.openxmlformats.org/drawingml/2006/main">
            <a:off x="8832189" y="5448300"/>
            <a:ext cx="114033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الاشتقاقات</a:t>
            </a:r>
          </a:p>
        </p:txBody>
      </p:sp>
      <p:sp>
        <p:nvSpPr>
          <p:cNvPr id="19" name="text-442">
            <a:extLst xmlns:a="http://schemas.openxmlformats.org/drawingml/2006/main">
              <a:ext uri="{FF2B5EF4-FFF2-40B4-BE49-F238E27FC236}">
                <a16:creationId xmlns:a16="http://schemas.microsoft.com/office/drawing/2014/main" id="{65197117-0CB9-4295-842E-FA7D746D6465}"/>
              </a:ext>
            </a:extLst>
          </p:cNvPr>
          <p:cNvSpPr>
            <a:spLocks xmlns:a="http://schemas.openxmlformats.org/drawingml/2006/main" noGrp="1"/>
          </p:cNvSpPr>
          <p:nvPr/>
        </p:nvSpPr>
        <p:spPr>
          <a:xfrm xmlns:a="http://schemas.openxmlformats.org/drawingml/2006/main">
            <a:off x="7850091" y="5448300"/>
            <a:ext cx="92675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والتفسير</a:t>
            </a:r>
          </a:p>
        </p:txBody>
      </p:sp>
      <p:sp>
        <p:nvSpPr>
          <p:cNvPr id="20" name="text-443">
            <a:extLst xmlns:a="http://schemas.openxmlformats.org/drawingml/2006/main">
              <a:ext uri="{FF2B5EF4-FFF2-40B4-BE49-F238E27FC236}">
                <a16:creationId xmlns:a16="http://schemas.microsoft.com/office/drawing/2014/main" id="{0CD0C606-09C1-4CA9-AC7C-D3E7AE230E8F}"/>
              </a:ext>
            </a:extLst>
          </p:cNvPr>
          <p:cNvSpPr>
            <a:spLocks xmlns:a="http://schemas.openxmlformats.org/drawingml/2006/main" noGrp="1"/>
          </p:cNvSpPr>
          <p:nvPr/>
        </p:nvSpPr>
        <p:spPr>
          <a:xfrm xmlns:a="http://schemas.openxmlformats.org/drawingml/2006/main">
            <a:off x="6927151" y="5448300"/>
            <a:ext cx="86759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والحديث</a:t>
            </a:r>
          </a:p>
        </p:txBody>
      </p:sp>
      <p:sp>
        <p:nvSpPr>
          <p:cNvPr id="21" name="text-444">
            <a:extLst xmlns:a="http://schemas.openxmlformats.org/drawingml/2006/main">
              <a:ext uri="{FF2B5EF4-FFF2-40B4-BE49-F238E27FC236}">
                <a16:creationId xmlns:a16="http://schemas.microsoft.com/office/drawing/2014/main" id="{63A036E1-3FF1-4BC8-8E3E-E52290D85197}"/>
              </a:ext>
            </a:extLst>
          </p:cNvPr>
          <p:cNvSpPr>
            <a:spLocks xmlns:a="http://schemas.openxmlformats.org/drawingml/2006/main" noGrp="1"/>
          </p:cNvSpPr>
          <p:nvPr/>
        </p:nvSpPr>
        <p:spPr>
          <a:xfrm xmlns:a="http://schemas.openxmlformats.org/drawingml/2006/main">
            <a:off x="11139508" y="5857875"/>
            <a:ext cx="442892"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لقطة</a:t>
            </a:r>
          </a:p>
        </p:txBody>
      </p:sp>
      <p:sp>
        <p:nvSpPr>
          <p:cNvPr id="22" name="text-445">
            <a:extLst xmlns:a="http://schemas.openxmlformats.org/drawingml/2006/main">
              <a:ext uri="{FF2B5EF4-FFF2-40B4-BE49-F238E27FC236}">
                <a16:creationId xmlns:a16="http://schemas.microsoft.com/office/drawing/2014/main" id="{BCAEEFF2-86C2-47D5-9C29-C76B291D67D8}"/>
              </a:ext>
            </a:extLst>
          </p:cNvPr>
          <p:cNvSpPr>
            <a:spLocks xmlns:a="http://schemas.openxmlformats.org/drawingml/2006/main" noGrp="1"/>
          </p:cNvSpPr>
          <p:nvPr/>
        </p:nvSpPr>
        <p:spPr>
          <a:xfrm xmlns:a="http://schemas.openxmlformats.org/drawingml/2006/main">
            <a:off x="10750025" y="5857875"/>
            <a:ext cx="349003"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حية</a:t>
            </a:r>
          </a:p>
        </p:txBody>
      </p:sp>
      <p:sp>
        <p:nvSpPr>
          <p:cNvPr id="23" name="text-446">
            <a:extLst xmlns:a="http://schemas.openxmlformats.org/drawingml/2006/main">
              <a:ext uri="{FF2B5EF4-FFF2-40B4-BE49-F238E27FC236}">
                <a16:creationId xmlns:a16="http://schemas.microsoft.com/office/drawing/2014/main" id="{09F12F17-0CBD-4045-B338-33EB9619CCCA}"/>
              </a:ext>
            </a:extLst>
          </p:cNvPr>
          <p:cNvSpPr>
            <a:spLocks xmlns:a="http://schemas.openxmlformats.org/drawingml/2006/main" noGrp="1"/>
          </p:cNvSpPr>
          <p:nvPr/>
        </p:nvSpPr>
        <p:spPr>
          <a:xfrm xmlns:a="http://schemas.openxmlformats.org/drawingml/2006/main">
            <a:off x="10423722" y="5857875"/>
            <a:ext cx="285821"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من</a:t>
            </a:r>
          </a:p>
        </p:txBody>
      </p:sp>
      <p:sp>
        <p:nvSpPr>
          <p:cNvPr id="24" name="text-447">
            <a:extLst xmlns:a="http://schemas.openxmlformats.org/drawingml/2006/main">
              <a:ext uri="{FF2B5EF4-FFF2-40B4-BE49-F238E27FC236}">
                <a16:creationId xmlns:a16="http://schemas.microsoft.com/office/drawing/2014/main" id="{C02C2B69-DD81-47A8-B1FD-AFD7A6E6FAEC}"/>
              </a:ext>
            </a:extLst>
          </p:cNvPr>
          <p:cNvSpPr>
            <a:spLocks xmlns:a="http://schemas.openxmlformats.org/drawingml/2006/main" noGrp="1"/>
          </p:cNvSpPr>
          <p:nvPr/>
        </p:nvSpPr>
        <p:spPr>
          <a:xfrm xmlns:a="http://schemas.openxmlformats.org/drawingml/2006/main">
            <a:off x="9667218" y="5857875"/>
            <a:ext cx="716023"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المجلس</a:t>
            </a:r>
          </a:p>
        </p:txBody>
      </p:sp>
      <p:sp>
        <p:nvSpPr>
          <p:cNvPr id="25" name="text-448">
            <a:extLst xmlns:a="http://schemas.openxmlformats.org/drawingml/2006/main">
              <a:ext uri="{FF2B5EF4-FFF2-40B4-BE49-F238E27FC236}">
                <a16:creationId xmlns:a16="http://schemas.microsoft.com/office/drawing/2014/main" id="{39D5E690-5D1D-46BF-AB63-4A14829C5E92}"/>
              </a:ext>
            </a:extLst>
          </p:cNvPr>
          <p:cNvSpPr>
            <a:spLocks xmlns:a="http://schemas.openxmlformats.org/drawingml/2006/main" noGrp="1"/>
          </p:cNvSpPr>
          <p:nvPr/>
        </p:nvSpPr>
        <p:spPr>
          <a:xfrm xmlns:a="http://schemas.openxmlformats.org/drawingml/2006/main">
            <a:off x="9476402" y="5857875"/>
            <a:ext cx="15033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٦</a:t>
            </a:r>
          </a:p>
        </p:txBody>
      </p:sp>
      <p:sp>
        <p:nvSpPr>
          <p:cNvPr id="26" name="text-449">
            <a:extLst xmlns:a="http://schemas.openxmlformats.org/drawingml/2006/main">
              <a:ext uri="{FF2B5EF4-FFF2-40B4-BE49-F238E27FC236}">
                <a16:creationId xmlns:a16="http://schemas.microsoft.com/office/drawing/2014/main" id="{B85A956D-B27F-4270-8ECB-17DF5D0BED55}"/>
              </a:ext>
            </a:extLst>
          </p:cNvPr>
          <p:cNvSpPr>
            <a:spLocks xmlns:a="http://schemas.openxmlformats.org/drawingml/2006/main" noGrp="1"/>
          </p:cNvSpPr>
          <p:nvPr/>
        </p:nvSpPr>
        <p:spPr>
          <a:xfrm xmlns:a="http://schemas.openxmlformats.org/drawingml/2006/main">
            <a:off x="8963597" y="5857875"/>
            <a:ext cx="472324"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أكتوبر</a:t>
            </a:r>
          </a:p>
        </p:txBody>
      </p:sp>
      <p:sp>
        <p:nvSpPr>
          <p:cNvPr id="27" name="text-450">
            <a:extLst xmlns:a="http://schemas.openxmlformats.org/drawingml/2006/main">
              <a:ext uri="{FF2B5EF4-FFF2-40B4-BE49-F238E27FC236}">
                <a16:creationId xmlns:a16="http://schemas.microsoft.com/office/drawing/2014/main" id="{7D82DBE2-A6DE-4C3F-A441-BF92D14CE96F}"/>
              </a:ext>
            </a:extLst>
          </p:cNvPr>
          <p:cNvSpPr>
            <a:spLocks xmlns:a="http://schemas.openxmlformats.org/drawingml/2006/main" noGrp="1"/>
          </p:cNvSpPr>
          <p:nvPr/>
        </p:nvSpPr>
        <p:spPr>
          <a:xfrm xmlns:a="http://schemas.openxmlformats.org/drawingml/2006/main">
            <a:off x="8815653" y="5857875"/>
            <a:ext cx="107462"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a:t>
            </a:r>
          </a:p>
        </p:txBody>
      </p:sp>
      <p:sp>
        <p:nvSpPr>
          <p:cNvPr id="28" name="text-451">
            <a:extLst xmlns:a="http://schemas.openxmlformats.org/drawingml/2006/main">
              <a:ext uri="{FF2B5EF4-FFF2-40B4-BE49-F238E27FC236}">
                <a16:creationId xmlns:a16="http://schemas.microsoft.com/office/drawing/2014/main" id="{BC5FE23D-45DF-42DC-A860-31950CB81492}"/>
              </a:ext>
            </a:extLst>
          </p:cNvPr>
          <p:cNvSpPr>
            <a:spLocks xmlns:a="http://schemas.openxmlformats.org/drawingml/2006/main" noGrp="1"/>
          </p:cNvSpPr>
          <p:nvPr/>
        </p:nvSpPr>
        <p:spPr>
          <a:xfrm xmlns:a="http://schemas.openxmlformats.org/drawingml/2006/main">
            <a:off x="8203073" y="5857875"/>
            <a:ext cx="572099"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مسألة</a:t>
            </a:r>
          </a:p>
        </p:txBody>
      </p:sp>
      <p:sp>
        <p:nvSpPr>
          <p:cNvPr id="29" name="text-452">
            <a:extLst xmlns:a="http://schemas.openxmlformats.org/drawingml/2006/main">
              <a:ext uri="{FF2B5EF4-FFF2-40B4-BE49-F238E27FC236}">
                <a16:creationId xmlns:a16="http://schemas.microsoft.com/office/drawing/2014/main" id="{C15FE623-8282-43E0-94CC-C66FB6BB4C48}"/>
              </a:ext>
            </a:extLst>
          </p:cNvPr>
          <p:cNvSpPr>
            <a:spLocks xmlns:a="http://schemas.openxmlformats.org/drawingml/2006/main" noGrp="1"/>
          </p:cNvSpPr>
          <p:nvPr/>
        </p:nvSpPr>
        <p:spPr>
          <a:xfrm xmlns:a="http://schemas.openxmlformats.org/drawingml/2006/main">
            <a:off x="7536435" y="5857875"/>
            <a:ext cx="626156"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تعليمية</a:t>
            </a:r>
          </a:p>
        </p:txBody>
      </p:sp>
      <p:sp>
        <p:nvSpPr>
          <p:cNvPr id="30" name="text-453">
            <a:extLst xmlns:a="http://schemas.openxmlformats.org/drawingml/2006/main">
              <a:ext uri="{FF2B5EF4-FFF2-40B4-BE49-F238E27FC236}">
                <a16:creationId xmlns:a16="http://schemas.microsoft.com/office/drawing/2014/main" id="{5DBF0E57-9CD9-4D09-B823-8CAA2AD42910}"/>
              </a:ext>
            </a:extLst>
          </p:cNvPr>
          <p:cNvSpPr>
            <a:spLocks xmlns:a="http://schemas.openxmlformats.org/drawingml/2006/main" noGrp="1"/>
          </p:cNvSpPr>
          <p:nvPr/>
        </p:nvSpPr>
        <p:spPr>
          <a:xfrm xmlns:a="http://schemas.openxmlformats.org/drawingml/2006/main">
            <a:off x="6883827" y="5857875"/>
            <a:ext cx="612127"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مكتملة</a:t>
            </a:r>
          </a:p>
        </p:txBody>
      </p:sp>
      <p:sp>
        <p:nvSpPr>
          <p:cNvPr id="31" name="text-454">
            <a:extLst xmlns:a="http://schemas.openxmlformats.org/drawingml/2006/main">
              <a:ext uri="{FF2B5EF4-FFF2-40B4-BE49-F238E27FC236}">
                <a16:creationId xmlns:a16="http://schemas.microsoft.com/office/drawing/2014/main" id="{FA54B7B1-30C8-40A8-A1AE-79AD5BEFFD82}"/>
              </a:ext>
            </a:extLst>
          </p:cNvPr>
          <p:cNvSpPr>
            <a:spLocks xmlns:a="http://schemas.openxmlformats.org/drawingml/2006/main" noGrp="1"/>
          </p:cNvSpPr>
          <p:nvPr/>
        </p:nvSpPr>
        <p:spPr>
          <a:xfrm xmlns:a="http://schemas.openxmlformats.org/drawingml/2006/main">
            <a:off x="6065515" y="5857875"/>
            <a:ext cx="777831"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00" b="0">
                <a:solidFill>
                  <a:srgbClr val="A5B9AB"/>
                </a:solidFill>
                <a:latin typeface="Tahoma"/>
                <a:ea typeface="Tahoma"/>
                <a:cs typeface="Tahoma"/>
              </a:defRPr>
            </a:pPr>
            <a:r>
              <a:rPr sz="1500" b="0">
                <a:solidFill>
                  <a:srgbClr val="A5B9AB"/>
                </a:solidFill>
                <a:latin typeface="Tahoma"/>
                <a:ea typeface="Tahoma"/>
                <a:cs typeface="Tahoma"/>
              </a:rPr>
              <a:t>المعطيات</a:t>
            </a:r>
          </a:p>
        </p:txBody>
      </p:sp>
    </p:spTree>
    <p:extLst>
      <p:ext uri="{BB962C8B-B14F-4D97-AF65-F5344CB8AC3E}">
        <p14:creationId xmlns:p14="http://schemas.microsoft.com/office/powerpoint/2010/main" val="462050560"/>
      </p:ext>
    </p:extLst>
  </p:cSld>
</p:sld>
</file>

<file path=ppt/slides/slide12.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58" name="text-455">
            <a:extLst xmlns:a="http://schemas.openxmlformats.org/drawingml/2006/main">
              <a:ext uri="{FF2B5EF4-FFF2-40B4-BE49-F238E27FC236}">
                <a16:creationId xmlns:a16="http://schemas.microsoft.com/office/drawing/2014/main" id="{408BBA8B-5259-4897-9454-0A0B39AC1C75}"/>
              </a:ext>
            </a:extLst>
          </p:cNvPr>
          <p:cNvSpPr>
            <a:spLocks xmlns:a="http://schemas.openxmlformats.org/drawingml/2006/main" noGrp="1"/>
          </p:cNvSpPr>
          <p:nvPr/>
        </p:nvSpPr>
        <p:spPr>
          <a:xfrm xmlns:a="http://schemas.openxmlformats.org/drawingml/2006/main">
            <a:off x="9565279" y="457200"/>
            <a:ext cx="201712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التخصيص</a:t>
            </a:r>
          </a:p>
        </p:txBody>
      </p:sp>
      <p:sp>
        <p:nvSpPr>
          <p:cNvPr id="2" name="text-456">
            <a:extLst xmlns:a="http://schemas.openxmlformats.org/drawingml/2006/main">
              <a:ext uri="{FF2B5EF4-FFF2-40B4-BE49-F238E27FC236}">
                <a16:creationId xmlns:a16="http://schemas.microsoft.com/office/drawing/2014/main" id="{3795B1E5-4D10-4D73-A03F-57D76236D3D1}"/>
              </a:ext>
            </a:extLst>
          </p:cNvPr>
          <p:cNvSpPr>
            <a:spLocks xmlns:a="http://schemas.openxmlformats.org/drawingml/2006/main" noGrp="1"/>
          </p:cNvSpPr>
          <p:nvPr/>
        </p:nvSpPr>
        <p:spPr>
          <a:xfrm xmlns:a="http://schemas.openxmlformats.org/drawingml/2006/main">
            <a:off x="7683254" y="457200"/>
            <a:ext cx="178106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المعرفي</a:t>
            </a:r>
          </a:p>
        </p:txBody>
      </p:sp>
      <p:sp>
        <p:nvSpPr>
          <p:cNvPr id="3" name="text-457">
            <a:extLst xmlns:a="http://schemas.openxmlformats.org/drawingml/2006/main">
              <a:ext uri="{FF2B5EF4-FFF2-40B4-BE49-F238E27FC236}">
                <a16:creationId xmlns:a16="http://schemas.microsoft.com/office/drawing/2014/main" id="{F2EF906C-32F6-4137-96C2-E533B10ED92D}"/>
              </a:ext>
            </a:extLst>
          </p:cNvPr>
          <p:cNvSpPr>
            <a:spLocks xmlns:a="http://schemas.openxmlformats.org/drawingml/2006/main" noGrp="1"/>
          </p:cNvSpPr>
          <p:nvPr/>
        </p:nvSpPr>
        <p:spPr>
          <a:xfrm xmlns:a="http://schemas.openxmlformats.org/drawingml/2006/main">
            <a:off x="6593708" y="457200"/>
            <a:ext cx="98858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بأدلة</a:t>
            </a:r>
          </a:p>
        </p:txBody>
      </p:sp>
      <p:sp>
        <p:nvSpPr>
          <p:cNvPr id="4" name="text-458">
            <a:extLst xmlns:a="http://schemas.openxmlformats.org/drawingml/2006/main">
              <a:ext uri="{FF2B5EF4-FFF2-40B4-BE49-F238E27FC236}">
                <a16:creationId xmlns:a16="http://schemas.microsoft.com/office/drawing/2014/main" id="{83B4B38A-364D-4FC9-BEC9-7275736F2746}"/>
              </a:ext>
            </a:extLst>
          </p:cNvPr>
          <p:cNvSpPr>
            <a:spLocks xmlns:a="http://schemas.openxmlformats.org/drawingml/2006/main" noGrp="1"/>
          </p:cNvSpPr>
          <p:nvPr/>
        </p:nvSpPr>
        <p:spPr>
          <a:xfrm xmlns:a="http://schemas.openxmlformats.org/drawingml/2006/main">
            <a:off x="5484350" y="457200"/>
            <a:ext cx="100839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قابلة</a:t>
            </a:r>
          </a:p>
        </p:txBody>
      </p:sp>
      <p:sp>
        <p:nvSpPr>
          <p:cNvPr id="5" name="text-459">
            <a:extLst xmlns:a="http://schemas.openxmlformats.org/drawingml/2006/main">
              <a:ext uri="{FF2B5EF4-FFF2-40B4-BE49-F238E27FC236}">
                <a16:creationId xmlns:a16="http://schemas.microsoft.com/office/drawing/2014/main" id="{7D6DD922-A5C2-4F40-A1F2-9CC182BDC5FA}"/>
              </a:ext>
            </a:extLst>
          </p:cNvPr>
          <p:cNvSpPr>
            <a:spLocks xmlns:a="http://schemas.openxmlformats.org/drawingml/2006/main" noGrp="1"/>
          </p:cNvSpPr>
          <p:nvPr/>
        </p:nvSpPr>
        <p:spPr>
          <a:xfrm xmlns:a="http://schemas.openxmlformats.org/drawingml/2006/main">
            <a:off x="3837988" y="457200"/>
            <a:ext cx="15453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للفحص</a:t>
            </a:r>
          </a:p>
        </p:txBody>
      </p:sp>
      <p:sp>
        <p:nvSpPr>
          <p:cNvPr id="6" name="shape-460">
            <a:extLst xmlns:a="http://schemas.openxmlformats.org/drawingml/2006/main">
              <a:ext uri="{FF2B5EF4-FFF2-40B4-BE49-F238E27FC236}">
                <a16:creationId xmlns:a16="http://schemas.microsoft.com/office/drawing/2014/main" id="{E26C8990-C81B-4094-80B6-9853AE6513F7}"/>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461">
            <a:extLst xmlns:a="http://schemas.openxmlformats.org/drawingml/2006/main">
              <a:ext uri="{FF2B5EF4-FFF2-40B4-BE49-F238E27FC236}">
                <a16:creationId xmlns:a16="http://schemas.microsoft.com/office/drawing/2014/main" id="{561596FA-D526-4CA1-A8DE-B631E18A012E}"/>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462">
            <a:extLst xmlns:a="http://schemas.openxmlformats.org/drawingml/2006/main">
              <a:ext uri="{FF2B5EF4-FFF2-40B4-BE49-F238E27FC236}">
                <a16:creationId xmlns:a16="http://schemas.microsoft.com/office/drawing/2014/main" id="{6D3864C1-FF90-4E9B-93BC-E99A7AABAD4B}"/>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463">
            <a:extLst xmlns:a="http://schemas.openxmlformats.org/drawingml/2006/main">
              <a:ext uri="{FF2B5EF4-FFF2-40B4-BE49-F238E27FC236}">
                <a16:creationId xmlns:a16="http://schemas.microsoft.com/office/drawing/2014/main" id="{01FCEDE3-DB8C-441A-926B-EFDD9D4F92DD}"/>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464">
            <a:extLst xmlns:a="http://schemas.openxmlformats.org/drawingml/2006/main">
              <a:ext uri="{FF2B5EF4-FFF2-40B4-BE49-F238E27FC236}">
                <a16:creationId xmlns:a16="http://schemas.microsoft.com/office/drawing/2014/main" id="{3DD59756-90D0-44A3-A818-A1C30DFCAD5E}"/>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465">
            <a:extLst xmlns:a="http://schemas.openxmlformats.org/drawingml/2006/main">
              <a:ext uri="{FF2B5EF4-FFF2-40B4-BE49-F238E27FC236}">
                <a16:creationId xmlns:a16="http://schemas.microsoft.com/office/drawing/2014/main" id="{B86A4C92-E59B-4962-A2F6-98B907400DF9}"/>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466">
            <a:extLst xmlns:a="http://schemas.openxmlformats.org/drawingml/2006/main">
              <a:ext uri="{FF2B5EF4-FFF2-40B4-BE49-F238E27FC236}">
                <a16:creationId xmlns:a16="http://schemas.microsoft.com/office/drawing/2014/main" id="{114D1034-7381-416C-968F-7787F549C73C}"/>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467">
            <a:extLst xmlns:a="http://schemas.openxmlformats.org/drawingml/2006/main">
              <a:ext uri="{FF2B5EF4-FFF2-40B4-BE49-F238E27FC236}">
                <a16:creationId xmlns:a16="http://schemas.microsoft.com/office/drawing/2014/main" id="{6E4DE1F1-572B-4DB3-8A5A-774C629E0543}"/>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12</a:t>
            </a:r>
          </a:p>
        </p:txBody>
      </p:sp>
      <p:sp>
        <p:nvSpPr>
          <p:cNvPr id="14" name="text-468">
            <a:extLst xmlns:a="http://schemas.openxmlformats.org/drawingml/2006/main">
              <a:ext uri="{FF2B5EF4-FFF2-40B4-BE49-F238E27FC236}">
                <a16:creationId xmlns:a16="http://schemas.microsoft.com/office/drawing/2014/main" id="{EF6EADC6-6A9C-4C01-9FFC-F0562C5D2501}"/>
              </a:ext>
            </a:extLst>
          </p:cNvPr>
          <p:cNvSpPr>
            <a:spLocks xmlns:a="http://schemas.openxmlformats.org/drawingml/2006/main" noGrp="1"/>
          </p:cNvSpPr>
          <p:nvPr/>
        </p:nvSpPr>
        <p:spPr>
          <a:xfrm xmlns:a="http://schemas.openxmlformats.org/drawingml/2006/main">
            <a:off x="8956358" y="1647825"/>
            <a:ext cx="2626043" cy="12896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5700" b="1">
                <a:solidFill>
                  <a:srgbClr val="DDC087"/>
                </a:solidFill>
                <a:latin typeface="Tahoma"/>
                <a:ea typeface="Tahoma"/>
                <a:cs typeface="Tahoma"/>
              </a:defRPr>
            </a:pPr>
            <a:r>
              <a:rPr sz="5700" b="1">
                <a:solidFill>
                  <a:srgbClr val="DDC087"/>
                </a:solidFill>
                <a:latin typeface="Tahoma"/>
                <a:ea typeface="Tahoma"/>
                <a:cs typeface="Tahoma"/>
              </a:rPr>
              <a:t>٢٠٬٦٢٢</a:t>
            </a:r>
          </a:p>
        </p:txBody>
      </p:sp>
      <p:sp>
        <p:nvSpPr>
          <p:cNvPr id="15" name="text-469">
            <a:extLst xmlns:a="http://schemas.openxmlformats.org/drawingml/2006/main">
              <a:ext uri="{FF2B5EF4-FFF2-40B4-BE49-F238E27FC236}">
                <a16:creationId xmlns:a16="http://schemas.microsoft.com/office/drawing/2014/main" id="{09A7B850-1DF9-4AFE-A3DD-9BA8295FE451}"/>
              </a:ext>
            </a:extLst>
          </p:cNvPr>
          <p:cNvSpPr>
            <a:spLocks xmlns:a="http://schemas.openxmlformats.org/drawingml/2006/main" noGrp="1"/>
          </p:cNvSpPr>
          <p:nvPr/>
        </p:nvSpPr>
        <p:spPr>
          <a:xfrm xmlns:a="http://schemas.openxmlformats.org/drawingml/2006/main">
            <a:off x="10948787" y="2714625"/>
            <a:ext cx="63361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وحدة</a:t>
            </a:r>
          </a:p>
        </p:txBody>
      </p:sp>
      <p:sp>
        <p:nvSpPr>
          <p:cNvPr id="16" name="text-470">
            <a:extLst xmlns:a="http://schemas.openxmlformats.org/drawingml/2006/main">
              <a:ext uri="{FF2B5EF4-FFF2-40B4-BE49-F238E27FC236}">
                <a16:creationId xmlns:a16="http://schemas.microsoft.com/office/drawing/2014/main" id="{C0CFF11E-737D-4798-8332-71B523E24A0E}"/>
              </a:ext>
            </a:extLst>
          </p:cNvPr>
          <p:cNvSpPr>
            <a:spLocks xmlns:a="http://schemas.openxmlformats.org/drawingml/2006/main" noGrp="1"/>
          </p:cNvSpPr>
          <p:nvPr/>
        </p:nvSpPr>
        <p:spPr>
          <a:xfrm xmlns:a="http://schemas.openxmlformats.org/drawingml/2006/main">
            <a:off x="10443064" y="2714625"/>
            <a:ext cx="43847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في</a:t>
            </a:r>
          </a:p>
        </p:txBody>
      </p:sp>
      <p:sp>
        <p:nvSpPr>
          <p:cNvPr id="17" name="text-471">
            <a:extLst xmlns:a="http://schemas.openxmlformats.org/drawingml/2006/main">
              <a:ext uri="{FF2B5EF4-FFF2-40B4-BE49-F238E27FC236}">
                <a16:creationId xmlns:a16="http://schemas.microsoft.com/office/drawing/2014/main" id="{03A7AF05-F94B-4853-AC15-E6AB2F5D0CE3}"/>
              </a:ext>
            </a:extLst>
          </p:cNvPr>
          <p:cNvSpPr>
            <a:spLocks xmlns:a="http://schemas.openxmlformats.org/drawingml/2006/main" noGrp="1"/>
          </p:cNvSpPr>
          <p:nvPr/>
        </p:nvSpPr>
        <p:spPr>
          <a:xfrm xmlns:a="http://schemas.openxmlformats.org/drawingml/2006/main">
            <a:off x="9702962" y="2714625"/>
            <a:ext cx="67285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إيصال</a:t>
            </a:r>
          </a:p>
        </p:txBody>
      </p:sp>
      <p:sp>
        <p:nvSpPr>
          <p:cNvPr id="18" name="text-472">
            <a:extLst xmlns:a="http://schemas.openxmlformats.org/drawingml/2006/main">
              <a:ext uri="{FF2B5EF4-FFF2-40B4-BE49-F238E27FC236}">
                <a16:creationId xmlns:a16="http://schemas.microsoft.com/office/drawing/2014/main" id="{D04E721C-CBF0-4EB7-AA19-AF37F3784721}"/>
              </a:ext>
            </a:extLst>
          </p:cNvPr>
          <p:cNvSpPr>
            <a:spLocks xmlns:a="http://schemas.openxmlformats.org/drawingml/2006/main" noGrp="1"/>
          </p:cNvSpPr>
          <p:nvPr/>
        </p:nvSpPr>
        <p:spPr>
          <a:xfrm xmlns:a="http://schemas.openxmlformats.org/drawingml/2006/main">
            <a:off x="8812952" y="2714625"/>
            <a:ext cx="82276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تضمين</a:t>
            </a:r>
          </a:p>
        </p:txBody>
      </p:sp>
      <p:sp>
        <p:nvSpPr>
          <p:cNvPr id="19" name="text-473">
            <a:extLst xmlns:a="http://schemas.openxmlformats.org/drawingml/2006/main">
              <a:ext uri="{FF2B5EF4-FFF2-40B4-BE49-F238E27FC236}">
                <a16:creationId xmlns:a16="http://schemas.microsoft.com/office/drawing/2014/main" id="{21F94DFA-B61F-4F36-98C6-B30EACEB90C1}"/>
              </a:ext>
            </a:extLst>
          </p:cNvPr>
          <p:cNvSpPr>
            <a:spLocks xmlns:a="http://schemas.openxmlformats.org/drawingml/2006/main" noGrp="1"/>
          </p:cNvSpPr>
          <p:nvPr/>
        </p:nvSpPr>
        <p:spPr>
          <a:xfrm xmlns:a="http://schemas.openxmlformats.org/drawingml/2006/main">
            <a:off x="7884091" y="2714625"/>
            <a:ext cx="86161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تاريخي</a:t>
            </a:r>
          </a:p>
        </p:txBody>
      </p:sp>
      <p:sp>
        <p:nvSpPr>
          <p:cNvPr id="20" name="text-474">
            <a:extLst xmlns:a="http://schemas.openxmlformats.org/drawingml/2006/main">
              <a:ext uri="{FF2B5EF4-FFF2-40B4-BE49-F238E27FC236}">
                <a16:creationId xmlns:a16="http://schemas.microsoft.com/office/drawing/2014/main" id="{B4731C58-0C6C-49F4-96DB-93A412B2C740}"/>
              </a:ext>
            </a:extLst>
          </p:cNvPr>
          <p:cNvSpPr>
            <a:spLocks xmlns:a="http://schemas.openxmlformats.org/drawingml/2006/main" noGrp="1"/>
          </p:cNvSpPr>
          <p:nvPr/>
        </p:nvSpPr>
        <p:spPr>
          <a:xfrm xmlns:a="http://schemas.openxmlformats.org/drawingml/2006/main">
            <a:off x="10859019" y="3362325"/>
            <a:ext cx="72338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فهرس</a:t>
            </a:r>
          </a:p>
        </p:txBody>
      </p:sp>
      <p:sp>
        <p:nvSpPr>
          <p:cNvPr id="21" name="text-475">
            <a:extLst xmlns:a="http://schemas.openxmlformats.org/drawingml/2006/main">
              <a:ext uri="{FF2B5EF4-FFF2-40B4-BE49-F238E27FC236}">
                <a16:creationId xmlns:a16="http://schemas.microsoft.com/office/drawing/2014/main" id="{B20727E0-AA9E-41DE-9A1B-96D5E5C22956}"/>
              </a:ext>
            </a:extLst>
          </p:cNvPr>
          <p:cNvSpPr>
            <a:spLocks xmlns:a="http://schemas.openxmlformats.org/drawingml/2006/main" noGrp="1"/>
          </p:cNvSpPr>
          <p:nvPr/>
        </p:nvSpPr>
        <p:spPr>
          <a:xfrm xmlns:a="http://schemas.openxmlformats.org/drawingml/2006/main">
            <a:off x="9913597" y="3362325"/>
            <a:ext cx="88408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متجهات</a:t>
            </a:r>
          </a:p>
        </p:txBody>
      </p:sp>
      <p:sp>
        <p:nvSpPr>
          <p:cNvPr id="22" name="text-476">
            <a:extLst xmlns:a="http://schemas.openxmlformats.org/drawingml/2006/main">
              <a:ext uri="{FF2B5EF4-FFF2-40B4-BE49-F238E27FC236}">
                <a16:creationId xmlns:a16="http://schemas.microsoft.com/office/drawing/2014/main" id="{DE27931D-AFBF-4358-B27D-45F77053DB22}"/>
              </a:ext>
            </a:extLst>
          </p:cNvPr>
          <p:cNvSpPr>
            <a:spLocks xmlns:a="http://schemas.openxmlformats.org/drawingml/2006/main" noGrp="1"/>
          </p:cNvSpPr>
          <p:nvPr/>
        </p:nvSpPr>
        <p:spPr>
          <a:xfrm xmlns:a="http://schemas.openxmlformats.org/drawingml/2006/main">
            <a:off x="9018406" y="3362325"/>
            <a:ext cx="83385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وفهرس</a:t>
            </a:r>
          </a:p>
        </p:txBody>
      </p:sp>
      <p:sp>
        <p:nvSpPr>
          <p:cNvPr id="23" name="text-477">
            <a:extLst xmlns:a="http://schemas.openxmlformats.org/drawingml/2006/main">
              <a:ext uri="{FF2B5EF4-FFF2-40B4-BE49-F238E27FC236}">
                <a16:creationId xmlns:a16="http://schemas.microsoft.com/office/drawing/2014/main" id="{54D80736-B346-4AE5-AF86-A95CAFD43534}"/>
              </a:ext>
            </a:extLst>
          </p:cNvPr>
          <p:cNvSpPr>
            <a:spLocks xmlns:a="http://schemas.openxmlformats.org/drawingml/2006/main" noGrp="1"/>
          </p:cNvSpPr>
          <p:nvPr/>
        </p:nvSpPr>
        <p:spPr>
          <a:xfrm xmlns:a="http://schemas.openxmlformats.org/drawingml/2006/main">
            <a:off x="8377510" y="3362325"/>
            <a:ext cx="57955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نصي</a:t>
            </a:r>
          </a:p>
        </p:txBody>
      </p:sp>
      <p:sp>
        <p:nvSpPr>
          <p:cNvPr id="24" name="text-478">
            <a:extLst xmlns:a="http://schemas.openxmlformats.org/drawingml/2006/main">
              <a:ext uri="{FF2B5EF4-FFF2-40B4-BE49-F238E27FC236}">
                <a16:creationId xmlns:a16="http://schemas.microsoft.com/office/drawing/2014/main" id="{E0AE69D6-14EC-4606-9296-562A7C8966E9}"/>
              </a:ext>
            </a:extLst>
          </p:cNvPr>
          <p:cNvSpPr>
            <a:spLocks xmlns:a="http://schemas.openxmlformats.org/drawingml/2006/main" noGrp="1"/>
          </p:cNvSpPr>
          <p:nvPr/>
        </p:nvSpPr>
        <p:spPr>
          <a:xfrm xmlns:a="http://schemas.openxmlformats.org/drawingml/2006/main">
            <a:off x="7610251" y="3362325"/>
            <a:ext cx="70591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مثبتان</a:t>
            </a:r>
          </a:p>
        </p:txBody>
      </p:sp>
      <p:sp>
        <p:nvSpPr>
          <p:cNvPr id="25" name="text-479">
            <a:extLst xmlns:a="http://schemas.openxmlformats.org/drawingml/2006/main">
              <a:ext uri="{FF2B5EF4-FFF2-40B4-BE49-F238E27FC236}">
                <a16:creationId xmlns:a16="http://schemas.microsoft.com/office/drawing/2014/main" id="{36AB9B99-43CD-4DF0-B630-D342A47E1C40}"/>
              </a:ext>
            </a:extLst>
          </p:cNvPr>
          <p:cNvSpPr>
            <a:spLocks xmlns:a="http://schemas.openxmlformats.org/drawingml/2006/main" noGrp="1"/>
          </p:cNvSpPr>
          <p:nvPr/>
        </p:nvSpPr>
        <p:spPr>
          <a:xfrm xmlns:a="http://schemas.openxmlformats.org/drawingml/2006/main">
            <a:off x="4203916" y="1647825"/>
            <a:ext cx="977684" cy="12896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5700" b="1">
                <a:solidFill>
                  <a:srgbClr val="DDC087"/>
                </a:solidFill>
                <a:latin typeface="Tahoma"/>
                <a:ea typeface="Tahoma"/>
                <a:cs typeface="Tahoma"/>
              </a:defRPr>
            </a:pPr>
            <a:r>
              <a:rPr sz="5700" b="1">
                <a:solidFill>
                  <a:srgbClr val="DDC087"/>
                </a:solidFill>
                <a:latin typeface="Tahoma"/>
                <a:ea typeface="Tahoma"/>
                <a:cs typeface="Tahoma"/>
              </a:rPr>
              <a:t>٢٣</a:t>
            </a:r>
          </a:p>
        </p:txBody>
      </p:sp>
      <p:sp>
        <p:nvSpPr>
          <p:cNvPr id="26" name="text-480">
            <a:extLst xmlns:a="http://schemas.openxmlformats.org/drawingml/2006/main">
              <a:ext uri="{FF2B5EF4-FFF2-40B4-BE49-F238E27FC236}">
                <a16:creationId xmlns:a16="http://schemas.microsoft.com/office/drawing/2014/main" id="{8C5AD7BB-3C00-429F-9E9B-8D32BDFFC0AA}"/>
              </a:ext>
            </a:extLst>
          </p:cNvPr>
          <p:cNvSpPr>
            <a:spLocks xmlns:a="http://schemas.openxmlformats.org/drawingml/2006/main" noGrp="1"/>
          </p:cNvSpPr>
          <p:nvPr/>
        </p:nvSpPr>
        <p:spPr>
          <a:xfrm xmlns:a="http://schemas.openxmlformats.org/drawingml/2006/main">
            <a:off x="4641190" y="2714625"/>
            <a:ext cx="54041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مثالًا</a:t>
            </a:r>
          </a:p>
        </p:txBody>
      </p:sp>
      <p:sp>
        <p:nvSpPr>
          <p:cNvPr id="27" name="text-481">
            <a:extLst xmlns:a="http://schemas.openxmlformats.org/drawingml/2006/main">
              <a:ext uri="{FF2B5EF4-FFF2-40B4-BE49-F238E27FC236}">
                <a16:creationId xmlns:a16="http://schemas.microsoft.com/office/drawing/2014/main" id="{429A98D1-7543-4F2B-BC66-EBE1EAE19F78}"/>
              </a:ext>
            </a:extLst>
          </p:cNvPr>
          <p:cNvSpPr>
            <a:spLocks xmlns:a="http://schemas.openxmlformats.org/drawingml/2006/main" noGrp="1"/>
          </p:cNvSpPr>
          <p:nvPr/>
        </p:nvSpPr>
        <p:spPr>
          <a:xfrm xmlns:a="http://schemas.openxmlformats.org/drawingml/2006/main">
            <a:off x="3764031" y="2714625"/>
            <a:ext cx="80991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منتقى</a:t>
            </a:r>
          </a:p>
        </p:txBody>
      </p:sp>
      <p:sp>
        <p:nvSpPr>
          <p:cNvPr id="28" name="text-482">
            <a:extLst xmlns:a="http://schemas.openxmlformats.org/drawingml/2006/main">
              <a:ext uri="{FF2B5EF4-FFF2-40B4-BE49-F238E27FC236}">
                <a16:creationId xmlns:a16="http://schemas.microsoft.com/office/drawing/2014/main" id="{30C8F7A6-6C5B-4E14-AB5D-5E29B4A2352B}"/>
              </a:ext>
            </a:extLst>
          </p:cNvPr>
          <p:cNvSpPr>
            <a:spLocks xmlns:a="http://schemas.openxmlformats.org/drawingml/2006/main" noGrp="1"/>
          </p:cNvSpPr>
          <p:nvPr/>
        </p:nvSpPr>
        <p:spPr>
          <a:xfrm xmlns:a="http://schemas.openxmlformats.org/drawingml/2006/main">
            <a:off x="3299415" y="2714625"/>
            <a:ext cx="39737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من</a:t>
            </a:r>
          </a:p>
        </p:txBody>
      </p:sp>
      <p:sp>
        <p:nvSpPr>
          <p:cNvPr id="29" name="text-483">
            <a:extLst xmlns:a="http://schemas.openxmlformats.org/drawingml/2006/main">
              <a:ext uri="{FF2B5EF4-FFF2-40B4-BE49-F238E27FC236}">
                <a16:creationId xmlns:a16="http://schemas.microsoft.com/office/drawing/2014/main" id="{DF8F6F06-C119-4C64-8F2E-C27461A1A9B1}"/>
              </a:ext>
            </a:extLst>
          </p:cNvPr>
          <p:cNvSpPr>
            <a:spLocks xmlns:a="http://schemas.openxmlformats.org/drawingml/2006/main" noGrp="1"/>
          </p:cNvSpPr>
          <p:nvPr/>
        </p:nvSpPr>
        <p:spPr>
          <a:xfrm xmlns:a="http://schemas.openxmlformats.org/drawingml/2006/main">
            <a:off x="2271662" y="2714625"/>
            <a:ext cx="96050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تخصيص</a:t>
            </a:r>
          </a:p>
        </p:txBody>
      </p:sp>
      <p:sp>
        <p:nvSpPr>
          <p:cNvPr id="30" name="text-484">
            <a:extLst xmlns:a="http://schemas.openxmlformats.org/drawingml/2006/main">
              <a:ext uri="{FF2B5EF4-FFF2-40B4-BE49-F238E27FC236}">
                <a16:creationId xmlns:a16="http://schemas.microsoft.com/office/drawing/2014/main" id="{DD7BCF93-BEAD-4051-8F28-20C7970C4CCD}"/>
              </a:ext>
            </a:extLst>
          </p:cNvPr>
          <p:cNvSpPr>
            <a:spLocks xmlns:a="http://schemas.openxmlformats.org/drawingml/2006/main" noGrp="1"/>
          </p:cNvSpPr>
          <p:nvPr/>
        </p:nvSpPr>
        <p:spPr>
          <a:xfrm xmlns:a="http://schemas.openxmlformats.org/drawingml/2006/main">
            <a:off x="1654685" y="2714625"/>
            <a:ext cx="54973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3F0E6"/>
                </a:solidFill>
                <a:latin typeface="Tahoma"/>
                <a:ea typeface="Tahoma"/>
                <a:cs typeface="Tahoma"/>
              </a:defRPr>
            </a:pPr>
            <a:r>
              <a:rPr sz="2175" b="0">
                <a:solidFill>
                  <a:srgbClr val="F3F0E6"/>
                </a:solidFill>
                <a:latin typeface="Tahoma"/>
                <a:ea typeface="Tahoma"/>
                <a:cs typeface="Tahoma"/>
              </a:rPr>
              <a:t>النية</a:t>
            </a:r>
          </a:p>
        </p:txBody>
      </p:sp>
      <p:sp>
        <p:nvSpPr>
          <p:cNvPr id="31" name="text-485">
            <a:extLst xmlns:a="http://schemas.openxmlformats.org/drawingml/2006/main">
              <a:ext uri="{FF2B5EF4-FFF2-40B4-BE49-F238E27FC236}">
                <a16:creationId xmlns:a16="http://schemas.microsoft.com/office/drawing/2014/main" id="{E443DE3D-01EE-4AE8-8B90-07C761C30285}"/>
              </a:ext>
            </a:extLst>
          </p:cNvPr>
          <p:cNvSpPr>
            <a:spLocks xmlns:a="http://schemas.openxmlformats.org/drawingml/2006/main" noGrp="1"/>
          </p:cNvSpPr>
          <p:nvPr/>
        </p:nvSpPr>
        <p:spPr>
          <a:xfrm xmlns:a="http://schemas.openxmlformats.org/drawingml/2006/main">
            <a:off x="4863992" y="3362325"/>
            <a:ext cx="31760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5B9AB"/>
                </a:solidFill>
                <a:latin typeface="Tahoma"/>
                <a:ea typeface="Tahoma"/>
                <a:cs typeface="Tahoma"/>
              </a:defRPr>
            </a:pPr>
            <a:r>
              <a:rPr sz="1950" b="0">
                <a:solidFill>
                  <a:srgbClr val="A5B9AB"/>
                </a:solidFill>
                <a:latin typeface="Tahoma"/>
                <a:ea typeface="Tahoma"/>
                <a:cs typeface="Tahoma"/>
              </a:rPr>
              <a:t>مع</a:t>
            </a:r>
          </a:p>
        </p:txBody>
      </p:sp>
      <p:sp>
        <p:nvSpPr>
          <p:cNvPr id="32" name="text-486">
            <a:extLst xmlns:a="http://schemas.openxmlformats.org/drawingml/2006/main">
              <a:ext uri="{FF2B5EF4-FFF2-40B4-BE49-F238E27FC236}">
                <a16:creationId xmlns:a16="http://schemas.microsoft.com/office/drawing/2014/main" id="{7B8DE317-19A0-4173-9240-04C8941B8C26}"/>
              </a:ext>
            </a:extLst>
          </p:cNvPr>
          <p:cNvSpPr>
            <a:spLocks xmlns:a="http://schemas.openxmlformats.org/drawingml/2006/main" noGrp="1"/>
          </p:cNvSpPr>
          <p:nvPr/>
        </p:nvSpPr>
        <p:spPr>
          <a:xfrm xmlns:a="http://schemas.openxmlformats.org/drawingml/2006/main">
            <a:off x="4201816" y="3362325"/>
            <a:ext cx="60378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5B9AB"/>
                </a:solidFill>
                <a:latin typeface="Tahoma"/>
                <a:ea typeface="Tahoma"/>
                <a:cs typeface="Tahoma"/>
              </a:defRPr>
            </a:pPr>
            <a:r>
              <a:rPr sz="1950" b="0">
                <a:solidFill>
                  <a:srgbClr val="A5B9AB"/>
                </a:solidFill>
                <a:latin typeface="Tahoma"/>
                <a:ea typeface="Tahoma"/>
                <a:cs typeface="Tahoma"/>
              </a:rPr>
              <a:t>منشأ</a:t>
            </a:r>
          </a:p>
        </p:txBody>
      </p:sp>
      <p:sp>
        <p:nvSpPr>
          <p:cNvPr id="33" name="text-487">
            <a:extLst xmlns:a="http://schemas.openxmlformats.org/drawingml/2006/main">
              <a:ext uri="{FF2B5EF4-FFF2-40B4-BE49-F238E27FC236}">
                <a16:creationId xmlns:a16="http://schemas.microsoft.com/office/drawing/2014/main" id="{53A03447-320C-49F1-B9F9-DD50CEF3022B}"/>
              </a:ext>
            </a:extLst>
          </p:cNvPr>
          <p:cNvSpPr>
            <a:spLocks xmlns:a="http://schemas.openxmlformats.org/drawingml/2006/main" noGrp="1"/>
          </p:cNvSpPr>
          <p:nvPr/>
        </p:nvSpPr>
        <p:spPr>
          <a:xfrm xmlns:a="http://schemas.openxmlformats.org/drawingml/2006/main">
            <a:off x="3565540" y="3362325"/>
            <a:ext cx="57788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5B9AB"/>
                </a:solidFill>
                <a:latin typeface="Tahoma"/>
                <a:ea typeface="Tahoma"/>
                <a:cs typeface="Tahoma"/>
              </a:defRPr>
            </a:pPr>
            <a:r>
              <a:rPr sz="1950" b="0">
                <a:solidFill>
                  <a:srgbClr val="A5B9AB"/>
                </a:solidFill>
                <a:latin typeface="Tahoma"/>
                <a:ea typeface="Tahoma"/>
                <a:cs typeface="Tahoma"/>
              </a:rPr>
              <a:t>واضح</a:t>
            </a:r>
          </a:p>
        </p:txBody>
      </p:sp>
      <p:sp>
        <p:nvSpPr>
          <p:cNvPr id="34" name="text-488">
            <a:extLst xmlns:a="http://schemas.openxmlformats.org/drawingml/2006/main">
              <a:ext uri="{FF2B5EF4-FFF2-40B4-BE49-F238E27FC236}">
                <a16:creationId xmlns:a16="http://schemas.microsoft.com/office/drawing/2014/main" id="{6E8CF28C-5BE6-49C2-8327-862A87E17353}"/>
              </a:ext>
            </a:extLst>
          </p:cNvPr>
          <p:cNvSpPr>
            <a:spLocks xmlns:a="http://schemas.openxmlformats.org/drawingml/2006/main" noGrp="1"/>
          </p:cNvSpPr>
          <p:nvPr/>
        </p:nvSpPr>
        <p:spPr>
          <a:xfrm xmlns:a="http://schemas.openxmlformats.org/drawingml/2006/main">
            <a:off x="2876286" y="3362325"/>
            <a:ext cx="63086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5B9AB"/>
                </a:solidFill>
                <a:latin typeface="Tahoma"/>
                <a:ea typeface="Tahoma"/>
                <a:cs typeface="Tahoma"/>
              </a:defRPr>
            </a:pPr>
            <a:r>
              <a:rPr sz="1950" b="0">
                <a:solidFill>
                  <a:srgbClr val="A5B9AB"/>
                </a:solidFill>
                <a:latin typeface="Tahoma"/>
                <a:ea typeface="Tahoma"/>
                <a:cs typeface="Tahoma"/>
              </a:rPr>
              <a:t>ونتائج</a:t>
            </a:r>
          </a:p>
        </p:txBody>
      </p:sp>
      <p:sp>
        <p:nvSpPr>
          <p:cNvPr id="35" name="text-489">
            <a:extLst xmlns:a="http://schemas.openxmlformats.org/drawingml/2006/main">
              <a:ext uri="{FF2B5EF4-FFF2-40B4-BE49-F238E27FC236}">
                <a16:creationId xmlns:a16="http://schemas.microsoft.com/office/drawing/2014/main" id="{97AA03E5-848B-4000-8BC1-19EFC497FD5C}"/>
              </a:ext>
            </a:extLst>
          </p:cNvPr>
          <p:cNvSpPr>
            <a:spLocks xmlns:a="http://schemas.openxmlformats.org/drawingml/2006/main" noGrp="1"/>
          </p:cNvSpPr>
          <p:nvPr/>
        </p:nvSpPr>
        <p:spPr>
          <a:xfrm xmlns:a="http://schemas.openxmlformats.org/drawingml/2006/main">
            <a:off x="2140333" y="3362325"/>
            <a:ext cx="67756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5B9AB"/>
                </a:solidFill>
                <a:latin typeface="Tahoma"/>
                <a:ea typeface="Tahoma"/>
                <a:cs typeface="Tahoma"/>
              </a:defRPr>
            </a:pPr>
            <a:r>
              <a:rPr sz="1950" b="0">
                <a:solidFill>
                  <a:srgbClr val="A5B9AB"/>
                </a:solidFill>
                <a:latin typeface="Tahoma"/>
                <a:ea typeface="Tahoma"/>
                <a:cs typeface="Tahoma"/>
              </a:rPr>
              <a:t>وحدود</a:t>
            </a:r>
          </a:p>
        </p:txBody>
      </p:sp>
      <p:sp>
        <p:nvSpPr>
          <p:cNvPr id="36" name="text-490">
            <a:extLst xmlns:a="http://schemas.openxmlformats.org/drawingml/2006/main">
              <a:ext uri="{FF2B5EF4-FFF2-40B4-BE49-F238E27FC236}">
                <a16:creationId xmlns:a16="http://schemas.microsoft.com/office/drawing/2014/main" id="{827AB273-10E3-4B0E-8752-3B343D5A2CC7}"/>
              </a:ext>
            </a:extLst>
          </p:cNvPr>
          <p:cNvSpPr>
            <a:spLocks xmlns:a="http://schemas.openxmlformats.org/drawingml/2006/main" noGrp="1"/>
          </p:cNvSpPr>
          <p:nvPr/>
        </p:nvSpPr>
        <p:spPr>
          <a:xfrm xmlns:a="http://schemas.openxmlformats.org/drawingml/2006/main">
            <a:off x="1465011" y="3362325"/>
            <a:ext cx="61693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5B9AB"/>
                </a:solidFill>
                <a:latin typeface="Tahoma"/>
                <a:ea typeface="Tahoma"/>
                <a:cs typeface="Tahoma"/>
              </a:defRPr>
            </a:pPr>
            <a:r>
              <a:rPr sz="1950" b="0">
                <a:solidFill>
                  <a:srgbClr val="A5B9AB"/>
                </a:solidFill>
                <a:latin typeface="Tahoma"/>
                <a:ea typeface="Tahoma"/>
                <a:cs typeface="Tahoma"/>
              </a:rPr>
              <a:t>معلنة</a:t>
            </a:r>
          </a:p>
        </p:txBody>
      </p:sp>
      <p:sp>
        <p:nvSpPr>
          <p:cNvPr id="37" name="text-491">
            <a:extLst xmlns:a="http://schemas.openxmlformats.org/drawingml/2006/main">
              <a:ext uri="{FF2B5EF4-FFF2-40B4-BE49-F238E27FC236}">
                <a16:creationId xmlns:a16="http://schemas.microsoft.com/office/drawing/2014/main" id="{E49B54ED-1034-425C-9CE9-9BD7DC136D73}"/>
              </a:ext>
            </a:extLst>
          </p:cNvPr>
          <p:cNvSpPr>
            <a:spLocks xmlns:a="http://schemas.openxmlformats.org/drawingml/2006/main" noGrp="1"/>
          </p:cNvSpPr>
          <p:nvPr/>
        </p:nvSpPr>
        <p:spPr>
          <a:xfrm xmlns:a="http://schemas.openxmlformats.org/drawingml/2006/main">
            <a:off x="10863140" y="4657725"/>
            <a:ext cx="719260"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جودة</a:t>
            </a:r>
          </a:p>
        </p:txBody>
      </p:sp>
      <p:sp>
        <p:nvSpPr>
          <p:cNvPr id="38" name="text-492">
            <a:extLst xmlns:a="http://schemas.openxmlformats.org/drawingml/2006/main">
              <a:ext uri="{FF2B5EF4-FFF2-40B4-BE49-F238E27FC236}">
                <a16:creationId xmlns:a16="http://schemas.microsoft.com/office/drawing/2014/main" id="{A10E222E-7BDB-4C3E-BB47-5EB31BE88338}"/>
              </a:ext>
            </a:extLst>
          </p:cNvPr>
          <p:cNvSpPr>
            <a:spLocks xmlns:a="http://schemas.openxmlformats.org/drawingml/2006/main" noGrp="1"/>
          </p:cNvSpPr>
          <p:nvPr/>
        </p:nvSpPr>
        <p:spPr>
          <a:xfrm xmlns:a="http://schemas.openxmlformats.org/drawingml/2006/main">
            <a:off x="9355501" y="4657725"/>
            <a:ext cx="1425438"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الاسترجاع</a:t>
            </a:r>
          </a:p>
        </p:txBody>
      </p:sp>
      <p:sp>
        <p:nvSpPr>
          <p:cNvPr id="39" name="text-493">
            <a:extLst xmlns:a="http://schemas.openxmlformats.org/drawingml/2006/main">
              <a:ext uri="{FF2B5EF4-FFF2-40B4-BE49-F238E27FC236}">
                <a16:creationId xmlns:a16="http://schemas.microsoft.com/office/drawing/2014/main" id="{A6A29AE8-C866-4E07-BB15-31D3F2AAC92A}"/>
              </a:ext>
            </a:extLst>
          </p:cNvPr>
          <p:cNvSpPr>
            <a:spLocks xmlns:a="http://schemas.openxmlformats.org/drawingml/2006/main" noGrp="1"/>
          </p:cNvSpPr>
          <p:nvPr/>
        </p:nvSpPr>
        <p:spPr>
          <a:xfrm xmlns:a="http://schemas.openxmlformats.org/drawingml/2006/main">
            <a:off x="8471531" y="4657725"/>
            <a:ext cx="801769"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تُقاس</a:t>
            </a:r>
          </a:p>
        </p:txBody>
      </p:sp>
      <p:sp>
        <p:nvSpPr>
          <p:cNvPr id="40" name="text-494">
            <a:extLst xmlns:a="http://schemas.openxmlformats.org/drawingml/2006/main">
              <a:ext uri="{FF2B5EF4-FFF2-40B4-BE49-F238E27FC236}">
                <a16:creationId xmlns:a16="http://schemas.microsoft.com/office/drawing/2014/main" id="{B7D76AC2-F7A0-475E-9BF8-C3B41EC4F0F0}"/>
              </a:ext>
            </a:extLst>
          </p:cNvPr>
          <p:cNvSpPr>
            <a:spLocks xmlns:a="http://schemas.openxmlformats.org/drawingml/2006/main" noGrp="1"/>
          </p:cNvSpPr>
          <p:nvPr/>
        </p:nvSpPr>
        <p:spPr>
          <a:xfrm xmlns:a="http://schemas.openxmlformats.org/drawingml/2006/main">
            <a:off x="7233394" y="4657725"/>
            <a:ext cx="1155937"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مستقلة</a:t>
            </a:r>
          </a:p>
        </p:txBody>
      </p:sp>
      <p:sp>
        <p:nvSpPr>
          <p:cNvPr id="41" name="text-495">
            <a:extLst xmlns:a="http://schemas.openxmlformats.org/drawingml/2006/main">
              <a:ext uri="{FF2B5EF4-FFF2-40B4-BE49-F238E27FC236}">
                <a16:creationId xmlns:a16="http://schemas.microsoft.com/office/drawing/2014/main" id="{A5AC6624-DAB4-4A81-9165-3DE5BFAA3740}"/>
              </a:ext>
            </a:extLst>
          </p:cNvPr>
          <p:cNvSpPr>
            <a:spLocks xmlns:a="http://schemas.openxmlformats.org/drawingml/2006/main" noGrp="1"/>
          </p:cNvSpPr>
          <p:nvPr/>
        </p:nvSpPr>
        <p:spPr>
          <a:xfrm xmlns:a="http://schemas.openxmlformats.org/drawingml/2006/main">
            <a:off x="6664251" y="4657725"/>
            <a:ext cx="48694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عن</a:t>
            </a:r>
          </a:p>
        </p:txBody>
      </p:sp>
      <p:sp>
        <p:nvSpPr>
          <p:cNvPr id="42" name="text-496">
            <a:extLst xmlns:a="http://schemas.openxmlformats.org/drawingml/2006/main">
              <a:ext uri="{FF2B5EF4-FFF2-40B4-BE49-F238E27FC236}">
                <a16:creationId xmlns:a16="http://schemas.microsoft.com/office/drawing/2014/main" id="{6981C9A7-0E1B-40E4-8B86-FFAB6DEFDC76}"/>
              </a:ext>
            </a:extLst>
          </p:cNvPr>
          <p:cNvSpPr>
            <a:spLocks xmlns:a="http://schemas.openxmlformats.org/drawingml/2006/main" noGrp="1"/>
          </p:cNvSpPr>
          <p:nvPr/>
        </p:nvSpPr>
        <p:spPr>
          <a:xfrm xmlns:a="http://schemas.openxmlformats.org/drawingml/2006/main">
            <a:off x="5872699" y="4657725"/>
            <a:ext cx="709351"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صحة</a:t>
            </a:r>
          </a:p>
        </p:txBody>
      </p:sp>
      <p:sp>
        <p:nvSpPr>
          <p:cNvPr id="43" name="text-497">
            <a:extLst xmlns:a="http://schemas.openxmlformats.org/drawingml/2006/main">
              <a:ext uri="{FF2B5EF4-FFF2-40B4-BE49-F238E27FC236}">
                <a16:creationId xmlns:a16="http://schemas.microsoft.com/office/drawing/2014/main" id="{1AB54BF0-C547-45E2-BF85-DEAA93F734AA}"/>
              </a:ext>
            </a:extLst>
          </p:cNvPr>
          <p:cNvSpPr>
            <a:spLocks xmlns:a="http://schemas.openxmlformats.org/drawingml/2006/main" noGrp="1"/>
          </p:cNvSpPr>
          <p:nvPr/>
        </p:nvSpPr>
        <p:spPr>
          <a:xfrm xmlns:a="http://schemas.openxmlformats.org/drawingml/2006/main">
            <a:off x="4853635" y="4657725"/>
            <a:ext cx="936863"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A6DAB5"/>
                </a:solidFill>
                <a:latin typeface="Tahoma"/>
                <a:ea typeface="Tahoma"/>
                <a:cs typeface="Tahoma"/>
              </a:defRPr>
            </a:pPr>
            <a:r>
              <a:rPr sz="2550" b="0">
                <a:solidFill>
                  <a:srgbClr val="A6DAB5"/>
                </a:solidFill>
                <a:latin typeface="Tahoma"/>
                <a:ea typeface="Tahoma"/>
                <a:cs typeface="Tahoma"/>
              </a:rPr>
              <a:t>الجواب</a:t>
            </a:r>
          </a:p>
        </p:txBody>
      </p:sp>
      <p:sp>
        <p:nvSpPr>
          <p:cNvPr id="44" name="text-498">
            <a:extLst xmlns:a="http://schemas.openxmlformats.org/drawingml/2006/main">
              <a:ext uri="{FF2B5EF4-FFF2-40B4-BE49-F238E27FC236}">
                <a16:creationId xmlns:a16="http://schemas.microsoft.com/office/drawing/2014/main" id="{742FB993-4320-4CF0-B46E-3E24A68C7D6D}"/>
              </a:ext>
            </a:extLst>
          </p:cNvPr>
          <p:cNvSpPr>
            <a:spLocks xmlns:a="http://schemas.openxmlformats.org/drawingml/2006/main" noGrp="1"/>
          </p:cNvSpPr>
          <p:nvPr/>
        </p:nvSpPr>
        <p:spPr>
          <a:xfrm xmlns:a="http://schemas.openxmlformats.org/drawingml/2006/main">
            <a:off x="10741094" y="5353050"/>
            <a:ext cx="84130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المراجع</a:t>
            </a:r>
          </a:p>
        </p:txBody>
      </p:sp>
      <p:sp>
        <p:nvSpPr>
          <p:cNvPr id="45" name="text-499">
            <a:extLst xmlns:a="http://schemas.openxmlformats.org/drawingml/2006/main">
              <a:ext uri="{FF2B5EF4-FFF2-40B4-BE49-F238E27FC236}">
                <a16:creationId xmlns:a16="http://schemas.microsoft.com/office/drawing/2014/main" id="{20C4609B-FA99-4252-816F-5E4D067A7915}"/>
              </a:ext>
            </a:extLst>
          </p:cNvPr>
          <p:cNvSpPr>
            <a:spLocks xmlns:a="http://schemas.openxmlformats.org/drawingml/2006/main" noGrp="1"/>
          </p:cNvSpPr>
          <p:nvPr/>
        </p:nvSpPr>
        <p:spPr>
          <a:xfrm xmlns:a="http://schemas.openxmlformats.org/drawingml/2006/main">
            <a:off x="9934200" y="5353050"/>
            <a:ext cx="74555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تشمل</a:t>
            </a:r>
          </a:p>
        </p:txBody>
      </p:sp>
      <p:sp>
        <p:nvSpPr>
          <p:cNvPr id="46" name="text-500">
            <a:extLst xmlns:a="http://schemas.openxmlformats.org/drawingml/2006/main">
              <a:ext uri="{FF2B5EF4-FFF2-40B4-BE49-F238E27FC236}">
                <a16:creationId xmlns:a16="http://schemas.microsoft.com/office/drawing/2014/main" id="{379ECB43-FFD9-4E80-AD35-E4EE89E09D9C}"/>
              </a:ext>
            </a:extLst>
          </p:cNvPr>
          <p:cNvSpPr>
            <a:spLocks xmlns:a="http://schemas.openxmlformats.org/drawingml/2006/main" noGrp="1"/>
          </p:cNvSpPr>
          <p:nvPr/>
        </p:nvSpPr>
        <p:spPr>
          <a:xfrm xmlns:a="http://schemas.openxmlformats.org/drawingml/2006/main">
            <a:off x="9391901" y="5353050"/>
            <a:ext cx="48095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مِقْرأ</a:t>
            </a:r>
          </a:p>
        </p:txBody>
      </p:sp>
      <p:sp>
        <p:nvSpPr>
          <p:cNvPr id="47" name="text-501">
            <a:extLst xmlns:a="http://schemas.openxmlformats.org/drawingml/2006/main">
              <a:ext uri="{FF2B5EF4-FFF2-40B4-BE49-F238E27FC236}">
                <a16:creationId xmlns:a16="http://schemas.microsoft.com/office/drawing/2014/main" id="{7AA59A0B-E80E-4AD1-B3F5-A855E5BAFD79}"/>
              </a:ext>
            </a:extLst>
          </p:cNvPr>
          <p:cNvSpPr>
            <a:spLocks xmlns:a="http://schemas.openxmlformats.org/drawingml/2006/main" noGrp="1"/>
          </p:cNvSpPr>
          <p:nvPr/>
        </p:nvSpPr>
        <p:spPr>
          <a:xfrm xmlns:a="http://schemas.openxmlformats.org/drawingml/2006/main">
            <a:off x="8546942" y="5353050"/>
            <a:ext cx="78361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للدكتور</a:t>
            </a:r>
          </a:p>
        </p:txBody>
      </p:sp>
      <p:sp>
        <p:nvSpPr>
          <p:cNvPr id="48" name="text-502">
            <a:extLst xmlns:a="http://schemas.openxmlformats.org/drawingml/2006/main">
              <a:ext uri="{FF2B5EF4-FFF2-40B4-BE49-F238E27FC236}">
                <a16:creationId xmlns:a16="http://schemas.microsoft.com/office/drawing/2014/main" id="{90DD422F-8A71-4451-B74D-453D33F22B9D}"/>
              </a:ext>
            </a:extLst>
          </p:cNvPr>
          <p:cNvSpPr>
            <a:spLocks xmlns:a="http://schemas.openxmlformats.org/drawingml/2006/main" noGrp="1"/>
          </p:cNvSpPr>
          <p:nvPr/>
        </p:nvSpPr>
        <p:spPr>
          <a:xfrm xmlns:a="http://schemas.openxmlformats.org/drawingml/2006/main">
            <a:off x="7949311" y="5353050"/>
            <a:ext cx="53629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أيمن</a:t>
            </a:r>
          </a:p>
        </p:txBody>
      </p:sp>
      <p:sp>
        <p:nvSpPr>
          <p:cNvPr id="49" name="text-503">
            <a:extLst xmlns:a="http://schemas.openxmlformats.org/drawingml/2006/main">
              <a:ext uri="{FF2B5EF4-FFF2-40B4-BE49-F238E27FC236}">
                <a16:creationId xmlns:a16="http://schemas.microsoft.com/office/drawing/2014/main" id="{76A321D9-9ACE-493C-86AF-7C09D54A2655}"/>
              </a:ext>
            </a:extLst>
          </p:cNvPr>
          <p:cNvSpPr>
            <a:spLocks xmlns:a="http://schemas.openxmlformats.org/drawingml/2006/main" noGrp="1"/>
          </p:cNvSpPr>
          <p:nvPr/>
        </p:nvSpPr>
        <p:spPr>
          <a:xfrm xmlns:a="http://schemas.openxmlformats.org/drawingml/2006/main">
            <a:off x="7403284" y="5353050"/>
            <a:ext cx="48468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فاتح</a:t>
            </a:r>
          </a:p>
        </p:txBody>
      </p:sp>
      <p:sp>
        <p:nvSpPr>
          <p:cNvPr id="50" name="text-504">
            <a:extLst xmlns:a="http://schemas.openxmlformats.org/drawingml/2006/main">
              <a:ext uri="{FF2B5EF4-FFF2-40B4-BE49-F238E27FC236}">
                <a16:creationId xmlns:a16="http://schemas.microsoft.com/office/drawing/2014/main" id="{DA2F868A-CC49-47C8-8FA1-6FFFEEDE5F56}"/>
              </a:ext>
            </a:extLst>
          </p:cNvPr>
          <p:cNvSpPr>
            <a:spLocks xmlns:a="http://schemas.openxmlformats.org/drawingml/2006/main" noGrp="1"/>
          </p:cNvSpPr>
          <p:nvPr/>
        </p:nvSpPr>
        <p:spPr>
          <a:xfrm xmlns:a="http://schemas.openxmlformats.org/drawingml/2006/main">
            <a:off x="6713825" y="5353050"/>
            <a:ext cx="62811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DDC087"/>
                </a:solidFill>
                <a:latin typeface="Tahoma"/>
                <a:ea typeface="Tahoma"/>
                <a:cs typeface="Tahoma"/>
              </a:defRPr>
            </a:pPr>
            <a:r>
              <a:rPr sz="2025" b="0">
                <a:solidFill>
                  <a:srgbClr val="DDC087"/>
                </a:solidFill>
                <a:latin typeface="Tahoma"/>
                <a:ea typeface="Tahoma"/>
                <a:cs typeface="Tahoma"/>
              </a:rPr>
              <a:t>العامر</a:t>
            </a:r>
          </a:p>
        </p:txBody>
      </p:sp>
      <p:sp>
        <p:nvSpPr>
          <p:cNvPr id="51" name="text-505">
            <a:extLst xmlns:a="http://schemas.openxmlformats.org/drawingml/2006/main">
              <a:ext uri="{FF2B5EF4-FFF2-40B4-BE49-F238E27FC236}">
                <a16:creationId xmlns:a16="http://schemas.microsoft.com/office/drawing/2014/main" id="{EC0AE92D-2CB4-4155-948C-F688D71AD0A9}"/>
              </a:ext>
            </a:extLst>
          </p:cNvPr>
          <p:cNvSpPr>
            <a:spLocks xmlns:a="http://schemas.openxmlformats.org/drawingml/2006/main" noGrp="1"/>
          </p:cNvSpPr>
          <p:nvPr/>
        </p:nvSpPr>
        <p:spPr>
          <a:xfrm xmlns:a="http://schemas.openxmlformats.org/drawingml/2006/main">
            <a:off x="11027960" y="5781675"/>
            <a:ext cx="55444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تغطية</a:t>
            </a:r>
          </a:p>
        </p:txBody>
      </p:sp>
      <p:sp>
        <p:nvSpPr>
          <p:cNvPr id="52" name="text-506">
            <a:extLst xmlns:a="http://schemas.openxmlformats.org/drawingml/2006/main">
              <a:ext uri="{FF2B5EF4-FFF2-40B4-BE49-F238E27FC236}">
                <a16:creationId xmlns:a16="http://schemas.microsoft.com/office/drawing/2014/main" id="{5ED796D5-C3B4-43AC-BD47-37B0DB028400}"/>
              </a:ext>
            </a:extLst>
          </p:cNvPr>
          <p:cNvSpPr>
            <a:spLocks xmlns:a="http://schemas.openxmlformats.org/drawingml/2006/main" noGrp="1"/>
          </p:cNvSpPr>
          <p:nvPr/>
        </p:nvSpPr>
        <p:spPr>
          <a:xfrm xmlns:a="http://schemas.openxmlformats.org/drawingml/2006/main">
            <a:off x="10252113" y="5781675"/>
            <a:ext cx="72936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الفهرس</a:t>
            </a:r>
          </a:p>
        </p:txBody>
      </p:sp>
      <p:sp>
        <p:nvSpPr>
          <p:cNvPr id="53" name="text-507">
            <a:extLst xmlns:a="http://schemas.openxmlformats.org/drawingml/2006/main">
              <a:ext uri="{FF2B5EF4-FFF2-40B4-BE49-F238E27FC236}">
                <a16:creationId xmlns:a16="http://schemas.microsoft.com/office/drawing/2014/main" id="{6D8F080B-8A58-435D-B1BD-6E78450EE26B}"/>
              </a:ext>
            </a:extLst>
          </p:cNvPr>
          <p:cNvSpPr>
            <a:spLocks xmlns:a="http://schemas.openxmlformats.org/drawingml/2006/main" noGrp="1"/>
          </p:cNvSpPr>
          <p:nvPr/>
        </p:nvSpPr>
        <p:spPr>
          <a:xfrm xmlns:a="http://schemas.openxmlformats.org/drawingml/2006/main">
            <a:off x="9425740" y="5781675"/>
            <a:ext cx="77989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والحقوق</a:t>
            </a:r>
          </a:p>
        </p:txBody>
      </p:sp>
      <p:sp>
        <p:nvSpPr>
          <p:cNvPr id="54" name="text-508">
            <a:extLst xmlns:a="http://schemas.openxmlformats.org/drawingml/2006/main">
              <a:ext uri="{FF2B5EF4-FFF2-40B4-BE49-F238E27FC236}">
                <a16:creationId xmlns:a16="http://schemas.microsoft.com/office/drawing/2014/main" id="{BC51C546-DCD1-4B72-A622-EE91AD7DD43D}"/>
              </a:ext>
            </a:extLst>
          </p:cNvPr>
          <p:cNvSpPr>
            <a:spLocks xmlns:a="http://schemas.openxmlformats.org/drawingml/2006/main" noGrp="1"/>
          </p:cNvSpPr>
          <p:nvPr/>
        </p:nvSpPr>
        <p:spPr>
          <a:xfrm xmlns:a="http://schemas.openxmlformats.org/drawingml/2006/main">
            <a:off x="8851405" y="5781675"/>
            <a:ext cx="52785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معلنة</a:t>
            </a:r>
          </a:p>
        </p:txBody>
      </p:sp>
      <p:sp>
        <p:nvSpPr>
          <p:cNvPr id="55" name="text-509">
            <a:extLst xmlns:a="http://schemas.openxmlformats.org/drawingml/2006/main">
              <a:ext uri="{FF2B5EF4-FFF2-40B4-BE49-F238E27FC236}">
                <a16:creationId xmlns:a16="http://schemas.microsoft.com/office/drawing/2014/main" id="{91F37679-6E3D-4C89-89DE-C50B196FA0AA}"/>
              </a:ext>
            </a:extLst>
          </p:cNvPr>
          <p:cNvSpPr>
            <a:spLocks xmlns:a="http://schemas.openxmlformats.org/drawingml/2006/main" noGrp="1"/>
          </p:cNvSpPr>
          <p:nvPr/>
        </p:nvSpPr>
        <p:spPr>
          <a:xfrm xmlns:a="http://schemas.openxmlformats.org/drawingml/2006/main">
            <a:off x="8463083" y="5781675"/>
            <a:ext cx="34184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في</a:t>
            </a:r>
          </a:p>
        </p:txBody>
      </p:sp>
      <p:sp>
        <p:nvSpPr>
          <p:cNvPr id="56" name="text-510">
            <a:extLst xmlns:a="http://schemas.openxmlformats.org/drawingml/2006/main">
              <a:ext uri="{FF2B5EF4-FFF2-40B4-BE49-F238E27FC236}">
                <a16:creationId xmlns:a16="http://schemas.microsoft.com/office/drawing/2014/main" id="{1C2322DF-EDD4-459C-9DA1-B9454CABFF42}"/>
              </a:ext>
            </a:extLst>
          </p:cNvPr>
          <p:cNvSpPr>
            <a:spLocks xmlns:a="http://schemas.openxmlformats.org/drawingml/2006/main" noGrp="1"/>
          </p:cNvSpPr>
          <p:nvPr/>
        </p:nvSpPr>
        <p:spPr>
          <a:xfrm xmlns:a="http://schemas.openxmlformats.org/drawingml/2006/main">
            <a:off x="7864123" y="5781675"/>
            <a:ext cx="55247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سجل</a:t>
            </a:r>
          </a:p>
        </p:txBody>
      </p:sp>
      <p:sp>
        <p:nvSpPr>
          <p:cNvPr id="57" name="text-511">
            <a:extLst xmlns:a="http://schemas.openxmlformats.org/drawingml/2006/main">
              <a:ext uri="{FF2B5EF4-FFF2-40B4-BE49-F238E27FC236}">
                <a16:creationId xmlns:a16="http://schemas.microsoft.com/office/drawing/2014/main" id="{9C55350F-12F9-43AD-9576-19873CC3ACF8}"/>
              </a:ext>
            </a:extLst>
          </p:cNvPr>
          <p:cNvSpPr>
            <a:spLocks xmlns:a="http://schemas.openxmlformats.org/drawingml/2006/main" noGrp="1"/>
          </p:cNvSpPr>
          <p:nvPr/>
        </p:nvSpPr>
        <p:spPr>
          <a:xfrm xmlns:a="http://schemas.openxmlformats.org/drawingml/2006/main">
            <a:off x="7127420" y="5781675"/>
            <a:ext cx="690221"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المصادر</a:t>
            </a:r>
          </a:p>
        </p:txBody>
      </p:sp>
    </p:spTree>
    <p:extLst>
      <p:ext uri="{BB962C8B-B14F-4D97-AF65-F5344CB8AC3E}">
        <p14:creationId xmlns:p14="http://schemas.microsoft.com/office/powerpoint/2010/main" val="1042298517"/>
      </p:ext>
    </p:extLst>
  </p:cSld>
</p:sld>
</file>

<file path=ppt/slides/slide13.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66" name="text-512">
            <a:extLst xmlns:a="http://schemas.openxmlformats.org/drawingml/2006/main">
              <a:ext uri="{FF2B5EF4-FFF2-40B4-BE49-F238E27FC236}">
                <a16:creationId xmlns:a16="http://schemas.microsoft.com/office/drawing/2014/main" id="{02D50447-8C2B-4AC8-86CB-80716BB872AE}"/>
              </a:ext>
            </a:extLst>
          </p:cNvPr>
          <p:cNvSpPr>
            <a:spLocks xmlns:a="http://schemas.openxmlformats.org/drawingml/2006/main" noGrp="1"/>
          </p:cNvSpPr>
          <p:nvPr/>
        </p:nvSpPr>
        <p:spPr>
          <a:xfrm xmlns:a="http://schemas.openxmlformats.org/drawingml/2006/main">
            <a:off x="10930722" y="457200"/>
            <a:ext cx="65167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من</a:t>
            </a:r>
          </a:p>
        </p:txBody>
      </p:sp>
      <p:sp>
        <p:nvSpPr>
          <p:cNvPr id="2" name="text-513">
            <a:extLst xmlns:a="http://schemas.openxmlformats.org/drawingml/2006/main">
              <a:ext uri="{FF2B5EF4-FFF2-40B4-BE49-F238E27FC236}">
                <a16:creationId xmlns:a16="http://schemas.microsoft.com/office/drawing/2014/main" id="{2C60369D-1BB8-469C-BE77-1A73FF8E188F}"/>
              </a:ext>
            </a:extLst>
          </p:cNvPr>
          <p:cNvSpPr>
            <a:spLocks xmlns:a="http://schemas.openxmlformats.org/drawingml/2006/main" noGrp="1"/>
          </p:cNvSpPr>
          <p:nvPr/>
        </p:nvSpPr>
        <p:spPr>
          <a:xfrm xmlns:a="http://schemas.openxmlformats.org/drawingml/2006/main">
            <a:off x="9793331" y="457200"/>
            <a:ext cx="103642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نخدم</a:t>
            </a:r>
          </a:p>
        </p:txBody>
      </p:sp>
      <p:sp>
        <p:nvSpPr>
          <p:cNvPr id="3" name="text-514">
            <a:extLst xmlns:a="http://schemas.openxmlformats.org/drawingml/2006/main">
              <a:ext uri="{FF2B5EF4-FFF2-40B4-BE49-F238E27FC236}">
                <a16:creationId xmlns:a16="http://schemas.microsoft.com/office/drawing/2014/main" id="{CB6247F6-22F2-4621-B756-9275D43606D7}"/>
              </a:ext>
            </a:extLst>
          </p:cNvPr>
          <p:cNvSpPr>
            <a:spLocks xmlns:a="http://schemas.openxmlformats.org/drawingml/2006/main" noGrp="1"/>
          </p:cNvSpPr>
          <p:nvPr/>
        </p:nvSpPr>
        <p:spPr>
          <a:xfrm xmlns:a="http://schemas.openxmlformats.org/drawingml/2006/main">
            <a:off x="9029891" y="457200"/>
            <a:ext cx="66247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وما</a:t>
            </a:r>
          </a:p>
        </p:txBody>
      </p:sp>
      <p:sp>
        <p:nvSpPr>
          <p:cNvPr id="4" name="text-515">
            <a:extLst xmlns:a="http://schemas.openxmlformats.org/drawingml/2006/main">
              <a:ext uri="{FF2B5EF4-FFF2-40B4-BE49-F238E27FC236}">
                <a16:creationId xmlns:a16="http://schemas.microsoft.com/office/drawing/2014/main" id="{917AF284-7151-4A9A-B31F-FDD089CA0CFC}"/>
              </a:ext>
            </a:extLst>
          </p:cNvPr>
          <p:cNvSpPr>
            <a:spLocks xmlns:a="http://schemas.openxmlformats.org/drawingml/2006/main" noGrp="1"/>
          </p:cNvSpPr>
          <p:nvPr/>
        </p:nvSpPr>
        <p:spPr>
          <a:xfrm xmlns:a="http://schemas.openxmlformats.org/drawingml/2006/main">
            <a:off x="7918948" y="457200"/>
            <a:ext cx="100997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النفع</a:t>
            </a:r>
          </a:p>
        </p:txBody>
      </p:sp>
      <p:sp>
        <p:nvSpPr>
          <p:cNvPr id="5" name="text-516">
            <a:extLst xmlns:a="http://schemas.openxmlformats.org/drawingml/2006/main">
              <a:ext uri="{FF2B5EF4-FFF2-40B4-BE49-F238E27FC236}">
                <a16:creationId xmlns:a16="http://schemas.microsoft.com/office/drawing/2014/main" id="{26BC082F-F80F-4022-84F1-F01F86EEEAE0}"/>
              </a:ext>
            </a:extLst>
          </p:cNvPr>
          <p:cNvSpPr>
            <a:spLocks xmlns:a="http://schemas.openxmlformats.org/drawingml/2006/main" noGrp="1"/>
          </p:cNvSpPr>
          <p:nvPr/>
        </p:nvSpPr>
        <p:spPr>
          <a:xfrm xmlns:a="http://schemas.openxmlformats.org/drawingml/2006/main">
            <a:off x="6845153" y="457200"/>
            <a:ext cx="97283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الذي</a:t>
            </a:r>
          </a:p>
        </p:txBody>
      </p:sp>
      <p:sp>
        <p:nvSpPr>
          <p:cNvPr id="6" name="text-517">
            <a:extLst xmlns:a="http://schemas.openxmlformats.org/drawingml/2006/main">
              <a:ext uri="{FF2B5EF4-FFF2-40B4-BE49-F238E27FC236}">
                <a16:creationId xmlns:a16="http://schemas.microsoft.com/office/drawing/2014/main" id="{61E4C545-B511-4E48-910A-58413F22A4E4}"/>
              </a:ext>
            </a:extLst>
          </p:cNvPr>
          <p:cNvSpPr>
            <a:spLocks xmlns:a="http://schemas.openxmlformats.org/drawingml/2006/main" noGrp="1"/>
          </p:cNvSpPr>
          <p:nvPr/>
        </p:nvSpPr>
        <p:spPr>
          <a:xfrm xmlns:a="http://schemas.openxmlformats.org/drawingml/2006/main">
            <a:off x="5382250" y="457200"/>
            <a:ext cx="136193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نتحقق</a:t>
            </a:r>
          </a:p>
        </p:txBody>
      </p:sp>
      <p:sp>
        <p:nvSpPr>
          <p:cNvPr id="7" name="text-518">
            <a:extLst xmlns:a="http://schemas.openxmlformats.org/drawingml/2006/main">
              <a:ext uri="{FF2B5EF4-FFF2-40B4-BE49-F238E27FC236}">
                <a16:creationId xmlns:a16="http://schemas.microsoft.com/office/drawing/2014/main" id="{C02B6A46-DAAB-4561-9FFB-EEDD0549D4F2}"/>
              </a:ext>
            </a:extLst>
          </p:cNvPr>
          <p:cNvSpPr>
            <a:spLocks xmlns:a="http://schemas.openxmlformats.org/drawingml/2006/main" noGrp="1"/>
          </p:cNvSpPr>
          <p:nvPr/>
        </p:nvSpPr>
        <p:spPr>
          <a:xfrm xmlns:a="http://schemas.openxmlformats.org/drawingml/2006/main">
            <a:off x="4299737" y="457200"/>
            <a:ext cx="98154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منه؟</a:t>
            </a:r>
          </a:p>
        </p:txBody>
      </p:sp>
      <p:sp>
        <p:nvSpPr>
          <p:cNvPr id="8" name="shape-519">
            <a:extLst xmlns:a="http://schemas.openxmlformats.org/drawingml/2006/main">
              <a:ext uri="{FF2B5EF4-FFF2-40B4-BE49-F238E27FC236}">
                <a16:creationId xmlns:a16="http://schemas.microsoft.com/office/drawing/2014/main" id="{FF0DB4AD-9F91-440F-B073-253D62C64787}"/>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9" name="text-520">
            <a:extLst xmlns:a="http://schemas.openxmlformats.org/drawingml/2006/main">
              <a:ext uri="{FF2B5EF4-FFF2-40B4-BE49-F238E27FC236}">
                <a16:creationId xmlns:a16="http://schemas.microsoft.com/office/drawing/2014/main" id="{0A3AAB55-49EA-433E-A32C-57F174307C11}"/>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10" name="text-521">
            <a:extLst xmlns:a="http://schemas.openxmlformats.org/drawingml/2006/main">
              <a:ext uri="{FF2B5EF4-FFF2-40B4-BE49-F238E27FC236}">
                <a16:creationId xmlns:a16="http://schemas.microsoft.com/office/drawing/2014/main" id="{6E7697C1-4638-42CC-B694-C39F0F362654}"/>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11" name="text-522">
            <a:extLst xmlns:a="http://schemas.openxmlformats.org/drawingml/2006/main">
              <a:ext uri="{FF2B5EF4-FFF2-40B4-BE49-F238E27FC236}">
                <a16:creationId xmlns:a16="http://schemas.microsoft.com/office/drawing/2014/main" id="{CDAC7C0E-FB9F-4B4A-B780-E685A3AB8D81}"/>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2" name="text-523">
            <a:extLst xmlns:a="http://schemas.openxmlformats.org/drawingml/2006/main">
              <a:ext uri="{FF2B5EF4-FFF2-40B4-BE49-F238E27FC236}">
                <a16:creationId xmlns:a16="http://schemas.microsoft.com/office/drawing/2014/main" id="{7843E240-9345-467A-B33E-A8CDD4162608}"/>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3" name="text-524">
            <a:extLst xmlns:a="http://schemas.openxmlformats.org/drawingml/2006/main">
              <a:ext uri="{FF2B5EF4-FFF2-40B4-BE49-F238E27FC236}">
                <a16:creationId xmlns:a16="http://schemas.microsoft.com/office/drawing/2014/main" id="{CD39840D-22C6-4631-8B51-4FE6F775725A}"/>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4" name="text-525">
            <a:extLst xmlns:a="http://schemas.openxmlformats.org/drawingml/2006/main">
              <a:ext uri="{FF2B5EF4-FFF2-40B4-BE49-F238E27FC236}">
                <a16:creationId xmlns:a16="http://schemas.microsoft.com/office/drawing/2014/main" id="{1C9BEAAA-396E-405C-8E29-DF0016200FF1}"/>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5" name="text-526">
            <a:extLst xmlns:a="http://schemas.openxmlformats.org/drawingml/2006/main">
              <a:ext uri="{FF2B5EF4-FFF2-40B4-BE49-F238E27FC236}">
                <a16:creationId xmlns:a16="http://schemas.microsoft.com/office/drawing/2014/main" id="{13801F2C-E0A8-4C76-87CB-5DBE6C4A1953}"/>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13</a:t>
            </a:r>
          </a:p>
        </p:txBody>
      </p:sp>
      <p:sp>
        <p:nvSpPr>
          <p:cNvPr id="16" name="text-527">
            <a:extLst xmlns:a="http://schemas.openxmlformats.org/drawingml/2006/main">
              <a:ext uri="{FF2B5EF4-FFF2-40B4-BE49-F238E27FC236}">
                <a16:creationId xmlns:a16="http://schemas.microsoft.com/office/drawing/2014/main" id="{6E872279-0ED0-40F6-A0BD-01BC4A0C4B7C}"/>
              </a:ext>
            </a:extLst>
          </p:cNvPr>
          <p:cNvSpPr>
            <a:spLocks xmlns:a="http://schemas.openxmlformats.org/drawingml/2006/main" noGrp="1"/>
          </p:cNvSpPr>
          <p:nvPr/>
        </p:nvSpPr>
        <p:spPr>
          <a:xfrm xmlns:a="http://schemas.openxmlformats.org/drawingml/2006/main">
            <a:off x="10719725" y="1504950"/>
            <a:ext cx="862675"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DDC087"/>
                </a:solidFill>
                <a:latin typeface="Tahoma"/>
                <a:ea typeface="Tahoma"/>
                <a:cs typeface="Tahoma"/>
              </a:defRPr>
            </a:pPr>
            <a:r>
              <a:rPr sz="2475" b="1">
                <a:solidFill>
                  <a:srgbClr val="DDC087"/>
                </a:solidFill>
                <a:latin typeface="Tahoma"/>
                <a:ea typeface="Tahoma"/>
                <a:cs typeface="Tahoma"/>
              </a:rPr>
              <a:t>طالب</a:t>
            </a:r>
          </a:p>
        </p:txBody>
      </p:sp>
      <p:sp>
        <p:nvSpPr>
          <p:cNvPr id="17" name="text-528">
            <a:extLst xmlns:a="http://schemas.openxmlformats.org/drawingml/2006/main">
              <a:ext uri="{FF2B5EF4-FFF2-40B4-BE49-F238E27FC236}">
                <a16:creationId xmlns:a16="http://schemas.microsoft.com/office/drawing/2014/main" id="{06C98FDF-C44B-4A66-916C-B92CCEABCDD0}"/>
              </a:ext>
            </a:extLst>
          </p:cNvPr>
          <p:cNvSpPr>
            <a:spLocks xmlns:a="http://schemas.openxmlformats.org/drawingml/2006/main" noGrp="1"/>
          </p:cNvSpPr>
          <p:nvPr/>
        </p:nvSpPr>
        <p:spPr>
          <a:xfrm xmlns:a="http://schemas.openxmlformats.org/drawingml/2006/main">
            <a:off x="9427872" y="1504950"/>
            <a:ext cx="1218796"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DDC087"/>
                </a:solidFill>
                <a:latin typeface="Tahoma"/>
                <a:ea typeface="Tahoma"/>
                <a:cs typeface="Tahoma"/>
              </a:defRPr>
            </a:pPr>
            <a:r>
              <a:rPr sz="2475" b="1">
                <a:solidFill>
                  <a:srgbClr val="DDC087"/>
                </a:solidFill>
                <a:latin typeface="Tahoma"/>
                <a:ea typeface="Tahoma"/>
                <a:cs typeface="Tahoma"/>
              </a:rPr>
              <a:t>المعرفة</a:t>
            </a:r>
          </a:p>
        </p:txBody>
      </p:sp>
      <p:sp>
        <p:nvSpPr>
          <p:cNvPr id="18" name="text-529">
            <a:extLst xmlns:a="http://schemas.openxmlformats.org/drawingml/2006/main">
              <a:ext uri="{FF2B5EF4-FFF2-40B4-BE49-F238E27FC236}">
                <a16:creationId xmlns:a16="http://schemas.microsoft.com/office/drawing/2014/main" id="{6D4C2888-4ADB-4D30-BC52-A887B43FEF3A}"/>
              </a:ext>
            </a:extLst>
          </p:cNvPr>
          <p:cNvSpPr>
            <a:spLocks xmlns:a="http://schemas.openxmlformats.org/drawingml/2006/main" noGrp="1"/>
          </p:cNvSpPr>
          <p:nvPr/>
        </p:nvSpPr>
        <p:spPr>
          <a:xfrm xmlns:a="http://schemas.openxmlformats.org/drawingml/2006/main">
            <a:off x="8112542" y="1504950"/>
            <a:ext cx="124227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DDC087"/>
                </a:solidFill>
                <a:latin typeface="Tahoma"/>
                <a:ea typeface="Tahoma"/>
                <a:cs typeface="Tahoma"/>
              </a:defRPr>
            </a:pPr>
            <a:r>
              <a:rPr sz="2475" b="1">
                <a:solidFill>
                  <a:srgbClr val="DDC087"/>
                </a:solidFill>
                <a:latin typeface="Tahoma"/>
                <a:ea typeface="Tahoma"/>
                <a:cs typeface="Tahoma"/>
              </a:rPr>
              <a:t>والباحث</a:t>
            </a:r>
          </a:p>
        </p:txBody>
      </p:sp>
      <p:sp>
        <p:nvSpPr>
          <p:cNvPr id="19" name="text-530">
            <a:extLst xmlns:a="http://schemas.openxmlformats.org/drawingml/2006/main">
              <a:ext uri="{FF2B5EF4-FFF2-40B4-BE49-F238E27FC236}">
                <a16:creationId xmlns:a16="http://schemas.microsoft.com/office/drawing/2014/main" id="{952BE7D8-37BB-47F1-8A41-B76BB1C0EB02}"/>
              </a:ext>
            </a:extLst>
          </p:cNvPr>
          <p:cNvSpPr>
            <a:spLocks xmlns:a="http://schemas.openxmlformats.org/drawingml/2006/main" noGrp="1"/>
          </p:cNvSpPr>
          <p:nvPr/>
        </p:nvSpPr>
        <p:spPr>
          <a:xfrm xmlns:a="http://schemas.openxmlformats.org/drawingml/2006/main">
            <a:off x="6707958" y="1504950"/>
            <a:ext cx="1331526"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DDC087"/>
                </a:solidFill>
                <a:latin typeface="Tahoma"/>
                <a:ea typeface="Tahoma"/>
                <a:cs typeface="Tahoma"/>
              </a:defRPr>
            </a:pPr>
            <a:r>
              <a:rPr sz="2475" b="1">
                <a:solidFill>
                  <a:srgbClr val="DDC087"/>
                </a:solidFill>
                <a:latin typeface="Tahoma"/>
                <a:ea typeface="Tahoma"/>
                <a:cs typeface="Tahoma"/>
              </a:rPr>
              <a:t>والمعرّف</a:t>
            </a:r>
          </a:p>
        </p:txBody>
      </p:sp>
      <p:sp>
        <p:nvSpPr>
          <p:cNvPr id="20" name="text-531">
            <a:extLst xmlns:a="http://schemas.openxmlformats.org/drawingml/2006/main">
              <a:ext uri="{FF2B5EF4-FFF2-40B4-BE49-F238E27FC236}">
                <a16:creationId xmlns:a16="http://schemas.microsoft.com/office/drawing/2014/main" id="{F5D599C7-9668-4347-B64D-61F9C5924BAD}"/>
              </a:ext>
            </a:extLst>
          </p:cNvPr>
          <p:cNvSpPr>
            <a:spLocks xmlns:a="http://schemas.openxmlformats.org/drawingml/2006/main" noGrp="1"/>
          </p:cNvSpPr>
          <p:nvPr/>
        </p:nvSpPr>
        <p:spPr>
          <a:xfrm xmlns:a="http://schemas.openxmlformats.org/drawingml/2006/main">
            <a:off x="5332499" y="1504950"/>
            <a:ext cx="130240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DDC087"/>
                </a:solidFill>
                <a:latin typeface="Tahoma"/>
                <a:ea typeface="Tahoma"/>
                <a:cs typeface="Tahoma"/>
              </a:defRPr>
            </a:pPr>
            <a:r>
              <a:rPr sz="2475" b="1">
                <a:solidFill>
                  <a:srgbClr val="DDC087"/>
                </a:solidFill>
                <a:latin typeface="Tahoma"/>
                <a:ea typeface="Tahoma"/>
                <a:cs typeface="Tahoma"/>
              </a:rPr>
              <a:t>بالإسلام</a:t>
            </a:r>
          </a:p>
        </p:txBody>
      </p:sp>
      <p:sp>
        <p:nvSpPr>
          <p:cNvPr id="21" name="text-532">
            <a:extLst xmlns:a="http://schemas.openxmlformats.org/drawingml/2006/main">
              <a:ext uri="{FF2B5EF4-FFF2-40B4-BE49-F238E27FC236}">
                <a16:creationId xmlns:a16="http://schemas.microsoft.com/office/drawing/2014/main" id="{71061F6C-A395-4667-B29A-0444FDACAF0D}"/>
              </a:ext>
            </a:extLst>
          </p:cNvPr>
          <p:cNvSpPr>
            <a:spLocks xmlns:a="http://schemas.openxmlformats.org/drawingml/2006/main" noGrp="1"/>
          </p:cNvSpPr>
          <p:nvPr/>
        </p:nvSpPr>
        <p:spPr>
          <a:xfrm xmlns:a="http://schemas.openxmlformats.org/drawingml/2006/main">
            <a:off x="10890021" y="2181225"/>
            <a:ext cx="692379"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جواب</a:t>
            </a:r>
          </a:p>
        </p:txBody>
      </p:sp>
      <p:sp>
        <p:nvSpPr>
          <p:cNvPr id="22" name="text-533">
            <a:extLst xmlns:a="http://schemas.openxmlformats.org/drawingml/2006/main">
              <a:ext uri="{FF2B5EF4-FFF2-40B4-BE49-F238E27FC236}">
                <a16:creationId xmlns:a16="http://schemas.microsoft.com/office/drawing/2014/main" id="{9683B434-9227-4C12-B2C8-EDE80A91D793}"/>
              </a:ext>
            </a:extLst>
          </p:cNvPr>
          <p:cNvSpPr>
            <a:spLocks xmlns:a="http://schemas.openxmlformats.org/drawingml/2006/main" noGrp="1"/>
          </p:cNvSpPr>
          <p:nvPr/>
        </p:nvSpPr>
        <p:spPr>
          <a:xfrm xmlns:a="http://schemas.openxmlformats.org/drawingml/2006/main">
            <a:off x="10293925" y="2181225"/>
            <a:ext cx="522849"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يبدو</a:t>
            </a:r>
          </a:p>
        </p:txBody>
      </p:sp>
      <p:sp>
        <p:nvSpPr>
          <p:cNvPr id="23" name="text-534">
            <a:extLst xmlns:a="http://schemas.openxmlformats.org/drawingml/2006/main">
              <a:ext uri="{FF2B5EF4-FFF2-40B4-BE49-F238E27FC236}">
                <a16:creationId xmlns:a16="http://schemas.microsoft.com/office/drawing/2014/main" id="{8D7F374C-BF3C-4F90-87DC-79D7964CAAE7}"/>
              </a:ext>
            </a:extLst>
          </p:cNvPr>
          <p:cNvSpPr>
            <a:spLocks xmlns:a="http://schemas.openxmlformats.org/drawingml/2006/main" noGrp="1"/>
          </p:cNvSpPr>
          <p:nvPr/>
        </p:nvSpPr>
        <p:spPr>
          <a:xfrm xmlns:a="http://schemas.openxmlformats.org/drawingml/2006/main">
            <a:off x="9341600" y="2181225"/>
            <a:ext cx="879078"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صحيحًا</a:t>
            </a:r>
          </a:p>
        </p:txBody>
      </p:sp>
      <p:sp>
        <p:nvSpPr>
          <p:cNvPr id="24" name="text-535">
            <a:extLst xmlns:a="http://schemas.openxmlformats.org/drawingml/2006/main">
              <a:ext uri="{FF2B5EF4-FFF2-40B4-BE49-F238E27FC236}">
                <a16:creationId xmlns:a16="http://schemas.microsoft.com/office/drawing/2014/main" id="{0C86CC78-6AE9-4A54-AFB1-449F1E95A381}"/>
              </a:ext>
            </a:extLst>
          </p:cNvPr>
          <p:cNvSpPr>
            <a:spLocks xmlns:a="http://schemas.openxmlformats.org/drawingml/2006/main" noGrp="1"/>
          </p:cNvSpPr>
          <p:nvPr/>
        </p:nvSpPr>
        <p:spPr>
          <a:xfrm xmlns:a="http://schemas.openxmlformats.org/drawingml/2006/main">
            <a:off x="8702042" y="2181225"/>
            <a:ext cx="566311"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كيف</a:t>
            </a:r>
          </a:p>
        </p:txBody>
      </p:sp>
      <p:sp>
        <p:nvSpPr>
          <p:cNvPr id="25" name="text-536">
            <a:extLst xmlns:a="http://schemas.openxmlformats.org/drawingml/2006/main">
              <a:ext uri="{FF2B5EF4-FFF2-40B4-BE49-F238E27FC236}">
                <a16:creationId xmlns:a16="http://schemas.microsoft.com/office/drawing/2014/main" id="{AAD9E7D4-0A22-42C6-AA33-28B9C8EB9BDD}"/>
              </a:ext>
            </a:extLst>
          </p:cNvPr>
          <p:cNvSpPr>
            <a:spLocks xmlns:a="http://schemas.openxmlformats.org/drawingml/2006/main" noGrp="1"/>
          </p:cNvSpPr>
          <p:nvPr/>
        </p:nvSpPr>
        <p:spPr>
          <a:xfrm xmlns:a="http://schemas.openxmlformats.org/drawingml/2006/main">
            <a:off x="7768259" y="2181225"/>
            <a:ext cx="860535"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نتحقق</a:t>
            </a:r>
          </a:p>
        </p:txBody>
      </p:sp>
      <p:sp>
        <p:nvSpPr>
          <p:cNvPr id="26" name="text-537">
            <a:extLst xmlns:a="http://schemas.openxmlformats.org/drawingml/2006/main">
              <a:ext uri="{FF2B5EF4-FFF2-40B4-BE49-F238E27FC236}">
                <a16:creationId xmlns:a16="http://schemas.microsoft.com/office/drawing/2014/main" id="{4052A62C-622F-4235-BC16-05C92B0EB6ED}"/>
              </a:ext>
            </a:extLst>
          </p:cNvPr>
          <p:cNvSpPr>
            <a:spLocks xmlns:a="http://schemas.openxmlformats.org/drawingml/2006/main" noGrp="1"/>
          </p:cNvSpPr>
          <p:nvPr/>
        </p:nvSpPr>
        <p:spPr>
          <a:xfrm xmlns:a="http://schemas.openxmlformats.org/drawingml/2006/main">
            <a:off x="7272919" y="2181225"/>
            <a:ext cx="42209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من</a:t>
            </a:r>
          </a:p>
        </p:txBody>
      </p:sp>
      <p:sp>
        <p:nvSpPr>
          <p:cNvPr id="27" name="text-538">
            <a:extLst xmlns:a="http://schemas.openxmlformats.org/drawingml/2006/main">
              <a:ext uri="{FF2B5EF4-FFF2-40B4-BE49-F238E27FC236}">
                <a16:creationId xmlns:a16="http://schemas.microsoft.com/office/drawing/2014/main" id="{9E379CF8-C249-4F49-A2D9-B13B8F47D214}"/>
              </a:ext>
            </a:extLst>
          </p:cNvPr>
          <p:cNvSpPr>
            <a:spLocks xmlns:a="http://schemas.openxmlformats.org/drawingml/2006/main" noGrp="1"/>
          </p:cNvSpPr>
          <p:nvPr/>
        </p:nvSpPr>
        <p:spPr>
          <a:xfrm xmlns:a="http://schemas.openxmlformats.org/drawingml/2006/main">
            <a:off x="6668582" y="2181225"/>
            <a:ext cx="531090"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نصّه</a:t>
            </a:r>
          </a:p>
        </p:txBody>
      </p:sp>
      <p:sp>
        <p:nvSpPr>
          <p:cNvPr id="28" name="text-539">
            <a:extLst xmlns:a="http://schemas.openxmlformats.org/drawingml/2006/main">
              <a:ext uri="{FF2B5EF4-FFF2-40B4-BE49-F238E27FC236}">
                <a16:creationId xmlns:a16="http://schemas.microsoft.com/office/drawing/2014/main" id="{6DC07B8D-A513-41C6-8AF3-808EA7531652}"/>
              </a:ext>
            </a:extLst>
          </p:cNvPr>
          <p:cNvSpPr>
            <a:spLocks xmlns:a="http://schemas.openxmlformats.org/drawingml/2006/main" noGrp="1"/>
          </p:cNvSpPr>
          <p:nvPr/>
        </p:nvSpPr>
        <p:spPr>
          <a:xfrm xmlns:a="http://schemas.openxmlformats.org/drawingml/2006/main">
            <a:off x="5670343" y="2181225"/>
            <a:ext cx="924992"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F3F0E6"/>
                </a:solidFill>
                <a:latin typeface="Tahoma"/>
                <a:ea typeface="Tahoma"/>
                <a:cs typeface="Tahoma"/>
              </a:defRPr>
            </a:pPr>
            <a:r>
              <a:rPr sz="2325" b="0">
                <a:solidFill>
                  <a:srgbClr val="F3F0E6"/>
                </a:solidFill>
                <a:latin typeface="Tahoma"/>
                <a:ea typeface="Tahoma"/>
                <a:cs typeface="Tahoma"/>
              </a:rPr>
              <a:t>ودليله؟</a:t>
            </a:r>
          </a:p>
        </p:txBody>
      </p:sp>
      <p:sp>
        <p:nvSpPr>
          <p:cNvPr id="29" name="shape-540">
            <a:extLst xmlns:a="http://schemas.openxmlformats.org/drawingml/2006/main">
              <a:ext uri="{FF2B5EF4-FFF2-40B4-BE49-F238E27FC236}">
                <a16:creationId xmlns:a16="http://schemas.microsoft.com/office/drawing/2014/main" id="{842080F4-4D0D-46DD-B1C7-6736B90D05BE}"/>
              </a:ext>
            </a:extLst>
          </p:cNvPr>
          <p:cNvSpPr>
            <a:spLocks xmlns:a="http://schemas.openxmlformats.org/drawingml/2006/main" noGrp="1"/>
          </p:cNvSpPr>
          <p:nvPr/>
        </p:nvSpPr>
        <p:spPr>
          <a:xfrm xmlns:a="http://schemas.openxmlformats.org/drawingml/2006/main">
            <a:off x="6238875" y="3038475"/>
            <a:ext cx="5343525" cy="1533525"/>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30" name="shape-541">
            <a:extLst xmlns:a="http://schemas.openxmlformats.org/drawingml/2006/main">
              <a:ext uri="{FF2B5EF4-FFF2-40B4-BE49-F238E27FC236}">
                <a16:creationId xmlns:a16="http://schemas.microsoft.com/office/drawing/2014/main" id="{C5FF99E2-7FD6-4A16-A985-6D383D8F5AA0}"/>
              </a:ext>
            </a:extLst>
          </p:cNvPr>
          <p:cNvSpPr>
            <a:spLocks xmlns:a="http://schemas.openxmlformats.org/drawingml/2006/main" noGrp="1"/>
          </p:cNvSpPr>
          <p:nvPr/>
        </p:nvSpPr>
        <p:spPr>
          <a:xfrm xmlns:a="http://schemas.openxmlformats.org/drawingml/2006/main">
            <a:off x="609600" y="3038475"/>
            <a:ext cx="5343525" cy="1533525"/>
          </a:xfrm>
          <a:prstGeom xmlns:a="http://schemas.openxmlformats.org/drawingml/2006/main" prst="rect">
            <a:avLst/>
          </a:prstGeom>
          <a:solidFill xmlns:a="http://schemas.openxmlformats.org/drawingml/2006/main">
            <a:srgbClr val="172922"/>
          </a:solidFill>
          <a:ln xmlns:a="http://schemas.openxmlformats.org/drawingml/2006/main" w="9525">
            <a:solidFill>
              <a:srgbClr val="365046"/>
            </a:solidFill>
          </a:ln>
        </p:spPr>
      </p:sp>
      <p:sp>
        <p:nvSpPr>
          <p:cNvPr id="31" name="text-542">
            <a:extLst xmlns:a="http://schemas.openxmlformats.org/drawingml/2006/main">
              <a:ext uri="{FF2B5EF4-FFF2-40B4-BE49-F238E27FC236}">
                <a16:creationId xmlns:a16="http://schemas.microsoft.com/office/drawing/2014/main" id="{ACB4AC78-907D-481C-9C14-CE0BEC2F3EF9}"/>
              </a:ext>
            </a:extLst>
          </p:cNvPr>
          <p:cNvSpPr>
            <a:spLocks xmlns:a="http://schemas.openxmlformats.org/drawingml/2006/main" noGrp="1"/>
          </p:cNvSpPr>
          <p:nvPr/>
        </p:nvSpPr>
        <p:spPr>
          <a:xfrm xmlns:a="http://schemas.openxmlformats.org/drawingml/2006/main">
            <a:off x="10491384" y="3219450"/>
            <a:ext cx="90051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المثبت</a:t>
            </a:r>
          </a:p>
        </p:txBody>
      </p:sp>
      <p:sp>
        <p:nvSpPr>
          <p:cNvPr id="32" name="text-543">
            <a:extLst xmlns:a="http://schemas.openxmlformats.org/drawingml/2006/main">
              <a:ext uri="{FF2B5EF4-FFF2-40B4-BE49-F238E27FC236}">
                <a16:creationId xmlns:a16="http://schemas.microsoft.com/office/drawing/2014/main" id="{956CAE06-0A70-4F14-9194-9EA480BD3AF2}"/>
              </a:ext>
            </a:extLst>
          </p:cNvPr>
          <p:cNvSpPr>
            <a:spLocks xmlns:a="http://schemas.openxmlformats.org/drawingml/2006/main" noGrp="1"/>
          </p:cNvSpPr>
          <p:nvPr/>
        </p:nvSpPr>
        <p:spPr>
          <a:xfrm xmlns:a="http://schemas.openxmlformats.org/drawingml/2006/main">
            <a:off x="9926269" y="3219450"/>
            <a:ext cx="50605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في</a:t>
            </a:r>
          </a:p>
        </p:txBody>
      </p:sp>
      <p:sp>
        <p:nvSpPr>
          <p:cNvPr id="33" name="text-544">
            <a:extLst xmlns:a="http://schemas.openxmlformats.org/drawingml/2006/main">
              <a:ext uri="{FF2B5EF4-FFF2-40B4-BE49-F238E27FC236}">
                <a16:creationId xmlns:a16="http://schemas.microsoft.com/office/drawing/2014/main" id="{5EA46A6C-FB70-415A-B3FF-2779C9ED9407}"/>
              </a:ext>
            </a:extLst>
          </p:cNvPr>
          <p:cNvSpPr>
            <a:spLocks xmlns:a="http://schemas.openxmlformats.org/drawingml/2006/main" noGrp="1"/>
          </p:cNvSpPr>
          <p:nvPr/>
        </p:nvSpPr>
        <p:spPr>
          <a:xfrm xmlns:a="http://schemas.openxmlformats.org/drawingml/2006/main">
            <a:off x="9086759" y="3219450"/>
            <a:ext cx="78045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العينة</a:t>
            </a:r>
          </a:p>
        </p:txBody>
      </p:sp>
      <p:sp>
        <p:nvSpPr>
          <p:cNvPr id="34" name="text-545">
            <a:extLst xmlns:a="http://schemas.openxmlformats.org/drawingml/2006/main">
              <a:ext uri="{FF2B5EF4-FFF2-40B4-BE49-F238E27FC236}">
                <a16:creationId xmlns:a16="http://schemas.microsoft.com/office/drawing/2014/main" id="{D145A8CA-3010-414E-896B-2E54107AB650}"/>
              </a:ext>
            </a:extLst>
          </p:cNvPr>
          <p:cNvSpPr>
            <a:spLocks xmlns:a="http://schemas.openxmlformats.org/drawingml/2006/main" noGrp="1"/>
          </p:cNvSpPr>
          <p:nvPr/>
        </p:nvSpPr>
        <p:spPr>
          <a:xfrm xmlns:a="http://schemas.openxmlformats.org/drawingml/2006/main">
            <a:off x="10966668" y="3867150"/>
            <a:ext cx="4252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فتح</a:t>
            </a:r>
          </a:p>
        </p:txBody>
      </p:sp>
      <p:sp>
        <p:nvSpPr>
          <p:cNvPr id="35" name="text-546">
            <a:extLst xmlns:a="http://schemas.openxmlformats.org/drawingml/2006/main">
              <a:ext uri="{FF2B5EF4-FFF2-40B4-BE49-F238E27FC236}">
                <a16:creationId xmlns:a16="http://schemas.microsoft.com/office/drawing/2014/main" id="{FA28DEFF-A120-481B-9FFF-460B3425B244}"/>
              </a:ext>
            </a:extLst>
          </p:cNvPr>
          <p:cNvSpPr>
            <a:spLocks xmlns:a="http://schemas.openxmlformats.org/drawingml/2006/main" noGrp="1"/>
          </p:cNvSpPr>
          <p:nvPr/>
        </p:nvSpPr>
        <p:spPr>
          <a:xfrm xmlns:a="http://schemas.openxmlformats.org/drawingml/2006/main">
            <a:off x="10124553" y="3867150"/>
            <a:ext cx="78077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المصدر</a:t>
            </a:r>
          </a:p>
        </p:txBody>
      </p:sp>
      <p:sp>
        <p:nvSpPr>
          <p:cNvPr id="36" name="text-547">
            <a:extLst xmlns:a="http://schemas.openxmlformats.org/drawingml/2006/main">
              <a:ext uri="{FF2B5EF4-FFF2-40B4-BE49-F238E27FC236}">
                <a16:creationId xmlns:a16="http://schemas.microsoft.com/office/drawing/2014/main" id="{410B84C8-A330-4C4B-BF51-8419903956D8}"/>
              </a:ext>
            </a:extLst>
          </p:cNvPr>
          <p:cNvSpPr>
            <a:spLocks xmlns:a="http://schemas.openxmlformats.org/drawingml/2006/main" noGrp="1"/>
          </p:cNvSpPr>
          <p:nvPr/>
        </p:nvSpPr>
        <p:spPr>
          <a:xfrm xmlns:a="http://schemas.openxmlformats.org/drawingml/2006/main">
            <a:off x="9154997" y="3867150"/>
            <a:ext cx="90821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ومطابقة</a:t>
            </a:r>
          </a:p>
        </p:txBody>
      </p:sp>
      <p:sp>
        <p:nvSpPr>
          <p:cNvPr id="37" name="text-548">
            <a:extLst xmlns:a="http://schemas.openxmlformats.org/drawingml/2006/main">
              <a:ext uri="{FF2B5EF4-FFF2-40B4-BE49-F238E27FC236}">
                <a16:creationId xmlns:a16="http://schemas.microsoft.com/office/drawing/2014/main" id="{068E3BB7-C493-4F88-9249-E05161DECB66}"/>
              </a:ext>
            </a:extLst>
          </p:cNvPr>
          <p:cNvSpPr>
            <a:spLocks xmlns:a="http://schemas.openxmlformats.org/drawingml/2006/main" noGrp="1"/>
          </p:cNvSpPr>
          <p:nvPr/>
        </p:nvSpPr>
        <p:spPr>
          <a:xfrm xmlns:a="http://schemas.openxmlformats.org/drawingml/2006/main">
            <a:off x="8626139" y="3867150"/>
            <a:ext cx="46751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نصه</a:t>
            </a:r>
          </a:p>
        </p:txBody>
      </p:sp>
      <p:sp>
        <p:nvSpPr>
          <p:cNvPr id="38" name="text-549">
            <a:extLst xmlns:a="http://schemas.openxmlformats.org/drawingml/2006/main">
              <a:ext uri="{FF2B5EF4-FFF2-40B4-BE49-F238E27FC236}">
                <a16:creationId xmlns:a16="http://schemas.microsoft.com/office/drawing/2014/main" id="{E31F0AB6-ECA5-4869-83D7-D39CB04748F2}"/>
              </a:ext>
            </a:extLst>
          </p:cNvPr>
          <p:cNvSpPr>
            <a:spLocks xmlns:a="http://schemas.openxmlformats.org/drawingml/2006/main" noGrp="1"/>
          </p:cNvSpPr>
          <p:nvPr/>
        </p:nvSpPr>
        <p:spPr>
          <a:xfrm xmlns:a="http://schemas.openxmlformats.org/drawingml/2006/main">
            <a:off x="5473903" y="3219450"/>
            <a:ext cx="28872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DDC087"/>
                </a:solidFill>
                <a:latin typeface="Tahoma"/>
                <a:ea typeface="Tahoma"/>
                <a:cs typeface="Tahoma"/>
              </a:defRPr>
            </a:pPr>
            <a:r>
              <a:rPr sz="2025" b="1">
                <a:solidFill>
                  <a:srgbClr val="DDC087"/>
                </a:solidFill>
                <a:latin typeface="Tahoma"/>
                <a:ea typeface="Tahoma"/>
                <a:cs typeface="Tahoma"/>
              </a:rPr>
              <a:t>ما</a:t>
            </a:r>
          </a:p>
        </p:txBody>
      </p:sp>
      <p:sp>
        <p:nvSpPr>
          <p:cNvPr id="39" name="text-550">
            <a:extLst xmlns:a="http://schemas.openxmlformats.org/drawingml/2006/main">
              <a:ext uri="{FF2B5EF4-FFF2-40B4-BE49-F238E27FC236}">
                <a16:creationId xmlns:a16="http://schemas.microsoft.com/office/drawing/2014/main" id="{C32FC503-85C8-4E97-9FD5-4F46380A8906}"/>
              </a:ext>
            </a:extLst>
          </p:cNvPr>
          <p:cNvSpPr>
            <a:spLocks xmlns:a="http://schemas.openxmlformats.org/drawingml/2006/main" noGrp="1"/>
          </p:cNvSpPr>
          <p:nvPr/>
        </p:nvSpPr>
        <p:spPr>
          <a:xfrm xmlns:a="http://schemas.openxmlformats.org/drawingml/2006/main">
            <a:off x="4243193" y="3219450"/>
            <a:ext cx="117441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DDC087"/>
                </a:solidFill>
                <a:latin typeface="Tahoma"/>
                <a:ea typeface="Tahoma"/>
                <a:cs typeface="Tahoma"/>
              </a:defRPr>
            </a:pPr>
            <a:r>
              <a:rPr sz="2025" b="1">
                <a:solidFill>
                  <a:srgbClr val="DDC087"/>
                </a:solidFill>
                <a:latin typeface="Tahoma"/>
                <a:ea typeface="Tahoma"/>
                <a:cs typeface="Tahoma"/>
              </a:rPr>
              <a:t>سنقيسه</a:t>
            </a:r>
          </a:p>
        </p:txBody>
      </p:sp>
      <p:sp>
        <p:nvSpPr>
          <p:cNvPr id="40" name="text-551">
            <a:extLst xmlns:a="http://schemas.openxmlformats.org/drawingml/2006/main">
              <a:ext uri="{FF2B5EF4-FFF2-40B4-BE49-F238E27FC236}">
                <a16:creationId xmlns:a16="http://schemas.microsoft.com/office/drawing/2014/main" id="{6D1F2698-3796-4CD6-8F20-CB983EB6AAFC}"/>
              </a:ext>
            </a:extLst>
          </p:cNvPr>
          <p:cNvSpPr>
            <a:spLocks xmlns:a="http://schemas.openxmlformats.org/drawingml/2006/main" noGrp="1"/>
          </p:cNvSpPr>
          <p:nvPr/>
        </p:nvSpPr>
        <p:spPr>
          <a:xfrm xmlns:a="http://schemas.openxmlformats.org/drawingml/2006/main">
            <a:off x="3808628" y="3219450"/>
            <a:ext cx="37827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DDC087"/>
                </a:solidFill>
                <a:latin typeface="Tahoma"/>
                <a:ea typeface="Tahoma"/>
                <a:cs typeface="Tahoma"/>
              </a:defRPr>
            </a:pPr>
            <a:r>
              <a:rPr sz="2025" b="1">
                <a:solidFill>
                  <a:srgbClr val="DDC087"/>
                </a:solidFill>
                <a:latin typeface="Tahoma"/>
                <a:ea typeface="Tahoma"/>
                <a:cs typeface="Tahoma"/>
              </a:rPr>
              <a:t>مع</a:t>
            </a:r>
          </a:p>
        </p:txBody>
      </p:sp>
      <p:sp>
        <p:nvSpPr>
          <p:cNvPr id="41" name="text-552">
            <a:extLst xmlns:a="http://schemas.openxmlformats.org/drawingml/2006/main">
              <a:ext uri="{FF2B5EF4-FFF2-40B4-BE49-F238E27FC236}">
                <a16:creationId xmlns:a16="http://schemas.microsoft.com/office/drawing/2014/main" id="{EB5AFDA7-39F8-4CB8-A0C6-C347794F88C0}"/>
              </a:ext>
            </a:extLst>
          </p:cNvPr>
          <p:cNvSpPr>
            <a:spLocks xmlns:a="http://schemas.openxmlformats.org/drawingml/2006/main" noGrp="1"/>
          </p:cNvSpPr>
          <p:nvPr/>
        </p:nvSpPr>
        <p:spPr>
          <a:xfrm xmlns:a="http://schemas.openxmlformats.org/drawingml/2006/main">
            <a:off x="2229128" y="3219450"/>
            <a:ext cx="152320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DDC087"/>
                </a:solidFill>
                <a:latin typeface="Tahoma"/>
                <a:ea typeface="Tahoma"/>
                <a:cs typeface="Tahoma"/>
              </a:defRPr>
            </a:pPr>
            <a:r>
              <a:rPr sz="2025" b="1">
                <a:solidFill>
                  <a:srgbClr val="DDC087"/>
                </a:solidFill>
                <a:latin typeface="Tahoma"/>
                <a:ea typeface="Tahoma"/>
                <a:cs typeface="Tahoma"/>
              </a:rPr>
              <a:t>المستفيدين</a:t>
            </a:r>
          </a:p>
        </p:txBody>
      </p:sp>
      <p:sp>
        <p:nvSpPr>
          <p:cNvPr id="42" name="text-553">
            <a:extLst xmlns:a="http://schemas.openxmlformats.org/drawingml/2006/main">
              <a:ext uri="{FF2B5EF4-FFF2-40B4-BE49-F238E27FC236}">
                <a16:creationId xmlns:a16="http://schemas.microsoft.com/office/drawing/2014/main" id="{57388615-468B-4087-8C52-45D5A327F397}"/>
              </a:ext>
            </a:extLst>
          </p:cNvPr>
          <p:cNvSpPr>
            <a:spLocks xmlns:a="http://schemas.openxmlformats.org/drawingml/2006/main" noGrp="1"/>
          </p:cNvSpPr>
          <p:nvPr/>
        </p:nvSpPr>
        <p:spPr>
          <a:xfrm xmlns:a="http://schemas.openxmlformats.org/drawingml/2006/main">
            <a:off x="5190820" y="3867150"/>
            <a:ext cx="57180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إتمام</a:t>
            </a:r>
          </a:p>
        </p:txBody>
      </p:sp>
      <p:sp>
        <p:nvSpPr>
          <p:cNvPr id="43" name="text-554">
            <a:extLst xmlns:a="http://schemas.openxmlformats.org/drawingml/2006/main">
              <a:ext uri="{FF2B5EF4-FFF2-40B4-BE49-F238E27FC236}">
                <a16:creationId xmlns:a16="http://schemas.microsoft.com/office/drawing/2014/main" id="{683A3CF2-F132-4A7E-B1D2-EF1337679D51}"/>
              </a:ext>
            </a:extLst>
          </p:cNvPr>
          <p:cNvSpPr>
            <a:spLocks xmlns:a="http://schemas.openxmlformats.org/drawingml/2006/main" noGrp="1"/>
          </p:cNvSpPr>
          <p:nvPr/>
        </p:nvSpPr>
        <p:spPr>
          <a:xfrm xmlns:a="http://schemas.openxmlformats.org/drawingml/2006/main">
            <a:off x="4333793" y="3867150"/>
            <a:ext cx="79568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المهمة</a:t>
            </a:r>
          </a:p>
        </p:txBody>
      </p:sp>
      <p:sp>
        <p:nvSpPr>
          <p:cNvPr id="44" name="text-555">
            <a:extLst xmlns:a="http://schemas.openxmlformats.org/drawingml/2006/main">
              <a:ext uri="{FF2B5EF4-FFF2-40B4-BE49-F238E27FC236}">
                <a16:creationId xmlns:a16="http://schemas.microsoft.com/office/drawing/2014/main" id="{3D38FDDA-979D-4013-8C1F-69863FB96BE9}"/>
              </a:ext>
            </a:extLst>
          </p:cNvPr>
          <p:cNvSpPr>
            <a:spLocks xmlns:a="http://schemas.openxmlformats.org/drawingml/2006/main" noGrp="1"/>
          </p:cNvSpPr>
          <p:nvPr/>
        </p:nvSpPr>
        <p:spPr>
          <a:xfrm xmlns:a="http://schemas.openxmlformats.org/drawingml/2006/main">
            <a:off x="3687599" y="3867150"/>
            <a:ext cx="58485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وفهم</a:t>
            </a:r>
          </a:p>
        </p:txBody>
      </p:sp>
      <p:sp>
        <p:nvSpPr>
          <p:cNvPr id="45" name="text-556">
            <a:extLst xmlns:a="http://schemas.openxmlformats.org/drawingml/2006/main">
              <a:ext uri="{FF2B5EF4-FFF2-40B4-BE49-F238E27FC236}">
                <a16:creationId xmlns:a16="http://schemas.microsoft.com/office/drawing/2014/main" id="{4B7E5957-3762-464A-8E17-B73938FCB687}"/>
              </a:ext>
            </a:extLst>
          </p:cNvPr>
          <p:cNvSpPr>
            <a:spLocks xmlns:a="http://schemas.openxmlformats.org/drawingml/2006/main" noGrp="1"/>
          </p:cNvSpPr>
          <p:nvPr/>
        </p:nvSpPr>
        <p:spPr>
          <a:xfrm xmlns:a="http://schemas.openxmlformats.org/drawingml/2006/main">
            <a:off x="2874426" y="3867150"/>
            <a:ext cx="7518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الجواب</a:t>
            </a:r>
          </a:p>
        </p:txBody>
      </p:sp>
      <p:sp>
        <p:nvSpPr>
          <p:cNvPr id="46" name="text-557">
            <a:extLst xmlns:a="http://schemas.openxmlformats.org/drawingml/2006/main">
              <a:ext uri="{FF2B5EF4-FFF2-40B4-BE49-F238E27FC236}">
                <a16:creationId xmlns:a16="http://schemas.microsoft.com/office/drawing/2014/main" id="{5EBD43C7-47AA-4C95-9095-A718662DDC1D}"/>
              </a:ext>
            </a:extLst>
          </p:cNvPr>
          <p:cNvSpPr>
            <a:spLocks xmlns:a="http://schemas.openxmlformats.org/drawingml/2006/main" noGrp="1"/>
          </p:cNvSpPr>
          <p:nvPr/>
        </p:nvSpPr>
        <p:spPr>
          <a:xfrm xmlns:a="http://schemas.openxmlformats.org/drawingml/2006/main">
            <a:off x="10962915" y="4933950"/>
            <a:ext cx="61948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إضافة</a:t>
            </a:r>
          </a:p>
        </p:txBody>
      </p:sp>
      <p:sp>
        <p:nvSpPr>
          <p:cNvPr id="47" name="text-558">
            <a:extLst xmlns:a="http://schemas.openxmlformats.org/drawingml/2006/main">
              <a:ext uri="{FF2B5EF4-FFF2-40B4-BE49-F238E27FC236}">
                <a16:creationId xmlns:a16="http://schemas.microsoft.com/office/drawing/2014/main" id="{E1ECE2EB-1D45-4718-9681-06E61D53FB90}"/>
              </a:ext>
            </a:extLst>
          </p:cNvPr>
          <p:cNvSpPr>
            <a:spLocks xmlns:a="http://schemas.openxmlformats.org/drawingml/2006/main" noGrp="1"/>
          </p:cNvSpPr>
          <p:nvPr/>
        </p:nvSpPr>
        <p:spPr>
          <a:xfrm xmlns:a="http://schemas.openxmlformats.org/drawingml/2006/main">
            <a:off x="10108546" y="4933950"/>
            <a:ext cx="79598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التحدي</a:t>
            </a:r>
          </a:p>
        </p:txBody>
      </p:sp>
      <p:sp>
        <p:nvSpPr>
          <p:cNvPr id="48" name="text-559">
            <a:extLst xmlns:a="http://schemas.openxmlformats.org/drawingml/2006/main">
              <a:ext uri="{FF2B5EF4-FFF2-40B4-BE49-F238E27FC236}">
                <a16:creationId xmlns:a16="http://schemas.microsoft.com/office/drawing/2014/main" id="{7E533C58-FE02-49E1-8AE5-4BC63D922A34}"/>
              </a:ext>
            </a:extLst>
          </p:cNvPr>
          <p:cNvSpPr>
            <a:spLocks xmlns:a="http://schemas.openxmlformats.org/drawingml/2006/main" noGrp="1"/>
          </p:cNvSpPr>
          <p:nvPr/>
        </p:nvSpPr>
        <p:spPr>
          <a:xfrm xmlns:a="http://schemas.openxmlformats.org/drawingml/2006/main">
            <a:off x="9288711" y="4933950"/>
            <a:ext cx="76144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مجلس</a:t>
            </a:r>
          </a:p>
        </p:txBody>
      </p:sp>
      <p:sp>
        <p:nvSpPr>
          <p:cNvPr id="49" name="text-560">
            <a:extLst xmlns:a="http://schemas.openxmlformats.org/drawingml/2006/main">
              <a:ext uri="{FF2B5EF4-FFF2-40B4-BE49-F238E27FC236}">
                <a16:creationId xmlns:a16="http://schemas.microsoft.com/office/drawing/2014/main" id="{80B6A996-EE42-4017-B2F8-221A97DD4416}"/>
              </a:ext>
            </a:extLst>
          </p:cNvPr>
          <p:cNvSpPr>
            <a:spLocks xmlns:a="http://schemas.openxmlformats.org/drawingml/2006/main" noGrp="1"/>
          </p:cNvSpPr>
          <p:nvPr/>
        </p:nvSpPr>
        <p:spPr>
          <a:xfrm xmlns:a="http://schemas.openxmlformats.org/drawingml/2006/main">
            <a:off x="8775462" y="4933950"/>
            <a:ext cx="45486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وبث</a:t>
            </a:r>
          </a:p>
        </p:txBody>
      </p:sp>
      <p:sp>
        <p:nvSpPr>
          <p:cNvPr id="50" name="text-561">
            <a:extLst xmlns:a="http://schemas.openxmlformats.org/drawingml/2006/main">
              <a:ext uri="{FF2B5EF4-FFF2-40B4-BE49-F238E27FC236}">
                <a16:creationId xmlns:a16="http://schemas.microsoft.com/office/drawing/2014/main" id="{18B827A8-DBCB-4544-B9EE-4BD5C8C4C37E}"/>
              </a:ext>
            </a:extLst>
          </p:cNvPr>
          <p:cNvSpPr>
            <a:spLocks xmlns:a="http://schemas.openxmlformats.org/drawingml/2006/main" noGrp="1"/>
          </p:cNvSpPr>
          <p:nvPr/>
        </p:nvSpPr>
        <p:spPr>
          <a:xfrm xmlns:a="http://schemas.openxmlformats.org/drawingml/2006/main">
            <a:off x="7957099" y="4933950"/>
            <a:ext cx="75997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ومراجع</a:t>
            </a:r>
          </a:p>
        </p:txBody>
      </p:sp>
      <p:sp>
        <p:nvSpPr>
          <p:cNvPr id="51" name="text-562">
            <a:extLst xmlns:a="http://schemas.openxmlformats.org/drawingml/2006/main">
              <a:ext uri="{FF2B5EF4-FFF2-40B4-BE49-F238E27FC236}">
                <a16:creationId xmlns:a16="http://schemas.microsoft.com/office/drawing/2014/main" id="{76D5C816-0CC5-4606-A158-EAD631F4FE8C}"/>
              </a:ext>
            </a:extLst>
          </p:cNvPr>
          <p:cNvSpPr>
            <a:spLocks xmlns:a="http://schemas.openxmlformats.org/drawingml/2006/main" noGrp="1"/>
          </p:cNvSpPr>
          <p:nvPr/>
        </p:nvSpPr>
        <p:spPr>
          <a:xfrm xmlns:a="http://schemas.openxmlformats.org/drawingml/2006/main">
            <a:off x="7231055" y="4933950"/>
            <a:ext cx="66765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وإحالة</a:t>
            </a:r>
          </a:p>
        </p:txBody>
      </p:sp>
      <p:sp>
        <p:nvSpPr>
          <p:cNvPr id="52" name="text-563">
            <a:extLst xmlns:a="http://schemas.openxmlformats.org/drawingml/2006/main">
              <a:ext uri="{FF2B5EF4-FFF2-40B4-BE49-F238E27FC236}">
                <a16:creationId xmlns:a16="http://schemas.microsoft.com/office/drawing/2014/main" id="{BB15B6E2-4BB5-4CE4-859B-99F11FF912FE}"/>
              </a:ext>
            </a:extLst>
          </p:cNvPr>
          <p:cNvSpPr>
            <a:spLocks xmlns:a="http://schemas.openxmlformats.org/drawingml/2006/main" noGrp="1"/>
          </p:cNvSpPr>
          <p:nvPr/>
        </p:nvSpPr>
        <p:spPr>
          <a:xfrm xmlns:a="http://schemas.openxmlformats.org/drawingml/2006/main">
            <a:off x="6629313" y="4933950"/>
            <a:ext cx="54335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وأدلة</a:t>
            </a:r>
          </a:p>
        </p:txBody>
      </p:sp>
      <p:sp>
        <p:nvSpPr>
          <p:cNvPr id="53" name="text-564">
            <a:extLst xmlns:a="http://schemas.openxmlformats.org/drawingml/2006/main">
              <a:ext uri="{FF2B5EF4-FFF2-40B4-BE49-F238E27FC236}">
                <a16:creationId xmlns:a16="http://schemas.microsoft.com/office/drawing/2014/main" id="{E5C70C73-D3A3-4C9C-9492-25CBC9FBB56C}"/>
              </a:ext>
            </a:extLst>
          </p:cNvPr>
          <p:cNvSpPr>
            <a:spLocks xmlns:a="http://schemas.openxmlformats.org/drawingml/2006/main" noGrp="1"/>
          </p:cNvSpPr>
          <p:nvPr/>
        </p:nvSpPr>
        <p:spPr>
          <a:xfrm xmlns:a="http://schemas.openxmlformats.org/drawingml/2006/main">
            <a:off x="6045329" y="4933950"/>
            <a:ext cx="52559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قابلة</a:t>
            </a:r>
          </a:p>
        </p:txBody>
      </p:sp>
      <p:sp>
        <p:nvSpPr>
          <p:cNvPr id="54" name="text-565">
            <a:extLst xmlns:a="http://schemas.openxmlformats.org/drawingml/2006/main">
              <a:ext uri="{FF2B5EF4-FFF2-40B4-BE49-F238E27FC236}">
                <a16:creationId xmlns:a16="http://schemas.microsoft.com/office/drawing/2014/main" id="{93A23389-A027-45BC-96EB-0E302BA85871}"/>
              </a:ext>
            </a:extLst>
          </p:cNvPr>
          <p:cNvSpPr>
            <a:spLocks xmlns:a="http://schemas.openxmlformats.org/drawingml/2006/main" noGrp="1"/>
          </p:cNvSpPr>
          <p:nvPr/>
        </p:nvSpPr>
        <p:spPr>
          <a:xfrm xmlns:a="http://schemas.openxmlformats.org/drawingml/2006/main">
            <a:off x="5188704" y="4933950"/>
            <a:ext cx="79823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A6DAB5"/>
                </a:solidFill>
                <a:latin typeface="Tahoma"/>
                <a:ea typeface="Tahoma"/>
                <a:cs typeface="Tahoma"/>
              </a:defRPr>
            </a:pPr>
            <a:r>
              <a:rPr sz="1950" b="0">
                <a:solidFill>
                  <a:srgbClr val="A6DAB5"/>
                </a:solidFill>
                <a:latin typeface="Tahoma"/>
                <a:ea typeface="Tahoma"/>
                <a:cs typeface="Tahoma"/>
              </a:rPr>
              <a:t>للفحص</a:t>
            </a:r>
          </a:p>
        </p:txBody>
      </p:sp>
      <p:sp>
        <p:nvSpPr>
          <p:cNvPr id="55" name="text-566">
            <a:extLst xmlns:a="http://schemas.openxmlformats.org/drawingml/2006/main">
              <a:ext uri="{FF2B5EF4-FFF2-40B4-BE49-F238E27FC236}">
                <a16:creationId xmlns:a16="http://schemas.microsoft.com/office/drawing/2014/main" id="{9D9FB36A-BED7-49B9-BE93-6AA443CBC3A9}"/>
              </a:ext>
            </a:extLst>
          </p:cNvPr>
          <p:cNvSpPr>
            <a:spLocks xmlns:a="http://schemas.openxmlformats.org/drawingml/2006/main" noGrp="1"/>
          </p:cNvSpPr>
          <p:nvPr/>
        </p:nvSpPr>
        <p:spPr>
          <a:xfrm xmlns:a="http://schemas.openxmlformats.org/drawingml/2006/main">
            <a:off x="10867260" y="5562600"/>
            <a:ext cx="715140"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النموذج</a:t>
            </a:r>
          </a:p>
        </p:txBody>
      </p:sp>
      <p:sp>
        <p:nvSpPr>
          <p:cNvPr id="56" name="text-567">
            <a:extLst xmlns:a="http://schemas.openxmlformats.org/drawingml/2006/main">
              <a:ext uri="{FF2B5EF4-FFF2-40B4-BE49-F238E27FC236}">
                <a16:creationId xmlns:a16="http://schemas.microsoft.com/office/drawing/2014/main" id="{09D772D8-704D-4D9A-8908-E8E1E90E34BD}"/>
              </a:ext>
            </a:extLst>
          </p:cNvPr>
          <p:cNvSpPr>
            <a:spLocks xmlns:a="http://schemas.openxmlformats.org/drawingml/2006/main" noGrp="1"/>
          </p:cNvSpPr>
          <p:nvPr/>
        </p:nvSpPr>
        <p:spPr>
          <a:xfrm xmlns:a="http://schemas.openxmlformats.org/drawingml/2006/main">
            <a:off x="10052847" y="5562600"/>
            <a:ext cx="76497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والبحوث</a:t>
            </a:r>
          </a:p>
        </p:txBody>
      </p:sp>
      <p:sp>
        <p:nvSpPr>
          <p:cNvPr id="57" name="text-568">
            <a:extLst xmlns:a="http://schemas.openxmlformats.org/drawingml/2006/main">
              <a:ext uri="{FF2B5EF4-FFF2-40B4-BE49-F238E27FC236}">
                <a16:creationId xmlns:a16="http://schemas.microsoft.com/office/drawing/2014/main" id="{3F5736D8-1B29-43E5-8D88-7C8DB1BDFF03}"/>
              </a:ext>
            </a:extLst>
          </p:cNvPr>
          <p:cNvSpPr>
            <a:spLocks xmlns:a="http://schemas.openxmlformats.org/drawingml/2006/main" noGrp="1"/>
          </p:cNvSpPr>
          <p:nvPr/>
        </p:nvSpPr>
        <p:spPr>
          <a:xfrm xmlns:a="http://schemas.openxmlformats.org/drawingml/2006/main">
            <a:off x="9576708" y="5562600"/>
            <a:ext cx="426704"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أصل</a:t>
            </a:r>
          </a:p>
        </p:txBody>
      </p:sp>
      <p:sp>
        <p:nvSpPr>
          <p:cNvPr id="58" name="text-569">
            <a:extLst xmlns:a="http://schemas.openxmlformats.org/drawingml/2006/main">
              <a:ext uri="{FF2B5EF4-FFF2-40B4-BE49-F238E27FC236}">
                <a16:creationId xmlns:a16="http://schemas.microsoft.com/office/drawing/2014/main" id="{C3FC74A8-E4AE-4CCB-A788-882838656958}"/>
              </a:ext>
            </a:extLst>
          </p:cNvPr>
          <p:cNvSpPr>
            <a:spLocks xmlns:a="http://schemas.openxmlformats.org/drawingml/2006/main" noGrp="1"/>
          </p:cNvSpPr>
          <p:nvPr/>
        </p:nvSpPr>
        <p:spPr>
          <a:xfrm xmlns:a="http://schemas.openxmlformats.org/drawingml/2006/main">
            <a:off x="8937515" y="5562600"/>
            <a:ext cx="58975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سابق</a:t>
            </a:r>
          </a:p>
        </p:txBody>
      </p:sp>
      <p:sp>
        <p:nvSpPr>
          <p:cNvPr id="59" name="text-570">
            <a:extLst xmlns:a="http://schemas.openxmlformats.org/drawingml/2006/main">
              <a:ext uri="{FF2B5EF4-FFF2-40B4-BE49-F238E27FC236}">
                <a16:creationId xmlns:a16="http://schemas.microsoft.com/office/drawing/2014/main" id="{C94C3291-2196-4065-907E-2F5D3C89CFE7}"/>
              </a:ext>
            </a:extLst>
          </p:cNvPr>
          <p:cNvSpPr>
            <a:spLocks xmlns:a="http://schemas.openxmlformats.org/drawingml/2006/main" noGrp="1"/>
          </p:cNvSpPr>
          <p:nvPr/>
        </p:nvSpPr>
        <p:spPr>
          <a:xfrm xmlns:a="http://schemas.openxmlformats.org/drawingml/2006/main">
            <a:off x="8770219" y="5562600"/>
            <a:ext cx="117861"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a:t>
            </a:r>
          </a:p>
        </p:txBody>
      </p:sp>
      <p:sp>
        <p:nvSpPr>
          <p:cNvPr id="60" name="text-571">
            <a:extLst xmlns:a="http://schemas.openxmlformats.org/drawingml/2006/main">
              <a:ext uri="{FF2B5EF4-FFF2-40B4-BE49-F238E27FC236}">
                <a16:creationId xmlns:a16="http://schemas.microsoft.com/office/drawing/2014/main" id="{B18E3985-60EB-4209-944C-B2BA9C6A2937}"/>
              </a:ext>
            </a:extLst>
          </p:cNvPr>
          <p:cNvSpPr>
            <a:spLocks xmlns:a="http://schemas.openxmlformats.org/drawingml/2006/main" noGrp="1"/>
          </p:cNvSpPr>
          <p:nvPr/>
        </p:nvSpPr>
        <p:spPr>
          <a:xfrm xmlns:a="http://schemas.openxmlformats.org/drawingml/2006/main">
            <a:off x="8471066" y="5562600"/>
            <a:ext cx="24971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أثر</a:t>
            </a:r>
          </a:p>
        </p:txBody>
      </p:sp>
      <p:sp>
        <p:nvSpPr>
          <p:cNvPr id="61" name="text-572">
            <a:extLst xmlns:a="http://schemas.openxmlformats.org/drawingml/2006/main">
              <a:ext uri="{FF2B5EF4-FFF2-40B4-BE49-F238E27FC236}">
                <a16:creationId xmlns:a16="http://schemas.microsoft.com/office/drawing/2014/main" id="{4ABFAFDC-F53D-4FA4-AFF9-13AAB9F9C604}"/>
              </a:ext>
            </a:extLst>
          </p:cNvPr>
          <p:cNvSpPr>
            <a:spLocks xmlns:a="http://schemas.openxmlformats.org/drawingml/2006/main" noGrp="1"/>
          </p:cNvSpPr>
          <p:nvPr/>
        </p:nvSpPr>
        <p:spPr>
          <a:xfrm xmlns:a="http://schemas.openxmlformats.org/drawingml/2006/main">
            <a:off x="7426984" y="5562600"/>
            <a:ext cx="99464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الاستخدام</a:t>
            </a:r>
          </a:p>
        </p:txBody>
      </p:sp>
      <p:sp>
        <p:nvSpPr>
          <p:cNvPr id="62" name="text-573">
            <a:extLst xmlns:a="http://schemas.openxmlformats.org/drawingml/2006/main">
              <a:ext uri="{FF2B5EF4-FFF2-40B4-BE49-F238E27FC236}">
                <a16:creationId xmlns:a16="http://schemas.microsoft.com/office/drawing/2014/main" id="{EB49F0FE-CB11-4FE1-96D0-F886AADAB5EB}"/>
              </a:ext>
            </a:extLst>
          </p:cNvPr>
          <p:cNvSpPr>
            <a:spLocks xmlns:a="http://schemas.openxmlformats.org/drawingml/2006/main" noGrp="1"/>
          </p:cNvSpPr>
          <p:nvPr/>
        </p:nvSpPr>
        <p:spPr>
          <a:xfrm xmlns:a="http://schemas.openxmlformats.org/drawingml/2006/main">
            <a:off x="6713719" y="5562600"/>
            <a:ext cx="663830"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الواسع</a:t>
            </a:r>
          </a:p>
        </p:txBody>
      </p:sp>
      <p:sp>
        <p:nvSpPr>
          <p:cNvPr id="63" name="text-574">
            <a:extLst xmlns:a="http://schemas.openxmlformats.org/drawingml/2006/main">
              <a:ext uri="{FF2B5EF4-FFF2-40B4-BE49-F238E27FC236}">
                <a16:creationId xmlns:a16="http://schemas.microsoft.com/office/drawing/2014/main" id="{400558F6-A445-426C-9BDE-054736DD979D}"/>
              </a:ext>
            </a:extLst>
          </p:cNvPr>
          <p:cNvSpPr>
            <a:spLocks xmlns:a="http://schemas.openxmlformats.org/drawingml/2006/main" noGrp="1"/>
          </p:cNvSpPr>
          <p:nvPr/>
        </p:nvSpPr>
        <p:spPr>
          <a:xfrm xmlns:a="http://schemas.openxmlformats.org/drawingml/2006/main">
            <a:off x="6407797" y="5562600"/>
            <a:ext cx="256487"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لم</a:t>
            </a:r>
          </a:p>
        </p:txBody>
      </p:sp>
      <p:sp>
        <p:nvSpPr>
          <p:cNvPr id="64" name="text-575">
            <a:extLst xmlns:a="http://schemas.openxmlformats.org/drawingml/2006/main">
              <a:ext uri="{FF2B5EF4-FFF2-40B4-BE49-F238E27FC236}">
                <a16:creationId xmlns:a16="http://schemas.microsoft.com/office/drawing/2014/main" id="{6B22A991-7EFF-4C71-8BA5-E2E057805FDD}"/>
              </a:ext>
            </a:extLst>
          </p:cNvPr>
          <p:cNvSpPr>
            <a:spLocks xmlns:a="http://schemas.openxmlformats.org/drawingml/2006/main" noGrp="1"/>
          </p:cNvSpPr>
          <p:nvPr/>
        </p:nvSpPr>
        <p:spPr>
          <a:xfrm xmlns:a="http://schemas.openxmlformats.org/drawingml/2006/main">
            <a:off x="5851210" y="5562600"/>
            <a:ext cx="507152"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يُقَس</a:t>
            </a:r>
          </a:p>
        </p:txBody>
      </p:sp>
      <p:sp>
        <p:nvSpPr>
          <p:cNvPr id="65" name="text-576">
            <a:extLst xmlns:a="http://schemas.openxmlformats.org/drawingml/2006/main">
              <a:ext uri="{FF2B5EF4-FFF2-40B4-BE49-F238E27FC236}">
                <a16:creationId xmlns:a16="http://schemas.microsoft.com/office/drawing/2014/main" id="{6AA3F3DA-49F6-4B52-89C4-FFDC11FE9513}"/>
              </a:ext>
            </a:extLst>
          </p:cNvPr>
          <p:cNvSpPr>
            <a:spLocks xmlns:a="http://schemas.openxmlformats.org/drawingml/2006/main" noGrp="1"/>
          </p:cNvSpPr>
          <p:nvPr/>
        </p:nvSpPr>
        <p:spPr>
          <a:xfrm xmlns:a="http://schemas.openxmlformats.org/drawingml/2006/main">
            <a:off x="5468372" y="5562600"/>
            <a:ext cx="333404"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A5B9AB"/>
                </a:solidFill>
                <a:latin typeface="Tahoma"/>
                <a:ea typeface="Tahoma"/>
                <a:cs typeface="Tahoma"/>
              </a:defRPr>
            </a:pPr>
            <a:r>
              <a:rPr sz="1725" b="0">
                <a:solidFill>
                  <a:srgbClr val="A5B9AB"/>
                </a:solidFill>
                <a:latin typeface="Tahoma"/>
                <a:ea typeface="Tahoma"/>
                <a:cs typeface="Tahoma"/>
              </a:rPr>
              <a:t>بعد</a:t>
            </a:r>
          </a:p>
        </p:txBody>
      </p:sp>
    </p:spTree>
    <p:extLst>
      <p:ext uri="{BB962C8B-B14F-4D97-AF65-F5344CB8AC3E}">
        <p14:creationId xmlns:p14="http://schemas.microsoft.com/office/powerpoint/2010/main" val="1431022561"/>
      </p:ext>
    </p:extLst>
  </p:cSld>
</p:sld>
</file>

<file path=ppt/slides/slide14.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74" name="text-577">
            <a:extLst xmlns:a="http://schemas.openxmlformats.org/drawingml/2006/main">
              <a:ext uri="{FF2B5EF4-FFF2-40B4-BE49-F238E27FC236}">
                <a16:creationId xmlns:a16="http://schemas.microsoft.com/office/drawing/2014/main" id="{055BA1FA-2B44-4135-91BC-6E6B210AFBBB}"/>
              </a:ext>
            </a:extLst>
          </p:cNvPr>
          <p:cNvSpPr>
            <a:spLocks xmlns:a="http://schemas.openxmlformats.org/drawingml/2006/main" noGrp="1"/>
          </p:cNvSpPr>
          <p:nvPr/>
        </p:nvSpPr>
        <p:spPr>
          <a:xfrm xmlns:a="http://schemas.openxmlformats.org/drawingml/2006/main">
            <a:off x="10879607" y="457200"/>
            <a:ext cx="70279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أعد</a:t>
            </a:r>
          </a:p>
        </p:txBody>
      </p:sp>
      <p:sp>
        <p:nvSpPr>
          <p:cNvPr id="2" name="text-578">
            <a:extLst xmlns:a="http://schemas.openxmlformats.org/drawingml/2006/main">
              <a:ext uri="{FF2B5EF4-FFF2-40B4-BE49-F238E27FC236}">
                <a16:creationId xmlns:a16="http://schemas.microsoft.com/office/drawing/2014/main" id="{A12C0F7B-8104-485A-AE36-2A810D630F2D}"/>
              </a:ext>
            </a:extLst>
          </p:cNvPr>
          <p:cNvSpPr>
            <a:spLocks xmlns:a="http://schemas.openxmlformats.org/drawingml/2006/main" noGrp="1"/>
          </p:cNvSpPr>
          <p:nvPr/>
        </p:nvSpPr>
        <p:spPr>
          <a:xfrm xmlns:a="http://schemas.openxmlformats.org/drawingml/2006/main">
            <a:off x="9334980" y="457200"/>
            <a:ext cx="144366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التجربة</a:t>
            </a:r>
          </a:p>
        </p:txBody>
      </p:sp>
      <p:sp>
        <p:nvSpPr>
          <p:cNvPr id="3" name="text-579">
            <a:extLst xmlns:a="http://schemas.openxmlformats.org/drawingml/2006/main">
              <a:ext uri="{FF2B5EF4-FFF2-40B4-BE49-F238E27FC236}">
                <a16:creationId xmlns:a16="http://schemas.microsoft.com/office/drawing/2014/main" id="{103AF392-4BDE-4394-B2C8-8D02049D3569}"/>
              </a:ext>
            </a:extLst>
          </p:cNvPr>
          <p:cNvSpPr>
            <a:spLocks xmlns:a="http://schemas.openxmlformats.org/drawingml/2006/main" noGrp="1"/>
          </p:cNvSpPr>
          <p:nvPr/>
        </p:nvSpPr>
        <p:spPr>
          <a:xfrm xmlns:a="http://schemas.openxmlformats.org/drawingml/2006/main">
            <a:off x="7656622" y="457200"/>
            <a:ext cx="157739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وافحص</a:t>
            </a:r>
          </a:p>
        </p:txBody>
      </p:sp>
      <p:sp>
        <p:nvSpPr>
          <p:cNvPr id="4" name="text-580">
            <a:extLst xmlns:a="http://schemas.openxmlformats.org/drawingml/2006/main">
              <a:ext uri="{FF2B5EF4-FFF2-40B4-BE49-F238E27FC236}">
                <a16:creationId xmlns:a16="http://schemas.microsoft.com/office/drawing/2014/main" id="{C4FF4591-53E6-4F5C-B6F6-BA77C49C8BCC}"/>
              </a:ext>
            </a:extLst>
          </p:cNvPr>
          <p:cNvSpPr>
            <a:spLocks xmlns:a="http://schemas.openxmlformats.org/drawingml/2006/main" noGrp="1"/>
          </p:cNvSpPr>
          <p:nvPr/>
        </p:nvSpPr>
        <p:spPr>
          <a:xfrm xmlns:a="http://schemas.openxmlformats.org/drawingml/2006/main">
            <a:off x="6143991" y="457200"/>
            <a:ext cx="141166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النتيجة</a:t>
            </a:r>
          </a:p>
        </p:txBody>
      </p:sp>
      <p:sp>
        <p:nvSpPr>
          <p:cNvPr id="5" name="text-581">
            <a:extLst xmlns:a="http://schemas.openxmlformats.org/drawingml/2006/main">
              <a:ext uri="{FF2B5EF4-FFF2-40B4-BE49-F238E27FC236}">
                <a16:creationId xmlns:a16="http://schemas.microsoft.com/office/drawing/2014/main" id="{208C0B12-8AEC-4159-95AB-E09B7DE6200C}"/>
              </a:ext>
            </a:extLst>
          </p:cNvPr>
          <p:cNvSpPr>
            <a:spLocks xmlns:a="http://schemas.openxmlformats.org/drawingml/2006/main" noGrp="1"/>
          </p:cNvSpPr>
          <p:nvPr/>
        </p:nvSpPr>
        <p:spPr>
          <a:xfrm xmlns:a="http://schemas.openxmlformats.org/drawingml/2006/main">
            <a:off x="4582325" y="457200"/>
            <a:ext cx="146070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بنفسك</a:t>
            </a:r>
          </a:p>
        </p:txBody>
      </p:sp>
      <p:sp>
        <p:nvSpPr>
          <p:cNvPr id="6" name="shape-582">
            <a:extLst xmlns:a="http://schemas.openxmlformats.org/drawingml/2006/main">
              <a:ext uri="{FF2B5EF4-FFF2-40B4-BE49-F238E27FC236}">
                <a16:creationId xmlns:a16="http://schemas.microsoft.com/office/drawing/2014/main" id="{048D6EE8-2C12-4129-9ED1-95D357BA3FFB}"/>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583">
            <a:extLst xmlns:a="http://schemas.openxmlformats.org/drawingml/2006/main">
              <a:ext uri="{FF2B5EF4-FFF2-40B4-BE49-F238E27FC236}">
                <a16:creationId xmlns:a16="http://schemas.microsoft.com/office/drawing/2014/main" id="{403CD675-80EA-4BDC-8A91-44E174CA3048}"/>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584">
            <a:extLst xmlns:a="http://schemas.openxmlformats.org/drawingml/2006/main">
              <a:ext uri="{FF2B5EF4-FFF2-40B4-BE49-F238E27FC236}">
                <a16:creationId xmlns:a16="http://schemas.microsoft.com/office/drawing/2014/main" id="{4492B88A-5C02-4F99-9900-DF974B5777B4}"/>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585">
            <a:extLst xmlns:a="http://schemas.openxmlformats.org/drawingml/2006/main">
              <a:ext uri="{FF2B5EF4-FFF2-40B4-BE49-F238E27FC236}">
                <a16:creationId xmlns:a16="http://schemas.microsoft.com/office/drawing/2014/main" id="{8573B95E-4D4C-4F25-8A5F-D881AE9A0D51}"/>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586">
            <a:extLst xmlns:a="http://schemas.openxmlformats.org/drawingml/2006/main">
              <a:ext uri="{FF2B5EF4-FFF2-40B4-BE49-F238E27FC236}">
                <a16:creationId xmlns:a16="http://schemas.microsoft.com/office/drawing/2014/main" id="{E38D7928-57EB-4BEE-98F4-C4DE4C6BA837}"/>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587">
            <a:extLst xmlns:a="http://schemas.openxmlformats.org/drawingml/2006/main">
              <a:ext uri="{FF2B5EF4-FFF2-40B4-BE49-F238E27FC236}">
                <a16:creationId xmlns:a16="http://schemas.microsoft.com/office/drawing/2014/main" id="{9493B3EF-E445-414E-A74B-C48D74FDC21B}"/>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588">
            <a:extLst xmlns:a="http://schemas.openxmlformats.org/drawingml/2006/main">
              <a:ext uri="{FF2B5EF4-FFF2-40B4-BE49-F238E27FC236}">
                <a16:creationId xmlns:a16="http://schemas.microsoft.com/office/drawing/2014/main" id="{5B5E7A57-55E4-40FF-944D-7B9B9E701076}"/>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589">
            <a:extLst xmlns:a="http://schemas.openxmlformats.org/drawingml/2006/main">
              <a:ext uri="{FF2B5EF4-FFF2-40B4-BE49-F238E27FC236}">
                <a16:creationId xmlns:a16="http://schemas.microsoft.com/office/drawing/2014/main" id="{A996FA83-DDB0-4276-89D8-C30A92BE498A}"/>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14</a:t>
            </a:r>
          </a:p>
        </p:txBody>
      </p:sp>
      <p:sp>
        <p:nvSpPr>
          <p:cNvPr id="14" name="text-590">
            <a:extLst xmlns:a="http://schemas.openxmlformats.org/drawingml/2006/main">
              <a:ext uri="{FF2B5EF4-FFF2-40B4-BE49-F238E27FC236}">
                <a16:creationId xmlns:a16="http://schemas.microsoft.com/office/drawing/2014/main" id="{14263DCE-7E01-49EE-892F-231861574DFA}"/>
              </a:ext>
            </a:extLst>
          </p:cNvPr>
          <p:cNvSpPr>
            <a:spLocks xmlns:a="http://schemas.openxmlformats.org/drawingml/2006/main" noGrp="1"/>
          </p:cNvSpPr>
          <p:nvPr/>
        </p:nvSpPr>
        <p:spPr>
          <a:xfrm xmlns:a="http://schemas.openxmlformats.org/drawingml/2006/main">
            <a:off x="10593126" y="1495425"/>
            <a:ext cx="98927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السؤال</a:t>
            </a:r>
          </a:p>
        </p:txBody>
      </p:sp>
      <p:sp>
        <p:nvSpPr>
          <p:cNvPr id="15" name="text-591">
            <a:extLst xmlns:a="http://schemas.openxmlformats.org/drawingml/2006/main">
              <a:ext uri="{FF2B5EF4-FFF2-40B4-BE49-F238E27FC236}">
                <a16:creationId xmlns:a16="http://schemas.microsoft.com/office/drawing/2014/main" id="{B7D28FEE-1186-4686-A546-103ED72C0BF4}"/>
              </a:ext>
            </a:extLst>
          </p:cNvPr>
          <p:cNvSpPr>
            <a:spLocks xmlns:a="http://schemas.openxmlformats.org/drawingml/2006/main" noGrp="1"/>
          </p:cNvSpPr>
          <p:nvPr/>
        </p:nvSpPr>
        <p:spPr>
          <a:xfrm xmlns:a="http://schemas.openxmlformats.org/drawingml/2006/main">
            <a:off x="10028011" y="1495425"/>
            <a:ext cx="50605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في</a:t>
            </a:r>
          </a:p>
        </p:txBody>
      </p:sp>
      <p:sp>
        <p:nvSpPr>
          <p:cNvPr id="16" name="text-592">
            <a:extLst xmlns:a="http://schemas.openxmlformats.org/drawingml/2006/main">
              <a:ext uri="{FF2B5EF4-FFF2-40B4-BE49-F238E27FC236}">
                <a16:creationId xmlns:a16="http://schemas.microsoft.com/office/drawing/2014/main" id="{9CD073E9-DC03-4761-9A33-D3F751E23B40}"/>
              </a:ext>
            </a:extLst>
          </p:cNvPr>
          <p:cNvSpPr>
            <a:spLocks xmlns:a="http://schemas.openxmlformats.org/drawingml/2006/main" noGrp="1"/>
          </p:cNvSpPr>
          <p:nvPr/>
        </p:nvSpPr>
        <p:spPr>
          <a:xfrm xmlns:a="http://schemas.openxmlformats.org/drawingml/2006/main">
            <a:off x="9421193" y="1495425"/>
            <a:ext cx="54776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برق</a:t>
            </a:r>
          </a:p>
        </p:txBody>
      </p:sp>
      <p:sp>
        <p:nvSpPr>
          <p:cNvPr id="17" name="text-593">
            <a:extLst xmlns:a="http://schemas.openxmlformats.org/drawingml/2006/main">
              <a:ext uri="{FF2B5EF4-FFF2-40B4-BE49-F238E27FC236}">
                <a16:creationId xmlns:a16="http://schemas.microsoft.com/office/drawing/2014/main" id="{AAD4E94E-2F76-4D9C-A96C-83128590D61E}"/>
              </a:ext>
            </a:extLst>
          </p:cNvPr>
          <p:cNvSpPr>
            <a:spLocks xmlns:a="http://schemas.openxmlformats.org/drawingml/2006/main" noGrp="1"/>
          </p:cNvSpPr>
          <p:nvPr/>
        </p:nvSpPr>
        <p:spPr>
          <a:xfrm xmlns:a="http://schemas.openxmlformats.org/drawingml/2006/main">
            <a:off x="8574253" y="1495425"/>
            <a:ext cx="78788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الفتى</a:t>
            </a:r>
          </a:p>
        </p:txBody>
      </p:sp>
      <p:sp>
        <p:nvSpPr>
          <p:cNvPr id="18" name="text-594">
            <a:extLst xmlns:a="http://schemas.openxmlformats.org/drawingml/2006/main">
              <a:ext uri="{FF2B5EF4-FFF2-40B4-BE49-F238E27FC236}">
                <a16:creationId xmlns:a16="http://schemas.microsoft.com/office/drawing/2014/main" id="{F5B8BDF2-093F-4F14-B40A-70DC960C6D7E}"/>
              </a:ext>
            </a:extLst>
          </p:cNvPr>
          <p:cNvSpPr>
            <a:spLocks xmlns:a="http://schemas.openxmlformats.org/drawingml/2006/main" noGrp="1"/>
          </p:cNvSpPr>
          <p:nvPr/>
        </p:nvSpPr>
        <p:spPr>
          <a:xfrm xmlns:a="http://schemas.openxmlformats.org/drawingml/2006/main">
            <a:off x="5836067" y="1495425"/>
            <a:ext cx="29803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ما</a:t>
            </a:r>
          </a:p>
        </p:txBody>
      </p:sp>
      <p:sp>
        <p:nvSpPr>
          <p:cNvPr id="19" name="text-595">
            <a:extLst xmlns:a="http://schemas.openxmlformats.org/drawingml/2006/main">
              <a:ext uri="{FF2B5EF4-FFF2-40B4-BE49-F238E27FC236}">
                <a16:creationId xmlns:a16="http://schemas.microsoft.com/office/drawing/2014/main" id="{263AC3EE-AF0A-41A0-B957-168A9FD4DED3}"/>
              </a:ext>
            </a:extLst>
          </p:cNvPr>
          <p:cNvSpPr>
            <a:spLocks xmlns:a="http://schemas.openxmlformats.org/drawingml/2006/main" noGrp="1"/>
          </p:cNvSpPr>
          <p:nvPr/>
        </p:nvSpPr>
        <p:spPr>
          <a:xfrm xmlns:a="http://schemas.openxmlformats.org/drawingml/2006/main">
            <a:off x="5130287" y="1495425"/>
            <a:ext cx="64672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الذي</a:t>
            </a:r>
          </a:p>
        </p:txBody>
      </p:sp>
      <p:sp>
        <p:nvSpPr>
          <p:cNvPr id="20" name="text-596">
            <a:extLst xmlns:a="http://schemas.openxmlformats.org/drawingml/2006/main">
              <a:ext uri="{FF2B5EF4-FFF2-40B4-BE49-F238E27FC236}">
                <a16:creationId xmlns:a16="http://schemas.microsoft.com/office/drawing/2014/main" id="{FDB4C248-D369-413C-9134-457EE5BEED28}"/>
              </a:ext>
            </a:extLst>
          </p:cNvPr>
          <p:cNvSpPr>
            <a:spLocks xmlns:a="http://schemas.openxmlformats.org/drawingml/2006/main" noGrp="1"/>
          </p:cNvSpPr>
          <p:nvPr/>
        </p:nvSpPr>
        <p:spPr>
          <a:xfrm xmlns:a="http://schemas.openxmlformats.org/drawingml/2006/main">
            <a:off x="3956152" y="1495425"/>
            <a:ext cx="111508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DDC087"/>
                </a:solidFill>
                <a:latin typeface="Tahoma"/>
                <a:ea typeface="Tahoma"/>
                <a:cs typeface="Tahoma"/>
              </a:defRPr>
            </a:pPr>
            <a:r>
              <a:rPr sz="2100" b="1">
                <a:solidFill>
                  <a:srgbClr val="DDC087"/>
                </a:solidFill>
                <a:latin typeface="Tahoma"/>
                <a:ea typeface="Tahoma"/>
                <a:cs typeface="Tahoma"/>
              </a:rPr>
              <a:t>تفحصه؟</a:t>
            </a:r>
          </a:p>
        </p:txBody>
      </p:sp>
      <p:sp>
        <p:nvSpPr>
          <p:cNvPr id="21" name="shape-597">
            <a:extLst xmlns:a="http://schemas.openxmlformats.org/drawingml/2006/main">
              <a:ext uri="{FF2B5EF4-FFF2-40B4-BE49-F238E27FC236}">
                <a16:creationId xmlns:a16="http://schemas.microsoft.com/office/drawing/2014/main" id="{F4DD3EA6-1DE9-499C-AE57-F1BDE4E007EA}"/>
              </a:ext>
            </a:extLst>
          </p:cNvPr>
          <p:cNvSpPr>
            <a:spLocks xmlns:a="http://schemas.openxmlformats.org/drawingml/2006/main" noGrp="1"/>
          </p:cNvSpPr>
          <p:nvPr/>
        </p:nvSpPr>
        <p:spPr>
          <a:xfrm xmlns:a="http://schemas.openxmlformats.org/drawingml/2006/main">
            <a:off x="609600" y="201930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22" name="text-598">
            <a:extLst xmlns:a="http://schemas.openxmlformats.org/drawingml/2006/main">
              <a:ext uri="{FF2B5EF4-FFF2-40B4-BE49-F238E27FC236}">
                <a16:creationId xmlns:a16="http://schemas.microsoft.com/office/drawing/2014/main" id="{B261A657-BACE-44F9-A701-DBDB728FAF52}"/>
              </a:ext>
            </a:extLst>
          </p:cNvPr>
          <p:cNvSpPr>
            <a:spLocks xmlns:a="http://schemas.openxmlformats.org/drawingml/2006/main" noGrp="1"/>
          </p:cNvSpPr>
          <p:nvPr/>
        </p:nvSpPr>
        <p:spPr>
          <a:xfrm xmlns:a="http://schemas.openxmlformats.org/drawingml/2006/main">
            <a:off x="11061513" y="2257425"/>
            <a:ext cx="52088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لماذا</a:t>
            </a:r>
          </a:p>
        </p:txBody>
      </p:sp>
      <p:sp>
        <p:nvSpPr>
          <p:cNvPr id="23" name="text-599">
            <a:extLst xmlns:a="http://schemas.openxmlformats.org/drawingml/2006/main">
              <a:ext uri="{FF2B5EF4-FFF2-40B4-BE49-F238E27FC236}">
                <a16:creationId xmlns:a16="http://schemas.microsoft.com/office/drawing/2014/main" id="{FE2E287D-8EFD-40A7-9986-25DE49453845}"/>
              </a:ext>
            </a:extLst>
          </p:cNvPr>
          <p:cNvSpPr>
            <a:spLocks xmlns:a="http://schemas.openxmlformats.org/drawingml/2006/main" noGrp="1"/>
          </p:cNvSpPr>
          <p:nvPr/>
        </p:nvSpPr>
        <p:spPr>
          <a:xfrm xmlns:a="http://schemas.openxmlformats.org/drawingml/2006/main">
            <a:off x="10541691" y="2257425"/>
            <a:ext cx="46143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يعبد</a:t>
            </a:r>
          </a:p>
        </p:txBody>
      </p:sp>
      <p:sp>
        <p:nvSpPr>
          <p:cNvPr id="24" name="text-600">
            <a:extLst xmlns:a="http://schemas.openxmlformats.org/drawingml/2006/main">
              <a:ext uri="{FF2B5EF4-FFF2-40B4-BE49-F238E27FC236}">
                <a16:creationId xmlns:a16="http://schemas.microsoft.com/office/drawing/2014/main" id="{D73C22BA-9654-41F1-B199-25DF6DCA062B}"/>
              </a:ext>
            </a:extLst>
          </p:cNvPr>
          <p:cNvSpPr>
            <a:spLocks xmlns:a="http://schemas.openxmlformats.org/drawingml/2006/main" noGrp="1"/>
          </p:cNvSpPr>
          <p:nvPr/>
        </p:nvSpPr>
        <p:spPr>
          <a:xfrm xmlns:a="http://schemas.openxmlformats.org/drawingml/2006/main">
            <a:off x="9360134" y="2257425"/>
            <a:ext cx="112316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المسلمون</a:t>
            </a:r>
          </a:p>
        </p:txBody>
      </p:sp>
      <p:sp>
        <p:nvSpPr>
          <p:cNvPr id="25" name="text-601">
            <a:extLst xmlns:a="http://schemas.openxmlformats.org/drawingml/2006/main">
              <a:ext uri="{FF2B5EF4-FFF2-40B4-BE49-F238E27FC236}">
                <a16:creationId xmlns:a16="http://schemas.microsoft.com/office/drawing/2014/main" id="{ACAD175B-F40A-4EA9-B475-8CF95434A0F7}"/>
              </a:ext>
            </a:extLst>
          </p:cNvPr>
          <p:cNvSpPr>
            <a:spLocks xmlns:a="http://schemas.openxmlformats.org/drawingml/2006/main" noGrp="1"/>
          </p:cNvSpPr>
          <p:nvPr/>
        </p:nvSpPr>
        <p:spPr>
          <a:xfrm xmlns:a="http://schemas.openxmlformats.org/drawingml/2006/main">
            <a:off x="8514595" y="2257425"/>
            <a:ext cx="78715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الكعبة؟</a:t>
            </a:r>
          </a:p>
        </p:txBody>
      </p:sp>
      <p:sp>
        <p:nvSpPr>
          <p:cNvPr id="26" name="text-602">
            <a:extLst xmlns:a="http://schemas.openxmlformats.org/drawingml/2006/main">
              <a:ext uri="{FF2B5EF4-FFF2-40B4-BE49-F238E27FC236}">
                <a16:creationId xmlns:a16="http://schemas.microsoft.com/office/drawing/2014/main" id="{DE99E0C7-3786-4869-9380-554015BDB362}"/>
              </a:ext>
            </a:extLst>
          </p:cNvPr>
          <p:cNvSpPr>
            <a:spLocks xmlns:a="http://schemas.openxmlformats.org/drawingml/2006/main" noGrp="1"/>
          </p:cNvSpPr>
          <p:nvPr/>
        </p:nvSpPr>
        <p:spPr>
          <a:xfrm xmlns:a="http://schemas.openxmlformats.org/drawingml/2006/main">
            <a:off x="5203694" y="2257425"/>
            <a:ext cx="69228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تصحيح</a:t>
            </a:r>
          </a:p>
        </p:txBody>
      </p:sp>
      <p:sp>
        <p:nvSpPr>
          <p:cNvPr id="27" name="text-603">
            <a:extLst xmlns:a="http://schemas.openxmlformats.org/drawingml/2006/main">
              <a:ext uri="{FF2B5EF4-FFF2-40B4-BE49-F238E27FC236}">
                <a16:creationId xmlns:a16="http://schemas.microsoft.com/office/drawing/2014/main" id="{FCB579B2-EC2E-46D0-B8EA-F5771EFFFA4E}"/>
              </a:ext>
            </a:extLst>
          </p:cNvPr>
          <p:cNvSpPr>
            <a:spLocks xmlns:a="http://schemas.openxmlformats.org/drawingml/2006/main" noGrp="1"/>
          </p:cNvSpPr>
          <p:nvPr/>
        </p:nvSpPr>
        <p:spPr>
          <a:xfrm xmlns:a="http://schemas.openxmlformats.org/drawingml/2006/main">
            <a:off x="4377204" y="2257425"/>
            <a:ext cx="774102"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الفرضية</a:t>
            </a:r>
          </a:p>
        </p:txBody>
      </p:sp>
      <p:sp>
        <p:nvSpPr>
          <p:cNvPr id="28" name="text-604">
            <a:extLst xmlns:a="http://schemas.openxmlformats.org/drawingml/2006/main">
              <a:ext uri="{FF2B5EF4-FFF2-40B4-BE49-F238E27FC236}">
                <a16:creationId xmlns:a16="http://schemas.microsoft.com/office/drawing/2014/main" id="{92BF4570-444C-49DD-8946-71439DFBE14E}"/>
              </a:ext>
            </a:extLst>
          </p:cNvPr>
          <p:cNvSpPr>
            <a:spLocks xmlns:a="http://schemas.openxmlformats.org/drawingml/2006/main" noGrp="1"/>
          </p:cNvSpPr>
          <p:nvPr/>
        </p:nvSpPr>
        <p:spPr>
          <a:xfrm xmlns:a="http://schemas.openxmlformats.org/drawingml/2006/main">
            <a:off x="3844448" y="2257425"/>
            <a:ext cx="48036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وفتح</a:t>
            </a:r>
          </a:p>
        </p:txBody>
      </p:sp>
      <p:sp>
        <p:nvSpPr>
          <p:cNvPr id="29" name="text-605">
            <a:extLst xmlns:a="http://schemas.openxmlformats.org/drawingml/2006/main">
              <a:ext uri="{FF2B5EF4-FFF2-40B4-BE49-F238E27FC236}">
                <a16:creationId xmlns:a16="http://schemas.microsoft.com/office/drawing/2014/main" id="{81DBA072-24B7-4CF5-B257-6A2DB37C77EA}"/>
              </a:ext>
            </a:extLst>
          </p:cNvPr>
          <p:cNvSpPr>
            <a:spLocks xmlns:a="http://schemas.openxmlformats.org/drawingml/2006/main" noGrp="1"/>
          </p:cNvSpPr>
          <p:nvPr/>
        </p:nvSpPr>
        <p:spPr>
          <a:xfrm xmlns:a="http://schemas.openxmlformats.org/drawingml/2006/main">
            <a:off x="3093795" y="2257425"/>
            <a:ext cx="69826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المصدر</a:t>
            </a:r>
          </a:p>
        </p:txBody>
      </p:sp>
      <p:sp>
        <p:nvSpPr>
          <p:cNvPr id="30" name="text-606">
            <a:extLst xmlns:a="http://schemas.openxmlformats.org/drawingml/2006/main">
              <a:ext uri="{FF2B5EF4-FFF2-40B4-BE49-F238E27FC236}">
                <a16:creationId xmlns:a16="http://schemas.microsoft.com/office/drawing/2014/main" id="{860DBC11-7BD2-4ED5-8124-8E2445F43569}"/>
              </a:ext>
            </a:extLst>
          </p:cNvPr>
          <p:cNvSpPr>
            <a:spLocks xmlns:a="http://schemas.openxmlformats.org/drawingml/2006/main" noGrp="1"/>
          </p:cNvSpPr>
          <p:nvPr/>
        </p:nvSpPr>
        <p:spPr>
          <a:xfrm xmlns:a="http://schemas.openxmlformats.org/drawingml/2006/main">
            <a:off x="2330192" y="2257425"/>
            <a:ext cx="71121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٩٢٩٢٣</a:t>
            </a:r>
          </a:p>
        </p:txBody>
      </p:sp>
      <p:sp>
        <p:nvSpPr>
          <p:cNvPr id="31" name="text-607">
            <a:extLst xmlns:a="http://schemas.openxmlformats.org/drawingml/2006/main">
              <a:ext uri="{FF2B5EF4-FFF2-40B4-BE49-F238E27FC236}">
                <a16:creationId xmlns:a16="http://schemas.microsoft.com/office/drawing/2014/main" id="{E7715154-F5CB-4038-91D4-6DF78F9D56D3}"/>
              </a:ext>
            </a:extLst>
          </p:cNvPr>
          <p:cNvSpPr>
            <a:spLocks xmlns:a="http://schemas.openxmlformats.org/drawingml/2006/main" noGrp="1"/>
          </p:cNvSpPr>
          <p:nvPr/>
        </p:nvSpPr>
        <p:spPr>
          <a:xfrm xmlns:a="http://schemas.openxmlformats.org/drawingml/2006/main">
            <a:off x="11041205" y="3124200"/>
            <a:ext cx="54119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أكمل</a:t>
            </a:r>
          </a:p>
        </p:txBody>
      </p:sp>
      <p:sp>
        <p:nvSpPr>
          <p:cNvPr id="32" name="text-608">
            <a:extLst xmlns:a="http://schemas.openxmlformats.org/drawingml/2006/main">
              <a:ext uri="{FF2B5EF4-FFF2-40B4-BE49-F238E27FC236}">
                <a16:creationId xmlns:a16="http://schemas.microsoft.com/office/drawing/2014/main" id="{EDABCFC1-1BE8-4050-99E7-7769F279FE3E}"/>
              </a:ext>
            </a:extLst>
          </p:cNvPr>
          <p:cNvSpPr>
            <a:spLocks xmlns:a="http://schemas.openxmlformats.org/drawingml/2006/main" noGrp="1"/>
          </p:cNvSpPr>
          <p:nvPr/>
        </p:nvSpPr>
        <p:spPr>
          <a:xfrm xmlns:a="http://schemas.openxmlformats.org/drawingml/2006/main">
            <a:off x="10529827" y="3124200"/>
            <a:ext cx="45603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الآية</a:t>
            </a:r>
          </a:p>
        </p:txBody>
      </p:sp>
      <p:sp>
        <p:nvSpPr>
          <p:cNvPr id="33" name="text-609">
            <a:extLst xmlns:a="http://schemas.openxmlformats.org/drawingml/2006/main">
              <a:ext uri="{FF2B5EF4-FFF2-40B4-BE49-F238E27FC236}">
                <a16:creationId xmlns:a16="http://schemas.microsoft.com/office/drawing/2014/main" id="{9007C218-20EF-4F7A-84EE-E45DAE5C33FE}"/>
              </a:ext>
            </a:extLst>
          </p:cNvPr>
          <p:cNvSpPr>
            <a:spLocks xmlns:a="http://schemas.openxmlformats.org/drawingml/2006/main" noGrp="1"/>
          </p:cNvSpPr>
          <p:nvPr/>
        </p:nvSpPr>
        <p:spPr>
          <a:xfrm xmlns:a="http://schemas.openxmlformats.org/drawingml/2006/main">
            <a:off x="10214860" y="3124200"/>
            <a:ext cx="2596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إن</a:t>
            </a:r>
          </a:p>
        </p:txBody>
      </p:sp>
      <p:sp>
        <p:nvSpPr>
          <p:cNvPr id="34" name="text-610">
            <a:extLst xmlns:a="http://schemas.openxmlformats.org/drawingml/2006/main">
              <a:ext uri="{FF2B5EF4-FFF2-40B4-BE49-F238E27FC236}">
                <a16:creationId xmlns:a16="http://schemas.microsoft.com/office/drawing/2014/main" id="{477F89E0-340A-41F1-9B3A-8534347FA198}"/>
              </a:ext>
            </a:extLst>
          </p:cNvPr>
          <p:cNvSpPr>
            <a:spLocks xmlns:a="http://schemas.openxmlformats.org/drawingml/2006/main" noGrp="1"/>
          </p:cNvSpPr>
          <p:nvPr/>
        </p:nvSpPr>
        <p:spPr>
          <a:xfrm xmlns:a="http://schemas.openxmlformats.org/drawingml/2006/main">
            <a:off x="9828765" y="3124200"/>
            <a:ext cx="33075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الله</a:t>
            </a:r>
          </a:p>
        </p:txBody>
      </p:sp>
      <p:sp>
        <p:nvSpPr>
          <p:cNvPr id="35" name="text-611">
            <a:extLst xmlns:a="http://schemas.openxmlformats.org/drawingml/2006/main">
              <a:ext uri="{FF2B5EF4-FFF2-40B4-BE49-F238E27FC236}">
                <a16:creationId xmlns:a16="http://schemas.microsoft.com/office/drawing/2014/main" id="{9F3DC32E-5BCD-458F-A708-9DE766F2F6DC}"/>
              </a:ext>
            </a:extLst>
          </p:cNvPr>
          <p:cNvSpPr>
            <a:spLocks xmlns:a="http://schemas.openxmlformats.org/drawingml/2006/main" noGrp="1"/>
          </p:cNvSpPr>
          <p:nvPr/>
        </p:nvSpPr>
        <p:spPr>
          <a:xfrm xmlns:a="http://schemas.openxmlformats.org/drawingml/2006/main">
            <a:off x="9366833" y="3124200"/>
            <a:ext cx="40659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يأمر</a:t>
            </a:r>
          </a:p>
        </p:txBody>
      </p:sp>
      <p:sp>
        <p:nvSpPr>
          <p:cNvPr id="36" name="text-612">
            <a:extLst xmlns:a="http://schemas.openxmlformats.org/drawingml/2006/main">
              <a:ext uri="{FF2B5EF4-FFF2-40B4-BE49-F238E27FC236}">
                <a16:creationId xmlns:a16="http://schemas.microsoft.com/office/drawing/2014/main" id="{6740C7F4-8463-4849-8B2F-808BAD762B54}"/>
              </a:ext>
            </a:extLst>
          </p:cNvPr>
          <p:cNvSpPr>
            <a:spLocks xmlns:a="http://schemas.openxmlformats.org/drawingml/2006/main" noGrp="1"/>
          </p:cNvSpPr>
          <p:nvPr/>
        </p:nvSpPr>
        <p:spPr>
          <a:xfrm xmlns:a="http://schemas.openxmlformats.org/drawingml/2006/main">
            <a:off x="8652274" y="3124200"/>
            <a:ext cx="65921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بالعدل</a:t>
            </a:r>
          </a:p>
        </p:txBody>
      </p:sp>
      <p:sp>
        <p:nvSpPr>
          <p:cNvPr id="37" name="text-613">
            <a:extLst xmlns:a="http://schemas.openxmlformats.org/drawingml/2006/main">
              <a:ext uri="{FF2B5EF4-FFF2-40B4-BE49-F238E27FC236}">
                <a16:creationId xmlns:a16="http://schemas.microsoft.com/office/drawing/2014/main" id="{71A97D28-5EB7-40E3-86CC-BC38FEF48873}"/>
              </a:ext>
            </a:extLst>
          </p:cNvPr>
          <p:cNvSpPr>
            <a:spLocks xmlns:a="http://schemas.openxmlformats.org/drawingml/2006/main" noGrp="1"/>
          </p:cNvSpPr>
          <p:nvPr/>
        </p:nvSpPr>
        <p:spPr>
          <a:xfrm xmlns:a="http://schemas.openxmlformats.org/drawingml/2006/main">
            <a:off x="7591199" y="3124200"/>
            <a:ext cx="100573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3F0E6"/>
                </a:solidFill>
                <a:latin typeface="Tahoma"/>
                <a:ea typeface="Tahoma"/>
                <a:cs typeface="Tahoma"/>
              </a:defRPr>
            </a:pPr>
            <a:r>
              <a:rPr sz="1875" b="0">
                <a:solidFill>
                  <a:srgbClr val="F3F0E6"/>
                </a:solidFill>
                <a:latin typeface="Tahoma"/>
                <a:ea typeface="Tahoma"/>
                <a:cs typeface="Tahoma"/>
              </a:rPr>
              <a:t>والإحسان</a:t>
            </a:r>
          </a:p>
        </p:txBody>
      </p:sp>
      <p:sp>
        <p:nvSpPr>
          <p:cNvPr id="38" name="text-614">
            <a:extLst xmlns:a="http://schemas.openxmlformats.org/drawingml/2006/main">
              <a:ext uri="{FF2B5EF4-FFF2-40B4-BE49-F238E27FC236}">
                <a16:creationId xmlns:a16="http://schemas.microsoft.com/office/drawing/2014/main" id="{E297E3EE-ACA4-4EAF-B561-BF661E09F892}"/>
              </a:ext>
            </a:extLst>
          </p:cNvPr>
          <p:cNvSpPr>
            <a:spLocks xmlns:a="http://schemas.openxmlformats.org/drawingml/2006/main" noGrp="1"/>
          </p:cNvSpPr>
          <p:nvPr/>
        </p:nvSpPr>
        <p:spPr>
          <a:xfrm xmlns:a="http://schemas.openxmlformats.org/drawingml/2006/main">
            <a:off x="5358213" y="3124200"/>
            <a:ext cx="5377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النص</a:t>
            </a:r>
          </a:p>
        </p:txBody>
      </p:sp>
      <p:sp>
        <p:nvSpPr>
          <p:cNvPr id="39" name="text-615">
            <a:extLst xmlns:a="http://schemas.openxmlformats.org/drawingml/2006/main">
              <a:ext uri="{FF2B5EF4-FFF2-40B4-BE49-F238E27FC236}">
                <a16:creationId xmlns:a16="http://schemas.microsoft.com/office/drawing/2014/main" id="{DDC135FF-8306-4369-84C5-7C58C7998A16}"/>
              </a:ext>
            </a:extLst>
          </p:cNvPr>
          <p:cNvSpPr>
            <a:spLocks xmlns:a="http://schemas.openxmlformats.org/drawingml/2006/main" noGrp="1"/>
          </p:cNvSpPr>
          <p:nvPr/>
        </p:nvSpPr>
        <p:spPr>
          <a:xfrm xmlns:a="http://schemas.openxmlformats.org/drawingml/2006/main">
            <a:off x="4631195" y="3124200"/>
            <a:ext cx="67167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الكامل</a:t>
            </a:r>
          </a:p>
        </p:txBody>
      </p:sp>
      <p:sp>
        <p:nvSpPr>
          <p:cNvPr id="40" name="text-616">
            <a:extLst xmlns:a="http://schemas.openxmlformats.org/drawingml/2006/main">
              <a:ext uri="{FF2B5EF4-FFF2-40B4-BE49-F238E27FC236}">
                <a16:creationId xmlns:a16="http://schemas.microsoft.com/office/drawing/2014/main" id="{679426A4-18EA-4C2A-9AA9-0C24455AC243}"/>
              </a:ext>
            </a:extLst>
          </p:cNvPr>
          <p:cNvSpPr>
            <a:spLocks xmlns:a="http://schemas.openxmlformats.org/drawingml/2006/main" noGrp="1"/>
          </p:cNvSpPr>
          <p:nvPr/>
        </p:nvSpPr>
        <p:spPr>
          <a:xfrm xmlns:a="http://schemas.openxmlformats.org/drawingml/2006/main">
            <a:off x="3646056" y="3124200"/>
            <a:ext cx="92979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ومطابقته</a:t>
            </a:r>
          </a:p>
        </p:txBody>
      </p:sp>
      <p:sp>
        <p:nvSpPr>
          <p:cNvPr id="41" name="text-617">
            <a:extLst xmlns:a="http://schemas.openxmlformats.org/drawingml/2006/main">
              <a:ext uri="{FF2B5EF4-FFF2-40B4-BE49-F238E27FC236}">
                <a16:creationId xmlns:a16="http://schemas.microsoft.com/office/drawing/2014/main" id="{5CB15AC8-A6B5-44E2-BF53-439CEE0DCACA}"/>
              </a:ext>
            </a:extLst>
          </p:cNvPr>
          <p:cNvSpPr>
            <a:spLocks xmlns:a="http://schemas.openxmlformats.org/drawingml/2006/main" noGrp="1"/>
          </p:cNvSpPr>
          <p:nvPr/>
        </p:nvSpPr>
        <p:spPr>
          <a:xfrm xmlns:a="http://schemas.openxmlformats.org/drawingml/2006/main">
            <a:off x="2967306" y="3124200"/>
            <a:ext cx="62340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للنحل</a:t>
            </a:r>
          </a:p>
        </p:txBody>
      </p:sp>
      <p:sp>
        <p:nvSpPr>
          <p:cNvPr id="42" name="text-618">
            <a:extLst xmlns:a="http://schemas.openxmlformats.org/drawingml/2006/main">
              <a:ext uri="{FF2B5EF4-FFF2-40B4-BE49-F238E27FC236}">
                <a16:creationId xmlns:a16="http://schemas.microsoft.com/office/drawing/2014/main" id="{AF162BFF-4A0E-4F36-90F0-41B43AEC6632}"/>
              </a:ext>
            </a:extLst>
          </p:cNvPr>
          <p:cNvSpPr>
            <a:spLocks xmlns:a="http://schemas.openxmlformats.org/drawingml/2006/main" noGrp="1"/>
          </p:cNvSpPr>
          <p:nvPr/>
        </p:nvSpPr>
        <p:spPr>
          <a:xfrm xmlns:a="http://schemas.openxmlformats.org/drawingml/2006/main">
            <a:off x="2593376" y="3124200"/>
            <a:ext cx="31858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٩٠</a:t>
            </a:r>
          </a:p>
        </p:txBody>
      </p:sp>
      <p:sp>
        <p:nvSpPr>
          <p:cNvPr id="43" name="text-619">
            <a:extLst xmlns:a="http://schemas.openxmlformats.org/drawingml/2006/main">
              <a:ext uri="{FF2B5EF4-FFF2-40B4-BE49-F238E27FC236}">
                <a16:creationId xmlns:a16="http://schemas.microsoft.com/office/drawing/2014/main" id="{7352B6B7-EEFD-4C6C-AFC3-AF421D4AB392}"/>
              </a:ext>
            </a:extLst>
          </p:cNvPr>
          <p:cNvSpPr>
            <a:spLocks xmlns:a="http://schemas.openxmlformats.org/drawingml/2006/main" noGrp="1"/>
          </p:cNvSpPr>
          <p:nvPr/>
        </p:nvSpPr>
        <p:spPr>
          <a:xfrm xmlns:a="http://schemas.openxmlformats.org/drawingml/2006/main">
            <a:off x="11338765" y="3990975"/>
            <a:ext cx="24363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ما</a:t>
            </a:r>
          </a:p>
        </p:txBody>
      </p:sp>
      <p:sp>
        <p:nvSpPr>
          <p:cNvPr id="44" name="text-620">
            <a:extLst xmlns:a="http://schemas.openxmlformats.org/drawingml/2006/main">
              <a:ext uri="{FF2B5EF4-FFF2-40B4-BE49-F238E27FC236}">
                <a16:creationId xmlns:a16="http://schemas.microsoft.com/office/drawing/2014/main" id="{776C1239-64D2-4675-9651-CA0B050E3CDB}"/>
              </a:ext>
            </a:extLst>
          </p:cNvPr>
          <p:cNvSpPr>
            <a:spLocks xmlns:a="http://schemas.openxmlformats.org/drawingml/2006/main" noGrp="1"/>
          </p:cNvSpPr>
          <p:nvPr/>
        </p:nvSpPr>
        <p:spPr>
          <a:xfrm xmlns:a="http://schemas.openxmlformats.org/drawingml/2006/main">
            <a:off x="10652258" y="3990975"/>
            <a:ext cx="62811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الفرق</a:t>
            </a:r>
          </a:p>
        </p:txBody>
      </p:sp>
      <p:sp>
        <p:nvSpPr>
          <p:cNvPr id="45" name="text-621">
            <a:extLst xmlns:a="http://schemas.openxmlformats.org/drawingml/2006/main">
              <a:ext uri="{FF2B5EF4-FFF2-40B4-BE49-F238E27FC236}">
                <a16:creationId xmlns:a16="http://schemas.microsoft.com/office/drawing/2014/main" id="{70C9D46C-B501-4C16-B3DC-73C8BC081134}"/>
              </a:ext>
            </a:extLst>
          </p:cNvPr>
          <p:cNvSpPr>
            <a:spLocks xmlns:a="http://schemas.openxmlformats.org/drawingml/2006/main" noGrp="1"/>
          </p:cNvSpPr>
          <p:nvPr/>
        </p:nvSpPr>
        <p:spPr>
          <a:xfrm xmlns:a="http://schemas.openxmlformats.org/drawingml/2006/main">
            <a:off x="10202779" y="3990975"/>
            <a:ext cx="39109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بين</a:t>
            </a:r>
          </a:p>
        </p:txBody>
      </p:sp>
      <p:sp>
        <p:nvSpPr>
          <p:cNvPr id="46" name="text-622">
            <a:extLst xmlns:a="http://schemas.openxmlformats.org/drawingml/2006/main">
              <a:ext uri="{FF2B5EF4-FFF2-40B4-BE49-F238E27FC236}">
                <a16:creationId xmlns:a16="http://schemas.microsoft.com/office/drawing/2014/main" id="{92FEB259-2B9A-4F0F-8426-8DC26266BE9E}"/>
              </a:ext>
            </a:extLst>
          </p:cNvPr>
          <p:cNvSpPr>
            <a:spLocks xmlns:a="http://schemas.openxmlformats.org/drawingml/2006/main" noGrp="1"/>
          </p:cNvSpPr>
          <p:nvPr/>
        </p:nvSpPr>
        <p:spPr>
          <a:xfrm xmlns:a="http://schemas.openxmlformats.org/drawingml/2006/main">
            <a:off x="9424738" y="3990975"/>
            <a:ext cx="71965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النفس</a:t>
            </a:r>
          </a:p>
        </p:txBody>
      </p:sp>
      <p:sp>
        <p:nvSpPr>
          <p:cNvPr id="47" name="text-623">
            <a:extLst xmlns:a="http://schemas.openxmlformats.org/drawingml/2006/main">
              <a:ext uri="{FF2B5EF4-FFF2-40B4-BE49-F238E27FC236}">
                <a16:creationId xmlns:a16="http://schemas.microsoft.com/office/drawing/2014/main" id="{DB21F6B5-7705-471E-8C4C-ABF3CE2FEB08}"/>
              </a:ext>
            </a:extLst>
          </p:cNvPr>
          <p:cNvSpPr>
            <a:spLocks xmlns:a="http://schemas.openxmlformats.org/drawingml/2006/main" noGrp="1"/>
          </p:cNvSpPr>
          <p:nvPr/>
        </p:nvSpPr>
        <p:spPr>
          <a:xfrm xmlns:a="http://schemas.openxmlformats.org/drawingml/2006/main">
            <a:off x="8599801" y="3990975"/>
            <a:ext cx="76654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والروح؟</a:t>
            </a:r>
          </a:p>
        </p:txBody>
      </p:sp>
      <p:sp>
        <p:nvSpPr>
          <p:cNvPr id="48" name="text-624">
            <a:extLst xmlns:a="http://schemas.openxmlformats.org/drawingml/2006/main">
              <a:ext uri="{FF2B5EF4-FFF2-40B4-BE49-F238E27FC236}">
                <a16:creationId xmlns:a16="http://schemas.microsoft.com/office/drawing/2014/main" id="{918355D9-A529-42A9-9E8A-DC3C42D9B9A4}"/>
              </a:ext>
            </a:extLst>
          </p:cNvPr>
          <p:cNvSpPr>
            <a:spLocks xmlns:a="http://schemas.openxmlformats.org/drawingml/2006/main" noGrp="1"/>
          </p:cNvSpPr>
          <p:nvPr/>
        </p:nvSpPr>
        <p:spPr>
          <a:xfrm xmlns:a="http://schemas.openxmlformats.org/drawingml/2006/main">
            <a:off x="5363119" y="3990975"/>
            <a:ext cx="53285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قرائن</a:t>
            </a:r>
          </a:p>
        </p:txBody>
      </p:sp>
      <p:sp>
        <p:nvSpPr>
          <p:cNvPr id="49" name="text-625">
            <a:extLst xmlns:a="http://schemas.openxmlformats.org/drawingml/2006/main">
              <a:ext uri="{FF2B5EF4-FFF2-40B4-BE49-F238E27FC236}">
                <a16:creationId xmlns:a16="http://schemas.microsoft.com/office/drawing/2014/main" id="{78E51722-4FB4-4251-B830-CD8F8C188280}"/>
              </a:ext>
            </a:extLst>
          </p:cNvPr>
          <p:cNvSpPr>
            <a:spLocks xmlns:a="http://schemas.openxmlformats.org/drawingml/2006/main" noGrp="1"/>
          </p:cNvSpPr>
          <p:nvPr/>
        </p:nvSpPr>
        <p:spPr>
          <a:xfrm xmlns:a="http://schemas.openxmlformats.org/drawingml/2006/main">
            <a:off x="4280470" y="3990975"/>
            <a:ext cx="103026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الاستعمال</a:t>
            </a:r>
          </a:p>
        </p:txBody>
      </p:sp>
      <p:sp>
        <p:nvSpPr>
          <p:cNvPr id="50" name="text-626">
            <a:extLst xmlns:a="http://schemas.openxmlformats.org/drawingml/2006/main">
              <a:ext uri="{FF2B5EF4-FFF2-40B4-BE49-F238E27FC236}">
                <a16:creationId xmlns:a16="http://schemas.microsoft.com/office/drawing/2014/main" id="{9DB710BE-7196-4C6F-864B-B977108D4038}"/>
              </a:ext>
            </a:extLst>
          </p:cNvPr>
          <p:cNvSpPr>
            <a:spLocks xmlns:a="http://schemas.openxmlformats.org/drawingml/2006/main" noGrp="1"/>
          </p:cNvSpPr>
          <p:nvPr/>
        </p:nvSpPr>
        <p:spPr>
          <a:xfrm xmlns:a="http://schemas.openxmlformats.org/drawingml/2006/main">
            <a:off x="3185166" y="3990975"/>
            <a:ext cx="104291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وشواهدها</a:t>
            </a:r>
          </a:p>
        </p:txBody>
      </p:sp>
      <p:sp>
        <p:nvSpPr>
          <p:cNvPr id="51" name="text-627">
            <a:extLst xmlns:a="http://schemas.openxmlformats.org/drawingml/2006/main">
              <a:ext uri="{FF2B5EF4-FFF2-40B4-BE49-F238E27FC236}">
                <a16:creationId xmlns:a16="http://schemas.microsoft.com/office/drawing/2014/main" id="{D645D2B5-B7FE-4B8D-8013-DDB33A5B96AE}"/>
              </a:ext>
            </a:extLst>
          </p:cNvPr>
          <p:cNvSpPr>
            <a:spLocks xmlns:a="http://schemas.openxmlformats.org/drawingml/2006/main" noGrp="1"/>
          </p:cNvSpPr>
          <p:nvPr/>
        </p:nvSpPr>
        <p:spPr>
          <a:xfrm xmlns:a="http://schemas.openxmlformats.org/drawingml/2006/main">
            <a:off x="2276560" y="3990975"/>
            <a:ext cx="85621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6DAB5"/>
                </a:solidFill>
                <a:latin typeface="Tahoma"/>
                <a:ea typeface="Tahoma"/>
                <a:cs typeface="Tahoma"/>
              </a:defRPr>
            </a:pPr>
            <a:r>
              <a:rPr sz="1800" b="0">
                <a:solidFill>
                  <a:srgbClr val="A6DAB5"/>
                </a:solidFill>
                <a:latin typeface="Tahoma"/>
                <a:ea typeface="Tahoma"/>
                <a:cs typeface="Tahoma"/>
              </a:rPr>
              <a:t>وحدودها</a:t>
            </a:r>
          </a:p>
        </p:txBody>
      </p:sp>
      <p:sp>
        <p:nvSpPr>
          <p:cNvPr id="52" name="text-628">
            <a:extLst xmlns:a="http://schemas.openxmlformats.org/drawingml/2006/main">
              <a:ext uri="{FF2B5EF4-FFF2-40B4-BE49-F238E27FC236}">
                <a16:creationId xmlns:a16="http://schemas.microsoft.com/office/drawing/2014/main" id="{99281A78-6BB1-4155-9EF8-F4505BEEF5EF}"/>
              </a:ext>
            </a:extLst>
          </p:cNvPr>
          <p:cNvSpPr>
            <a:spLocks xmlns:a="http://schemas.openxmlformats.org/drawingml/2006/main" noGrp="1"/>
          </p:cNvSpPr>
          <p:nvPr/>
        </p:nvSpPr>
        <p:spPr>
          <a:xfrm xmlns:a="http://schemas.openxmlformats.org/drawingml/2006/main">
            <a:off x="11106741" y="4981575"/>
            <a:ext cx="47565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٣٦٨</a:t>
            </a:r>
          </a:p>
        </p:txBody>
      </p:sp>
      <p:sp>
        <p:nvSpPr>
          <p:cNvPr id="53" name="text-629">
            <a:extLst xmlns:a="http://schemas.openxmlformats.org/drawingml/2006/main">
              <a:ext uri="{FF2B5EF4-FFF2-40B4-BE49-F238E27FC236}">
                <a16:creationId xmlns:a16="http://schemas.microsoft.com/office/drawing/2014/main" id="{F24E90E5-FCD8-4557-8455-40E7C9297E52}"/>
              </a:ext>
            </a:extLst>
          </p:cNvPr>
          <p:cNvSpPr>
            <a:spLocks xmlns:a="http://schemas.openxmlformats.org/drawingml/2006/main" noGrp="1"/>
          </p:cNvSpPr>
          <p:nvPr/>
        </p:nvSpPr>
        <p:spPr>
          <a:xfrm xmlns:a="http://schemas.openxmlformats.org/drawingml/2006/main">
            <a:off x="10372161" y="4981575"/>
            <a:ext cx="67619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اختبارًا</a:t>
            </a:r>
          </a:p>
        </p:txBody>
      </p:sp>
      <p:sp>
        <p:nvSpPr>
          <p:cNvPr id="54" name="text-630">
            <a:extLst xmlns:a="http://schemas.openxmlformats.org/drawingml/2006/main">
              <a:ext uri="{FF2B5EF4-FFF2-40B4-BE49-F238E27FC236}">
                <a16:creationId xmlns:a16="http://schemas.microsoft.com/office/drawing/2014/main" id="{CAF328C1-F743-4AB7-A141-12665BFE9DAB}"/>
              </a:ext>
            </a:extLst>
          </p:cNvPr>
          <p:cNvSpPr>
            <a:spLocks xmlns:a="http://schemas.openxmlformats.org/drawingml/2006/main" noGrp="1"/>
          </p:cNvSpPr>
          <p:nvPr/>
        </p:nvSpPr>
        <p:spPr>
          <a:xfrm xmlns:a="http://schemas.openxmlformats.org/drawingml/2006/main">
            <a:off x="9717539" y="4981575"/>
            <a:ext cx="59623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محليًا</a:t>
            </a:r>
          </a:p>
        </p:txBody>
      </p:sp>
      <p:sp>
        <p:nvSpPr>
          <p:cNvPr id="55" name="text-631">
            <a:extLst xmlns:a="http://schemas.openxmlformats.org/drawingml/2006/main">
              <a:ext uri="{FF2B5EF4-FFF2-40B4-BE49-F238E27FC236}">
                <a16:creationId xmlns:a16="http://schemas.microsoft.com/office/drawing/2014/main" id="{BD39838E-F9FF-40F3-9CF7-B57A847599F3}"/>
              </a:ext>
            </a:extLst>
          </p:cNvPr>
          <p:cNvSpPr>
            <a:spLocks xmlns:a="http://schemas.openxmlformats.org/drawingml/2006/main" noGrp="1"/>
          </p:cNvSpPr>
          <p:nvPr/>
        </p:nvSpPr>
        <p:spPr>
          <a:xfrm xmlns:a="http://schemas.openxmlformats.org/drawingml/2006/main">
            <a:off x="9530890" y="4981575"/>
            <a:ext cx="12826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a:t>
            </a:r>
          </a:p>
        </p:txBody>
      </p:sp>
      <p:sp>
        <p:nvSpPr>
          <p:cNvPr id="56" name="text-632">
            <a:extLst xmlns:a="http://schemas.openxmlformats.org/drawingml/2006/main">
              <a:ext uri="{FF2B5EF4-FFF2-40B4-BE49-F238E27FC236}">
                <a16:creationId xmlns:a16="http://schemas.microsoft.com/office/drawing/2014/main" id="{52F1FFB4-EC19-44EB-B632-2205873D5312}"/>
              </a:ext>
            </a:extLst>
          </p:cNvPr>
          <p:cNvSpPr>
            <a:spLocks xmlns:a="http://schemas.openxmlformats.org/drawingml/2006/main" noGrp="1"/>
          </p:cNvSpPr>
          <p:nvPr/>
        </p:nvSpPr>
        <p:spPr>
          <a:xfrm xmlns:a="http://schemas.openxmlformats.org/drawingml/2006/main">
            <a:off x="9142728" y="4981575"/>
            <a:ext cx="32977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٦٠</a:t>
            </a:r>
          </a:p>
        </p:txBody>
      </p:sp>
      <p:sp>
        <p:nvSpPr>
          <p:cNvPr id="57" name="text-633">
            <a:extLst xmlns:a="http://schemas.openxmlformats.org/drawingml/2006/main">
              <a:ext uri="{FF2B5EF4-FFF2-40B4-BE49-F238E27FC236}">
                <a16:creationId xmlns:a16="http://schemas.microsoft.com/office/drawing/2014/main" id="{0995A81F-D757-4132-9DA4-8A451BBF4781}"/>
              </a:ext>
            </a:extLst>
          </p:cNvPr>
          <p:cNvSpPr>
            <a:spLocks xmlns:a="http://schemas.openxmlformats.org/drawingml/2006/main" noGrp="1"/>
          </p:cNvSpPr>
          <p:nvPr/>
        </p:nvSpPr>
        <p:spPr>
          <a:xfrm xmlns:a="http://schemas.openxmlformats.org/drawingml/2006/main">
            <a:off x="8471232" y="4981575"/>
            <a:ext cx="61310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فحص</a:t>
            </a:r>
          </a:p>
        </p:txBody>
      </p:sp>
      <p:sp>
        <p:nvSpPr>
          <p:cNvPr id="58" name="text-634">
            <a:extLst xmlns:a="http://schemas.openxmlformats.org/drawingml/2006/main">
              <a:ext uri="{FF2B5EF4-FFF2-40B4-BE49-F238E27FC236}">
                <a16:creationId xmlns:a16="http://schemas.microsoft.com/office/drawing/2014/main" id="{66301867-CDAD-4DFF-A583-4162978DC8E7}"/>
              </a:ext>
            </a:extLst>
          </p:cNvPr>
          <p:cNvSpPr>
            <a:spLocks xmlns:a="http://schemas.openxmlformats.org/drawingml/2006/main" noGrp="1"/>
          </p:cNvSpPr>
          <p:nvPr/>
        </p:nvSpPr>
        <p:spPr>
          <a:xfrm xmlns:a="http://schemas.openxmlformats.org/drawingml/2006/main">
            <a:off x="7635504" y="4981575"/>
            <a:ext cx="77734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تشغيل</a:t>
            </a:r>
          </a:p>
        </p:txBody>
      </p:sp>
      <p:sp>
        <p:nvSpPr>
          <p:cNvPr id="59" name="text-635">
            <a:extLst xmlns:a="http://schemas.openxmlformats.org/drawingml/2006/main">
              <a:ext uri="{FF2B5EF4-FFF2-40B4-BE49-F238E27FC236}">
                <a16:creationId xmlns:a16="http://schemas.microsoft.com/office/drawing/2014/main" id="{AA7515BE-1F40-456E-A115-18D20E0A772D}"/>
              </a:ext>
            </a:extLst>
          </p:cNvPr>
          <p:cNvSpPr>
            <a:spLocks xmlns:a="http://schemas.openxmlformats.org/drawingml/2006/main" noGrp="1"/>
          </p:cNvSpPr>
          <p:nvPr/>
        </p:nvSpPr>
        <p:spPr>
          <a:xfrm xmlns:a="http://schemas.openxmlformats.org/drawingml/2006/main">
            <a:off x="7448855" y="4981575"/>
            <a:ext cx="12826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a:t>
            </a:r>
          </a:p>
        </p:txBody>
      </p:sp>
      <p:sp>
        <p:nvSpPr>
          <p:cNvPr id="60" name="text-636">
            <a:extLst xmlns:a="http://schemas.openxmlformats.org/drawingml/2006/main">
              <a:ext uri="{FF2B5EF4-FFF2-40B4-BE49-F238E27FC236}">
                <a16:creationId xmlns:a16="http://schemas.microsoft.com/office/drawing/2014/main" id="{5952A369-C7E0-4931-B2F8-220D36BC456E}"/>
              </a:ext>
            </a:extLst>
          </p:cNvPr>
          <p:cNvSpPr>
            <a:spLocks xmlns:a="http://schemas.openxmlformats.org/drawingml/2006/main" noGrp="1"/>
          </p:cNvSpPr>
          <p:nvPr/>
        </p:nvSpPr>
        <p:spPr>
          <a:xfrm xmlns:a="http://schemas.openxmlformats.org/drawingml/2006/main">
            <a:off x="7060693" y="4981575"/>
            <a:ext cx="32977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٢٨</a:t>
            </a:r>
          </a:p>
        </p:txBody>
      </p:sp>
      <p:sp>
        <p:nvSpPr>
          <p:cNvPr id="61" name="text-637">
            <a:extLst xmlns:a="http://schemas.openxmlformats.org/drawingml/2006/main">
              <a:ext uri="{FF2B5EF4-FFF2-40B4-BE49-F238E27FC236}">
                <a16:creationId xmlns:a16="http://schemas.microsoft.com/office/drawing/2014/main" id="{61758320-CC09-4A46-905E-CA3A98420888}"/>
              </a:ext>
            </a:extLst>
          </p:cNvPr>
          <p:cNvSpPr>
            <a:spLocks xmlns:a="http://schemas.openxmlformats.org/drawingml/2006/main" noGrp="1"/>
          </p:cNvSpPr>
          <p:nvPr/>
        </p:nvSpPr>
        <p:spPr>
          <a:xfrm xmlns:a="http://schemas.openxmlformats.org/drawingml/2006/main">
            <a:off x="6414901" y="4981575"/>
            <a:ext cx="58740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فحصًا</a:t>
            </a:r>
          </a:p>
        </p:txBody>
      </p:sp>
      <p:sp>
        <p:nvSpPr>
          <p:cNvPr id="62" name="text-638">
            <a:extLst xmlns:a="http://schemas.openxmlformats.org/drawingml/2006/main">
              <a:ext uri="{FF2B5EF4-FFF2-40B4-BE49-F238E27FC236}">
                <a16:creationId xmlns:a16="http://schemas.microsoft.com/office/drawing/2014/main" id="{1F27170E-BB3E-4AD6-8A76-EA642617BF1E}"/>
              </a:ext>
            </a:extLst>
          </p:cNvPr>
          <p:cNvSpPr>
            <a:spLocks xmlns:a="http://schemas.openxmlformats.org/drawingml/2006/main" noGrp="1"/>
          </p:cNvSpPr>
          <p:nvPr/>
        </p:nvSpPr>
        <p:spPr>
          <a:xfrm xmlns:a="http://schemas.openxmlformats.org/drawingml/2006/main">
            <a:off x="5886249" y="4981575"/>
            <a:ext cx="47026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DDC087"/>
                </a:solidFill>
                <a:latin typeface="Tahoma"/>
                <a:ea typeface="Tahoma"/>
                <a:cs typeface="Tahoma"/>
              </a:defRPr>
            </a:pPr>
            <a:r>
              <a:rPr sz="1950" b="0">
                <a:solidFill>
                  <a:srgbClr val="DDC087"/>
                </a:solidFill>
                <a:latin typeface="Tahoma"/>
                <a:ea typeface="Tahoma"/>
                <a:cs typeface="Tahoma"/>
              </a:rPr>
              <a:t>عامًا</a:t>
            </a:r>
          </a:p>
        </p:txBody>
      </p:sp>
      <p:sp>
        <p:nvSpPr>
          <p:cNvPr id="63" name="text-639">
            <a:extLst xmlns:a="http://schemas.openxmlformats.org/drawingml/2006/main">
              <a:ext uri="{FF2B5EF4-FFF2-40B4-BE49-F238E27FC236}">
                <a16:creationId xmlns:a16="http://schemas.microsoft.com/office/drawing/2014/main" id="{8A94E57C-08BD-4EE1-A42C-5DC045F86BA1}"/>
              </a:ext>
            </a:extLst>
          </p:cNvPr>
          <p:cNvSpPr>
            <a:spLocks xmlns:a="http://schemas.openxmlformats.org/drawingml/2006/main" noGrp="1"/>
          </p:cNvSpPr>
          <p:nvPr/>
        </p:nvSpPr>
        <p:spPr>
          <a:xfrm xmlns:a="http://schemas.openxmlformats.org/drawingml/2006/main">
            <a:off x="11247917" y="5638800"/>
            <a:ext cx="33448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كرر</a:t>
            </a:r>
          </a:p>
        </p:txBody>
      </p:sp>
      <p:sp>
        <p:nvSpPr>
          <p:cNvPr id="64" name="text-640">
            <a:extLst xmlns:a="http://schemas.openxmlformats.org/drawingml/2006/main">
              <a:ext uri="{FF2B5EF4-FFF2-40B4-BE49-F238E27FC236}">
                <a16:creationId xmlns:a16="http://schemas.microsoft.com/office/drawing/2014/main" id="{5AE634C1-B12B-42F1-85F9-BF261C472180}"/>
              </a:ext>
            </a:extLst>
          </p:cNvPr>
          <p:cNvSpPr>
            <a:spLocks xmlns:a="http://schemas.openxmlformats.org/drawingml/2006/main" noGrp="1"/>
          </p:cNvSpPr>
          <p:nvPr/>
        </p:nvSpPr>
        <p:spPr>
          <a:xfrm xmlns:a="http://schemas.openxmlformats.org/drawingml/2006/main">
            <a:off x="10690340" y="5638800"/>
            <a:ext cx="50519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بصيغ</a:t>
            </a:r>
          </a:p>
        </p:txBody>
      </p:sp>
      <p:sp>
        <p:nvSpPr>
          <p:cNvPr id="65" name="text-641">
            <a:extLst xmlns:a="http://schemas.openxmlformats.org/drawingml/2006/main">
              <a:ext uri="{FF2B5EF4-FFF2-40B4-BE49-F238E27FC236}">
                <a16:creationId xmlns:a16="http://schemas.microsoft.com/office/drawing/2014/main" id="{3773FD83-7EDB-427C-8BFA-F83B91034B07}"/>
              </a:ext>
            </a:extLst>
          </p:cNvPr>
          <p:cNvSpPr>
            <a:spLocks xmlns:a="http://schemas.openxmlformats.org/drawingml/2006/main" noGrp="1"/>
          </p:cNvSpPr>
          <p:nvPr/>
        </p:nvSpPr>
        <p:spPr>
          <a:xfrm xmlns:a="http://schemas.openxmlformats.org/drawingml/2006/main">
            <a:off x="10010717" y="5638800"/>
            <a:ext cx="62723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جديدة</a:t>
            </a:r>
          </a:p>
        </p:txBody>
      </p:sp>
      <p:sp>
        <p:nvSpPr>
          <p:cNvPr id="66" name="text-642">
            <a:extLst xmlns:a="http://schemas.openxmlformats.org/drawingml/2006/main">
              <a:ext uri="{FF2B5EF4-FFF2-40B4-BE49-F238E27FC236}">
                <a16:creationId xmlns:a16="http://schemas.microsoft.com/office/drawing/2014/main" id="{FBBE2843-C3E1-4F8C-8DB5-7048D487F82D}"/>
              </a:ext>
            </a:extLst>
          </p:cNvPr>
          <p:cNvSpPr>
            <a:spLocks xmlns:a="http://schemas.openxmlformats.org/drawingml/2006/main" noGrp="1"/>
          </p:cNvSpPr>
          <p:nvPr/>
        </p:nvSpPr>
        <p:spPr>
          <a:xfrm xmlns:a="http://schemas.openxmlformats.org/drawingml/2006/main">
            <a:off x="9260849" y="5638800"/>
            <a:ext cx="69748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وسجّل</a:t>
            </a:r>
          </a:p>
        </p:txBody>
      </p:sp>
      <p:sp>
        <p:nvSpPr>
          <p:cNvPr id="67" name="text-643">
            <a:extLst xmlns:a="http://schemas.openxmlformats.org/drawingml/2006/main">
              <a:ext uri="{FF2B5EF4-FFF2-40B4-BE49-F238E27FC236}">
                <a16:creationId xmlns:a16="http://schemas.microsoft.com/office/drawing/2014/main" id="{7B3E6A66-7999-44DD-95FB-F1649DCEA807}"/>
              </a:ext>
            </a:extLst>
          </p:cNvPr>
          <p:cNvSpPr>
            <a:spLocks xmlns:a="http://schemas.openxmlformats.org/drawingml/2006/main" noGrp="1"/>
          </p:cNvSpPr>
          <p:nvPr/>
        </p:nvSpPr>
        <p:spPr>
          <a:xfrm xmlns:a="http://schemas.openxmlformats.org/drawingml/2006/main">
            <a:off x="8421801" y="5638800"/>
            <a:ext cx="78666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الإخفاق</a:t>
            </a:r>
          </a:p>
        </p:txBody>
      </p:sp>
      <p:sp>
        <p:nvSpPr>
          <p:cNvPr id="68" name="text-644">
            <a:extLst xmlns:a="http://schemas.openxmlformats.org/drawingml/2006/main">
              <a:ext uri="{FF2B5EF4-FFF2-40B4-BE49-F238E27FC236}">
                <a16:creationId xmlns:a16="http://schemas.microsoft.com/office/drawing/2014/main" id="{534F06CE-0111-4FEF-B3AB-9130516192EB}"/>
              </a:ext>
            </a:extLst>
          </p:cNvPr>
          <p:cNvSpPr>
            <a:spLocks xmlns:a="http://schemas.openxmlformats.org/drawingml/2006/main" noGrp="1"/>
          </p:cNvSpPr>
          <p:nvPr/>
        </p:nvSpPr>
        <p:spPr>
          <a:xfrm xmlns:a="http://schemas.openxmlformats.org/drawingml/2006/main">
            <a:off x="8248118" y="5638800"/>
            <a:ext cx="12129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a:t>
            </a:r>
          </a:p>
        </p:txBody>
      </p:sp>
      <p:sp>
        <p:nvSpPr>
          <p:cNvPr id="69" name="text-645">
            <a:extLst xmlns:a="http://schemas.openxmlformats.org/drawingml/2006/main">
              <a:ext uri="{FF2B5EF4-FFF2-40B4-BE49-F238E27FC236}">
                <a16:creationId xmlns:a16="http://schemas.microsoft.com/office/drawing/2014/main" id="{4593DBC3-96EC-44B6-85D6-2C98ACCA0E4B}"/>
              </a:ext>
            </a:extLst>
          </p:cNvPr>
          <p:cNvSpPr>
            <a:spLocks xmlns:a="http://schemas.openxmlformats.org/drawingml/2006/main" noGrp="1"/>
          </p:cNvSpPr>
          <p:nvPr/>
        </p:nvSpPr>
        <p:spPr>
          <a:xfrm xmlns:a="http://schemas.openxmlformats.org/drawingml/2006/main">
            <a:off x="7522385" y="5638800"/>
            <a:ext cx="67334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الأعداد</a:t>
            </a:r>
          </a:p>
        </p:txBody>
      </p:sp>
      <p:sp>
        <p:nvSpPr>
          <p:cNvPr id="70" name="text-646">
            <a:extLst xmlns:a="http://schemas.openxmlformats.org/drawingml/2006/main">
              <a:ext uri="{FF2B5EF4-FFF2-40B4-BE49-F238E27FC236}">
                <a16:creationId xmlns:a16="http://schemas.microsoft.com/office/drawing/2014/main" id="{DF30409A-D076-4725-AF81-0227DBC7FB3E}"/>
              </a:ext>
            </a:extLst>
          </p:cNvPr>
          <p:cNvSpPr>
            <a:spLocks xmlns:a="http://schemas.openxmlformats.org/drawingml/2006/main" noGrp="1"/>
          </p:cNvSpPr>
          <p:nvPr/>
        </p:nvSpPr>
        <p:spPr>
          <a:xfrm xmlns:a="http://schemas.openxmlformats.org/drawingml/2006/main">
            <a:off x="7288562" y="5638800"/>
            <a:ext cx="18143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لا</a:t>
            </a:r>
          </a:p>
        </p:txBody>
      </p:sp>
      <p:sp>
        <p:nvSpPr>
          <p:cNvPr id="71" name="text-647">
            <a:extLst xmlns:a="http://schemas.openxmlformats.org/drawingml/2006/main">
              <a:ext uri="{FF2B5EF4-FFF2-40B4-BE49-F238E27FC236}">
                <a16:creationId xmlns:a16="http://schemas.microsoft.com/office/drawing/2014/main" id="{509BBA5F-FAC2-429A-9D82-68CB59501442}"/>
              </a:ext>
            </a:extLst>
          </p:cNvPr>
          <p:cNvSpPr>
            <a:spLocks xmlns:a="http://schemas.openxmlformats.org/drawingml/2006/main" noGrp="1"/>
          </p:cNvSpPr>
          <p:nvPr/>
        </p:nvSpPr>
        <p:spPr>
          <a:xfrm xmlns:a="http://schemas.openxmlformats.org/drawingml/2006/main">
            <a:off x="6701062" y="5638800"/>
            <a:ext cx="53511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تعني</a:t>
            </a:r>
          </a:p>
        </p:txBody>
      </p:sp>
      <p:sp>
        <p:nvSpPr>
          <p:cNvPr id="72" name="text-648">
            <a:extLst xmlns:a="http://schemas.openxmlformats.org/drawingml/2006/main">
              <a:ext uri="{FF2B5EF4-FFF2-40B4-BE49-F238E27FC236}">
                <a16:creationId xmlns:a16="http://schemas.microsoft.com/office/drawing/2014/main" id="{1129523A-96BC-4E34-A3DD-8F80F87504C8}"/>
              </a:ext>
            </a:extLst>
          </p:cNvPr>
          <p:cNvSpPr>
            <a:spLocks xmlns:a="http://schemas.openxmlformats.org/drawingml/2006/main" noGrp="1"/>
          </p:cNvSpPr>
          <p:nvPr/>
        </p:nvSpPr>
        <p:spPr>
          <a:xfrm xmlns:a="http://schemas.openxmlformats.org/drawingml/2006/main">
            <a:off x="6268670" y="5638800"/>
            <a:ext cx="38000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دقة</a:t>
            </a:r>
          </a:p>
        </p:txBody>
      </p:sp>
      <p:sp>
        <p:nvSpPr>
          <p:cNvPr id="73" name="text-649">
            <a:extLst xmlns:a="http://schemas.openxmlformats.org/drawingml/2006/main">
              <a:ext uri="{FF2B5EF4-FFF2-40B4-BE49-F238E27FC236}">
                <a16:creationId xmlns:a16="http://schemas.microsoft.com/office/drawing/2014/main" id="{9CCF9524-B014-423D-92D3-8464CF297FA8}"/>
              </a:ext>
            </a:extLst>
          </p:cNvPr>
          <p:cNvSpPr>
            <a:spLocks xmlns:a="http://schemas.openxmlformats.org/drawingml/2006/main" noGrp="1"/>
          </p:cNvSpPr>
          <p:nvPr/>
        </p:nvSpPr>
        <p:spPr>
          <a:xfrm xmlns:a="http://schemas.openxmlformats.org/drawingml/2006/main">
            <a:off x="5595130" y="5638800"/>
            <a:ext cx="62115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A5B9AB"/>
                </a:solidFill>
                <a:latin typeface="Tahoma"/>
                <a:ea typeface="Tahoma"/>
                <a:cs typeface="Tahoma"/>
              </a:defRPr>
            </a:pPr>
            <a:r>
              <a:rPr sz="1800" b="0">
                <a:solidFill>
                  <a:srgbClr val="A5B9AB"/>
                </a:solidFill>
                <a:latin typeface="Tahoma"/>
                <a:ea typeface="Tahoma"/>
                <a:cs typeface="Tahoma"/>
              </a:rPr>
              <a:t>علمية</a:t>
            </a:r>
          </a:p>
        </p:txBody>
      </p:sp>
    </p:spTree>
    <p:extLst>
      <p:ext uri="{BB962C8B-B14F-4D97-AF65-F5344CB8AC3E}">
        <p14:creationId xmlns:p14="http://schemas.microsoft.com/office/powerpoint/2010/main" val="242610890"/>
      </p:ext>
    </p:extLst>
  </p:cSld>
</p:sld>
</file>

<file path=ppt/slides/slide15.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78" name="text-650">
            <a:extLst xmlns:a="http://schemas.openxmlformats.org/drawingml/2006/main">
              <a:ext uri="{FF2B5EF4-FFF2-40B4-BE49-F238E27FC236}">
                <a16:creationId xmlns:a16="http://schemas.microsoft.com/office/drawing/2014/main" id="{2FC76959-0B40-4DE4-AD46-925D7091AC39}"/>
              </a:ext>
            </a:extLst>
          </p:cNvPr>
          <p:cNvSpPr>
            <a:spLocks xmlns:a="http://schemas.openxmlformats.org/drawingml/2006/main" noGrp="1"/>
          </p:cNvSpPr>
          <p:nvPr/>
        </p:nvSpPr>
        <p:spPr>
          <a:xfrm xmlns:a="http://schemas.openxmlformats.org/drawingml/2006/main">
            <a:off x="9956963" y="457200"/>
            <a:ext cx="162543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استمرار</a:t>
            </a:r>
          </a:p>
        </p:txBody>
      </p:sp>
      <p:sp>
        <p:nvSpPr>
          <p:cNvPr id="2" name="text-651">
            <a:extLst xmlns:a="http://schemas.openxmlformats.org/drawingml/2006/main">
              <a:ext uri="{FF2B5EF4-FFF2-40B4-BE49-F238E27FC236}">
                <a16:creationId xmlns:a16="http://schemas.microsoft.com/office/drawing/2014/main" id="{4F3BA2AD-D80A-43D6-B818-9C640EE06CAE}"/>
              </a:ext>
            </a:extLst>
          </p:cNvPr>
          <p:cNvSpPr>
            <a:spLocks xmlns:a="http://schemas.openxmlformats.org/drawingml/2006/main" noGrp="1"/>
          </p:cNvSpPr>
          <p:nvPr/>
        </p:nvSpPr>
        <p:spPr>
          <a:xfrm xmlns:a="http://schemas.openxmlformats.org/drawingml/2006/main">
            <a:off x="8492376" y="457200"/>
            <a:ext cx="136362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واقعي</a:t>
            </a:r>
          </a:p>
        </p:txBody>
      </p:sp>
      <p:sp>
        <p:nvSpPr>
          <p:cNvPr id="3" name="text-652">
            <a:extLst xmlns:a="http://schemas.openxmlformats.org/drawingml/2006/main">
              <a:ext uri="{FF2B5EF4-FFF2-40B4-BE49-F238E27FC236}">
                <a16:creationId xmlns:a16="http://schemas.microsoft.com/office/drawing/2014/main" id="{84BD4B38-1EDE-4A0E-9E86-66FEA0BA3C26}"/>
              </a:ext>
            </a:extLst>
          </p:cNvPr>
          <p:cNvSpPr>
            <a:spLocks xmlns:a="http://schemas.openxmlformats.org/drawingml/2006/main" noGrp="1"/>
          </p:cNvSpPr>
          <p:nvPr/>
        </p:nvSpPr>
        <p:spPr>
          <a:xfrm xmlns:a="http://schemas.openxmlformats.org/drawingml/2006/main">
            <a:off x="6987075" y="457200"/>
            <a:ext cx="14043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وتوسّع</a:t>
            </a:r>
          </a:p>
        </p:txBody>
      </p:sp>
      <p:sp>
        <p:nvSpPr>
          <p:cNvPr id="4" name="text-653">
            <a:extLst xmlns:a="http://schemas.openxmlformats.org/drawingml/2006/main">
              <a:ext uri="{FF2B5EF4-FFF2-40B4-BE49-F238E27FC236}">
                <a16:creationId xmlns:a16="http://schemas.microsoft.com/office/drawing/2014/main" id="{8315C9FA-7381-4F5D-8EDD-C21D07FBE757}"/>
              </a:ext>
            </a:extLst>
          </p:cNvPr>
          <p:cNvSpPr>
            <a:spLocks xmlns:a="http://schemas.openxmlformats.org/drawingml/2006/main" noGrp="1"/>
          </p:cNvSpPr>
          <p:nvPr/>
        </p:nvSpPr>
        <p:spPr>
          <a:xfrm xmlns:a="http://schemas.openxmlformats.org/drawingml/2006/main">
            <a:off x="5944682" y="457200"/>
            <a:ext cx="9414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تحت</a:t>
            </a:r>
          </a:p>
        </p:txBody>
      </p:sp>
      <p:sp>
        <p:nvSpPr>
          <p:cNvPr id="5" name="text-654">
            <a:extLst xmlns:a="http://schemas.openxmlformats.org/drawingml/2006/main">
              <a:ext uri="{FF2B5EF4-FFF2-40B4-BE49-F238E27FC236}">
                <a16:creationId xmlns:a16="http://schemas.microsoft.com/office/drawing/2014/main" id="{E517CA18-76BC-48B7-ADC8-15FBC35A3C6D}"/>
              </a:ext>
            </a:extLst>
          </p:cNvPr>
          <p:cNvSpPr>
            <a:spLocks xmlns:a="http://schemas.openxmlformats.org/drawingml/2006/main" noGrp="1"/>
          </p:cNvSpPr>
          <p:nvPr/>
        </p:nvSpPr>
        <p:spPr>
          <a:xfrm xmlns:a="http://schemas.openxmlformats.org/drawingml/2006/main">
            <a:off x="4047698" y="457200"/>
            <a:ext cx="179601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المراجعة</a:t>
            </a:r>
          </a:p>
        </p:txBody>
      </p:sp>
      <p:sp>
        <p:nvSpPr>
          <p:cNvPr id="6" name="shape-655">
            <a:extLst xmlns:a="http://schemas.openxmlformats.org/drawingml/2006/main">
              <a:ext uri="{FF2B5EF4-FFF2-40B4-BE49-F238E27FC236}">
                <a16:creationId xmlns:a16="http://schemas.microsoft.com/office/drawing/2014/main" id="{C7176D83-C87E-44A4-ADA5-9E702EB17C4A}"/>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656">
            <a:extLst xmlns:a="http://schemas.openxmlformats.org/drawingml/2006/main">
              <a:ext uri="{FF2B5EF4-FFF2-40B4-BE49-F238E27FC236}">
                <a16:creationId xmlns:a16="http://schemas.microsoft.com/office/drawing/2014/main" id="{7C497F68-2BE9-455D-89B2-319F33ECBC28}"/>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657">
            <a:extLst xmlns:a="http://schemas.openxmlformats.org/drawingml/2006/main">
              <a:ext uri="{FF2B5EF4-FFF2-40B4-BE49-F238E27FC236}">
                <a16:creationId xmlns:a16="http://schemas.microsoft.com/office/drawing/2014/main" id="{47B37745-4816-4D56-A3F5-065C48D359BA}"/>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658">
            <a:extLst xmlns:a="http://schemas.openxmlformats.org/drawingml/2006/main">
              <a:ext uri="{FF2B5EF4-FFF2-40B4-BE49-F238E27FC236}">
                <a16:creationId xmlns:a16="http://schemas.microsoft.com/office/drawing/2014/main" id="{60B12DFA-F5A6-4BCF-84DD-3E991AFFAFE4}"/>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659">
            <a:extLst xmlns:a="http://schemas.openxmlformats.org/drawingml/2006/main">
              <a:ext uri="{FF2B5EF4-FFF2-40B4-BE49-F238E27FC236}">
                <a16:creationId xmlns:a16="http://schemas.microsoft.com/office/drawing/2014/main" id="{D55B03EE-513A-406C-B926-76C5AC51C4F2}"/>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660">
            <a:extLst xmlns:a="http://schemas.openxmlformats.org/drawingml/2006/main">
              <a:ext uri="{FF2B5EF4-FFF2-40B4-BE49-F238E27FC236}">
                <a16:creationId xmlns:a16="http://schemas.microsoft.com/office/drawing/2014/main" id="{A344AD01-73B3-4ABC-8C1C-11D473733573}"/>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661">
            <a:extLst xmlns:a="http://schemas.openxmlformats.org/drawingml/2006/main">
              <a:ext uri="{FF2B5EF4-FFF2-40B4-BE49-F238E27FC236}">
                <a16:creationId xmlns:a16="http://schemas.microsoft.com/office/drawing/2014/main" id="{DA39EEF3-FD9C-418E-805A-DF238BF2C284}"/>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662">
            <a:extLst xmlns:a="http://schemas.openxmlformats.org/drawingml/2006/main">
              <a:ext uri="{FF2B5EF4-FFF2-40B4-BE49-F238E27FC236}">
                <a16:creationId xmlns:a16="http://schemas.microsoft.com/office/drawing/2014/main" id="{71063041-A93F-438A-8F04-DB153477FFF3}"/>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15</a:t>
            </a:r>
          </a:p>
        </p:txBody>
      </p:sp>
      <p:sp>
        <p:nvSpPr>
          <p:cNvPr id="14" name="text-663">
            <a:extLst xmlns:a="http://schemas.openxmlformats.org/drawingml/2006/main">
              <a:ext uri="{FF2B5EF4-FFF2-40B4-BE49-F238E27FC236}">
                <a16:creationId xmlns:a16="http://schemas.microsoft.com/office/drawing/2014/main" id="{6156617B-A6A0-4777-B8B3-44EB06ABADED}"/>
              </a:ext>
            </a:extLst>
          </p:cNvPr>
          <p:cNvSpPr>
            <a:spLocks xmlns:a="http://schemas.openxmlformats.org/drawingml/2006/main" noGrp="1"/>
          </p:cNvSpPr>
          <p:nvPr/>
        </p:nvSpPr>
        <p:spPr>
          <a:xfrm xmlns:a="http://schemas.openxmlformats.org/drawingml/2006/main">
            <a:off x="10330320" y="1390650"/>
            <a:ext cx="125208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١٬٤٥٠</a:t>
            </a:r>
          </a:p>
        </p:txBody>
      </p:sp>
      <p:sp>
        <p:nvSpPr>
          <p:cNvPr id="15" name="text-664">
            <a:extLst xmlns:a="http://schemas.openxmlformats.org/drawingml/2006/main">
              <a:ext uri="{FF2B5EF4-FFF2-40B4-BE49-F238E27FC236}">
                <a16:creationId xmlns:a16="http://schemas.microsoft.com/office/drawing/2014/main" id="{F9870EE2-A5A9-44BC-803D-43BCA78A42EA}"/>
              </a:ext>
            </a:extLst>
          </p:cNvPr>
          <p:cNvSpPr>
            <a:spLocks xmlns:a="http://schemas.openxmlformats.org/drawingml/2006/main" noGrp="1"/>
          </p:cNvSpPr>
          <p:nvPr/>
        </p:nvSpPr>
        <p:spPr>
          <a:xfrm xmlns:a="http://schemas.openxmlformats.org/drawingml/2006/main">
            <a:off x="9413138" y="1390650"/>
            <a:ext cx="81621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ريالًا</a:t>
            </a:r>
          </a:p>
        </p:txBody>
      </p:sp>
      <p:sp>
        <p:nvSpPr>
          <p:cNvPr id="16" name="text-665">
            <a:extLst xmlns:a="http://schemas.openxmlformats.org/drawingml/2006/main">
              <a:ext uri="{FF2B5EF4-FFF2-40B4-BE49-F238E27FC236}">
                <a16:creationId xmlns:a16="http://schemas.microsoft.com/office/drawing/2014/main" id="{99E298C1-1A56-4F86-A508-93816675D458}"/>
              </a:ext>
            </a:extLst>
          </p:cNvPr>
          <p:cNvSpPr>
            <a:spLocks xmlns:a="http://schemas.openxmlformats.org/drawingml/2006/main" noGrp="1"/>
          </p:cNvSpPr>
          <p:nvPr/>
        </p:nvSpPr>
        <p:spPr>
          <a:xfrm xmlns:a="http://schemas.openxmlformats.org/drawingml/2006/main">
            <a:off x="8052961" y="1390650"/>
            <a:ext cx="125921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شهريًا</a:t>
            </a:r>
          </a:p>
        </p:txBody>
      </p:sp>
      <p:sp>
        <p:nvSpPr>
          <p:cNvPr id="17" name="text-666">
            <a:extLst xmlns:a="http://schemas.openxmlformats.org/drawingml/2006/main">
              <a:ext uri="{FF2B5EF4-FFF2-40B4-BE49-F238E27FC236}">
                <a16:creationId xmlns:a16="http://schemas.microsoft.com/office/drawing/2014/main" id="{AA8FC0D4-2998-4D9E-9682-4550F7D46B4A}"/>
              </a:ext>
            </a:extLst>
          </p:cNvPr>
          <p:cNvSpPr>
            <a:spLocks xmlns:a="http://schemas.openxmlformats.org/drawingml/2006/main" noGrp="1"/>
          </p:cNvSpPr>
          <p:nvPr/>
        </p:nvSpPr>
        <p:spPr>
          <a:xfrm xmlns:a="http://schemas.openxmlformats.org/drawingml/2006/main">
            <a:off x="11066516" y="2095500"/>
            <a:ext cx="51588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مثال</a:t>
            </a:r>
          </a:p>
        </p:txBody>
      </p:sp>
      <p:sp>
        <p:nvSpPr>
          <p:cNvPr id="18" name="text-667">
            <a:extLst xmlns:a="http://schemas.openxmlformats.org/drawingml/2006/main">
              <a:ext uri="{FF2B5EF4-FFF2-40B4-BE49-F238E27FC236}">
                <a16:creationId xmlns:a16="http://schemas.microsoft.com/office/drawing/2014/main" id="{1E3F5070-A4FD-43CD-A3DD-1FB4D58B0B41}"/>
              </a:ext>
            </a:extLst>
          </p:cNvPr>
          <p:cNvSpPr>
            <a:spLocks xmlns:a="http://schemas.openxmlformats.org/drawingml/2006/main" noGrp="1"/>
          </p:cNvSpPr>
          <p:nvPr/>
        </p:nvSpPr>
        <p:spPr>
          <a:xfrm xmlns:a="http://schemas.openxmlformats.org/drawingml/2006/main">
            <a:off x="9982665" y="2095500"/>
            <a:ext cx="102251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تخطيطي</a:t>
            </a:r>
          </a:p>
        </p:txBody>
      </p:sp>
      <p:sp>
        <p:nvSpPr>
          <p:cNvPr id="19" name="text-668">
            <a:extLst xmlns:a="http://schemas.openxmlformats.org/drawingml/2006/main">
              <a:ext uri="{FF2B5EF4-FFF2-40B4-BE49-F238E27FC236}">
                <a16:creationId xmlns:a16="http://schemas.microsoft.com/office/drawing/2014/main" id="{BF016164-C176-4BA1-ABC9-77B39826E951}"/>
              </a:ext>
            </a:extLst>
          </p:cNvPr>
          <p:cNvSpPr>
            <a:spLocks xmlns:a="http://schemas.openxmlformats.org/drawingml/2006/main" noGrp="1"/>
          </p:cNvSpPr>
          <p:nvPr/>
        </p:nvSpPr>
        <p:spPr>
          <a:xfrm xmlns:a="http://schemas.openxmlformats.org/drawingml/2006/main">
            <a:off x="9454592" y="2095500"/>
            <a:ext cx="46673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فقط</a:t>
            </a:r>
          </a:p>
        </p:txBody>
      </p:sp>
      <p:sp>
        <p:nvSpPr>
          <p:cNvPr id="20" name="text-669">
            <a:extLst xmlns:a="http://schemas.openxmlformats.org/drawingml/2006/main">
              <a:ext uri="{FF2B5EF4-FFF2-40B4-BE49-F238E27FC236}">
                <a16:creationId xmlns:a16="http://schemas.microsoft.com/office/drawing/2014/main" id="{8C1F1C63-4BCA-42AE-B108-A00370A83CA7}"/>
              </a:ext>
            </a:extLst>
          </p:cNvPr>
          <p:cNvSpPr>
            <a:spLocks xmlns:a="http://schemas.openxmlformats.org/drawingml/2006/main" noGrp="1"/>
          </p:cNvSpPr>
          <p:nvPr/>
        </p:nvSpPr>
        <p:spPr>
          <a:xfrm xmlns:a="http://schemas.openxmlformats.org/drawingml/2006/main">
            <a:off x="8961936" y="2095500"/>
            <a:ext cx="43131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قبل</a:t>
            </a:r>
          </a:p>
        </p:txBody>
      </p:sp>
      <p:sp>
        <p:nvSpPr>
          <p:cNvPr id="21" name="text-670">
            <a:extLst xmlns:a="http://schemas.openxmlformats.org/drawingml/2006/main">
              <a:ext uri="{FF2B5EF4-FFF2-40B4-BE49-F238E27FC236}">
                <a16:creationId xmlns:a16="http://schemas.microsoft.com/office/drawing/2014/main" id="{C4663181-0CD2-43A1-BB03-7F80C4451D51}"/>
              </a:ext>
            </a:extLst>
          </p:cNvPr>
          <p:cNvSpPr>
            <a:spLocks xmlns:a="http://schemas.openxmlformats.org/drawingml/2006/main" noGrp="1"/>
          </p:cNvSpPr>
          <p:nvPr/>
        </p:nvSpPr>
        <p:spPr>
          <a:xfrm xmlns:a="http://schemas.openxmlformats.org/drawingml/2006/main">
            <a:off x="7755745" y="2095500"/>
            <a:ext cx="114485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الاحتياطي</a:t>
            </a:r>
          </a:p>
        </p:txBody>
      </p:sp>
      <p:sp>
        <p:nvSpPr>
          <p:cNvPr id="22" name="text-671">
            <a:extLst xmlns:a="http://schemas.openxmlformats.org/drawingml/2006/main">
              <a:ext uri="{FF2B5EF4-FFF2-40B4-BE49-F238E27FC236}">
                <a16:creationId xmlns:a16="http://schemas.microsoft.com/office/drawing/2014/main" id="{D6F216DE-E518-4BCE-8947-3C954657B9E3}"/>
              </a:ext>
            </a:extLst>
          </p:cNvPr>
          <p:cNvSpPr>
            <a:spLocks xmlns:a="http://schemas.openxmlformats.org/drawingml/2006/main" noGrp="1"/>
          </p:cNvSpPr>
          <p:nvPr/>
        </p:nvSpPr>
        <p:spPr>
          <a:xfrm xmlns:a="http://schemas.openxmlformats.org/drawingml/2006/main">
            <a:off x="6774710" y="2095500"/>
            <a:ext cx="91969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A5B9AB"/>
                </a:solidFill>
                <a:latin typeface="Tahoma"/>
                <a:ea typeface="Tahoma"/>
                <a:cs typeface="Tahoma"/>
              </a:defRPr>
            </a:pPr>
            <a:r>
              <a:rPr sz="2025" b="0">
                <a:solidFill>
                  <a:srgbClr val="A5B9AB"/>
                </a:solidFill>
                <a:latin typeface="Tahoma"/>
                <a:ea typeface="Tahoma"/>
                <a:cs typeface="Tahoma"/>
              </a:rPr>
              <a:t>والضريبة</a:t>
            </a:r>
          </a:p>
        </p:txBody>
      </p:sp>
      <p:sp>
        <p:nvSpPr>
          <p:cNvPr id="23" name="text-672">
            <a:extLst xmlns:a="http://schemas.openxmlformats.org/drawingml/2006/main">
              <a:ext uri="{FF2B5EF4-FFF2-40B4-BE49-F238E27FC236}">
                <a16:creationId xmlns:a16="http://schemas.microsoft.com/office/drawing/2014/main" id="{BF97F9FC-304A-411F-B01D-1EFBF673F730}"/>
              </a:ext>
            </a:extLst>
          </p:cNvPr>
          <p:cNvSpPr>
            <a:spLocks xmlns:a="http://schemas.openxmlformats.org/drawingml/2006/main" noGrp="1"/>
          </p:cNvSpPr>
          <p:nvPr/>
        </p:nvSpPr>
        <p:spPr>
          <a:xfrm xmlns:a="http://schemas.openxmlformats.org/drawingml/2006/main">
            <a:off x="11106741" y="2571750"/>
            <a:ext cx="47565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٥٠٠</a:t>
            </a:r>
          </a:p>
        </p:txBody>
      </p:sp>
      <p:sp>
        <p:nvSpPr>
          <p:cNvPr id="24" name="text-673">
            <a:extLst xmlns:a="http://schemas.openxmlformats.org/drawingml/2006/main">
              <a:ext uri="{FF2B5EF4-FFF2-40B4-BE49-F238E27FC236}">
                <a16:creationId xmlns:a16="http://schemas.microsoft.com/office/drawing/2014/main" id="{6CB84C68-6A85-42D6-9215-E57F9B1CAF4B}"/>
              </a:ext>
            </a:extLst>
          </p:cNvPr>
          <p:cNvSpPr>
            <a:spLocks xmlns:a="http://schemas.openxmlformats.org/drawingml/2006/main" noGrp="1"/>
          </p:cNvSpPr>
          <p:nvPr/>
        </p:nvSpPr>
        <p:spPr>
          <a:xfrm xmlns:a="http://schemas.openxmlformats.org/drawingml/2006/main">
            <a:off x="10209008" y="2571750"/>
            <a:ext cx="83934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للطلبات</a:t>
            </a:r>
          </a:p>
        </p:txBody>
      </p:sp>
      <p:sp>
        <p:nvSpPr>
          <p:cNvPr id="25" name="text-674">
            <a:extLst xmlns:a="http://schemas.openxmlformats.org/drawingml/2006/main">
              <a:ext uri="{FF2B5EF4-FFF2-40B4-BE49-F238E27FC236}">
                <a16:creationId xmlns:a16="http://schemas.microsoft.com/office/drawing/2014/main" id="{E15E60F7-A4E3-4E26-9420-CE47D37F491C}"/>
              </a:ext>
            </a:extLst>
          </p:cNvPr>
          <p:cNvSpPr>
            <a:spLocks xmlns:a="http://schemas.openxmlformats.org/drawingml/2006/main" noGrp="1"/>
          </p:cNvSpPr>
          <p:nvPr/>
        </p:nvSpPr>
        <p:spPr>
          <a:xfrm xmlns:a="http://schemas.openxmlformats.org/drawingml/2006/main">
            <a:off x="9926901" y="2571750"/>
            <a:ext cx="22371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a:t>
            </a:r>
          </a:p>
        </p:txBody>
      </p:sp>
      <p:sp>
        <p:nvSpPr>
          <p:cNvPr id="26" name="text-675">
            <a:extLst xmlns:a="http://schemas.openxmlformats.org/drawingml/2006/main">
              <a:ext uri="{FF2B5EF4-FFF2-40B4-BE49-F238E27FC236}">
                <a16:creationId xmlns:a16="http://schemas.microsoft.com/office/drawing/2014/main" id="{6FCE414A-F0D5-4F00-AC95-036DC0D68588}"/>
              </a:ext>
            </a:extLst>
          </p:cNvPr>
          <p:cNvSpPr>
            <a:spLocks xmlns:a="http://schemas.openxmlformats.org/drawingml/2006/main" noGrp="1"/>
          </p:cNvSpPr>
          <p:nvPr/>
        </p:nvSpPr>
        <p:spPr>
          <a:xfrm xmlns:a="http://schemas.openxmlformats.org/drawingml/2006/main">
            <a:off x="9392853" y="2571750"/>
            <a:ext cx="47565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١٥٠</a:t>
            </a:r>
          </a:p>
        </p:txBody>
      </p:sp>
      <p:sp>
        <p:nvSpPr>
          <p:cNvPr id="27" name="text-676">
            <a:extLst xmlns:a="http://schemas.openxmlformats.org/drawingml/2006/main">
              <a:ext uri="{FF2B5EF4-FFF2-40B4-BE49-F238E27FC236}">
                <a16:creationId xmlns:a16="http://schemas.microsoft.com/office/drawing/2014/main" id="{1C550B71-4E80-4F72-9DEB-AAC3F4B0C045}"/>
              </a:ext>
            </a:extLst>
          </p:cNvPr>
          <p:cNvSpPr>
            <a:spLocks xmlns:a="http://schemas.openxmlformats.org/drawingml/2006/main" noGrp="1"/>
          </p:cNvSpPr>
          <p:nvPr/>
        </p:nvSpPr>
        <p:spPr>
          <a:xfrm xmlns:a="http://schemas.openxmlformats.org/drawingml/2006/main">
            <a:off x="8181864" y="2571750"/>
            <a:ext cx="115260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للاستضافة</a:t>
            </a:r>
          </a:p>
        </p:txBody>
      </p:sp>
      <p:sp>
        <p:nvSpPr>
          <p:cNvPr id="28" name="text-677">
            <a:extLst xmlns:a="http://schemas.openxmlformats.org/drawingml/2006/main">
              <a:ext uri="{FF2B5EF4-FFF2-40B4-BE49-F238E27FC236}">
                <a16:creationId xmlns:a16="http://schemas.microsoft.com/office/drawing/2014/main" id="{A0D2623C-5D0B-422A-A9DA-5691E51FC1BE}"/>
              </a:ext>
            </a:extLst>
          </p:cNvPr>
          <p:cNvSpPr>
            <a:spLocks xmlns:a="http://schemas.openxmlformats.org/drawingml/2006/main" noGrp="1"/>
          </p:cNvSpPr>
          <p:nvPr/>
        </p:nvSpPr>
        <p:spPr>
          <a:xfrm xmlns:a="http://schemas.openxmlformats.org/drawingml/2006/main">
            <a:off x="7899756" y="2571750"/>
            <a:ext cx="22371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a:t>
            </a:r>
          </a:p>
        </p:txBody>
      </p:sp>
      <p:sp>
        <p:nvSpPr>
          <p:cNvPr id="29" name="text-678">
            <a:extLst xmlns:a="http://schemas.openxmlformats.org/drawingml/2006/main">
              <a:ext uri="{FF2B5EF4-FFF2-40B4-BE49-F238E27FC236}">
                <a16:creationId xmlns:a16="http://schemas.microsoft.com/office/drawing/2014/main" id="{741C3CC0-4391-47CD-ACA9-41365549FD94}"/>
              </a:ext>
            </a:extLst>
          </p:cNvPr>
          <p:cNvSpPr>
            <a:spLocks xmlns:a="http://schemas.openxmlformats.org/drawingml/2006/main" noGrp="1"/>
          </p:cNvSpPr>
          <p:nvPr/>
        </p:nvSpPr>
        <p:spPr>
          <a:xfrm xmlns:a="http://schemas.openxmlformats.org/drawingml/2006/main">
            <a:off x="7365708" y="2571750"/>
            <a:ext cx="47565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٨٠٠</a:t>
            </a:r>
          </a:p>
        </p:txBody>
      </p:sp>
      <p:sp>
        <p:nvSpPr>
          <p:cNvPr id="30" name="text-679">
            <a:extLst xmlns:a="http://schemas.openxmlformats.org/drawingml/2006/main">
              <a:ext uri="{FF2B5EF4-FFF2-40B4-BE49-F238E27FC236}">
                <a16:creationId xmlns:a16="http://schemas.microsoft.com/office/drawing/2014/main" id="{C54094BB-8CE0-4132-8FD5-17F0D32B8D07}"/>
              </a:ext>
            </a:extLst>
          </p:cNvPr>
          <p:cNvSpPr>
            <a:spLocks xmlns:a="http://schemas.openxmlformats.org/drawingml/2006/main" noGrp="1"/>
          </p:cNvSpPr>
          <p:nvPr/>
        </p:nvSpPr>
        <p:spPr>
          <a:xfrm xmlns:a="http://schemas.openxmlformats.org/drawingml/2006/main">
            <a:off x="6437072" y="2571750"/>
            <a:ext cx="87024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لمراجعة</a:t>
            </a:r>
          </a:p>
        </p:txBody>
      </p:sp>
      <p:sp>
        <p:nvSpPr>
          <p:cNvPr id="31" name="text-680">
            <a:extLst xmlns:a="http://schemas.openxmlformats.org/drawingml/2006/main">
              <a:ext uri="{FF2B5EF4-FFF2-40B4-BE49-F238E27FC236}">
                <a16:creationId xmlns:a16="http://schemas.microsoft.com/office/drawing/2014/main" id="{36B5560B-96CD-405E-AC13-FED6C9FD66E6}"/>
              </a:ext>
            </a:extLst>
          </p:cNvPr>
          <p:cNvSpPr>
            <a:spLocks xmlns:a="http://schemas.openxmlformats.org/drawingml/2006/main" noGrp="1"/>
          </p:cNvSpPr>
          <p:nvPr/>
        </p:nvSpPr>
        <p:spPr>
          <a:xfrm xmlns:a="http://schemas.openxmlformats.org/drawingml/2006/main">
            <a:off x="5453888" y="2571750"/>
            <a:ext cx="92479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المحتوى</a:t>
            </a:r>
          </a:p>
        </p:txBody>
      </p:sp>
      <p:sp>
        <p:nvSpPr>
          <p:cNvPr id="32" name="text-681">
            <a:extLst xmlns:a="http://schemas.openxmlformats.org/drawingml/2006/main">
              <a:ext uri="{FF2B5EF4-FFF2-40B4-BE49-F238E27FC236}">
                <a16:creationId xmlns:a16="http://schemas.microsoft.com/office/drawing/2014/main" id="{87296A8F-2C8C-42FB-8E49-054D1F71AF10}"/>
              </a:ext>
            </a:extLst>
          </p:cNvPr>
          <p:cNvSpPr>
            <a:spLocks xmlns:a="http://schemas.openxmlformats.org/drawingml/2006/main" noGrp="1"/>
          </p:cNvSpPr>
          <p:nvPr/>
        </p:nvSpPr>
        <p:spPr>
          <a:xfrm xmlns:a="http://schemas.openxmlformats.org/drawingml/2006/main">
            <a:off x="10960168" y="3086100"/>
            <a:ext cx="622232"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يفترض</a:t>
            </a:r>
          </a:p>
        </p:txBody>
      </p:sp>
      <p:sp>
        <p:nvSpPr>
          <p:cNvPr id="33" name="text-682">
            <a:extLst xmlns:a="http://schemas.openxmlformats.org/drawingml/2006/main">
              <a:ext uri="{FF2B5EF4-FFF2-40B4-BE49-F238E27FC236}">
                <a16:creationId xmlns:a16="http://schemas.microsoft.com/office/drawing/2014/main" id="{6936EE31-D815-4520-A02C-9BFCD1043650}"/>
              </a:ext>
            </a:extLst>
          </p:cNvPr>
          <p:cNvSpPr>
            <a:spLocks xmlns:a="http://schemas.openxmlformats.org/drawingml/2006/main" noGrp="1"/>
          </p:cNvSpPr>
          <p:nvPr/>
        </p:nvSpPr>
        <p:spPr>
          <a:xfrm xmlns:a="http://schemas.openxmlformats.org/drawingml/2006/main">
            <a:off x="10182162" y="3086100"/>
            <a:ext cx="73152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١٠٬٠٠٠</a:t>
            </a:r>
          </a:p>
        </p:txBody>
      </p:sp>
      <p:sp>
        <p:nvSpPr>
          <p:cNvPr id="34" name="text-683">
            <a:extLst xmlns:a="http://schemas.openxmlformats.org/drawingml/2006/main">
              <a:ext uri="{FF2B5EF4-FFF2-40B4-BE49-F238E27FC236}">
                <a16:creationId xmlns:a16="http://schemas.microsoft.com/office/drawing/2014/main" id="{50F88591-B8EF-45DC-92AF-0579831A5A57}"/>
              </a:ext>
            </a:extLst>
          </p:cNvPr>
          <p:cNvSpPr>
            <a:spLocks xmlns:a="http://schemas.openxmlformats.org/drawingml/2006/main" noGrp="1"/>
          </p:cNvSpPr>
          <p:nvPr/>
        </p:nvSpPr>
        <p:spPr>
          <a:xfrm xmlns:a="http://schemas.openxmlformats.org/drawingml/2006/main">
            <a:off x="9674148" y="3086100"/>
            <a:ext cx="461532"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طلب</a:t>
            </a:r>
          </a:p>
        </p:txBody>
      </p:sp>
      <p:sp>
        <p:nvSpPr>
          <p:cNvPr id="35" name="text-684">
            <a:extLst xmlns:a="http://schemas.openxmlformats.org/drawingml/2006/main">
              <a:ext uri="{FF2B5EF4-FFF2-40B4-BE49-F238E27FC236}">
                <a16:creationId xmlns:a16="http://schemas.microsoft.com/office/drawing/2014/main" id="{BF9FB019-D215-4D6C-9D5A-0BB4DD986DBB}"/>
              </a:ext>
            </a:extLst>
          </p:cNvPr>
          <p:cNvSpPr>
            <a:spLocks xmlns:a="http://schemas.openxmlformats.org/drawingml/2006/main" noGrp="1"/>
          </p:cNvSpPr>
          <p:nvPr/>
        </p:nvSpPr>
        <p:spPr>
          <a:xfrm xmlns:a="http://schemas.openxmlformats.org/drawingml/2006/main">
            <a:off x="9376182" y="3086100"/>
            <a:ext cx="25148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و٨</a:t>
            </a:r>
          </a:p>
        </p:txBody>
      </p:sp>
      <p:sp>
        <p:nvSpPr>
          <p:cNvPr id="36" name="text-685">
            <a:extLst xmlns:a="http://schemas.openxmlformats.org/drawingml/2006/main">
              <a:ext uri="{FF2B5EF4-FFF2-40B4-BE49-F238E27FC236}">
                <a16:creationId xmlns:a16="http://schemas.microsoft.com/office/drawing/2014/main" id="{563441A8-9E46-4167-BFFE-DECB00802C9B}"/>
              </a:ext>
            </a:extLst>
          </p:cNvPr>
          <p:cNvSpPr>
            <a:spLocks xmlns:a="http://schemas.openxmlformats.org/drawingml/2006/main" noGrp="1"/>
          </p:cNvSpPr>
          <p:nvPr/>
        </p:nvSpPr>
        <p:spPr>
          <a:xfrm xmlns:a="http://schemas.openxmlformats.org/drawingml/2006/main">
            <a:off x="8650174" y="3086100"/>
            <a:ext cx="679527"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ساعات</a:t>
            </a:r>
          </a:p>
        </p:txBody>
      </p:sp>
      <p:sp>
        <p:nvSpPr>
          <p:cNvPr id="37" name="text-686">
            <a:extLst xmlns:a="http://schemas.openxmlformats.org/drawingml/2006/main">
              <a:ext uri="{FF2B5EF4-FFF2-40B4-BE49-F238E27FC236}">
                <a16:creationId xmlns:a16="http://schemas.microsoft.com/office/drawing/2014/main" id="{4ED07A06-C42F-41D8-9C51-4B786A25CEFE}"/>
              </a:ext>
            </a:extLst>
          </p:cNvPr>
          <p:cNvSpPr>
            <a:spLocks xmlns:a="http://schemas.openxmlformats.org/drawingml/2006/main" noGrp="1"/>
          </p:cNvSpPr>
          <p:nvPr/>
        </p:nvSpPr>
        <p:spPr>
          <a:xfrm xmlns:a="http://schemas.openxmlformats.org/drawingml/2006/main">
            <a:off x="7943099" y="3086100"/>
            <a:ext cx="660592"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مراجعة</a:t>
            </a:r>
          </a:p>
        </p:txBody>
      </p:sp>
      <p:sp>
        <p:nvSpPr>
          <p:cNvPr id="38" name="text-687">
            <a:extLst xmlns:a="http://schemas.openxmlformats.org/drawingml/2006/main">
              <a:ext uri="{FF2B5EF4-FFF2-40B4-BE49-F238E27FC236}">
                <a16:creationId xmlns:a16="http://schemas.microsoft.com/office/drawing/2014/main" id="{DD1380FE-A304-4E41-8C56-B45B5582A666}"/>
              </a:ext>
            </a:extLst>
          </p:cNvPr>
          <p:cNvSpPr>
            <a:spLocks xmlns:a="http://schemas.openxmlformats.org/drawingml/2006/main" noGrp="1"/>
          </p:cNvSpPr>
          <p:nvPr/>
        </p:nvSpPr>
        <p:spPr>
          <a:xfrm xmlns:a="http://schemas.openxmlformats.org/drawingml/2006/main">
            <a:off x="7314119" y="3086100"/>
            <a:ext cx="582499"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شهريًا</a:t>
            </a:r>
          </a:p>
        </p:txBody>
      </p:sp>
      <p:sp>
        <p:nvSpPr>
          <p:cNvPr id="39" name="text-688">
            <a:extLst xmlns:a="http://schemas.openxmlformats.org/drawingml/2006/main">
              <a:ext uri="{FF2B5EF4-FFF2-40B4-BE49-F238E27FC236}">
                <a16:creationId xmlns:a16="http://schemas.microsoft.com/office/drawing/2014/main" id="{A473E834-EA28-4C48-B5CF-390F3B396D07}"/>
              </a:ext>
            </a:extLst>
          </p:cNvPr>
          <p:cNvSpPr>
            <a:spLocks xmlns:a="http://schemas.openxmlformats.org/drawingml/2006/main" noGrp="1"/>
          </p:cNvSpPr>
          <p:nvPr/>
        </p:nvSpPr>
        <p:spPr>
          <a:xfrm xmlns:a="http://schemas.openxmlformats.org/drawingml/2006/main">
            <a:off x="10688018" y="3648075"/>
            <a:ext cx="89438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التشغيل</a:t>
            </a:r>
          </a:p>
        </p:txBody>
      </p:sp>
      <p:sp>
        <p:nvSpPr>
          <p:cNvPr id="40" name="text-689">
            <a:extLst xmlns:a="http://schemas.openxmlformats.org/drawingml/2006/main">
              <a:ext uri="{FF2B5EF4-FFF2-40B4-BE49-F238E27FC236}">
                <a16:creationId xmlns:a16="http://schemas.microsoft.com/office/drawing/2014/main" id="{B23F45A6-FB08-4703-8027-DD93E17EFC19}"/>
              </a:ext>
            </a:extLst>
          </p:cNvPr>
          <p:cNvSpPr>
            <a:spLocks xmlns:a="http://schemas.openxmlformats.org/drawingml/2006/main" noGrp="1"/>
          </p:cNvSpPr>
          <p:nvPr/>
        </p:nvSpPr>
        <p:spPr>
          <a:xfrm xmlns:a="http://schemas.openxmlformats.org/drawingml/2006/main">
            <a:off x="9746831" y="3648075"/>
            <a:ext cx="88584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لمسؤول</a:t>
            </a:r>
          </a:p>
        </p:txBody>
      </p:sp>
      <p:sp>
        <p:nvSpPr>
          <p:cNvPr id="41" name="text-690">
            <a:extLst xmlns:a="http://schemas.openxmlformats.org/drawingml/2006/main">
              <a:ext uri="{FF2B5EF4-FFF2-40B4-BE49-F238E27FC236}">
                <a16:creationId xmlns:a16="http://schemas.microsoft.com/office/drawing/2014/main" id="{CA87D479-689F-4C44-8E84-36FD45B6DD60}"/>
              </a:ext>
            </a:extLst>
          </p:cNvPr>
          <p:cNvSpPr>
            <a:spLocks xmlns:a="http://schemas.openxmlformats.org/drawingml/2006/main" noGrp="1"/>
          </p:cNvSpPr>
          <p:nvPr/>
        </p:nvSpPr>
        <p:spPr>
          <a:xfrm xmlns:a="http://schemas.openxmlformats.org/drawingml/2006/main">
            <a:off x="8876281" y="3648075"/>
            <a:ext cx="81520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التطبيق</a:t>
            </a:r>
          </a:p>
        </p:txBody>
      </p:sp>
      <p:sp>
        <p:nvSpPr>
          <p:cNvPr id="42" name="text-691">
            <a:extLst xmlns:a="http://schemas.openxmlformats.org/drawingml/2006/main">
              <a:ext uri="{FF2B5EF4-FFF2-40B4-BE49-F238E27FC236}">
                <a16:creationId xmlns:a16="http://schemas.microsoft.com/office/drawing/2014/main" id="{D6FBC70A-532D-4A2E-9BFE-8CECE592668D}"/>
              </a:ext>
            </a:extLst>
          </p:cNvPr>
          <p:cNvSpPr>
            <a:spLocks xmlns:a="http://schemas.openxmlformats.org/drawingml/2006/main" noGrp="1"/>
          </p:cNvSpPr>
          <p:nvPr/>
        </p:nvSpPr>
        <p:spPr>
          <a:xfrm xmlns:a="http://schemas.openxmlformats.org/drawingml/2006/main">
            <a:off x="8696114" y="3648075"/>
            <a:ext cx="1248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a:t>
            </a:r>
          </a:p>
        </p:txBody>
      </p:sp>
      <p:sp>
        <p:nvSpPr>
          <p:cNvPr id="43" name="text-692">
            <a:extLst xmlns:a="http://schemas.openxmlformats.org/drawingml/2006/main">
              <a:ext uri="{FF2B5EF4-FFF2-40B4-BE49-F238E27FC236}">
                <a16:creationId xmlns:a16="http://schemas.microsoft.com/office/drawing/2014/main" id="{31AD0A32-3B14-49B2-86D0-B74827FE1904}"/>
              </a:ext>
            </a:extLst>
          </p:cNvPr>
          <p:cNvSpPr>
            <a:spLocks xmlns:a="http://schemas.openxmlformats.org/drawingml/2006/main" noGrp="1"/>
          </p:cNvSpPr>
          <p:nvPr/>
        </p:nvSpPr>
        <p:spPr>
          <a:xfrm xmlns:a="http://schemas.openxmlformats.org/drawingml/2006/main">
            <a:off x="7750119" y="3648075"/>
            <a:ext cx="89065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المحتوى</a:t>
            </a:r>
          </a:p>
        </p:txBody>
      </p:sp>
      <p:sp>
        <p:nvSpPr>
          <p:cNvPr id="44" name="text-693">
            <a:extLst xmlns:a="http://schemas.openxmlformats.org/drawingml/2006/main">
              <a:ext uri="{FF2B5EF4-FFF2-40B4-BE49-F238E27FC236}">
                <a16:creationId xmlns:a16="http://schemas.microsoft.com/office/drawing/2014/main" id="{95B1159D-E058-4035-A552-F5B013451600}"/>
              </a:ext>
            </a:extLst>
          </p:cNvPr>
          <p:cNvSpPr>
            <a:spLocks xmlns:a="http://schemas.openxmlformats.org/drawingml/2006/main" noGrp="1"/>
          </p:cNvSpPr>
          <p:nvPr/>
        </p:nvSpPr>
        <p:spPr>
          <a:xfrm xmlns:a="http://schemas.openxmlformats.org/drawingml/2006/main">
            <a:off x="6972085" y="3648075"/>
            <a:ext cx="72269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لمراجع</a:t>
            </a:r>
          </a:p>
        </p:txBody>
      </p:sp>
      <p:sp>
        <p:nvSpPr>
          <p:cNvPr id="45" name="text-694">
            <a:extLst xmlns:a="http://schemas.openxmlformats.org/drawingml/2006/main">
              <a:ext uri="{FF2B5EF4-FFF2-40B4-BE49-F238E27FC236}">
                <a16:creationId xmlns:a16="http://schemas.microsoft.com/office/drawing/2014/main" id="{5078F381-0C46-48B9-B979-F54C489690B9}"/>
              </a:ext>
            </a:extLst>
          </p:cNvPr>
          <p:cNvSpPr>
            <a:spLocks xmlns:a="http://schemas.openxmlformats.org/drawingml/2006/main" noGrp="1"/>
          </p:cNvSpPr>
          <p:nvPr/>
        </p:nvSpPr>
        <p:spPr>
          <a:xfrm xmlns:a="http://schemas.openxmlformats.org/drawingml/2006/main">
            <a:off x="6302557" y="3648075"/>
            <a:ext cx="61418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مؤهل</a:t>
            </a:r>
          </a:p>
        </p:txBody>
      </p:sp>
      <p:sp>
        <p:nvSpPr>
          <p:cNvPr id="46" name="text-695">
            <a:extLst xmlns:a="http://schemas.openxmlformats.org/drawingml/2006/main">
              <a:ext uri="{FF2B5EF4-FFF2-40B4-BE49-F238E27FC236}">
                <a16:creationId xmlns:a16="http://schemas.microsoft.com/office/drawing/2014/main" id="{415A29AD-D5E5-4331-A9D1-78273B109840}"/>
              </a:ext>
            </a:extLst>
          </p:cNvPr>
          <p:cNvSpPr>
            <a:spLocks xmlns:a="http://schemas.openxmlformats.org/drawingml/2006/main" noGrp="1"/>
          </p:cNvSpPr>
          <p:nvPr/>
        </p:nvSpPr>
        <p:spPr>
          <a:xfrm xmlns:a="http://schemas.openxmlformats.org/drawingml/2006/main">
            <a:off x="5504411" y="3648075"/>
            <a:ext cx="74280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تسمّيه</a:t>
            </a:r>
          </a:p>
        </p:txBody>
      </p:sp>
      <p:sp>
        <p:nvSpPr>
          <p:cNvPr id="47" name="text-696">
            <a:extLst xmlns:a="http://schemas.openxmlformats.org/drawingml/2006/main">
              <a:ext uri="{FF2B5EF4-FFF2-40B4-BE49-F238E27FC236}">
                <a16:creationId xmlns:a16="http://schemas.microsoft.com/office/drawing/2014/main" id="{F0FC1F82-E887-4C53-841F-79212665FF14}"/>
              </a:ext>
            </a:extLst>
          </p:cNvPr>
          <p:cNvSpPr>
            <a:spLocks xmlns:a="http://schemas.openxmlformats.org/drawingml/2006/main" noGrp="1"/>
          </p:cNvSpPr>
          <p:nvPr/>
        </p:nvSpPr>
        <p:spPr>
          <a:xfrm xmlns:a="http://schemas.openxmlformats.org/drawingml/2006/main">
            <a:off x="4840475" y="3648075"/>
            <a:ext cx="60859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A6DAB5"/>
                </a:solidFill>
                <a:latin typeface="Tahoma"/>
                <a:ea typeface="Tahoma"/>
                <a:cs typeface="Tahoma"/>
              </a:defRPr>
            </a:pPr>
            <a:r>
              <a:rPr sz="1875" b="0">
                <a:solidFill>
                  <a:srgbClr val="A6DAB5"/>
                </a:solidFill>
                <a:latin typeface="Tahoma"/>
                <a:ea typeface="Tahoma"/>
                <a:cs typeface="Tahoma"/>
              </a:rPr>
              <a:t>الجهة</a:t>
            </a:r>
          </a:p>
        </p:txBody>
      </p:sp>
      <p:sp>
        <p:nvSpPr>
          <p:cNvPr id="48" name="text-697">
            <a:extLst xmlns:a="http://schemas.openxmlformats.org/drawingml/2006/main">
              <a:ext uri="{FF2B5EF4-FFF2-40B4-BE49-F238E27FC236}">
                <a16:creationId xmlns:a16="http://schemas.microsoft.com/office/drawing/2014/main" id="{E9CC388F-DE34-479E-B9AB-1E7D558B01B5}"/>
              </a:ext>
            </a:extLst>
          </p:cNvPr>
          <p:cNvSpPr>
            <a:spLocks xmlns:a="http://schemas.openxmlformats.org/drawingml/2006/main" noGrp="1"/>
          </p:cNvSpPr>
          <p:nvPr/>
        </p:nvSpPr>
        <p:spPr>
          <a:xfrm xmlns:a="http://schemas.openxmlformats.org/drawingml/2006/main">
            <a:off x="10797015" y="4295775"/>
            <a:ext cx="78538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الخطوة</a:t>
            </a:r>
          </a:p>
        </p:txBody>
      </p:sp>
      <p:sp>
        <p:nvSpPr>
          <p:cNvPr id="49" name="text-698">
            <a:extLst xmlns:a="http://schemas.openxmlformats.org/drawingml/2006/main">
              <a:ext uri="{FF2B5EF4-FFF2-40B4-BE49-F238E27FC236}">
                <a16:creationId xmlns:a16="http://schemas.microsoft.com/office/drawing/2014/main" id="{29D6C9A1-9811-4FA4-BD79-E0DF9783230C}"/>
              </a:ext>
            </a:extLst>
          </p:cNvPr>
          <p:cNvSpPr>
            <a:spLocks xmlns:a="http://schemas.openxmlformats.org/drawingml/2006/main" noGrp="1"/>
          </p:cNvSpPr>
          <p:nvPr/>
        </p:nvSpPr>
        <p:spPr>
          <a:xfrm xmlns:a="http://schemas.openxmlformats.org/drawingml/2006/main">
            <a:off x="10068411" y="4295775"/>
            <a:ext cx="66726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التالية</a:t>
            </a:r>
          </a:p>
        </p:txBody>
      </p:sp>
      <p:sp>
        <p:nvSpPr>
          <p:cNvPr id="50" name="text-699">
            <a:extLst xmlns:a="http://schemas.openxmlformats.org/drawingml/2006/main">
              <a:ext uri="{FF2B5EF4-FFF2-40B4-BE49-F238E27FC236}">
                <a16:creationId xmlns:a16="http://schemas.microsoft.com/office/drawing/2014/main" id="{A3D034FB-7149-4EC0-AB2C-9192E7330DC2}"/>
              </a:ext>
            </a:extLst>
          </p:cNvPr>
          <p:cNvSpPr>
            <a:spLocks xmlns:a="http://schemas.openxmlformats.org/drawingml/2006/main" noGrp="1"/>
          </p:cNvSpPr>
          <p:nvPr/>
        </p:nvSpPr>
        <p:spPr>
          <a:xfrm xmlns:a="http://schemas.openxmlformats.org/drawingml/2006/main">
            <a:off x="9377970" y="4295775"/>
            <a:ext cx="62910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تجربة</a:t>
            </a:r>
          </a:p>
        </p:txBody>
      </p:sp>
      <p:sp>
        <p:nvSpPr>
          <p:cNvPr id="51" name="text-700">
            <a:extLst xmlns:a="http://schemas.openxmlformats.org/drawingml/2006/main">
              <a:ext uri="{FF2B5EF4-FFF2-40B4-BE49-F238E27FC236}">
                <a16:creationId xmlns:a16="http://schemas.microsoft.com/office/drawing/2014/main" id="{28363919-76C3-4937-A51B-17A512F7E21D}"/>
              </a:ext>
            </a:extLst>
          </p:cNvPr>
          <p:cNvSpPr>
            <a:spLocks xmlns:a="http://schemas.openxmlformats.org/drawingml/2006/main" noGrp="1"/>
          </p:cNvSpPr>
          <p:nvPr/>
        </p:nvSpPr>
        <p:spPr>
          <a:xfrm xmlns:a="http://schemas.openxmlformats.org/drawingml/2006/main">
            <a:off x="8621601" y="4295775"/>
            <a:ext cx="69502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صغيرة</a:t>
            </a:r>
          </a:p>
        </p:txBody>
      </p:sp>
      <p:sp>
        <p:nvSpPr>
          <p:cNvPr id="52" name="text-701">
            <a:extLst xmlns:a="http://schemas.openxmlformats.org/drawingml/2006/main">
              <a:ext uri="{FF2B5EF4-FFF2-40B4-BE49-F238E27FC236}">
                <a16:creationId xmlns:a16="http://schemas.microsoft.com/office/drawing/2014/main" id="{203EAEB7-64FB-484C-A685-CECAC29CFC1D}"/>
              </a:ext>
            </a:extLst>
          </p:cNvPr>
          <p:cNvSpPr>
            <a:spLocks xmlns:a="http://schemas.openxmlformats.org/drawingml/2006/main" noGrp="1"/>
          </p:cNvSpPr>
          <p:nvPr/>
        </p:nvSpPr>
        <p:spPr>
          <a:xfrm xmlns:a="http://schemas.openxmlformats.org/drawingml/2006/main">
            <a:off x="7811175" y="4295775"/>
            <a:ext cx="74908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وقياس</a:t>
            </a:r>
          </a:p>
        </p:txBody>
      </p:sp>
      <p:sp>
        <p:nvSpPr>
          <p:cNvPr id="53" name="text-702">
            <a:extLst xmlns:a="http://schemas.openxmlformats.org/drawingml/2006/main">
              <a:ext uri="{FF2B5EF4-FFF2-40B4-BE49-F238E27FC236}">
                <a16:creationId xmlns:a16="http://schemas.microsoft.com/office/drawing/2014/main" id="{D8AD652D-A0AE-45BB-B7D6-2A518FD2A7C6}"/>
              </a:ext>
            </a:extLst>
          </p:cNvPr>
          <p:cNvSpPr>
            <a:spLocks xmlns:a="http://schemas.openxmlformats.org/drawingml/2006/main" noGrp="1"/>
          </p:cNvSpPr>
          <p:nvPr/>
        </p:nvSpPr>
        <p:spPr>
          <a:xfrm xmlns:a="http://schemas.openxmlformats.org/drawingml/2006/main">
            <a:off x="7112396" y="4295775"/>
            <a:ext cx="63743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الفهم</a:t>
            </a:r>
          </a:p>
        </p:txBody>
      </p:sp>
      <p:sp>
        <p:nvSpPr>
          <p:cNvPr id="54" name="text-703">
            <a:extLst xmlns:a="http://schemas.openxmlformats.org/drawingml/2006/main">
              <a:ext uri="{FF2B5EF4-FFF2-40B4-BE49-F238E27FC236}">
                <a16:creationId xmlns:a16="http://schemas.microsoft.com/office/drawing/2014/main" id="{FD6B8CCC-5ED7-487B-A80C-EC5639C2ED82}"/>
              </a:ext>
            </a:extLst>
          </p:cNvPr>
          <p:cNvSpPr>
            <a:spLocks xmlns:a="http://schemas.openxmlformats.org/drawingml/2006/main" noGrp="1"/>
          </p:cNvSpPr>
          <p:nvPr/>
        </p:nvSpPr>
        <p:spPr>
          <a:xfrm xmlns:a="http://schemas.openxmlformats.org/drawingml/2006/main">
            <a:off x="6368879" y="4295775"/>
            <a:ext cx="68217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وإتمام</a:t>
            </a:r>
          </a:p>
        </p:txBody>
      </p:sp>
      <p:sp>
        <p:nvSpPr>
          <p:cNvPr id="55" name="text-704">
            <a:extLst xmlns:a="http://schemas.openxmlformats.org/drawingml/2006/main">
              <a:ext uri="{FF2B5EF4-FFF2-40B4-BE49-F238E27FC236}">
                <a16:creationId xmlns:a16="http://schemas.microsoft.com/office/drawing/2014/main" id="{5BB199B1-D973-4A96-BE5B-C44383E42252}"/>
              </a:ext>
            </a:extLst>
          </p:cNvPr>
          <p:cNvSpPr>
            <a:spLocks xmlns:a="http://schemas.openxmlformats.org/drawingml/2006/main" noGrp="1"/>
          </p:cNvSpPr>
          <p:nvPr/>
        </p:nvSpPr>
        <p:spPr>
          <a:xfrm xmlns:a="http://schemas.openxmlformats.org/drawingml/2006/main">
            <a:off x="5511852" y="4295775"/>
            <a:ext cx="79568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3F0E6"/>
                </a:solidFill>
                <a:latin typeface="Tahoma"/>
                <a:ea typeface="Tahoma"/>
                <a:cs typeface="Tahoma"/>
              </a:defRPr>
            </a:pPr>
            <a:r>
              <a:rPr sz="2025" b="0">
                <a:solidFill>
                  <a:srgbClr val="F3F0E6"/>
                </a:solidFill>
                <a:latin typeface="Tahoma"/>
                <a:ea typeface="Tahoma"/>
                <a:cs typeface="Tahoma"/>
              </a:rPr>
              <a:t>المهمة</a:t>
            </a:r>
          </a:p>
        </p:txBody>
      </p:sp>
      <p:sp>
        <p:nvSpPr>
          <p:cNvPr id="56" name="text-705">
            <a:extLst xmlns:a="http://schemas.openxmlformats.org/drawingml/2006/main">
              <a:ext uri="{FF2B5EF4-FFF2-40B4-BE49-F238E27FC236}">
                <a16:creationId xmlns:a16="http://schemas.microsoft.com/office/drawing/2014/main" id="{0D389CB2-FBFA-4CA5-876B-DEEDB43EF959}"/>
              </a:ext>
            </a:extLst>
          </p:cNvPr>
          <p:cNvSpPr>
            <a:spLocks xmlns:a="http://schemas.openxmlformats.org/drawingml/2006/main" noGrp="1"/>
          </p:cNvSpPr>
          <p:nvPr/>
        </p:nvSpPr>
        <p:spPr>
          <a:xfrm xmlns:a="http://schemas.openxmlformats.org/drawingml/2006/main">
            <a:off x="10808592" y="4924425"/>
            <a:ext cx="77380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مراجعة</a:t>
            </a:r>
          </a:p>
        </p:txBody>
      </p:sp>
      <p:sp>
        <p:nvSpPr>
          <p:cNvPr id="57" name="text-706">
            <a:extLst xmlns:a="http://schemas.openxmlformats.org/drawingml/2006/main">
              <a:ext uri="{FF2B5EF4-FFF2-40B4-BE49-F238E27FC236}">
                <a16:creationId xmlns:a16="http://schemas.microsoft.com/office/drawing/2014/main" id="{0A017C89-5946-414F-8335-AB9088F277AF}"/>
              </a:ext>
            </a:extLst>
          </p:cNvPr>
          <p:cNvSpPr>
            <a:spLocks xmlns:a="http://schemas.openxmlformats.org/drawingml/2006/main" noGrp="1"/>
          </p:cNvSpPr>
          <p:nvPr/>
        </p:nvSpPr>
        <p:spPr>
          <a:xfrm xmlns:a="http://schemas.openxmlformats.org/drawingml/2006/main">
            <a:off x="9810594" y="4924425"/>
            <a:ext cx="93961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أسبوعية</a:t>
            </a:r>
          </a:p>
        </p:txBody>
      </p:sp>
      <p:sp>
        <p:nvSpPr>
          <p:cNvPr id="58" name="text-707">
            <a:extLst xmlns:a="http://schemas.openxmlformats.org/drawingml/2006/main">
              <a:ext uri="{FF2B5EF4-FFF2-40B4-BE49-F238E27FC236}">
                <a16:creationId xmlns:a16="http://schemas.microsoft.com/office/drawing/2014/main" id="{B0CADE05-27D7-4D91-9A3B-DEE35F4DE367}"/>
              </a:ext>
            </a:extLst>
          </p:cNvPr>
          <p:cNvSpPr>
            <a:spLocks xmlns:a="http://schemas.openxmlformats.org/drawingml/2006/main" noGrp="1"/>
          </p:cNvSpPr>
          <p:nvPr/>
        </p:nvSpPr>
        <p:spPr>
          <a:xfrm xmlns:a="http://schemas.openxmlformats.org/drawingml/2006/main">
            <a:off x="9623945" y="4924425"/>
            <a:ext cx="12826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a:t>
            </a:r>
          </a:p>
        </p:txBody>
      </p:sp>
      <p:sp>
        <p:nvSpPr>
          <p:cNvPr id="59" name="text-708">
            <a:extLst xmlns:a="http://schemas.openxmlformats.org/drawingml/2006/main">
              <a:ext uri="{FF2B5EF4-FFF2-40B4-BE49-F238E27FC236}">
                <a16:creationId xmlns:a16="http://schemas.microsoft.com/office/drawing/2014/main" id="{1A3FE74D-79DD-4275-8FFC-2BE066E0EABA}"/>
              </a:ext>
            </a:extLst>
          </p:cNvPr>
          <p:cNvSpPr>
            <a:spLocks xmlns:a="http://schemas.openxmlformats.org/drawingml/2006/main" noGrp="1"/>
          </p:cNvSpPr>
          <p:nvPr/>
        </p:nvSpPr>
        <p:spPr>
          <a:xfrm xmlns:a="http://schemas.openxmlformats.org/drawingml/2006/main">
            <a:off x="8926744" y="4924425"/>
            <a:ext cx="638812"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امتناع</a:t>
            </a:r>
          </a:p>
        </p:txBody>
      </p:sp>
      <p:sp>
        <p:nvSpPr>
          <p:cNvPr id="60" name="text-709">
            <a:extLst xmlns:a="http://schemas.openxmlformats.org/drawingml/2006/main">
              <a:ext uri="{FF2B5EF4-FFF2-40B4-BE49-F238E27FC236}">
                <a16:creationId xmlns:a16="http://schemas.microsoft.com/office/drawing/2014/main" id="{704B6F6D-C5E4-49D7-A3B9-E99002F29E02}"/>
              </a:ext>
            </a:extLst>
          </p:cNvPr>
          <p:cNvSpPr>
            <a:spLocks xmlns:a="http://schemas.openxmlformats.org/drawingml/2006/main" noGrp="1"/>
          </p:cNvSpPr>
          <p:nvPr/>
        </p:nvSpPr>
        <p:spPr>
          <a:xfrm xmlns:a="http://schemas.openxmlformats.org/drawingml/2006/main">
            <a:off x="8662394" y="4924425"/>
            <a:ext cx="205962"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أو</a:t>
            </a:r>
          </a:p>
        </p:txBody>
      </p:sp>
      <p:sp>
        <p:nvSpPr>
          <p:cNvPr id="61" name="text-710">
            <a:extLst xmlns:a="http://schemas.openxmlformats.org/drawingml/2006/main">
              <a:ext uri="{FF2B5EF4-FFF2-40B4-BE49-F238E27FC236}">
                <a16:creationId xmlns:a16="http://schemas.microsoft.com/office/drawing/2014/main" id="{168606CA-BC7B-4BA0-ADB1-D5FE2D9BDBDE}"/>
              </a:ext>
            </a:extLst>
          </p:cNvPr>
          <p:cNvSpPr>
            <a:spLocks xmlns:a="http://schemas.openxmlformats.org/drawingml/2006/main" noGrp="1"/>
          </p:cNvSpPr>
          <p:nvPr/>
        </p:nvSpPr>
        <p:spPr>
          <a:xfrm xmlns:a="http://schemas.openxmlformats.org/drawingml/2006/main">
            <a:off x="8042699" y="4924425"/>
            <a:ext cx="56130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إحالة</a:t>
            </a:r>
          </a:p>
        </p:txBody>
      </p:sp>
      <p:sp>
        <p:nvSpPr>
          <p:cNvPr id="62" name="text-711">
            <a:extLst xmlns:a="http://schemas.openxmlformats.org/drawingml/2006/main">
              <a:ext uri="{FF2B5EF4-FFF2-40B4-BE49-F238E27FC236}">
                <a16:creationId xmlns:a16="http://schemas.microsoft.com/office/drawing/2014/main" id="{57AC8AAA-65F4-4935-9950-DE58EA90023B}"/>
              </a:ext>
            </a:extLst>
          </p:cNvPr>
          <p:cNvSpPr>
            <a:spLocks xmlns:a="http://schemas.openxmlformats.org/drawingml/2006/main" noGrp="1"/>
          </p:cNvSpPr>
          <p:nvPr/>
        </p:nvSpPr>
        <p:spPr>
          <a:xfrm xmlns:a="http://schemas.openxmlformats.org/drawingml/2006/main">
            <a:off x="7496486" y="4924425"/>
            <a:ext cx="48782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حين</a:t>
            </a:r>
          </a:p>
        </p:txBody>
      </p:sp>
      <p:sp>
        <p:nvSpPr>
          <p:cNvPr id="63" name="text-712">
            <a:extLst xmlns:a="http://schemas.openxmlformats.org/drawingml/2006/main">
              <a:ext uri="{FF2B5EF4-FFF2-40B4-BE49-F238E27FC236}">
                <a16:creationId xmlns:a16="http://schemas.microsoft.com/office/drawing/2014/main" id="{E053AF1D-5DBE-460E-B947-86CD74E36B95}"/>
              </a:ext>
            </a:extLst>
          </p:cNvPr>
          <p:cNvSpPr>
            <a:spLocks xmlns:a="http://schemas.openxmlformats.org/drawingml/2006/main" noGrp="1"/>
          </p:cNvSpPr>
          <p:nvPr/>
        </p:nvSpPr>
        <p:spPr>
          <a:xfrm xmlns:a="http://schemas.openxmlformats.org/drawingml/2006/main">
            <a:off x="7244693" y="4924425"/>
            <a:ext cx="19340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لا</a:t>
            </a:r>
          </a:p>
        </p:txBody>
      </p:sp>
      <p:sp>
        <p:nvSpPr>
          <p:cNvPr id="64" name="text-713">
            <a:extLst xmlns:a="http://schemas.openxmlformats.org/drawingml/2006/main">
              <a:ext uri="{FF2B5EF4-FFF2-40B4-BE49-F238E27FC236}">
                <a16:creationId xmlns:a16="http://schemas.microsoft.com/office/drawing/2014/main" id="{F146E8E3-C5AC-4913-9DD2-06774A7CFDAC}"/>
              </a:ext>
            </a:extLst>
          </p:cNvPr>
          <p:cNvSpPr>
            <a:spLocks xmlns:a="http://schemas.openxmlformats.org/drawingml/2006/main" noGrp="1"/>
          </p:cNvSpPr>
          <p:nvPr/>
        </p:nvSpPr>
        <p:spPr>
          <a:xfrm xmlns:a="http://schemas.openxmlformats.org/drawingml/2006/main">
            <a:off x="6558186" y="4924425"/>
            <a:ext cx="62811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يكفي</a:t>
            </a:r>
          </a:p>
        </p:txBody>
      </p:sp>
      <p:sp>
        <p:nvSpPr>
          <p:cNvPr id="65" name="text-714">
            <a:extLst xmlns:a="http://schemas.openxmlformats.org/drawingml/2006/main">
              <a:ext uri="{FF2B5EF4-FFF2-40B4-BE49-F238E27FC236}">
                <a16:creationId xmlns:a16="http://schemas.microsoft.com/office/drawing/2014/main" id="{1459D4F4-0E42-4229-8593-09B5EC82D276}"/>
              </a:ext>
            </a:extLst>
          </p:cNvPr>
          <p:cNvSpPr>
            <a:spLocks xmlns:a="http://schemas.openxmlformats.org/drawingml/2006/main" noGrp="1"/>
          </p:cNvSpPr>
          <p:nvPr/>
        </p:nvSpPr>
        <p:spPr>
          <a:xfrm xmlns:a="http://schemas.openxmlformats.org/drawingml/2006/main">
            <a:off x="5843719" y="4924425"/>
            <a:ext cx="65607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3F0E6"/>
                </a:solidFill>
                <a:latin typeface="Tahoma"/>
                <a:ea typeface="Tahoma"/>
                <a:cs typeface="Tahoma"/>
              </a:defRPr>
            </a:pPr>
            <a:r>
              <a:rPr sz="1950" b="0">
                <a:solidFill>
                  <a:srgbClr val="F3F0E6"/>
                </a:solidFill>
                <a:latin typeface="Tahoma"/>
                <a:ea typeface="Tahoma"/>
                <a:cs typeface="Tahoma"/>
              </a:rPr>
              <a:t>الدليل</a:t>
            </a:r>
          </a:p>
        </p:txBody>
      </p:sp>
      <p:sp>
        <p:nvSpPr>
          <p:cNvPr id="66" name="text-715">
            <a:extLst xmlns:a="http://schemas.openxmlformats.org/drawingml/2006/main">
              <a:ext uri="{FF2B5EF4-FFF2-40B4-BE49-F238E27FC236}">
                <a16:creationId xmlns:a16="http://schemas.microsoft.com/office/drawing/2014/main" id="{1274526B-4A6D-4FB7-BFAD-F2015BA37B1F}"/>
              </a:ext>
            </a:extLst>
          </p:cNvPr>
          <p:cNvSpPr>
            <a:spLocks xmlns:a="http://schemas.openxmlformats.org/drawingml/2006/main" noGrp="1"/>
          </p:cNvSpPr>
          <p:nvPr/>
        </p:nvSpPr>
        <p:spPr>
          <a:xfrm xmlns:a="http://schemas.openxmlformats.org/drawingml/2006/main">
            <a:off x="11222802" y="5581650"/>
            <a:ext cx="35959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عند</a:t>
            </a:r>
          </a:p>
        </p:txBody>
      </p:sp>
      <p:sp>
        <p:nvSpPr>
          <p:cNvPr id="67" name="text-716">
            <a:extLst xmlns:a="http://schemas.openxmlformats.org/drawingml/2006/main">
              <a:ext uri="{FF2B5EF4-FFF2-40B4-BE49-F238E27FC236}">
                <a16:creationId xmlns:a16="http://schemas.microsoft.com/office/drawing/2014/main" id="{33A85E8D-53FC-4867-A640-28D5739DF60A}"/>
              </a:ext>
            </a:extLst>
          </p:cNvPr>
          <p:cNvSpPr>
            <a:spLocks xmlns:a="http://schemas.openxmlformats.org/drawingml/2006/main" noGrp="1"/>
          </p:cNvSpPr>
          <p:nvPr/>
        </p:nvSpPr>
        <p:spPr>
          <a:xfrm xmlns:a="http://schemas.openxmlformats.org/drawingml/2006/main">
            <a:off x="10665538" y="5581650"/>
            <a:ext cx="510782"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تعطل</a:t>
            </a:r>
          </a:p>
        </p:txBody>
      </p:sp>
      <p:sp>
        <p:nvSpPr>
          <p:cNvPr id="68" name="text-717">
            <a:extLst xmlns:a="http://schemas.openxmlformats.org/drawingml/2006/main">
              <a:ext uri="{FF2B5EF4-FFF2-40B4-BE49-F238E27FC236}">
                <a16:creationId xmlns:a16="http://schemas.microsoft.com/office/drawing/2014/main" id="{758307C0-FB13-417B-BE11-F2F1B5C8E342}"/>
              </a:ext>
            </a:extLst>
          </p:cNvPr>
          <p:cNvSpPr>
            <a:spLocks xmlns:a="http://schemas.openxmlformats.org/drawingml/2006/main" noGrp="1"/>
          </p:cNvSpPr>
          <p:nvPr/>
        </p:nvSpPr>
        <p:spPr>
          <a:xfrm xmlns:a="http://schemas.openxmlformats.org/drawingml/2006/main">
            <a:off x="9969746" y="5581650"/>
            <a:ext cx="64931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الخدمة</a:t>
            </a:r>
          </a:p>
        </p:txBody>
      </p:sp>
      <p:sp>
        <p:nvSpPr>
          <p:cNvPr id="69" name="text-718">
            <a:extLst xmlns:a="http://schemas.openxmlformats.org/drawingml/2006/main">
              <a:ext uri="{FF2B5EF4-FFF2-40B4-BE49-F238E27FC236}">
                <a16:creationId xmlns:a16="http://schemas.microsoft.com/office/drawing/2014/main" id="{2213F9D7-5BDF-4A95-AF2D-348E36C40E68}"/>
              </a:ext>
            </a:extLst>
          </p:cNvPr>
          <p:cNvSpPr>
            <a:spLocks xmlns:a="http://schemas.openxmlformats.org/drawingml/2006/main" noGrp="1"/>
          </p:cNvSpPr>
          <p:nvPr/>
        </p:nvSpPr>
        <p:spPr>
          <a:xfrm xmlns:a="http://schemas.openxmlformats.org/drawingml/2006/main">
            <a:off x="9366666" y="5581650"/>
            <a:ext cx="55659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مصادر</a:t>
            </a:r>
          </a:p>
        </p:txBody>
      </p:sp>
      <p:sp>
        <p:nvSpPr>
          <p:cNvPr id="70" name="text-719">
            <a:extLst xmlns:a="http://schemas.openxmlformats.org/drawingml/2006/main">
              <a:ext uri="{FF2B5EF4-FFF2-40B4-BE49-F238E27FC236}">
                <a16:creationId xmlns:a16="http://schemas.microsoft.com/office/drawing/2014/main" id="{53038067-AB8F-471A-91D5-007898DFFF04}"/>
              </a:ext>
            </a:extLst>
          </p:cNvPr>
          <p:cNvSpPr>
            <a:spLocks xmlns:a="http://schemas.openxmlformats.org/drawingml/2006/main" noGrp="1"/>
          </p:cNvSpPr>
          <p:nvPr/>
        </p:nvSpPr>
        <p:spPr>
          <a:xfrm xmlns:a="http://schemas.openxmlformats.org/drawingml/2006/main">
            <a:off x="8629178" y="5581650"/>
            <a:ext cx="69100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مباشرة</a:t>
            </a:r>
          </a:p>
        </p:txBody>
      </p:sp>
      <p:sp>
        <p:nvSpPr>
          <p:cNvPr id="71" name="text-720">
            <a:extLst xmlns:a="http://schemas.openxmlformats.org/drawingml/2006/main">
              <a:ext uri="{FF2B5EF4-FFF2-40B4-BE49-F238E27FC236}">
                <a16:creationId xmlns:a16="http://schemas.microsoft.com/office/drawing/2014/main" id="{B89FE70C-20F6-4E68-94DE-15A045B753C8}"/>
              </a:ext>
            </a:extLst>
          </p:cNvPr>
          <p:cNvSpPr>
            <a:spLocks xmlns:a="http://schemas.openxmlformats.org/drawingml/2006/main" noGrp="1"/>
          </p:cNvSpPr>
          <p:nvPr/>
        </p:nvSpPr>
        <p:spPr>
          <a:xfrm xmlns:a="http://schemas.openxmlformats.org/drawingml/2006/main">
            <a:off x="8095755" y="5581650"/>
            <a:ext cx="486942"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ومواد</a:t>
            </a:r>
          </a:p>
        </p:txBody>
      </p:sp>
      <p:sp>
        <p:nvSpPr>
          <p:cNvPr id="72" name="text-721">
            <a:extLst xmlns:a="http://schemas.openxmlformats.org/drawingml/2006/main">
              <a:ext uri="{FF2B5EF4-FFF2-40B4-BE49-F238E27FC236}">
                <a16:creationId xmlns:a16="http://schemas.microsoft.com/office/drawing/2014/main" id="{DB717FB6-A826-46B4-9BBC-F6E4BA92F1B1}"/>
              </a:ext>
            </a:extLst>
          </p:cNvPr>
          <p:cNvSpPr>
            <a:spLocks xmlns:a="http://schemas.openxmlformats.org/drawingml/2006/main" noGrp="1"/>
          </p:cNvSpPr>
          <p:nvPr/>
        </p:nvSpPr>
        <p:spPr>
          <a:xfrm xmlns:a="http://schemas.openxmlformats.org/drawingml/2006/main">
            <a:off x="7280370" y="5581650"/>
            <a:ext cx="76890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محفوظة</a:t>
            </a:r>
          </a:p>
        </p:txBody>
      </p:sp>
      <p:sp>
        <p:nvSpPr>
          <p:cNvPr id="73" name="text-722">
            <a:extLst xmlns:a="http://schemas.openxmlformats.org/drawingml/2006/main">
              <a:ext uri="{FF2B5EF4-FFF2-40B4-BE49-F238E27FC236}">
                <a16:creationId xmlns:a16="http://schemas.microsoft.com/office/drawing/2014/main" id="{54A2FC9B-E6B1-4E82-BFA8-24013A718ABA}"/>
              </a:ext>
            </a:extLst>
          </p:cNvPr>
          <p:cNvSpPr>
            <a:spLocks xmlns:a="http://schemas.openxmlformats.org/drawingml/2006/main" noGrp="1"/>
          </p:cNvSpPr>
          <p:nvPr/>
        </p:nvSpPr>
        <p:spPr>
          <a:xfrm xmlns:a="http://schemas.openxmlformats.org/drawingml/2006/main">
            <a:off x="7119460" y="5581650"/>
            <a:ext cx="114428"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a:t>
            </a:r>
          </a:p>
        </p:txBody>
      </p:sp>
      <p:sp>
        <p:nvSpPr>
          <p:cNvPr id="74" name="text-723">
            <a:extLst xmlns:a="http://schemas.openxmlformats.org/drawingml/2006/main">
              <a:ext uri="{FF2B5EF4-FFF2-40B4-BE49-F238E27FC236}">
                <a16:creationId xmlns:a16="http://schemas.microsoft.com/office/drawing/2014/main" id="{AD654DB8-B81C-427A-A2A4-D6297F458C9B}"/>
              </a:ext>
            </a:extLst>
          </p:cNvPr>
          <p:cNvSpPr>
            <a:spLocks xmlns:a="http://schemas.openxmlformats.org/drawingml/2006/main" noGrp="1"/>
          </p:cNvSpPr>
          <p:nvPr/>
        </p:nvSpPr>
        <p:spPr>
          <a:xfrm xmlns:a="http://schemas.openxmlformats.org/drawingml/2006/main">
            <a:off x="6903414" y="5581650"/>
            <a:ext cx="16956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لا</a:t>
            </a:r>
          </a:p>
        </p:txBody>
      </p:sp>
      <p:sp>
        <p:nvSpPr>
          <p:cNvPr id="75" name="text-724">
            <a:extLst xmlns:a="http://schemas.openxmlformats.org/drawingml/2006/main">
              <a:ext uri="{FF2B5EF4-FFF2-40B4-BE49-F238E27FC236}">
                <a16:creationId xmlns:a16="http://schemas.microsoft.com/office/drawing/2014/main" id="{BB954599-4CE1-4EF4-8F78-2443EA1D84A3}"/>
              </a:ext>
            </a:extLst>
          </p:cNvPr>
          <p:cNvSpPr>
            <a:spLocks xmlns:a="http://schemas.openxmlformats.org/drawingml/2006/main" noGrp="1"/>
          </p:cNvSpPr>
          <p:nvPr/>
        </p:nvSpPr>
        <p:spPr>
          <a:xfrm xmlns:a="http://schemas.openxmlformats.org/drawingml/2006/main">
            <a:off x="6354489" y="5581650"/>
            <a:ext cx="50244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جواب</a:t>
            </a:r>
          </a:p>
        </p:txBody>
      </p:sp>
      <p:sp>
        <p:nvSpPr>
          <p:cNvPr id="76" name="text-725">
            <a:extLst xmlns:a="http://schemas.openxmlformats.org/drawingml/2006/main">
              <a:ext uri="{FF2B5EF4-FFF2-40B4-BE49-F238E27FC236}">
                <a16:creationId xmlns:a16="http://schemas.microsoft.com/office/drawing/2014/main" id="{7F8541FC-A92C-466E-BA45-7412CD978EB3}"/>
              </a:ext>
            </a:extLst>
          </p:cNvPr>
          <p:cNvSpPr>
            <a:spLocks xmlns:a="http://schemas.openxmlformats.org/drawingml/2006/main" noGrp="1"/>
          </p:cNvSpPr>
          <p:nvPr/>
        </p:nvSpPr>
        <p:spPr>
          <a:xfrm xmlns:a="http://schemas.openxmlformats.org/drawingml/2006/main">
            <a:off x="5875221" y="5581650"/>
            <a:ext cx="432786"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بديل</a:t>
            </a:r>
          </a:p>
        </p:txBody>
      </p:sp>
      <p:sp>
        <p:nvSpPr>
          <p:cNvPr id="77" name="text-726">
            <a:extLst xmlns:a="http://schemas.openxmlformats.org/drawingml/2006/main">
              <a:ext uri="{FF2B5EF4-FFF2-40B4-BE49-F238E27FC236}">
                <a16:creationId xmlns:a16="http://schemas.microsoft.com/office/drawing/2014/main" id="{8F00D86F-E3E4-41F2-B768-CEFB57AFA56E}"/>
              </a:ext>
            </a:extLst>
          </p:cNvPr>
          <p:cNvSpPr>
            <a:spLocks xmlns:a="http://schemas.openxmlformats.org/drawingml/2006/main" noGrp="1"/>
          </p:cNvSpPr>
          <p:nvPr/>
        </p:nvSpPr>
        <p:spPr>
          <a:xfrm xmlns:a="http://schemas.openxmlformats.org/drawingml/2006/main">
            <a:off x="5190319" y="5581650"/>
            <a:ext cx="63842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A5B9AB"/>
                </a:solidFill>
                <a:latin typeface="Tahoma"/>
                <a:ea typeface="Tahoma"/>
                <a:cs typeface="Tahoma"/>
              </a:defRPr>
            </a:pPr>
            <a:r>
              <a:rPr sz="1650" b="0">
                <a:solidFill>
                  <a:srgbClr val="A5B9AB"/>
                </a:solidFill>
                <a:latin typeface="Tahoma"/>
                <a:ea typeface="Tahoma"/>
                <a:cs typeface="Tahoma"/>
              </a:rPr>
              <a:t>مختلق</a:t>
            </a:r>
          </a:p>
        </p:txBody>
      </p:sp>
    </p:spTree>
    <p:extLst>
      <p:ext uri="{BB962C8B-B14F-4D97-AF65-F5344CB8AC3E}">
        <p14:creationId xmlns:p14="http://schemas.microsoft.com/office/powerpoint/2010/main" val="532653960"/>
      </p:ext>
    </p:extLst>
  </p:cSld>
</p:sld>
</file>

<file path=ppt/slides/slide16.xml><?xml version="1.0" encoding="utf-8"?>
<p:sld xmlns:p="http://schemas.openxmlformats.org/presentationml/2006/main">
  <p:cSld>
    <p:bg>
      <p:bgPr>
        <a:solidFill xmlns:a="http://schemas.openxmlformats.org/drawingml/2006/main">
          <a:srgbClr val="0D1815"/>
        </a:solidFill>
      </p:bgPr>
    </p:bg>
    <p:spTree>
      <p:nvGrpSpPr>
        <p:cNvPr id="1" name=""/>
        <p:cNvGrpSpPr/>
        <p:nvPr/>
      </p:nvGrpSpPr>
      <p:grpSpPr>
        <a:xfrm xmlns:a="http://schemas.openxmlformats.org/drawingml/2006/main"/>
      </p:grpSpPr>
      <p:sp>
        <p:nvSpPr>
          <p:cNvPr id="29" name="text-727">
            <a:extLst xmlns:a="http://schemas.openxmlformats.org/drawingml/2006/main">
              <a:ext uri="{FF2B5EF4-FFF2-40B4-BE49-F238E27FC236}">
                <a16:creationId xmlns:a16="http://schemas.microsoft.com/office/drawing/2014/main" id="{D5B4F60C-9D8C-4F7B-9DEA-6F33F3F35444}"/>
              </a:ext>
            </a:extLst>
          </p:cNvPr>
          <p:cNvSpPr>
            <a:spLocks xmlns:a="http://schemas.openxmlformats.org/drawingml/2006/main" noGrp="1"/>
          </p:cNvSpPr>
          <p:nvPr/>
        </p:nvSpPr>
        <p:spPr>
          <a:xfrm xmlns:a="http://schemas.openxmlformats.org/drawingml/2006/main">
            <a:off x="10612344" y="457200"/>
            <a:ext cx="97005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جرّب</a:t>
            </a:r>
          </a:p>
        </p:txBody>
      </p:sp>
      <p:sp>
        <p:nvSpPr>
          <p:cNvPr id="2" name="text-728">
            <a:extLst xmlns:a="http://schemas.openxmlformats.org/drawingml/2006/main">
              <a:ext uri="{FF2B5EF4-FFF2-40B4-BE49-F238E27FC236}">
                <a16:creationId xmlns:a16="http://schemas.microsoft.com/office/drawing/2014/main" id="{C5959971-5C9F-4405-8324-A5FAE97563A3}"/>
              </a:ext>
            </a:extLst>
          </p:cNvPr>
          <p:cNvSpPr>
            <a:spLocks xmlns:a="http://schemas.openxmlformats.org/drawingml/2006/main" noGrp="1"/>
          </p:cNvSpPr>
          <p:nvPr/>
        </p:nvSpPr>
        <p:spPr>
          <a:xfrm xmlns:a="http://schemas.openxmlformats.org/drawingml/2006/main">
            <a:off x="9385303" y="457200"/>
            <a:ext cx="112607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وافتح</a:t>
            </a:r>
          </a:p>
        </p:txBody>
      </p:sp>
      <p:sp>
        <p:nvSpPr>
          <p:cNvPr id="3" name="text-729">
            <a:extLst xmlns:a="http://schemas.openxmlformats.org/drawingml/2006/main">
              <a:ext uri="{FF2B5EF4-FFF2-40B4-BE49-F238E27FC236}">
                <a16:creationId xmlns:a16="http://schemas.microsoft.com/office/drawing/2014/main" id="{C0F2CC78-FBFE-4E17-BF92-89C5884B5E96}"/>
              </a:ext>
            </a:extLst>
          </p:cNvPr>
          <p:cNvSpPr>
            <a:spLocks xmlns:a="http://schemas.openxmlformats.org/drawingml/2006/main" noGrp="1"/>
          </p:cNvSpPr>
          <p:nvPr/>
        </p:nvSpPr>
        <p:spPr>
          <a:xfrm xmlns:a="http://schemas.openxmlformats.org/drawingml/2006/main">
            <a:off x="8067126" y="457200"/>
            <a:ext cx="121721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الدليل</a:t>
            </a:r>
          </a:p>
        </p:txBody>
      </p:sp>
      <p:sp>
        <p:nvSpPr>
          <p:cNvPr id="4" name="text-730">
            <a:extLst xmlns:a="http://schemas.openxmlformats.org/drawingml/2006/main">
              <a:ext uri="{FF2B5EF4-FFF2-40B4-BE49-F238E27FC236}">
                <a16:creationId xmlns:a16="http://schemas.microsoft.com/office/drawing/2014/main" id="{8025C079-DC5F-4B4E-8C86-3BD322665802}"/>
              </a:ext>
            </a:extLst>
          </p:cNvPr>
          <p:cNvSpPr>
            <a:spLocks xmlns:a="http://schemas.openxmlformats.org/drawingml/2006/main" noGrp="1"/>
          </p:cNvSpPr>
          <p:nvPr/>
        </p:nvSpPr>
        <p:spPr>
          <a:xfrm xmlns:a="http://schemas.openxmlformats.org/drawingml/2006/main">
            <a:off x="7038106" y="457200"/>
            <a:ext cx="92805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وأعد</a:t>
            </a:r>
          </a:p>
        </p:txBody>
      </p:sp>
      <p:sp>
        <p:nvSpPr>
          <p:cNvPr id="5" name="text-731">
            <a:extLst xmlns:a="http://schemas.openxmlformats.org/drawingml/2006/main">
              <a:ext uri="{FF2B5EF4-FFF2-40B4-BE49-F238E27FC236}">
                <a16:creationId xmlns:a16="http://schemas.microsoft.com/office/drawing/2014/main" id="{7092AFCE-43AD-4059-889C-C3182216AAD6}"/>
              </a:ext>
            </a:extLst>
          </p:cNvPr>
          <p:cNvSpPr>
            <a:spLocks xmlns:a="http://schemas.openxmlformats.org/drawingml/2006/main" noGrp="1"/>
          </p:cNvSpPr>
          <p:nvPr/>
        </p:nvSpPr>
        <p:spPr>
          <a:xfrm xmlns:a="http://schemas.openxmlformats.org/drawingml/2006/main">
            <a:off x="5485950" y="457200"/>
            <a:ext cx="145119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DDC087"/>
                </a:solidFill>
                <a:latin typeface="Tahoma"/>
                <a:ea typeface="Tahoma"/>
                <a:cs typeface="Tahoma"/>
              </a:defRPr>
            </a:pPr>
            <a:r>
              <a:rPr sz="3225" b="1">
                <a:solidFill>
                  <a:srgbClr val="DDC087"/>
                </a:solidFill>
                <a:latin typeface="Tahoma"/>
                <a:ea typeface="Tahoma"/>
                <a:cs typeface="Tahoma"/>
              </a:rPr>
              <a:t>الاختبار</a:t>
            </a:r>
          </a:p>
        </p:txBody>
      </p:sp>
      <p:sp>
        <p:nvSpPr>
          <p:cNvPr id="6" name="shape-732">
            <a:extLst xmlns:a="http://schemas.openxmlformats.org/drawingml/2006/main">
              <a:ext uri="{FF2B5EF4-FFF2-40B4-BE49-F238E27FC236}">
                <a16:creationId xmlns:a16="http://schemas.microsoft.com/office/drawing/2014/main" id="{1B7DFBC3-3F7A-4ACC-BCFF-A88C7C0117AE}"/>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65046"/>
          </a:solidFill>
          <a:ln xmlns:a="http://schemas.openxmlformats.org/drawingml/2006/main" w="9525">
            <a:noFill/>
          </a:ln>
        </p:spPr>
      </p:sp>
      <p:sp>
        <p:nvSpPr>
          <p:cNvPr id="7" name="text-733">
            <a:extLst xmlns:a="http://schemas.openxmlformats.org/drawingml/2006/main">
              <a:ext uri="{FF2B5EF4-FFF2-40B4-BE49-F238E27FC236}">
                <a16:creationId xmlns:a16="http://schemas.microsoft.com/office/drawing/2014/main" id="{774946F1-E5B9-4EF9-ACD5-45FF5B7BA3C6}"/>
              </a:ext>
            </a:extLst>
          </p:cNvPr>
          <p:cNvSpPr>
            <a:spLocks xmlns:a="http://schemas.openxmlformats.org/drawingml/2006/main" noGrp="1"/>
          </p:cNvSpPr>
          <p:nvPr/>
        </p:nvSpPr>
        <p:spPr>
          <a:xfrm xmlns:a="http://schemas.openxmlformats.org/drawingml/2006/main">
            <a:off x="10907582" y="6324600"/>
            <a:ext cx="674818"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سلسبيل</a:t>
            </a:r>
          </a:p>
        </p:txBody>
      </p:sp>
      <p:sp>
        <p:nvSpPr>
          <p:cNvPr id="8" name="text-734">
            <a:extLst xmlns:a="http://schemas.openxmlformats.org/drawingml/2006/main">
              <a:ext uri="{FF2B5EF4-FFF2-40B4-BE49-F238E27FC236}">
                <a16:creationId xmlns:a16="http://schemas.microsoft.com/office/drawing/2014/main" id="{4E26067B-22A2-4C90-BC1F-8124B39223EF}"/>
              </a:ext>
            </a:extLst>
          </p:cNvPr>
          <p:cNvSpPr>
            <a:spLocks xmlns:a="http://schemas.openxmlformats.org/drawingml/2006/main" noGrp="1"/>
          </p:cNvSpPr>
          <p:nvPr/>
        </p:nvSpPr>
        <p:spPr>
          <a:xfrm xmlns:a="http://schemas.openxmlformats.org/drawingml/2006/main">
            <a:off x="10778992" y="6324600"/>
            <a:ext cx="9706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a:t>
            </a:r>
          </a:p>
        </p:txBody>
      </p:sp>
      <p:sp>
        <p:nvSpPr>
          <p:cNvPr id="9" name="text-735">
            <a:extLst xmlns:a="http://schemas.openxmlformats.org/drawingml/2006/main">
              <a:ext uri="{FF2B5EF4-FFF2-40B4-BE49-F238E27FC236}">
                <a16:creationId xmlns:a16="http://schemas.microsoft.com/office/drawing/2014/main" id="{20122720-7413-48FE-AE8B-326CD93E50D8}"/>
              </a:ext>
            </a:extLst>
          </p:cNvPr>
          <p:cNvSpPr>
            <a:spLocks xmlns:a="http://schemas.openxmlformats.org/drawingml/2006/main" noGrp="1"/>
          </p:cNvSpPr>
          <p:nvPr/>
        </p:nvSpPr>
        <p:spPr>
          <a:xfrm xmlns:a="http://schemas.openxmlformats.org/drawingml/2006/main">
            <a:off x="10254047" y="6324600"/>
            <a:ext cx="493417"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تسليم</a:t>
            </a:r>
          </a:p>
        </p:txBody>
      </p:sp>
      <p:sp>
        <p:nvSpPr>
          <p:cNvPr id="10" name="text-736">
            <a:extLst xmlns:a="http://schemas.openxmlformats.org/drawingml/2006/main">
              <a:ext uri="{FF2B5EF4-FFF2-40B4-BE49-F238E27FC236}">
                <a16:creationId xmlns:a16="http://schemas.microsoft.com/office/drawing/2014/main" id="{66F0B657-AD90-4DB7-B7BE-746D1D7838EC}"/>
              </a:ext>
            </a:extLst>
          </p:cNvPr>
          <p:cNvSpPr>
            <a:spLocks xmlns:a="http://schemas.openxmlformats.org/drawingml/2006/main" noGrp="1"/>
          </p:cNvSpPr>
          <p:nvPr/>
        </p:nvSpPr>
        <p:spPr>
          <a:xfrm xmlns:a="http://schemas.openxmlformats.org/drawingml/2006/main">
            <a:off x="10089059" y="6324600"/>
            <a:ext cx="13346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٦</a:t>
            </a:r>
          </a:p>
        </p:txBody>
      </p:sp>
      <p:sp>
        <p:nvSpPr>
          <p:cNvPr id="11" name="text-737">
            <a:extLst xmlns:a="http://schemas.openxmlformats.org/drawingml/2006/main">
              <a:ext uri="{FF2B5EF4-FFF2-40B4-BE49-F238E27FC236}">
                <a16:creationId xmlns:a16="http://schemas.microsoft.com/office/drawing/2014/main" id="{9D52F7DB-139D-4727-8FCA-C1A1F0984AF4}"/>
              </a:ext>
            </a:extLst>
          </p:cNvPr>
          <p:cNvSpPr>
            <a:spLocks xmlns:a="http://schemas.openxmlformats.org/drawingml/2006/main" noGrp="1"/>
          </p:cNvSpPr>
          <p:nvPr/>
        </p:nvSpPr>
        <p:spPr>
          <a:xfrm xmlns:a="http://schemas.openxmlformats.org/drawingml/2006/main">
            <a:off x="9650351" y="6324600"/>
            <a:ext cx="40718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أكتوبر</a:t>
            </a:r>
          </a:p>
        </p:txBody>
      </p:sp>
      <p:sp>
        <p:nvSpPr>
          <p:cNvPr id="12" name="text-738">
            <a:extLst xmlns:a="http://schemas.openxmlformats.org/drawingml/2006/main">
              <a:ext uri="{FF2B5EF4-FFF2-40B4-BE49-F238E27FC236}">
                <a16:creationId xmlns:a16="http://schemas.microsoft.com/office/drawing/2014/main" id="{6E38331B-1755-437E-B2AB-92C9073704D2}"/>
              </a:ext>
            </a:extLst>
          </p:cNvPr>
          <p:cNvSpPr>
            <a:spLocks xmlns:a="http://schemas.openxmlformats.org/drawingml/2006/main" noGrp="1"/>
          </p:cNvSpPr>
          <p:nvPr/>
        </p:nvSpPr>
        <p:spPr>
          <a:xfrm xmlns:a="http://schemas.openxmlformats.org/drawingml/2006/main">
            <a:off x="9199281" y="6324600"/>
            <a:ext cx="41954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A5B9AB"/>
                </a:solidFill>
                <a:latin typeface="Tahoma"/>
                <a:ea typeface="Tahoma"/>
                <a:cs typeface="Tahoma"/>
              </a:defRPr>
            </a:pPr>
            <a:r>
              <a:rPr sz="1275" b="0">
                <a:solidFill>
                  <a:srgbClr val="A5B9AB"/>
                </a:solidFill>
                <a:latin typeface="Tahoma"/>
                <a:ea typeface="Tahoma"/>
                <a:cs typeface="Tahoma"/>
              </a:rPr>
              <a:t>٢٠٢٦</a:t>
            </a:r>
          </a:p>
        </p:txBody>
      </p:sp>
      <p:sp>
        <p:nvSpPr>
          <p:cNvPr id="13" name="text-739">
            <a:extLst xmlns:a="http://schemas.openxmlformats.org/drawingml/2006/main">
              <a:ext uri="{FF2B5EF4-FFF2-40B4-BE49-F238E27FC236}">
                <a16:creationId xmlns:a16="http://schemas.microsoft.com/office/drawing/2014/main" id="{22285EF2-DAC2-4038-B353-850EFF4FD8C2}"/>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A5B9AB"/>
                </a:solidFill>
                <a:latin typeface="Tahoma"/>
                <a:ea typeface="Tahoma"/>
                <a:cs typeface="Tahoma"/>
              </a:defRPr>
            </a:pPr>
            <a:r>
              <a:rPr sz="1425" b="0">
                <a:solidFill>
                  <a:srgbClr val="A5B9AB"/>
                </a:solidFill>
                <a:latin typeface="Tahoma"/>
                <a:ea typeface="Tahoma"/>
                <a:cs typeface="Tahoma"/>
              </a:rPr>
              <a:t>16</a:t>
            </a:r>
          </a:p>
        </p:txBody>
      </p:sp>
      <p:sp>
        <p:nvSpPr>
          <p:cNvPr id="14" name="text-740">
            <a:extLst xmlns:a="http://schemas.openxmlformats.org/drawingml/2006/main">
              <a:ext uri="{FF2B5EF4-FFF2-40B4-BE49-F238E27FC236}">
                <a16:creationId xmlns:a16="http://schemas.microsoft.com/office/drawing/2014/main" id="{90873473-4159-4DCB-9ACB-DE9C16B7E9F8}"/>
              </a:ext>
            </a:extLst>
          </p:cNvPr>
          <p:cNvSpPr>
            <a:spLocks xmlns:a="http://schemas.openxmlformats.org/drawingml/2006/main" noGrp="1"/>
          </p:cNvSpPr>
          <p:nvPr/>
        </p:nvSpPr>
        <p:spPr>
          <a:xfrm xmlns:a="http://schemas.openxmlformats.org/drawingml/2006/main">
            <a:off x="609600" y="1752600"/>
            <a:ext cx="10972800"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ctr">
              <a:defRPr sz="4050" b="1">
                <a:solidFill>
                  <a:srgbClr val="DDC087"/>
                </a:solidFill>
                <a:latin typeface="Tahoma"/>
                <a:ea typeface="Tahoma"/>
                <a:cs typeface="Tahoma"/>
              </a:defRPr>
            </a:pPr>
            <a:r>
              <a:rPr sz="4050" b="1">
                <a:solidFill>
                  <a:srgbClr val="DDC087"/>
                </a:solidFill>
                <a:latin typeface="Tahoma"/>
                <a:ea typeface="Tahoma"/>
                <a:cs typeface="Tahoma"/>
              </a:rPr>
              <a:t>islamicaich.salsabeel.ai</a:t>
            </a:r>
          </a:p>
        </p:txBody>
      </p:sp>
      <p:sp>
        <p:nvSpPr>
          <p:cNvPr id="15" name="text-741">
            <a:extLst xmlns:a="http://schemas.openxmlformats.org/drawingml/2006/main">
              <a:ext uri="{FF2B5EF4-FFF2-40B4-BE49-F238E27FC236}">
                <a16:creationId xmlns:a16="http://schemas.microsoft.com/office/drawing/2014/main" id="{1E758BCA-A638-4F6C-B9C3-1107C56195F6}"/>
              </a:ext>
            </a:extLst>
          </p:cNvPr>
          <p:cNvSpPr>
            <a:spLocks xmlns:a="http://schemas.openxmlformats.org/drawingml/2006/main" noGrp="1"/>
          </p:cNvSpPr>
          <p:nvPr/>
        </p:nvSpPr>
        <p:spPr>
          <a:xfrm xmlns:a="http://schemas.openxmlformats.org/drawingml/2006/main">
            <a:off x="7180580" y="2828925"/>
            <a:ext cx="1156722"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3F0E6"/>
                </a:solidFill>
                <a:latin typeface="Tahoma"/>
                <a:ea typeface="Tahoma"/>
                <a:cs typeface="Tahoma"/>
              </a:defRPr>
            </a:pPr>
            <a:r>
              <a:rPr sz="2475" b="0">
                <a:solidFill>
                  <a:srgbClr val="F3F0E6"/>
                </a:solidFill>
                <a:latin typeface="Tahoma"/>
                <a:ea typeface="Tahoma"/>
                <a:cs typeface="Tahoma"/>
              </a:rPr>
              <a:t>المجلس</a:t>
            </a:r>
          </a:p>
        </p:txBody>
      </p:sp>
      <p:sp>
        <p:nvSpPr>
          <p:cNvPr id="16" name="text-742">
            <a:extLst xmlns:a="http://schemas.openxmlformats.org/drawingml/2006/main">
              <a:ext uri="{FF2B5EF4-FFF2-40B4-BE49-F238E27FC236}">
                <a16:creationId xmlns:a16="http://schemas.microsoft.com/office/drawing/2014/main" id="{DFF86B44-570F-4477-B5E3-D38CD2525E57}"/>
              </a:ext>
            </a:extLst>
          </p:cNvPr>
          <p:cNvSpPr>
            <a:spLocks xmlns:a="http://schemas.openxmlformats.org/drawingml/2006/main" noGrp="1"/>
          </p:cNvSpPr>
          <p:nvPr/>
        </p:nvSpPr>
        <p:spPr>
          <a:xfrm xmlns:a="http://schemas.openxmlformats.org/drawingml/2006/main">
            <a:off x="6948836" y="2828925"/>
            <a:ext cx="152591"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3F0E6"/>
                </a:solidFill>
                <a:latin typeface="Tahoma"/>
                <a:ea typeface="Tahoma"/>
                <a:cs typeface="Tahoma"/>
              </a:defRPr>
            </a:pPr>
            <a:r>
              <a:rPr sz="2475" b="0">
                <a:solidFill>
                  <a:srgbClr val="F3F0E6"/>
                </a:solidFill>
                <a:latin typeface="Tahoma"/>
                <a:ea typeface="Tahoma"/>
                <a:cs typeface="Tahoma"/>
              </a:rPr>
              <a:t>·</a:t>
            </a:r>
          </a:p>
        </p:txBody>
      </p:sp>
      <p:sp>
        <p:nvSpPr>
          <p:cNvPr id="17" name="text-743">
            <a:extLst xmlns:a="http://schemas.openxmlformats.org/drawingml/2006/main">
              <a:ext uri="{FF2B5EF4-FFF2-40B4-BE49-F238E27FC236}">
                <a16:creationId xmlns:a16="http://schemas.microsoft.com/office/drawing/2014/main" id="{D99A0D56-1642-4421-8F47-FEC94D30FF60}"/>
              </a:ext>
            </a:extLst>
          </p:cNvPr>
          <p:cNvSpPr>
            <a:spLocks xmlns:a="http://schemas.openxmlformats.org/drawingml/2006/main" noGrp="1"/>
          </p:cNvSpPr>
          <p:nvPr/>
        </p:nvSpPr>
        <p:spPr>
          <a:xfrm xmlns:a="http://schemas.openxmlformats.org/drawingml/2006/main">
            <a:off x="6241466" y="2828925"/>
            <a:ext cx="62821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3F0E6"/>
                </a:solidFill>
                <a:latin typeface="Tahoma"/>
                <a:ea typeface="Tahoma"/>
                <a:cs typeface="Tahoma"/>
              </a:defRPr>
            </a:pPr>
            <a:r>
              <a:rPr sz="2475" b="0">
                <a:solidFill>
                  <a:srgbClr val="F3F0E6"/>
                </a:solidFill>
                <a:latin typeface="Tahoma"/>
                <a:ea typeface="Tahoma"/>
                <a:cs typeface="Tahoma"/>
              </a:rPr>
              <a:t>دليل</a:t>
            </a:r>
          </a:p>
        </p:txBody>
      </p:sp>
      <p:sp>
        <p:nvSpPr>
          <p:cNvPr id="18" name="text-744">
            <a:extLst xmlns:a="http://schemas.openxmlformats.org/drawingml/2006/main">
              <a:ext uri="{FF2B5EF4-FFF2-40B4-BE49-F238E27FC236}">
                <a16:creationId xmlns:a16="http://schemas.microsoft.com/office/drawing/2014/main" id="{565CEDFE-AF44-49AC-9808-85FBF6D7564C}"/>
              </a:ext>
            </a:extLst>
          </p:cNvPr>
          <p:cNvSpPr>
            <a:spLocks xmlns:a="http://schemas.openxmlformats.org/drawingml/2006/main" noGrp="1"/>
          </p:cNvSpPr>
          <p:nvPr/>
        </p:nvSpPr>
        <p:spPr>
          <a:xfrm xmlns:a="http://schemas.openxmlformats.org/drawingml/2006/main">
            <a:off x="5143825" y="2828925"/>
            <a:ext cx="1018488"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3F0E6"/>
                </a:solidFill>
                <a:latin typeface="Tahoma"/>
                <a:ea typeface="Tahoma"/>
                <a:cs typeface="Tahoma"/>
              </a:defRPr>
            </a:pPr>
            <a:r>
              <a:rPr sz="2475" b="0">
                <a:solidFill>
                  <a:srgbClr val="F3F0E6"/>
                </a:solidFill>
                <a:latin typeface="Tahoma"/>
                <a:ea typeface="Tahoma"/>
                <a:cs typeface="Tahoma"/>
              </a:rPr>
              <a:t>المحكّم</a:t>
            </a:r>
          </a:p>
        </p:txBody>
      </p:sp>
      <p:sp>
        <p:nvSpPr>
          <p:cNvPr id="19" name="text-745">
            <a:extLst xmlns:a="http://schemas.openxmlformats.org/drawingml/2006/main">
              <a:ext uri="{FF2B5EF4-FFF2-40B4-BE49-F238E27FC236}">
                <a16:creationId xmlns:a16="http://schemas.microsoft.com/office/drawing/2014/main" id="{0536C2AD-2188-4DF0-A402-759158A1148A}"/>
              </a:ext>
            </a:extLst>
          </p:cNvPr>
          <p:cNvSpPr>
            <a:spLocks xmlns:a="http://schemas.openxmlformats.org/drawingml/2006/main" noGrp="1"/>
          </p:cNvSpPr>
          <p:nvPr/>
        </p:nvSpPr>
        <p:spPr>
          <a:xfrm xmlns:a="http://schemas.openxmlformats.org/drawingml/2006/main">
            <a:off x="4912081" y="2828925"/>
            <a:ext cx="152591"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3F0E6"/>
                </a:solidFill>
                <a:latin typeface="Tahoma"/>
                <a:ea typeface="Tahoma"/>
                <a:cs typeface="Tahoma"/>
              </a:defRPr>
            </a:pPr>
            <a:r>
              <a:rPr sz="2475" b="0">
                <a:solidFill>
                  <a:srgbClr val="F3F0E6"/>
                </a:solidFill>
                <a:latin typeface="Tahoma"/>
                <a:ea typeface="Tahoma"/>
                <a:cs typeface="Tahoma"/>
              </a:rPr>
              <a:t>·</a:t>
            </a:r>
          </a:p>
        </p:txBody>
      </p:sp>
      <p:sp>
        <p:nvSpPr>
          <p:cNvPr id="20" name="text-746">
            <a:extLst xmlns:a="http://schemas.openxmlformats.org/drawingml/2006/main">
              <a:ext uri="{FF2B5EF4-FFF2-40B4-BE49-F238E27FC236}">
                <a16:creationId xmlns:a16="http://schemas.microsoft.com/office/drawing/2014/main" id="{F07E6D20-5275-4328-9AEB-CD853F2F8CD1}"/>
              </a:ext>
            </a:extLst>
          </p:cNvPr>
          <p:cNvSpPr>
            <a:spLocks xmlns:a="http://schemas.openxmlformats.org/drawingml/2006/main" noGrp="1"/>
          </p:cNvSpPr>
          <p:nvPr/>
        </p:nvSpPr>
        <p:spPr>
          <a:xfrm xmlns:a="http://schemas.openxmlformats.org/drawingml/2006/main">
            <a:off x="3816598" y="2828925"/>
            <a:ext cx="1016330"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3F0E6"/>
                </a:solidFill>
                <a:latin typeface="Tahoma"/>
                <a:ea typeface="Tahoma"/>
                <a:cs typeface="Tahoma"/>
              </a:defRPr>
            </a:pPr>
            <a:r>
              <a:rPr sz="2475" b="0">
                <a:solidFill>
                  <a:srgbClr val="F3F0E6"/>
                </a:solidFill>
                <a:latin typeface="Tahoma"/>
                <a:ea typeface="Tahoma"/>
                <a:cs typeface="Tahoma"/>
              </a:rPr>
              <a:t>المصادر</a:t>
            </a:r>
          </a:p>
        </p:txBody>
      </p:sp>
      <p:sp>
        <p:nvSpPr>
          <p:cNvPr id="21" name="text-747">
            <a:extLst xmlns:a="http://schemas.openxmlformats.org/drawingml/2006/main">
              <a:ext uri="{FF2B5EF4-FFF2-40B4-BE49-F238E27FC236}">
                <a16:creationId xmlns:a16="http://schemas.microsoft.com/office/drawing/2014/main" id="{81C30207-3A0A-4575-86B1-32DD717C8B39}"/>
              </a:ext>
            </a:extLst>
          </p:cNvPr>
          <p:cNvSpPr>
            <a:spLocks xmlns:a="http://schemas.openxmlformats.org/drawingml/2006/main" noGrp="1"/>
          </p:cNvSpPr>
          <p:nvPr/>
        </p:nvSpPr>
        <p:spPr>
          <a:xfrm xmlns:a="http://schemas.openxmlformats.org/drawingml/2006/main">
            <a:off x="609600" y="3876675"/>
            <a:ext cx="10972800" cy="6610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ctr">
              <a:defRPr sz="2700" b="0">
                <a:solidFill>
                  <a:srgbClr val="A6DAB5"/>
                </a:solidFill>
                <a:latin typeface="Tahoma"/>
                <a:ea typeface="Tahoma"/>
                <a:cs typeface="Tahoma"/>
              </a:defRPr>
            </a:pPr>
            <a:r>
              <a:rPr sz="2700" b="0">
                <a:solidFill>
                  <a:srgbClr val="A6DAB5"/>
                </a:solidFill>
                <a:latin typeface="Tahoma"/>
                <a:ea typeface="Tahoma"/>
                <a:cs typeface="Tahoma"/>
              </a:rPr>
              <a:t>github.com/Salsabeel-AI/islamicaich</a:t>
            </a:r>
          </a:p>
        </p:txBody>
      </p:sp>
      <p:sp>
        <p:nvSpPr>
          <p:cNvPr id="22" name="text-748">
            <a:extLst xmlns:a="http://schemas.openxmlformats.org/drawingml/2006/main">
              <a:ext uri="{FF2B5EF4-FFF2-40B4-BE49-F238E27FC236}">
                <a16:creationId xmlns:a16="http://schemas.microsoft.com/office/drawing/2014/main" id="{1C87C673-DE19-4E35-8A7F-DDDFCD520497}"/>
              </a:ext>
            </a:extLst>
          </p:cNvPr>
          <p:cNvSpPr>
            <a:spLocks xmlns:a="http://schemas.openxmlformats.org/drawingml/2006/main" noGrp="1"/>
          </p:cNvSpPr>
          <p:nvPr/>
        </p:nvSpPr>
        <p:spPr>
          <a:xfrm xmlns:a="http://schemas.openxmlformats.org/drawingml/2006/main">
            <a:off x="8342417" y="4829175"/>
            <a:ext cx="59741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الكود</a:t>
            </a:r>
          </a:p>
        </p:txBody>
      </p:sp>
      <p:sp>
        <p:nvSpPr>
          <p:cNvPr id="23" name="text-749">
            <a:extLst xmlns:a="http://schemas.openxmlformats.org/drawingml/2006/main">
              <a:ext uri="{FF2B5EF4-FFF2-40B4-BE49-F238E27FC236}">
                <a16:creationId xmlns:a16="http://schemas.microsoft.com/office/drawing/2014/main" id="{73792FE9-ECD0-4369-A48C-AC5641A2ECE2}"/>
              </a:ext>
            </a:extLst>
          </p:cNvPr>
          <p:cNvSpPr>
            <a:spLocks xmlns:a="http://schemas.openxmlformats.org/drawingml/2006/main" noGrp="1"/>
          </p:cNvSpPr>
          <p:nvPr/>
        </p:nvSpPr>
        <p:spPr>
          <a:xfrm xmlns:a="http://schemas.openxmlformats.org/drawingml/2006/main">
            <a:off x="7057034" y="4829175"/>
            <a:ext cx="121813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والمعمارية</a:t>
            </a:r>
          </a:p>
        </p:txBody>
      </p:sp>
      <p:sp>
        <p:nvSpPr>
          <p:cNvPr id="24" name="text-750">
            <a:extLst xmlns:a="http://schemas.openxmlformats.org/drawingml/2006/main">
              <a:ext uri="{FF2B5EF4-FFF2-40B4-BE49-F238E27FC236}">
                <a16:creationId xmlns:a16="http://schemas.microsoft.com/office/drawing/2014/main" id="{44BD9F3F-BA2F-4F56-879B-38C2EE2BC645}"/>
              </a:ext>
            </a:extLst>
          </p:cNvPr>
          <p:cNvSpPr>
            <a:spLocks xmlns:a="http://schemas.openxmlformats.org/drawingml/2006/main" noGrp="1"/>
          </p:cNvSpPr>
          <p:nvPr/>
        </p:nvSpPr>
        <p:spPr>
          <a:xfrm xmlns:a="http://schemas.openxmlformats.org/drawingml/2006/main">
            <a:off x="6214802" y="4829175"/>
            <a:ext cx="77498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والأدلة</a:t>
            </a:r>
          </a:p>
        </p:txBody>
      </p:sp>
      <p:sp>
        <p:nvSpPr>
          <p:cNvPr id="25" name="text-751">
            <a:extLst xmlns:a="http://schemas.openxmlformats.org/drawingml/2006/main">
              <a:ext uri="{FF2B5EF4-FFF2-40B4-BE49-F238E27FC236}">
                <a16:creationId xmlns:a16="http://schemas.microsoft.com/office/drawing/2014/main" id="{A2EEC118-4D41-41C9-B58D-8C5119C70C2E}"/>
              </a:ext>
            </a:extLst>
          </p:cNvPr>
          <p:cNvSpPr>
            <a:spLocks xmlns:a="http://schemas.openxmlformats.org/drawingml/2006/main" noGrp="1"/>
          </p:cNvSpPr>
          <p:nvPr/>
        </p:nvSpPr>
        <p:spPr>
          <a:xfrm xmlns:a="http://schemas.openxmlformats.org/drawingml/2006/main">
            <a:off x="5602926" y="4829175"/>
            <a:ext cx="54462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وخط</a:t>
            </a:r>
          </a:p>
        </p:txBody>
      </p:sp>
      <p:sp>
        <p:nvSpPr>
          <p:cNvPr id="26" name="text-752">
            <a:extLst xmlns:a="http://schemas.openxmlformats.org/drawingml/2006/main">
              <a:ext uri="{FF2B5EF4-FFF2-40B4-BE49-F238E27FC236}">
                <a16:creationId xmlns:a16="http://schemas.microsoft.com/office/drawing/2014/main" id="{087F4AAF-FEE5-44D3-80C8-7BFD833F9BBC}"/>
              </a:ext>
            </a:extLst>
          </p:cNvPr>
          <p:cNvSpPr>
            <a:spLocks xmlns:a="http://schemas.openxmlformats.org/drawingml/2006/main" noGrp="1"/>
          </p:cNvSpPr>
          <p:nvPr/>
        </p:nvSpPr>
        <p:spPr>
          <a:xfrm xmlns:a="http://schemas.openxmlformats.org/drawingml/2006/main">
            <a:off x="4548488" y="4829175"/>
            <a:ext cx="98719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الأساس</a:t>
            </a:r>
          </a:p>
        </p:txBody>
      </p:sp>
      <p:sp>
        <p:nvSpPr>
          <p:cNvPr id="27" name="text-753">
            <a:extLst xmlns:a="http://schemas.openxmlformats.org/drawingml/2006/main">
              <a:ext uri="{FF2B5EF4-FFF2-40B4-BE49-F238E27FC236}">
                <a16:creationId xmlns:a16="http://schemas.microsoft.com/office/drawing/2014/main" id="{98B8EDDC-6917-4B98-A9C2-D863DC83C4AA}"/>
              </a:ext>
            </a:extLst>
          </p:cNvPr>
          <p:cNvSpPr>
            <a:spLocks xmlns:a="http://schemas.openxmlformats.org/drawingml/2006/main" noGrp="1"/>
          </p:cNvSpPr>
          <p:nvPr/>
        </p:nvSpPr>
        <p:spPr>
          <a:xfrm xmlns:a="http://schemas.openxmlformats.org/drawingml/2006/main">
            <a:off x="4049436" y="4829175"/>
            <a:ext cx="43180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بين</a:t>
            </a:r>
          </a:p>
        </p:txBody>
      </p:sp>
      <p:sp>
        <p:nvSpPr>
          <p:cNvPr id="28" name="text-754">
            <a:extLst xmlns:a="http://schemas.openxmlformats.org/drawingml/2006/main">
              <a:ext uri="{FF2B5EF4-FFF2-40B4-BE49-F238E27FC236}">
                <a16:creationId xmlns:a16="http://schemas.microsoft.com/office/drawing/2014/main" id="{3725512F-16AF-4041-AE86-64CAD42FCCC2}"/>
              </a:ext>
            </a:extLst>
          </p:cNvPr>
          <p:cNvSpPr>
            <a:spLocks xmlns:a="http://schemas.openxmlformats.org/drawingml/2006/main" noGrp="1"/>
          </p:cNvSpPr>
          <p:nvPr/>
        </p:nvSpPr>
        <p:spPr>
          <a:xfrm xmlns:a="http://schemas.openxmlformats.org/drawingml/2006/main">
            <a:off x="3214072" y="4829175"/>
            <a:ext cx="768118"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A5B9AB"/>
                </a:solidFill>
                <a:latin typeface="Tahoma"/>
                <a:ea typeface="Tahoma"/>
                <a:cs typeface="Tahoma"/>
              </a:defRPr>
            </a:pPr>
            <a:r>
              <a:rPr sz="2175" b="0">
                <a:solidFill>
                  <a:srgbClr val="A5B9AB"/>
                </a:solidFill>
                <a:latin typeface="Tahoma"/>
                <a:ea typeface="Tahoma"/>
                <a:cs typeface="Tahoma"/>
              </a:rPr>
              <a:t>أيديكم</a:t>
            </a:r>
          </a:p>
        </p:txBody>
      </p:sp>
    </p:spTree>
    <p:extLst>
      <p:ext uri="{BB962C8B-B14F-4D97-AF65-F5344CB8AC3E}">
        <p14:creationId xmlns:p14="http://schemas.microsoft.com/office/powerpoint/2010/main" val="3520859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2026-10-06T17:00:21.4000000Z</dcterms:created>
  <dcterms:modified xsi:type="dcterms:W3CDTF">2026-10-06T17:00:21.4000000Z</dcterms:modified>
</coreProperties>
</file>