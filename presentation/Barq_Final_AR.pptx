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c357dfebfc4fa2" /><Relationship Type="http://schemas.openxmlformats.org/officeDocument/2006/relationships/extended-properties" Target="/docProps/app.xml" Id="Re56e58c5dd5d4c74" /><Relationship Type="http://schemas.openxmlformats.org/officeDocument/2006/relationships/officeDocument" Target="/ppt/presentation.xml" Id="R19ed9a8a15a84f3f" /></Relationships>
</file>

<file path=ppt/presentation.xml><?xml version="1.0" encoding="utf-8"?>
<p:presentation xmlns:p="http://schemas.openxmlformats.org/presentationml/2006/main">
  <p:sldMasterIdLst>
    <p:sldMasterId xmlns:r="http://schemas.openxmlformats.org/officeDocument/2006/relationships" id="2147483648" r:id="Rd0d50e5de1984d29"/>
  </p:sldMasterIdLst>
  <p:notesMasterIdLst>
    <p:notesMasterId xmlns:r="http://schemas.openxmlformats.org/officeDocument/2006/relationships" r:id="R283a01557ce746d0"/>
  </p:notesMasterIdLst>
  <p:sldIdLst>
    <p:sldId xmlns:r="http://schemas.openxmlformats.org/officeDocument/2006/relationships" id="256" r:id="R31ec3949be654403"/>
    <p:sldId xmlns:r="http://schemas.openxmlformats.org/officeDocument/2006/relationships" id="257" r:id="Ra8e1d21f4ffe4333"/>
    <p:sldId xmlns:r="http://schemas.openxmlformats.org/officeDocument/2006/relationships" id="258" r:id="R8f337de4a8604730"/>
    <p:sldId xmlns:r="http://schemas.openxmlformats.org/officeDocument/2006/relationships" id="259" r:id="Re4c71b440e9a45e3"/>
    <p:sldId xmlns:r="http://schemas.openxmlformats.org/officeDocument/2006/relationships" id="260" r:id="R431eaebf52a04fc0"/>
    <p:sldId xmlns:r="http://schemas.openxmlformats.org/officeDocument/2006/relationships" id="261" r:id="R7eb0cedea6c94a4e"/>
    <p:sldId xmlns:r="http://schemas.openxmlformats.org/officeDocument/2006/relationships" id="262" r:id="R6861adaede5f421a"/>
    <p:sldId xmlns:r="http://schemas.openxmlformats.org/officeDocument/2006/relationships" id="263" r:id="Re8408331130d4577"/>
    <p:sldId xmlns:r="http://schemas.openxmlformats.org/officeDocument/2006/relationships" id="264" r:id="Rcd463f32738d425b"/>
    <p:sldId xmlns:r="http://schemas.openxmlformats.org/officeDocument/2006/relationships" id="265" r:id="R664b48e5a7104cc1"/>
    <p:sldId xmlns:r="http://schemas.openxmlformats.org/officeDocument/2006/relationships" id="266" r:id="Rc65c1a6213da41b2"/>
    <p:sldId xmlns:r="http://schemas.openxmlformats.org/officeDocument/2006/relationships" id="267" r:id="R91da30476b4148d8"/>
    <p:sldId xmlns:r="http://schemas.openxmlformats.org/officeDocument/2006/relationships" id="268" r:id="R727f74a6c7b64837"/>
    <p:sldId xmlns:r="http://schemas.openxmlformats.org/officeDocument/2006/relationships" id="269" r:id="R86e5d2d7b19b4b69"/>
    <p:sldId xmlns:r="http://schemas.openxmlformats.org/officeDocument/2006/relationships" id="270" r:id="R320740b5ab5d43dd"/>
    <p:sldId xmlns:r="http://schemas.openxmlformats.org/officeDocument/2006/relationships" id="271" r:id="R5cb6e6036a404b0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863fe3a0d34ec4" /><Relationship Type="http://schemas.openxmlformats.org/officeDocument/2006/relationships/slideMaster" Target="/ppt/slideMasters/slideMaster1.xml" Id="Rd0d50e5de1984d29" /><Relationship Type="http://schemas.openxmlformats.org/officeDocument/2006/relationships/notesMaster" Target="/ppt/notesMasters/notesMaster1.xml" Id="R283a01557ce746d0" /><Relationship Type="http://schemas.openxmlformats.org/officeDocument/2006/relationships/presProps" Target="/ppt/presProps.xml" Id="Rab6008c6b9f540e2" /><Relationship Type="http://schemas.openxmlformats.org/officeDocument/2006/relationships/tableStyles" Target="/ppt/tableStyles.xml" Id="R332d1f4fc7fb4f53" /><Relationship Type="http://schemas.openxmlformats.org/officeDocument/2006/relationships/slide" Target="/ppt/slides/slide1.xml" Id="R31ec3949be654403" /><Relationship Type="http://schemas.openxmlformats.org/officeDocument/2006/relationships/slide" Target="/ppt/slides/slide2.xml" Id="Ra8e1d21f4ffe4333" /><Relationship Type="http://schemas.openxmlformats.org/officeDocument/2006/relationships/slide" Target="/ppt/slides/slide3.xml" Id="R8f337de4a8604730" /><Relationship Type="http://schemas.openxmlformats.org/officeDocument/2006/relationships/slide" Target="/ppt/slides/slide4.xml" Id="Re4c71b440e9a45e3" /><Relationship Type="http://schemas.openxmlformats.org/officeDocument/2006/relationships/slide" Target="/ppt/slides/slide5.xml" Id="R431eaebf52a04fc0" /><Relationship Type="http://schemas.openxmlformats.org/officeDocument/2006/relationships/slide" Target="/ppt/slides/slide6.xml" Id="R7eb0cedea6c94a4e" /><Relationship Type="http://schemas.openxmlformats.org/officeDocument/2006/relationships/slide" Target="/ppt/slides/slide7.xml" Id="R6861adaede5f421a" /><Relationship Type="http://schemas.openxmlformats.org/officeDocument/2006/relationships/slide" Target="/ppt/slides/slide8.xml" Id="Re8408331130d4577" /><Relationship Type="http://schemas.openxmlformats.org/officeDocument/2006/relationships/slide" Target="/ppt/slides/slide9.xml" Id="Rcd463f32738d425b" /><Relationship Type="http://schemas.openxmlformats.org/officeDocument/2006/relationships/slide" Target="/ppt/slides/slide10.xml" Id="R664b48e5a7104cc1" /><Relationship Type="http://schemas.openxmlformats.org/officeDocument/2006/relationships/slide" Target="/ppt/slides/slide11.xml" Id="Rc65c1a6213da41b2" /><Relationship Type="http://schemas.openxmlformats.org/officeDocument/2006/relationships/slide" Target="/ppt/slides/slide12.xml" Id="R91da30476b4148d8" /><Relationship Type="http://schemas.openxmlformats.org/officeDocument/2006/relationships/slide" Target="/ppt/slides/slide13.xml" Id="R727f74a6c7b64837" /><Relationship Type="http://schemas.openxmlformats.org/officeDocument/2006/relationships/slide" Target="/ppt/slides/slide14.xml" Id="R86e5d2d7b19b4b69" /><Relationship Type="http://schemas.openxmlformats.org/officeDocument/2006/relationships/slide" Target="/ppt/slides/slide15.xml" Id="R320740b5ab5d43dd" /><Relationship Type="http://schemas.openxmlformats.org/officeDocument/2006/relationships/slide" Target="/ppt/slides/slide16.xml" Id="R5cb6e6036a404b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d09578b40b4a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f0d52bfedb4097" /><Relationship Type="http://schemas.openxmlformats.org/officeDocument/2006/relationships/notesMaster" Target="/ppt/notesMasters/notesMaster1.xml" Id="R56e68e0f0f7941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b30d8b894314893" /><Relationship Type="http://schemas.openxmlformats.org/officeDocument/2006/relationships/notesMaster" Target="/ppt/notesMasters/notesMaster1.xml" Id="Rb871c4728d4643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60c885edf14497" /><Relationship Type="http://schemas.openxmlformats.org/officeDocument/2006/relationships/notesMaster" Target="/ppt/notesMasters/notesMaster1.xml" Id="R1fb56488104443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4d8d25cb534c35" /><Relationship Type="http://schemas.openxmlformats.org/officeDocument/2006/relationships/notesMaster" Target="/ppt/notesMasters/notesMaster1.xml" Id="Rd819c529002147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d4ccddd7194b52" /><Relationship Type="http://schemas.openxmlformats.org/officeDocument/2006/relationships/notesMaster" Target="/ppt/notesMasters/notesMaster1.xml" Id="R729679de032448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7d27ca4df5f54c90" /><Relationship Type="http://schemas.openxmlformats.org/officeDocument/2006/relationships/notesMaster" Target="/ppt/notesMasters/notesMaster1.xml" Id="R0c4bfa557a2a4e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0ec77024e14a4c" /><Relationship Type="http://schemas.openxmlformats.org/officeDocument/2006/relationships/notesMaster" Target="/ppt/notesMasters/notesMaster1.xml" Id="R237d398f6e874a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51d188f567479a" /><Relationship Type="http://schemas.openxmlformats.org/officeDocument/2006/relationships/notesMaster" Target="/ppt/notesMasters/notesMaster1.xml" Id="R688a51c8beb74fb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26e4ad556043e4" /><Relationship Type="http://schemas.openxmlformats.org/officeDocument/2006/relationships/notesMaster" Target="/ppt/notesMasters/notesMaster1.xml" Id="Rbb588674a60341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67016df7a645d7" /><Relationship Type="http://schemas.openxmlformats.org/officeDocument/2006/relationships/notesMaster" Target="/ppt/notesMasters/notesMaster1.xml" Id="Re9d9558bcfa14ae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d7d0930989c4205" /><Relationship Type="http://schemas.openxmlformats.org/officeDocument/2006/relationships/notesMaster" Target="/ppt/notesMasters/notesMaster1.xml" Id="Rd8e317630b0d42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d780160c069425a" /><Relationship Type="http://schemas.openxmlformats.org/officeDocument/2006/relationships/notesMaster" Target="/ppt/notesMasters/notesMaster1.xml" Id="Rda3a18151fb142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8c9feba1db4fad" /><Relationship Type="http://schemas.openxmlformats.org/officeDocument/2006/relationships/notesMaster" Target="/ppt/notesMasters/notesMaster1.xml" Id="R475ab14bf58b4d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a17d82157014252" /><Relationship Type="http://schemas.openxmlformats.org/officeDocument/2006/relationships/notesMaster" Target="/ppt/notesMasters/notesMaster1.xml" Id="Rc2606157172b4e7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f0b723e604f4556" /><Relationship Type="http://schemas.openxmlformats.org/officeDocument/2006/relationships/notesMaster" Target="/ppt/notesMasters/notesMaster1.xml" Id="R5f8240f7569f466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b7adaacd534cd2" /><Relationship Type="http://schemas.openxmlformats.org/officeDocument/2006/relationships/notesMaster" Target="/ppt/notesMasters/notesMaster1.xml" Id="R8cf6f47ee63b42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الاسم المسجل: برق: الذكاء العربي الموثّق لخدمة المعرفة الإسلامية. مجلس سلسبيل اسم تجربة الاستخدام الحالية. المصدر: README.md ودليل المجلس https://islamicaich.salsabeel.ai/judge-guide.html . الادعاء بامتلاك الأوزان يخص برق الفتى، ولا يمتد إلى كل اعتماد في شخصيتي لينة وقبس.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 10.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فعلية من المجلس الرئيسي في6أكتوبر بعد تثبيت النسخة. أجاب الفتى في4.9ث في هذه العينة وفتح مرجع الجمهرة92923 وطابق نصه. هذه عينة منتقاة لا نسبة دقة عامة. المصدر https://islamic-content.com/post/92923 . evidence/screenshots/council-kaaba-answer.png وcouncil-kaaba-source-text.png.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حقيقية من المجلس الرئيسي بعد تثبيت نسخة6أكتوبر. https://islamicaich.salsabeel.ai/README.md . الفتى نموذج سيادي، ولينة وقبس تجربتان تستخدمان أدوات سلسبيل مع اعتماداتهما المعلنة. لا يثبت هذا المشهد جودة جميع الأجوبة.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المجلس ودليل المستخدم docs/USER_GUIDE_AR.md. الاختيار من البطاقة أو قائمة تحدّث مع. السؤال المقترح يرسل مباشرة. أدوات الكتابة والاختيار تعطل أثناء الطلب لمنع التكرار. المصادر تبدأ بالظهور عند اكتمال الرد النهائي.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إنتاج حقيقية لقارئ الطبري في جواب الحجرات11 يوم6أكتوبر. https://islamicaich.salsabeel.ai/judge-guide.html . تغيير الشخصية يستعيد محادثتها الحالية أثناء بقاء الصفحة. الإحالة المعروفة ترسل السؤال الأصلي فقط؛ لا تنقل كامل التاريخ.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من architecture/README.md. المجلس يدير اختيار الشخصية والسياق والبث والمصادر. برق الفتى نموذج سلسبيل السيادي. لينة وقبس تستخدمان أدوات سلسبيل واعتمادات إضافية، فلا تنطبق عليهما دعوى امتلاك كل الأوزان. مزود الخدمة منفصل عن كود واجهة التحدي.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لقطة حية من المجلس الرئيسي بتاريخ6أكتوبر2026: استكمل الفتى النحل90 في2.3ث في هذه العينة. evidence/screenshots/council-nmn-current.png . اللقطة تثبت استكمال النص وموضعه، ولا تثبت وحدها كل مكونات طلب البراءة أو اجتياز كل صياغات التصحيح.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لسؤال ما الفرق بين النفس والروح، بزمن4.1ث لهذه العينة. evidence/screenshots/council-adjacency-current.png . اللقطة تمرير حقيقي إلى قسم البصمة الفارقة، وتخص الدعوى هذا القسم فقط. بقي خطأ الوزن الصرفي فعّل في جزء سابق من الجواب الكامل خارج المشهد؛ لا ندّعي إصلاحه أو صحة كامل الجواب. البحث سابق للتحدي https://barq.salsabeel.ai/public/reports/barq-findings-public-ar-2026-07-07.html . قوة الاقتران إحصائية وليست حكمًا قطعيًا.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مقارنة وظيفية معلنة ببديلين محددين: توليد تتمة من السؤال فقط، وعدّ لفظ منفرد. ليست تجربة مضبوطة لتعطيل NMN أو دليل أفضلية أداء على نموذج آخر. دليل العينة الحالية evidence/current-tools-20261006.json؛ منهج الإعادة في docs/INNOVATION_AR.md. NMN ضبط الاستشهادات بذاكرة نصية متعددة السياسات: طلب SA1020268774 مسجل بحسب سجل المالك، والمنصة طلب مستقل SA1020261862؛ لا ادعاء منح أو تحقق مستقل من السجل الرسمي. تقرير المتجاور https://barq.salsabeel.ai/public/reports/quran-adjacency-discovery-ar.html بحث منشور من المالك لا ادعاء تحكيم أكاديمي. هذه أصول سابقة للتحدي، والإضافة دمجها في تجربة المشاركة.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مسألة تعليمية لزوجة وابن وبنتين وصافي تركة240000ريال. أجابت العينة في1.5ث: للزوجة30000 وللابن105000 ولكل بنت52500. الصورة من عرض المتصفح الواسع دون تغيير CSS أو المحتوى. ليست فتوى لحالة شخصية أو إثباتًا لكل مسائل الفرائض. evidence/screenshots/council-inheritance-current.png .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الفئة من التسجيل: طالب المعرفة والباحث والمعرّف بالإسلام. الحاجة: جواب واضح يصل إلى النص الذي يسنده. العينة الحالية للكعبة فتحت مصدر الجمهرة92923 وطابق النص؛ هذه مشاهدة مهمة وليست دراسة مستخدمين. لم تقاس بعد نسبة إتمام المهمة لدى الفئة أو مقدار خفض زمن التحقق. مقاييس التجربة التالية: إتمام السؤال وفتح المصدر وفهم حدود الجواب وصحة الإحالة. النموذج والخدمات والبحث سابقة للتحدي؛ إضافة4–6أكتوبر هي دمج المجلس والشخصيات والبث والمراجع والإحالة والأدلة. challenge/README.md وchallenge/baseline/manifest.json.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اختر برق الفتى في المجلس الرئيسي. كرر الأسئلة الثلاثة في محادثات جديدة وسجل النص والزمن والمصدر وكل إخفاق، لا أفضل المحاولات فقط. النتائج هنا عينات مفردة في6أكتوبر وليست متوسطًا أو نسبة نجاح. الكعبة:4.9ث والمصدر92923 فتح وطوبق. النحل90:2.3ث. النفس والروح:4.1ث ونطاق الدليل القسم الإحصائي؛ خطأ الوزن فعّل قائم خارج هذا القسم. إيصال النسخة الثابتة:368اختبارًا محليًا و60فحص تشغيل و28فحصًا عامًا. هذه أعداد تشغيل لا دقة علمية. evidence/current-tools-20261006.json وevidence/council-captures.json.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docs/OPERATIONS_AR.md وoperations/cost-model.json. مثال الميزانية افتراضي بالكامل لا فاتورة ولا عرض سعر:10000طلب×0.05ريال+150استضافة+8ساعات مراجعة×100ريال=1450ريال شهريًا قبل الاحتياطي والضريبة. مسؤول التطبيق يدير النسخة والخدمة؛ مراجع محتوى مؤهل تسميه الجهة قبل التوسع، ولا ندعي تعيينًا مثبتًا. تجربة بفئة صغيرة تقيس إتمام المهمة وفتح الدليل والفهم والامتناع والإحالة، مع مراجعة أسبوعية. عند التعطل تعرض المصادر المباشرة والمواد المحفوظة بلا اختلاق جواب احتياطي. النموذج والمفتاح والحصة اعتماد على المزود؛ لا SLA مثبتة أو اختبار حمل عام.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الرئيسي للمجلس الثابت. دليل المحكم https://islamicaich.salsabeel.ai/judge-guide.html . الكود والبيانات المسموح بها والأدلة في المستودع العام. مواد العرض توضح نطاق الجاهزية ولا تثبت صحة جميع الأجوبة.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16940e7e2f4f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f9e7624ba94a2b" /><Relationship Type="http://schemas.openxmlformats.org/officeDocument/2006/relationships/slideLayout" Target="/ppt/slideLayouts/slideLayout1.xml" Id="R169d268d154842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9d268d154842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4815f5838f64c0a" /><Relationship Type="http://schemas.openxmlformats.org/officeDocument/2006/relationships/notesSlide" Target="/ppt/notesSlides/notesSlide1.xml" Id="Rcdf4528348144b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bd0a7186264991" /><Relationship Type="http://schemas.openxmlformats.org/officeDocument/2006/relationships/image" Target="/ppt/media/image.png" Id="Rfd30ab00d1814693" /><Relationship Type="http://schemas.openxmlformats.org/officeDocument/2006/relationships/notesSlide" Target="/ppt/notesSlides/notesSlide2.xml" Id="R87cf32b951c54a5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f6f8d856ab4d6f" /><Relationship Type="http://schemas.openxmlformats.org/officeDocument/2006/relationships/image" Target="/ppt/media/image.jpeg" Id="Rdcb85dfdac0143e1" /><Relationship Type="http://schemas.openxmlformats.org/officeDocument/2006/relationships/notesSlide" Target="/ppt/notesSlides/notesSlide3.xml" Id="R2595962cc3e24a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c849a3860674708" /><Relationship Type="http://schemas.openxmlformats.org/officeDocument/2006/relationships/image" Target="/ppt/media/image2.jpeg" Id="R7c1dcd4f803b4e2a" /><Relationship Type="http://schemas.openxmlformats.org/officeDocument/2006/relationships/notesSlide" Target="/ppt/notesSlides/notesSlide4.xml" Id="R5e6477c2b9ba40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46936def5204cf2" /><Relationship Type="http://schemas.openxmlformats.org/officeDocument/2006/relationships/image" Target="/ppt/media/image3.jpeg" Id="Rf222474452974c88" /><Relationship Type="http://schemas.openxmlformats.org/officeDocument/2006/relationships/notesSlide" Target="/ppt/notesSlides/notesSlide5.xml" Id="R89115bb69089403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bee21716a244f7" /><Relationship Type="http://schemas.openxmlformats.org/officeDocument/2006/relationships/image" Target="/ppt/media/image4.jpeg" Id="Rb34826190fb94ad5" /><Relationship Type="http://schemas.openxmlformats.org/officeDocument/2006/relationships/notesSlide" Target="/ppt/notesSlides/notesSlide6.xml" Id="R24454d8dbb704d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b9cf8527e634a1c" /><Relationship Type="http://schemas.openxmlformats.org/officeDocument/2006/relationships/notesSlide" Target="/ppt/notesSlides/notesSlide7.xml" Id="R5c5d9e244d7c47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eee7d91cdd746e4" /><Relationship Type="http://schemas.openxmlformats.org/officeDocument/2006/relationships/image" Target="/ppt/media/image5.jpeg" Id="Rc3d3806a2400462d" /><Relationship Type="http://schemas.openxmlformats.org/officeDocument/2006/relationships/notesSlide" Target="/ppt/notesSlides/notesSlide8.xml" Id="R201e080e007b4b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3914c2f897b41d9" /><Relationship Type="http://schemas.openxmlformats.org/officeDocument/2006/relationships/image" Target="/ppt/media/image6.jpeg" Id="Rb5d23d809cc54586" /><Relationship Type="http://schemas.openxmlformats.org/officeDocument/2006/relationships/notesSlide" Target="/ppt/notesSlides/notesSlide9.xml" Id="R561eb59beb0946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0fb11c22e74d1f" /><Relationship Type="http://schemas.openxmlformats.org/officeDocument/2006/relationships/notesSlide" Target="/ppt/notesSlides/notesSlide10.xml" Id="Rfd5cb5b25c7e4af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ed8fca601854660" /><Relationship Type="http://schemas.openxmlformats.org/officeDocument/2006/relationships/image" Target="/ppt/media/image7.jpeg" Id="Rd9d51a0968fb4c88" /><Relationship Type="http://schemas.openxmlformats.org/officeDocument/2006/relationships/notesSlide" Target="/ppt/notesSlides/notesSlide11.xml" Id="Rafb254bc1e6a4b1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470d605538448ac" /><Relationship Type="http://schemas.openxmlformats.org/officeDocument/2006/relationships/notesSlide" Target="/ppt/notesSlides/notesSlide12.xml" Id="R9a6ba2e2c6fb45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c86603612a747e3" /><Relationship Type="http://schemas.openxmlformats.org/officeDocument/2006/relationships/notesSlide" Target="/ppt/notesSlides/notesSlide13.xml" Id="R07afce71dbf0414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75f1eedcf384f7a" /><Relationship Type="http://schemas.openxmlformats.org/officeDocument/2006/relationships/notesSlide" Target="/ppt/notesSlides/notesSlide14.xml" Id="R68e9e0798b24485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b96c84496ad48af" /><Relationship Type="http://schemas.openxmlformats.org/officeDocument/2006/relationships/notesSlide" Target="/ppt/notesSlides/notesSlide15.xml" Id="R75d2ab8f4808486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d45cb161d814a76" /><Relationship Type="http://schemas.openxmlformats.org/officeDocument/2006/relationships/notesSlide" Target="/ppt/notesSlides/notesSlide16.xml" Id="R5336dd8ff325437e" /></Relationships>
</file>

<file path=ppt/slides/slide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0" name="shape-1">
            <a:extLst xmlns:a="http://schemas.openxmlformats.org/drawingml/2006/main">
              <a:ext uri="{FF2B5EF4-FFF2-40B4-BE49-F238E27FC236}">
                <a16:creationId xmlns:a16="http://schemas.microsoft.com/office/drawing/2014/main" id="{4A5A2995-E483-4A56-BE9E-52878F323B5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89780124-EB1B-4078-A94C-ECF76F568571}"/>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34998529-BE24-41CE-AA55-0E70479EA2B7}"/>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2CC1A919-3D01-4F6A-992B-A53BE8592A4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7F3B7A1F-5D46-46C9-A981-418E092FAA6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7B883C0B-4065-4CC9-BF48-44D9776EA40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480B6B9D-0D61-4205-AAC7-A8F61505228E}"/>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C43D3B1E-E89F-4911-A29F-38F624A33C2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F021C9E5-2EC0-43FE-82F2-6807AB4FE411}"/>
              </a:ext>
            </a:extLst>
          </p:cNvPr>
          <p:cNvSpPr>
            <a:spLocks xmlns:a="http://schemas.openxmlformats.org/drawingml/2006/main" noGrp="1"/>
          </p:cNvSpPr>
          <p:nvPr/>
        </p:nvSpPr>
        <p:spPr>
          <a:xfrm xmlns:a="http://schemas.openxmlformats.org/drawingml/2006/main">
            <a:off x="9760527" y="742950"/>
            <a:ext cx="1821873" cy="16354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350" b="1">
                <a:solidFill>
                  <a:srgbClr val="EDCA7E"/>
                </a:solidFill>
                <a:latin typeface="Tahoma"/>
                <a:ea typeface="Tahoma"/>
                <a:cs typeface="Tahoma"/>
              </a:defRPr>
            </a:pPr>
            <a:r>
              <a:rPr sz="7350" b="1">
                <a:solidFill>
                  <a:srgbClr val="EDCA7E"/>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71DEBFAF-0D8B-45FC-A6D4-09A879F78191}"/>
              </a:ext>
            </a:extLst>
          </p:cNvPr>
          <p:cNvSpPr>
            <a:spLocks xmlns:a="http://schemas.openxmlformats.org/drawingml/2006/main" noGrp="1"/>
          </p:cNvSpPr>
          <p:nvPr/>
        </p:nvSpPr>
        <p:spPr>
          <a:xfrm xmlns:a="http://schemas.openxmlformats.org/drawingml/2006/main">
            <a:off x="10184503" y="2152650"/>
            <a:ext cx="13978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الذكاء</a:t>
            </a:r>
          </a:p>
        </p:txBody>
      </p:sp>
      <p:sp>
        <p:nvSpPr>
          <p:cNvPr id="11" name="text-11">
            <a:extLst xmlns:a="http://schemas.openxmlformats.org/drawingml/2006/main">
              <a:ext uri="{FF2B5EF4-FFF2-40B4-BE49-F238E27FC236}">
                <a16:creationId xmlns:a16="http://schemas.microsoft.com/office/drawing/2014/main" id="{6D532A23-4595-4380-A578-D8E0E460B26A}"/>
              </a:ext>
            </a:extLst>
          </p:cNvPr>
          <p:cNvSpPr>
            <a:spLocks xmlns:a="http://schemas.openxmlformats.org/drawingml/2006/main" noGrp="1"/>
          </p:cNvSpPr>
          <p:nvPr/>
        </p:nvSpPr>
        <p:spPr>
          <a:xfrm xmlns:a="http://schemas.openxmlformats.org/drawingml/2006/main">
            <a:off x="8286171" y="2152650"/>
            <a:ext cx="17666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العربي</a:t>
            </a:r>
          </a:p>
        </p:txBody>
      </p:sp>
      <p:sp>
        <p:nvSpPr>
          <p:cNvPr id="12" name="text-12">
            <a:extLst xmlns:a="http://schemas.openxmlformats.org/drawingml/2006/main">
              <a:ext uri="{FF2B5EF4-FFF2-40B4-BE49-F238E27FC236}">
                <a16:creationId xmlns:a16="http://schemas.microsoft.com/office/drawing/2014/main" id="{09FCEDD5-BEB9-456B-9711-3689CA05D20E}"/>
              </a:ext>
            </a:extLst>
          </p:cNvPr>
          <p:cNvSpPr>
            <a:spLocks xmlns:a="http://schemas.openxmlformats.org/drawingml/2006/main" noGrp="1"/>
          </p:cNvSpPr>
          <p:nvPr/>
        </p:nvSpPr>
        <p:spPr>
          <a:xfrm xmlns:a="http://schemas.openxmlformats.org/drawingml/2006/main">
            <a:off x="6367729" y="2152650"/>
            <a:ext cx="178680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الموثّق</a:t>
            </a:r>
          </a:p>
        </p:txBody>
      </p:sp>
      <p:sp>
        <p:nvSpPr>
          <p:cNvPr id="13" name="text-13">
            <a:extLst xmlns:a="http://schemas.openxmlformats.org/drawingml/2006/main">
              <a:ext uri="{FF2B5EF4-FFF2-40B4-BE49-F238E27FC236}">
                <a16:creationId xmlns:a16="http://schemas.microsoft.com/office/drawing/2014/main" id="{5437BCBB-AC53-4226-8792-19B135E86524}"/>
              </a:ext>
            </a:extLst>
          </p:cNvPr>
          <p:cNvSpPr>
            <a:spLocks xmlns:a="http://schemas.openxmlformats.org/drawingml/2006/main" noGrp="1"/>
          </p:cNvSpPr>
          <p:nvPr/>
        </p:nvSpPr>
        <p:spPr>
          <a:xfrm xmlns:a="http://schemas.openxmlformats.org/drawingml/2006/main">
            <a:off x="9977963" y="2905125"/>
            <a:ext cx="160443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لخدمة</a:t>
            </a:r>
          </a:p>
        </p:txBody>
      </p:sp>
      <p:sp>
        <p:nvSpPr>
          <p:cNvPr id="14" name="text-14">
            <a:extLst xmlns:a="http://schemas.openxmlformats.org/drawingml/2006/main">
              <a:ext uri="{FF2B5EF4-FFF2-40B4-BE49-F238E27FC236}">
                <a16:creationId xmlns:a16="http://schemas.microsoft.com/office/drawing/2014/main" id="{E836B961-2628-4F3D-BFDF-187804ADF1C7}"/>
              </a:ext>
            </a:extLst>
          </p:cNvPr>
          <p:cNvSpPr>
            <a:spLocks xmlns:a="http://schemas.openxmlformats.org/drawingml/2006/main" noGrp="1"/>
          </p:cNvSpPr>
          <p:nvPr/>
        </p:nvSpPr>
        <p:spPr>
          <a:xfrm xmlns:a="http://schemas.openxmlformats.org/drawingml/2006/main">
            <a:off x="7876162" y="2905125"/>
            <a:ext cx="197016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المعرفة</a:t>
            </a:r>
          </a:p>
        </p:txBody>
      </p:sp>
      <p:sp>
        <p:nvSpPr>
          <p:cNvPr id="15" name="text-15">
            <a:extLst xmlns:a="http://schemas.openxmlformats.org/drawingml/2006/main">
              <a:ext uri="{FF2B5EF4-FFF2-40B4-BE49-F238E27FC236}">
                <a16:creationId xmlns:a16="http://schemas.microsoft.com/office/drawing/2014/main" id="{9F83F70F-BB26-4E1C-BB93-2A2901DF374A}"/>
              </a:ext>
            </a:extLst>
          </p:cNvPr>
          <p:cNvSpPr>
            <a:spLocks xmlns:a="http://schemas.openxmlformats.org/drawingml/2006/main" noGrp="1"/>
          </p:cNvSpPr>
          <p:nvPr/>
        </p:nvSpPr>
        <p:spPr>
          <a:xfrm xmlns:a="http://schemas.openxmlformats.org/drawingml/2006/main">
            <a:off x="5318585" y="2905125"/>
            <a:ext cx="2425941"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1F5ED"/>
                </a:solidFill>
                <a:latin typeface="Tahoma"/>
                <a:ea typeface="Tahoma"/>
                <a:cs typeface="Tahoma"/>
              </a:defRPr>
            </a:pPr>
            <a:r>
              <a:rPr sz="4050" b="1">
                <a:solidFill>
                  <a:srgbClr val="F1F5ED"/>
                </a:solidFill>
                <a:latin typeface="Tahoma"/>
                <a:ea typeface="Tahoma"/>
                <a:cs typeface="Tahoma"/>
              </a:rPr>
              <a:t>الإسلامية</a:t>
            </a:r>
          </a:p>
        </p:txBody>
      </p:sp>
      <p:sp>
        <p:nvSpPr>
          <p:cNvPr id="16" name="text-16">
            <a:extLst xmlns:a="http://schemas.openxmlformats.org/drawingml/2006/main">
              <a:ext uri="{FF2B5EF4-FFF2-40B4-BE49-F238E27FC236}">
                <a16:creationId xmlns:a16="http://schemas.microsoft.com/office/drawing/2014/main" id="{578A68D1-8F41-4DDA-82B9-232B05CB7962}"/>
              </a:ext>
            </a:extLst>
          </p:cNvPr>
          <p:cNvSpPr>
            <a:spLocks xmlns:a="http://schemas.openxmlformats.org/drawingml/2006/main" noGrp="1"/>
          </p:cNvSpPr>
          <p:nvPr/>
        </p:nvSpPr>
        <p:spPr>
          <a:xfrm xmlns:a="http://schemas.openxmlformats.org/drawingml/2006/main">
            <a:off x="10306842" y="4086225"/>
            <a:ext cx="1275558"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78DAC1"/>
                </a:solidFill>
                <a:latin typeface="Tahoma"/>
                <a:ea typeface="Tahoma"/>
                <a:cs typeface="Tahoma"/>
              </a:defRPr>
            </a:pPr>
            <a:r>
              <a:rPr sz="2925" b="1">
                <a:solidFill>
                  <a:srgbClr val="78DAC1"/>
                </a:solidFill>
                <a:latin typeface="Tahoma"/>
                <a:ea typeface="Tahoma"/>
                <a:cs typeface="Tahoma"/>
              </a:rPr>
              <a:t>مجلس</a:t>
            </a:r>
          </a:p>
        </p:txBody>
      </p:sp>
      <p:sp>
        <p:nvSpPr>
          <p:cNvPr id="17" name="text-17">
            <a:extLst xmlns:a="http://schemas.openxmlformats.org/drawingml/2006/main">
              <a:ext uri="{FF2B5EF4-FFF2-40B4-BE49-F238E27FC236}">
                <a16:creationId xmlns:a16="http://schemas.microsoft.com/office/drawing/2014/main" id="{F9BE05EF-F374-4746-A1FA-6AB43E3FA916}"/>
              </a:ext>
            </a:extLst>
          </p:cNvPr>
          <p:cNvSpPr>
            <a:spLocks xmlns:a="http://schemas.openxmlformats.org/drawingml/2006/main" noGrp="1"/>
          </p:cNvSpPr>
          <p:nvPr/>
        </p:nvSpPr>
        <p:spPr>
          <a:xfrm xmlns:a="http://schemas.openxmlformats.org/drawingml/2006/main">
            <a:off x="8549088" y="4086225"/>
            <a:ext cx="1667934"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78DAC1"/>
                </a:solidFill>
                <a:latin typeface="Tahoma"/>
                <a:ea typeface="Tahoma"/>
                <a:cs typeface="Tahoma"/>
              </a:defRPr>
            </a:pPr>
            <a:r>
              <a:rPr sz="2925" b="1">
                <a:solidFill>
                  <a:srgbClr val="78DAC1"/>
                </a:solidFill>
                <a:latin typeface="Tahoma"/>
                <a:ea typeface="Tahoma"/>
                <a:cs typeface="Tahoma"/>
              </a:rPr>
              <a:t>سلسبيل</a:t>
            </a:r>
          </a:p>
        </p:txBody>
      </p:sp>
      <p:sp>
        <p:nvSpPr>
          <p:cNvPr id="18" name="text-18">
            <a:extLst xmlns:a="http://schemas.openxmlformats.org/drawingml/2006/main">
              <a:ext uri="{FF2B5EF4-FFF2-40B4-BE49-F238E27FC236}">
                <a16:creationId xmlns:a16="http://schemas.microsoft.com/office/drawing/2014/main" id="{FEB52970-C22A-4EBF-8D8D-6CF2F26F6C98}"/>
              </a:ext>
            </a:extLst>
          </p:cNvPr>
          <p:cNvSpPr>
            <a:spLocks xmlns:a="http://schemas.openxmlformats.org/drawingml/2006/main" noGrp="1"/>
          </p:cNvSpPr>
          <p:nvPr/>
        </p:nvSpPr>
        <p:spPr>
          <a:xfrm xmlns:a="http://schemas.openxmlformats.org/drawingml/2006/main">
            <a:off x="10868830" y="4810125"/>
            <a:ext cx="7135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الفتى</a:t>
            </a:r>
          </a:p>
        </p:txBody>
      </p:sp>
      <p:sp>
        <p:nvSpPr>
          <p:cNvPr id="19" name="text-19">
            <a:extLst xmlns:a="http://schemas.openxmlformats.org/drawingml/2006/main">
              <a:ext uri="{FF2B5EF4-FFF2-40B4-BE49-F238E27FC236}">
                <a16:creationId xmlns:a16="http://schemas.microsoft.com/office/drawing/2014/main" id="{383FAD80-4A68-4CF9-9945-CF6BF98108BC}"/>
              </a:ext>
            </a:extLst>
          </p:cNvPr>
          <p:cNvSpPr>
            <a:spLocks xmlns:a="http://schemas.openxmlformats.org/drawingml/2006/main" noGrp="1"/>
          </p:cNvSpPr>
          <p:nvPr/>
        </p:nvSpPr>
        <p:spPr>
          <a:xfrm xmlns:a="http://schemas.openxmlformats.org/drawingml/2006/main">
            <a:off x="10201818" y="4810125"/>
            <a:ext cx="5997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ولينة</a:t>
            </a:r>
          </a:p>
        </p:txBody>
      </p:sp>
      <p:sp>
        <p:nvSpPr>
          <p:cNvPr id="20" name="text-20">
            <a:extLst xmlns:a="http://schemas.openxmlformats.org/drawingml/2006/main">
              <a:ext uri="{FF2B5EF4-FFF2-40B4-BE49-F238E27FC236}">
                <a16:creationId xmlns:a16="http://schemas.microsoft.com/office/drawing/2014/main" id="{D6C2E83B-C044-4EFD-95B7-2315E76CDAA8}"/>
              </a:ext>
            </a:extLst>
          </p:cNvPr>
          <p:cNvSpPr>
            <a:spLocks xmlns:a="http://schemas.openxmlformats.org/drawingml/2006/main" noGrp="1"/>
          </p:cNvSpPr>
          <p:nvPr/>
        </p:nvSpPr>
        <p:spPr>
          <a:xfrm xmlns:a="http://schemas.openxmlformats.org/drawingml/2006/main">
            <a:off x="9392844" y="4810125"/>
            <a:ext cx="741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وقبس</a:t>
            </a:r>
          </a:p>
        </p:txBody>
      </p:sp>
      <p:sp>
        <p:nvSpPr>
          <p:cNvPr id="21" name="text-21">
            <a:extLst xmlns:a="http://schemas.openxmlformats.org/drawingml/2006/main">
              <a:ext uri="{FF2B5EF4-FFF2-40B4-BE49-F238E27FC236}">
                <a16:creationId xmlns:a16="http://schemas.microsoft.com/office/drawing/2014/main" id="{EA0BF2EB-9033-4717-8B1A-14D5DF5E2064}"/>
              </a:ext>
            </a:extLst>
          </p:cNvPr>
          <p:cNvSpPr>
            <a:spLocks xmlns:a="http://schemas.openxmlformats.org/drawingml/2006/main" noGrp="1"/>
          </p:cNvSpPr>
          <p:nvPr/>
        </p:nvSpPr>
        <p:spPr>
          <a:xfrm xmlns:a="http://schemas.openxmlformats.org/drawingml/2006/main">
            <a:off x="8850429" y="4810125"/>
            <a:ext cx="4751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لكل</a:t>
            </a:r>
          </a:p>
        </p:txBody>
      </p:sp>
      <p:sp>
        <p:nvSpPr>
          <p:cNvPr id="22" name="text-22">
            <a:extLst xmlns:a="http://schemas.openxmlformats.org/drawingml/2006/main">
              <a:ext uri="{FF2B5EF4-FFF2-40B4-BE49-F238E27FC236}">
                <a16:creationId xmlns:a16="http://schemas.microsoft.com/office/drawing/2014/main" id="{E24C86CE-45CB-4C15-B035-3D3093338BB8}"/>
              </a:ext>
            </a:extLst>
          </p:cNvPr>
          <p:cNvSpPr>
            <a:spLocks xmlns:a="http://schemas.openxmlformats.org/drawingml/2006/main" noGrp="1"/>
          </p:cNvSpPr>
          <p:nvPr/>
        </p:nvSpPr>
        <p:spPr>
          <a:xfrm xmlns:a="http://schemas.openxmlformats.org/drawingml/2006/main">
            <a:off x="8087272" y="4810125"/>
            <a:ext cx="6959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سؤال</a:t>
            </a:r>
          </a:p>
        </p:txBody>
      </p:sp>
      <p:sp>
        <p:nvSpPr>
          <p:cNvPr id="23" name="text-23">
            <a:extLst xmlns:a="http://schemas.openxmlformats.org/drawingml/2006/main">
              <a:ext uri="{FF2B5EF4-FFF2-40B4-BE49-F238E27FC236}">
                <a16:creationId xmlns:a16="http://schemas.microsoft.com/office/drawing/2014/main" id="{ED0A565A-BF5B-4991-9647-194FFA6D3932}"/>
              </a:ext>
            </a:extLst>
          </p:cNvPr>
          <p:cNvSpPr>
            <a:spLocks xmlns:a="http://schemas.openxmlformats.org/drawingml/2006/main" noGrp="1"/>
          </p:cNvSpPr>
          <p:nvPr/>
        </p:nvSpPr>
        <p:spPr>
          <a:xfrm xmlns:a="http://schemas.openxmlformats.org/drawingml/2006/main">
            <a:off x="7409468" y="4810125"/>
            <a:ext cx="6105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رفيق</a:t>
            </a:r>
          </a:p>
        </p:txBody>
      </p:sp>
      <p:sp>
        <p:nvSpPr>
          <p:cNvPr id="24" name="text-24">
            <a:extLst xmlns:a="http://schemas.openxmlformats.org/drawingml/2006/main">
              <a:ext uri="{FF2B5EF4-FFF2-40B4-BE49-F238E27FC236}">
                <a16:creationId xmlns:a16="http://schemas.microsoft.com/office/drawing/2014/main" id="{BBFADCC8-633C-4D17-BB2E-5BDB4DB2B6AC}"/>
              </a:ext>
            </a:extLst>
          </p:cNvPr>
          <p:cNvSpPr>
            <a:spLocks xmlns:a="http://schemas.openxmlformats.org/drawingml/2006/main" noGrp="1"/>
          </p:cNvSpPr>
          <p:nvPr/>
        </p:nvSpPr>
        <p:spPr>
          <a:xfrm xmlns:a="http://schemas.openxmlformats.org/drawingml/2006/main">
            <a:off x="6622961" y="4810125"/>
            <a:ext cx="7192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معرفة</a:t>
            </a:r>
          </a:p>
        </p:txBody>
      </p:sp>
      <p:sp>
        <p:nvSpPr>
          <p:cNvPr id="25" name="text-25">
            <a:extLst xmlns:a="http://schemas.openxmlformats.org/drawingml/2006/main">
              <a:ext uri="{FF2B5EF4-FFF2-40B4-BE49-F238E27FC236}">
                <a16:creationId xmlns:a16="http://schemas.microsoft.com/office/drawing/2014/main" id="{3E8E1D39-F12B-4014-9120-9E3F8C222508}"/>
              </a:ext>
            </a:extLst>
          </p:cNvPr>
          <p:cNvSpPr>
            <a:spLocks xmlns:a="http://schemas.openxmlformats.org/drawingml/2006/main" noGrp="1"/>
          </p:cNvSpPr>
          <p:nvPr/>
        </p:nvSpPr>
        <p:spPr>
          <a:xfrm xmlns:a="http://schemas.openxmlformats.org/drawingml/2006/main">
            <a:off x="10929362" y="5343525"/>
            <a:ext cx="65303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الفريق</a:t>
            </a:r>
          </a:p>
        </p:txBody>
      </p:sp>
      <p:sp>
        <p:nvSpPr>
          <p:cNvPr id="26" name="text-26">
            <a:extLst xmlns:a="http://schemas.openxmlformats.org/drawingml/2006/main">
              <a:ext uri="{FF2B5EF4-FFF2-40B4-BE49-F238E27FC236}">
                <a16:creationId xmlns:a16="http://schemas.microsoft.com/office/drawing/2014/main" id="{DD3D8F58-A8BE-4152-941C-0674F95D8B11}"/>
              </a:ext>
            </a:extLst>
          </p:cNvPr>
          <p:cNvSpPr>
            <a:spLocks xmlns:a="http://schemas.openxmlformats.org/drawingml/2006/main" noGrp="1"/>
          </p:cNvSpPr>
          <p:nvPr/>
        </p:nvSpPr>
        <p:spPr>
          <a:xfrm xmlns:a="http://schemas.openxmlformats.org/drawingml/2006/main">
            <a:off x="9940014" y="5343525"/>
            <a:ext cx="9369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سلسبيل</a:t>
            </a:r>
          </a:p>
        </p:txBody>
      </p:sp>
      <p:sp>
        <p:nvSpPr>
          <p:cNvPr id="27" name="text-27">
            <a:extLst xmlns:a="http://schemas.openxmlformats.org/drawingml/2006/main">
              <a:ext uri="{FF2B5EF4-FFF2-40B4-BE49-F238E27FC236}">
                <a16:creationId xmlns:a16="http://schemas.microsoft.com/office/drawing/2014/main" id="{8C56CA1C-71F9-4FAF-818E-F5D041F5F107}"/>
              </a:ext>
            </a:extLst>
          </p:cNvPr>
          <p:cNvSpPr>
            <a:spLocks xmlns:a="http://schemas.openxmlformats.org/drawingml/2006/main" noGrp="1"/>
          </p:cNvSpPr>
          <p:nvPr/>
        </p:nvSpPr>
        <p:spPr>
          <a:xfrm xmlns:a="http://schemas.openxmlformats.org/drawingml/2006/main">
            <a:off x="9766331" y="53435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28" name="text-28">
            <a:extLst xmlns:a="http://schemas.openxmlformats.org/drawingml/2006/main">
              <a:ext uri="{FF2B5EF4-FFF2-40B4-BE49-F238E27FC236}">
                <a16:creationId xmlns:a16="http://schemas.microsoft.com/office/drawing/2014/main" id="{0D12B26F-8992-4FCC-9DE3-6107483B26C0}"/>
              </a:ext>
            </a:extLst>
          </p:cNvPr>
          <p:cNvSpPr>
            <a:spLocks xmlns:a="http://schemas.openxmlformats.org/drawingml/2006/main" noGrp="1"/>
          </p:cNvSpPr>
          <p:nvPr/>
        </p:nvSpPr>
        <p:spPr>
          <a:xfrm xmlns:a="http://schemas.openxmlformats.org/drawingml/2006/main">
            <a:off x="9151165" y="5343525"/>
            <a:ext cx="5627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مسار</a:t>
            </a:r>
          </a:p>
        </p:txBody>
      </p:sp>
      <p:sp>
        <p:nvSpPr>
          <p:cNvPr id="29" name="text-29">
            <a:extLst xmlns:a="http://schemas.openxmlformats.org/drawingml/2006/main">
              <a:ext uri="{FF2B5EF4-FFF2-40B4-BE49-F238E27FC236}">
                <a16:creationId xmlns:a16="http://schemas.microsoft.com/office/drawing/2014/main" id="{BBF7B4FD-0EB1-4323-B7BA-C5D513ECDC98}"/>
              </a:ext>
            </a:extLst>
          </p:cNvPr>
          <p:cNvSpPr>
            <a:spLocks xmlns:a="http://schemas.openxmlformats.org/drawingml/2006/main" noGrp="1"/>
          </p:cNvSpPr>
          <p:nvPr/>
        </p:nvSpPr>
        <p:spPr>
          <a:xfrm xmlns:a="http://schemas.openxmlformats.org/drawingml/2006/main">
            <a:off x="8531093" y="5343525"/>
            <a:ext cx="56768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الحوار</a:t>
            </a:r>
          </a:p>
        </p:txBody>
      </p:sp>
      <p:sp>
        <p:nvSpPr>
          <p:cNvPr id="30" name="text-30">
            <a:extLst xmlns:a="http://schemas.openxmlformats.org/drawingml/2006/main">
              <a:ext uri="{FF2B5EF4-FFF2-40B4-BE49-F238E27FC236}">
                <a16:creationId xmlns:a16="http://schemas.microsoft.com/office/drawing/2014/main" id="{A3EE270F-FF39-4F7F-98C7-639D319ED83A}"/>
              </a:ext>
            </a:extLst>
          </p:cNvPr>
          <p:cNvSpPr>
            <a:spLocks xmlns:a="http://schemas.openxmlformats.org/drawingml/2006/main" noGrp="1"/>
          </p:cNvSpPr>
          <p:nvPr/>
        </p:nvSpPr>
        <p:spPr>
          <a:xfrm xmlns:a="http://schemas.openxmlformats.org/drawingml/2006/main">
            <a:off x="7631611" y="5343525"/>
            <a:ext cx="8470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المعرفي</a:t>
            </a:r>
          </a:p>
        </p:txBody>
      </p:sp>
      <p:sp>
        <p:nvSpPr>
          <p:cNvPr id="31" name="text-31">
            <a:extLst xmlns:a="http://schemas.openxmlformats.org/drawingml/2006/main">
              <a:ext uri="{FF2B5EF4-FFF2-40B4-BE49-F238E27FC236}">
                <a16:creationId xmlns:a16="http://schemas.microsoft.com/office/drawing/2014/main" id="{396B834D-2C10-48CC-BCF9-3930E57C0C95}"/>
              </a:ext>
            </a:extLst>
          </p:cNvPr>
          <p:cNvSpPr>
            <a:spLocks xmlns:a="http://schemas.openxmlformats.org/drawingml/2006/main" noGrp="1"/>
          </p:cNvSpPr>
          <p:nvPr/>
        </p:nvSpPr>
        <p:spPr>
          <a:xfrm xmlns:a="http://schemas.openxmlformats.org/drawingml/2006/main">
            <a:off x="6692297" y="5343525"/>
            <a:ext cx="88692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والإجابات</a:t>
            </a:r>
          </a:p>
        </p:txBody>
      </p:sp>
      <p:sp>
        <p:nvSpPr>
          <p:cNvPr id="32" name="text-32">
            <a:extLst xmlns:a="http://schemas.openxmlformats.org/drawingml/2006/main">
              <a:ext uri="{FF2B5EF4-FFF2-40B4-BE49-F238E27FC236}">
                <a16:creationId xmlns:a16="http://schemas.microsoft.com/office/drawing/2014/main" id="{3B9192F4-29F0-411B-8070-32F72D135498}"/>
              </a:ext>
            </a:extLst>
          </p:cNvPr>
          <p:cNvSpPr>
            <a:spLocks xmlns:a="http://schemas.openxmlformats.org/drawingml/2006/main" noGrp="1"/>
          </p:cNvSpPr>
          <p:nvPr/>
        </p:nvSpPr>
        <p:spPr>
          <a:xfrm xmlns:a="http://schemas.openxmlformats.org/drawingml/2006/main">
            <a:off x="5829311" y="5343525"/>
            <a:ext cx="8105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الموثوقة</a:t>
            </a:r>
          </a:p>
        </p:txBody>
      </p:sp>
      <p:sp>
        <p:nvSpPr>
          <p:cNvPr id="33" name="text-33">
            <a:extLst xmlns:a="http://schemas.openxmlformats.org/drawingml/2006/main">
              <a:ext uri="{FF2B5EF4-FFF2-40B4-BE49-F238E27FC236}">
                <a16:creationId xmlns:a16="http://schemas.microsoft.com/office/drawing/2014/main" id="{D648C190-6CE9-40AE-987A-6ABABE9D4013}"/>
              </a:ext>
            </a:extLst>
          </p:cNvPr>
          <p:cNvSpPr>
            <a:spLocks xmlns:a="http://schemas.openxmlformats.org/drawingml/2006/main" noGrp="1"/>
          </p:cNvSpPr>
          <p:nvPr/>
        </p:nvSpPr>
        <p:spPr>
          <a:xfrm xmlns:a="http://schemas.openxmlformats.org/drawingml/2006/main">
            <a:off x="11124400" y="5829300"/>
            <a:ext cx="458000"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تحدي</a:t>
            </a:r>
          </a:p>
        </p:txBody>
      </p:sp>
      <p:sp>
        <p:nvSpPr>
          <p:cNvPr id="34" name="text-34">
            <a:extLst xmlns:a="http://schemas.openxmlformats.org/drawingml/2006/main">
              <a:ext uri="{FF2B5EF4-FFF2-40B4-BE49-F238E27FC236}">
                <a16:creationId xmlns:a16="http://schemas.microsoft.com/office/drawing/2014/main" id="{5FBE7AC6-22E6-4FB0-B2D5-BB8EA438C8CB}"/>
              </a:ext>
            </a:extLst>
          </p:cNvPr>
          <p:cNvSpPr>
            <a:spLocks xmlns:a="http://schemas.openxmlformats.org/drawingml/2006/main" noGrp="1"/>
          </p:cNvSpPr>
          <p:nvPr/>
        </p:nvSpPr>
        <p:spPr>
          <a:xfrm xmlns:a="http://schemas.openxmlformats.org/drawingml/2006/main">
            <a:off x="10658705" y="5829300"/>
            <a:ext cx="43111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الذكاء</a:t>
            </a:r>
          </a:p>
        </p:txBody>
      </p:sp>
      <p:sp>
        <p:nvSpPr>
          <p:cNvPr id="35" name="text-35">
            <a:extLst xmlns:a="http://schemas.openxmlformats.org/drawingml/2006/main">
              <a:ext uri="{FF2B5EF4-FFF2-40B4-BE49-F238E27FC236}">
                <a16:creationId xmlns:a16="http://schemas.microsoft.com/office/drawing/2014/main" id="{4C0A5DCF-FDFE-4E9F-BA16-A82DFE3CFE61}"/>
              </a:ext>
            </a:extLst>
          </p:cNvPr>
          <p:cNvSpPr>
            <a:spLocks xmlns:a="http://schemas.openxmlformats.org/drawingml/2006/main" noGrp="1"/>
          </p:cNvSpPr>
          <p:nvPr/>
        </p:nvSpPr>
        <p:spPr>
          <a:xfrm xmlns:a="http://schemas.openxmlformats.org/drawingml/2006/main">
            <a:off x="9782726" y="5829300"/>
            <a:ext cx="841404"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الاصطناعي</a:t>
            </a:r>
          </a:p>
        </p:txBody>
      </p:sp>
      <p:sp>
        <p:nvSpPr>
          <p:cNvPr id="36" name="text-36">
            <a:extLst xmlns:a="http://schemas.openxmlformats.org/drawingml/2006/main">
              <a:ext uri="{FF2B5EF4-FFF2-40B4-BE49-F238E27FC236}">
                <a16:creationId xmlns:a16="http://schemas.microsoft.com/office/drawing/2014/main" id="{67683FE6-F52B-4E52-B15D-67D8D96F7592}"/>
              </a:ext>
            </a:extLst>
          </p:cNvPr>
          <p:cNvSpPr>
            <a:spLocks xmlns:a="http://schemas.openxmlformats.org/drawingml/2006/main" noGrp="1"/>
          </p:cNvSpPr>
          <p:nvPr/>
        </p:nvSpPr>
        <p:spPr>
          <a:xfrm xmlns:a="http://schemas.openxmlformats.org/drawingml/2006/main">
            <a:off x="9461544" y="5829300"/>
            <a:ext cx="286606"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في</a:t>
            </a:r>
          </a:p>
        </p:txBody>
      </p:sp>
      <p:sp>
        <p:nvSpPr>
          <p:cNvPr id="37" name="text-37">
            <a:extLst xmlns:a="http://schemas.openxmlformats.org/drawingml/2006/main">
              <a:ext uri="{FF2B5EF4-FFF2-40B4-BE49-F238E27FC236}">
                <a16:creationId xmlns:a16="http://schemas.microsoft.com/office/drawing/2014/main" id="{2712F5D6-6BFF-47D6-A999-8F035931E05C}"/>
              </a:ext>
            </a:extLst>
          </p:cNvPr>
          <p:cNvSpPr>
            <a:spLocks xmlns:a="http://schemas.openxmlformats.org/drawingml/2006/main" noGrp="1"/>
          </p:cNvSpPr>
          <p:nvPr/>
        </p:nvSpPr>
        <p:spPr>
          <a:xfrm xmlns:a="http://schemas.openxmlformats.org/drawingml/2006/main">
            <a:off x="8984665" y="5829300"/>
            <a:ext cx="442303"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خدمة</a:t>
            </a:r>
          </a:p>
        </p:txBody>
      </p:sp>
      <p:sp>
        <p:nvSpPr>
          <p:cNvPr id="38" name="text-38">
            <a:extLst xmlns:a="http://schemas.openxmlformats.org/drawingml/2006/main">
              <a:ext uri="{FF2B5EF4-FFF2-40B4-BE49-F238E27FC236}">
                <a16:creationId xmlns:a16="http://schemas.microsoft.com/office/drawing/2014/main" id="{AE6E8CF3-AC46-47DE-8EC5-85440025DE9D}"/>
              </a:ext>
            </a:extLst>
          </p:cNvPr>
          <p:cNvSpPr>
            <a:spLocks xmlns:a="http://schemas.openxmlformats.org/drawingml/2006/main" noGrp="1"/>
          </p:cNvSpPr>
          <p:nvPr/>
        </p:nvSpPr>
        <p:spPr>
          <a:xfrm xmlns:a="http://schemas.openxmlformats.org/drawingml/2006/main">
            <a:off x="8298130" y="5829300"/>
            <a:ext cx="65195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المحتوى</a:t>
            </a:r>
          </a:p>
        </p:txBody>
      </p:sp>
      <p:sp>
        <p:nvSpPr>
          <p:cNvPr id="39" name="text-39">
            <a:extLst xmlns:a="http://schemas.openxmlformats.org/drawingml/2006/main">
              <a:ext uri="{FF2B5EF4-FFF2-40B4-BE49-F238E27FC236}">
                <a16:creationId xmlns:a16="http://schemas.microsoft.com/office/drawing/2014/main" id="{DA60E868-7932-4927-8A39-4356054ED7F4}"/>
              </a:ext>
            </a:extLst>
          </p:cNvPr>
          <p:cNvSpPr>
            <a:spLocks xmlns:a="http://schemas.openxmlformats.org/drawingml/2006/main" noGrp="1"/>
          </p:cNvSpPr>
          <p:nvPr/>
        </p:nvSpPr>
        <p:spPr>
          <a:xfrm xmlns:a="http://schemas.openxmlformats.org/drawingml/2006/main">
            <a:off x="7510840" y="5829300"/>
            <a:ext cx="752715"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B9CEC4"/>
                </a:solidFill>
                <a:latin typeface="Tahoma"/>
                <a:ea typeface="Tahoma"/>
                <a:cs typeface="Tahoma"/>
              </a:defRPr>
            </a:pPr>
            <a:r>
              <a:rPr sz="1350" b="0">
                <a:solidFill>
                  <a:srgbClr val="B9CEC4"/>
                </a:solidFill>
                <a:latin typeface="Tahoma"/>
                <a:ea typeface="Tahoma"/>
                <a:cs typeface="Tahoma"/>
              </a:rPr>
              <a:t>الإسلامي</a:t>
            </a:r>
          </a:p>
        </p:txBody>
      </p:sp>
    </p:spTree>
    <p:extLst>
      <p:ext uri="{BB962C8B-B14F-4D97-AF65-F5344CB8AC3E}">
        <p14:creationId xmlns:p14="http://schemas.microsoft.com/office/powerpoint/2010/main" val="1620620990"/>
      </p:ext>
    </p:extLst>
  </p:cSld>
</p:sld>
</file>

<file path=ppt/slides/slide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2" name="text-40">
            <a:extLst xmlns:a="http://schemas.openxmlformats.org/drawingml/2006/main">
              <a:ext uri="{FF2B5EF4-FFF2-40B4-BE49-F238E27FC236}">
                <a16:creationId xmlns:a16="http://schemas.microsoft.com/office/drawing/2014/main" id="{55EF2940-0F55-4F28-9E6C-27CFC0DBDD97}"/>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معرفة</a:t>
            </a:r>
          </a:p>
        </p:txBody>
      </p:sp>
      <p:sp>
        <p:nvSpPr>
          <p:cNvPr id="2" name="text-41">
            <a:extLst xmlns:a="http://schemas.openxmlformats.org/drawingml/2006/main">
              <a:ext uri="{FF2B5EF4-FFF2-40B4-BE49-F238E27FC236}">
                <a16:creationId xmlns:a16="http://schemas.microsoft.com/office/drawing/2014/main" id="{C79D2605-CE85-4B3A-B242-C6896594332A}"/>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الأمة</a:t>
            </a:r>
          </a:p>
        </p:txBody>
      </p:sp>
      <p:sp>
        <p:nvSpPr>
          <p:cNvPr id="3" name="text-42">
            <a:extLst xmlns:a="http://schemas.openxmlformats.org/drawingml/2006/main">
              <a:ext uri="{FF2B5EF4-FFF2-40B4-BE49-F238E27FC236}">
                <a16:creationId xmlns:a16="http://schemas.microsoft.com/office/drawing/2014/main" id="{84CBD81E-FAB4-4CF0-B943-918660469EFA}"/>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تستحق</a:t>
            </a:r>
          </a:p>
        </p:txBody>
      </p:sp>
      <p:sp>
        <p:nvSpPr>
          <p:cNvPr id="4" name="text-43">
            <a:extLst xmlns:a="http://schemas.openxmlformats.org/drawingml/2006/main">
              <a:ext uri="{FF2B5EF4-FFF2-40B4-BE49-F238E27FC236}">
                <a16:creationId xmlns:a16="http://schemas.microsoft.com/office/drawing/2014/main" id="{CCA2D1DE-E440-4399-A197-B4B7EBFBED0E}"/>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أدوات</a:t>
            </a:r>
          </a:p>
        </p:txBody>
      </p:sp>
      <p:sp>
        <p:nvSpPr>
          <p:cNvPr id="5" name="text-44">
            <a:extLst xmlns:a="http://schemas.openxmlformats.org/drawingml/2006/main">
              <a:ext uri="{FF2B5EF4-FFF2-40B4-BE49-F238E27FC236}">
                <a16:creationId xmlns:a16="http://schemas.microsoft.com/office/drawing/2014/main" id="{D3627E47-6D6D-45FD-9E65-A93444B315FA}"/>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نملك</a:t>
            </a:r>
          </a:p>
        </p:txBody>
      </p:sp>
      <p:sp>
        <p:nvSpPr>
          <p:cNvPr id="6" name="text-45">
            <a:extLst xmlns:a="http://schemas.openxmlformats.org/drawingml/2006/main">
              <a:ext uri="{FF2B5EF4-FFF2-40B4-BE49-F238E27FC236}">
                <a16:creationId xmlns:a16="http://schemas.microsoft.com/office/drawing/2014/main" id="{698E1E9B-254A-4AA1-BF57-F658A2FD6168}"/>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زمامها</a:t>
            </a:r>
          </a:p>
        </p:txBody>
      </p:sp>
      <p:sp>
        <p:nvSpPr>
          <p:cNvPr id="7" name="shape-46">
            <a:extLst xmlns:a="http://schemas.openxmlformats.org/drawingml/2006/main">
              <a:ext uri="{FF2B5EF4-FFF2-40B4-BE49-F238E27FC236}">
                <a16:creationId xmlns:a16="http://schemas.microsoft.com/office/drawing/2014/main" id="{1BC02F62-2AB5-4FF2-8258-B2F8DD38651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47">
            <a:extLst xmlns:a="http://schemas.openxmlformats.org/drawingml/2006/main">
              <a:ext uri="{FF2B5EF4-FFF2-40B4-BE49-F238E27FC236}">
                <a16:creationId xmlns:a16="http://schemas.microsoft.com/office/drawing/2014/main" id="{5AD5BD9B-044B-4CA9-8889-BECC1CF3F2A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48">
            <a:extLst xmlns:a="http://schemas.openxmlformats.org/drawingml/2006/main">
              <a:ext uri="{FF2B5EF4-FFF2-40B4-BE49-F238E27FC236}">
                <a16:creationId xmlns:a16="http://schemas.microsoft.com/office/drawing/2014/main" id="{81BD2D9A-D3FD-4398-94D7-6D7BCD83C44D}"/>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49">
            <a:extLst xmlns:a="http://schemas.openxmlformats.org/drawingml/2006/main">
              <a:ext uri="{FF2B5EF4-FFF2-40B4-BE49-F238E27FC236}">
                <a16:creationId xmlns:a16="http://schemas.microsoft.com/office/drawing/2014/main" id="{A4C9DB04-B3F1-40B6-B0F3-5593FDC7078F}"/>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50">
            <a:extLst xmlns:a="http://schemas.openxmlformats.org/drawingml/2006/main">
              <a:ext uri="{FF2B5EF4-FFF2-40B4-BE49-F238E27FC236}">
                <a16:creationId xmlns:a16="http://schemas.microsoft.com/office/drawing/2014/main" id="{BCFEA7D6-DD10-410D-9DA0-492EF11EF1D1}"/>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51">
            <a:extLst xmlns:a="http://schemas.openxmlformats.org/drawingml/2006/main">
              <a:ext uri="{FF2B5EF4-FFF2-40B4-BE49-F238E27FC236}">
                <a16:creationId xmlns:a16="http://schemas.microsoft.com/office/drawing/2014/main" id="{937251BF-3E59-4AC7-9816-50613DF2B29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52">
            <a:extLst xmlns:a="http://schemas.openxmlformats.org/drawingml/2006/main">
              <a:ext uri="{FF2B5EF4-FFF2-40B4-BE49-F238E27FC236}">
                <a16:creationId xmlns:a16="http://schemas.microsoft.com/office/drawing/2014/main" id="{A5F4C15F-F2E1-4C09-BE2A-829D6A8CDCD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53">
            <a:extLst xmlns:a="http://schemas.openxmlformats.org/drawingml/2006/main">
              <a:ext uri="{FF2B5EF4-FFF2-40B4-BE49-F238E27FC236}">
                <a16:creationId xmlns:a16="http://schemas.microsoft.com/office/drawing/2014/main" id="{3C481BC6-549C-4D16-B643-2363BBFAE6A5}"/>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02</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fd30ab00d1814693"/>
          <a:stretch xmlns:a="http://schemas.openxmlformats.org/drawingml/2006/main"/>
        </p:blipFill>
        <p:spPr>
          <a:xfrm xmlns:a="http://schemas.openxmlformats.org/drawingml/2006/main">
            <a:off x="609600" y="1362670"/>
            <a:ext cx="7143750" cy="4018359"/>
          </a:xfrm>
          <a:prstGeom xmlns:a="http://schemas.openxmlformats.org/drawingml/2006/main" prst="rect">
            <a:avLst/>
          </a:prstGeom>
        </p:spPr>
      </p:pic>
      <p:sp>
        <p:nvSpPr>
          <p:cNvPr id="16" name="text-54">
            <a:extLst xmlns:a="http://schemas.openxmlformats.org/drawingml/2006/main">
              <a:ext uri="{FF2B5EF4-FFF2-40B4-BE49-F238E27FC236}">
                <a16:creationId xmlns:a16="http://schemas.microsoft.com/office/drawing/2014/main" id="{EB948064-5F7D-4200-8A32-904C506E76EE}"/>
              </a:ext>
            </a:extLst>
          </p:cNvPr>
          <p:cNvSpPr>
            <a:spLocks xmlns:a="http://schemas.openxmlformats.org/drawingml/2006/main" noGrp="1"/>
          </p:cNvSpPr>
          <p:nvPr/>
        </p:nvSpPr>
        <p:spPr>
          <a:xfrm xmlns:a="http://schemas.openxmlformats.org/drawingml/2006/main">
            <a:off x="9833633" y="1543050"/>
            <a:ext cx="1748767"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الخوارزمي</a:t>
            </a:r>
          </a:p>
        </p:txBody>
      </p:sp>
      <p:sp>
        <p:nvSpPr>
          <p:cNvPr id="17" name="text-55">
            <a:extLst xmlns:a="http://schemas.openxmlformats.org/drawingml/2006/main">
              <a:ext uri="{FF2B5EF4-FFF2-40B4-BE49-F238E27FC236}">
                <a16:creationId xmlns:a16="http://schemas.microsoft.com/office/drawing/2014/main" id="{8B4307BB-7E45-4F9D-8E0E-1357C6E00A0E}"/>
              </a:ext>
            </a:extLst>
          </p:cNvPr>
          <p:cNvSpPr>
            <a:spLocks xmlns:a="http://schemas.openxmlformats.org/drawingml/2006/main" noGrp="1"/>
          </p:cNvSpPr>
          <p:nvPr/>
        </p:nvSpPr>
        <p:spPr>
          <a:xfrm xmlns:a="http://schemas.openxmlformats.org/drawingml/2006/main">
            <a:off x="11022368" y="2143125"/>
            <a:ext cx="5600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الجبر</a:t>
            </a:r>
          </a:p>
        </p:txBody>
      </p:sp>
      <p:sp>
        <p:nvSpPr>
          <p:cNvPr id="18" name="text-56">
            <a:extLst xmlns:a="http://schemas.openxmlformats.org/drawingml/2006/main">
              <a:ext uri="{FF2B5EF4-FFF2-40B4-BE49-F238E27FC236}">
                <a16:creationId xmlns:a16="http://schemas.microsoft.com/office/drawing/2014/main" id="{16972558-BCF6-412A-B81B-A4FC1F50F694}"/>
              </a:ext>
            </a:extLst>
          </p:cNvPr>
          <p:cNvSpPr>
            <a:spLocks xmlns:a="http://schemas.openxmlformats.org/drawingml/2006/main" noGrp="1"/>
          </p:cNvSpPr>
          <p:nvPr/>
        </p:nvSpPr>
        <p:spPr>
          <a:xfrm xmlns:a="http://schemas.openxmlformats.org/drawingml/2006/main">
            <a:off x="9600634" y="2143125"/>
            <a:ext cx="136039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والخوارزميات</a:t>
            </a:r>
          </a:p>
        </p:txBody>
      </p:sp>
      <p:sp>
        <p:nvSpPr>
          <p:cNvPr id="19" name="text-57">
            <a:extLst xmlns:a="http://schemas.openxmlformats.org/drawingml/2006/main">
              <a:ext uri="{FF2B5EF4-FFF2-40B4-BE49-F238E27FC236}">
                <a16:creationId xmlns:a16="http://schemas.microsoft.com/office/drawing/2014/main" id="{712B4287-2FBE-4AE3-AD9E-E70FD6D3C9B4}"/>
              </a:ext>
            </a:extLst>
          </p:cNvPr>
          <p:cNvSpPr>
            <a:spLocks xmlns:a="http://schemas.openxmlformats.org/drawingml/2006/main" noGrp="1"/>
          </p:cNvSpPr>
          <p:nvPr/>
        </p:nvSpPr>
        <p:spPr>
          <a:xfrm xmlns:a="http://schemas.openxmlformats.org/drawingml/2006/main">
            <a:off x="11027306" y="3238500"/>
            <a:ext cx="555094"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ابن</a:t>
            </a:r>
          </a:p>
        </p:txBody>
      </p:sp>
      <p:sp>
        <p:nvSpPr>
          <p:cNvPr id="20" name="text-58">
            <a:extLst xmlns:a="http://schemas.openxmlformats.org/drawingml/2006/main">
              <a:ext uri="{FF2B5EF4-FFF2-40B4-BE49-F238E27FC236}">
                <a16:creationId xmlns:a16="http://schemas.microsoft.com/office/drawing/2014/main" id="{8109AA03-509C-4BAC-9782-3E6B6C228A02}"/>
              </a:ext>
            </a:extLst>
          </p:cNvPr>
          <p:cNvSpPr>
            <a:spLocks xmlns:a="http://schemas.openxmlformats.org/drawingml/2006/main" noGrp="1"/>
          </p:cNvSpPr>
          <p:nvPr/>
        </p:nvSpPr>
        <p:spPr>
          <a:xfrm xmlns:a="http://schemas.openxmlformats.org/drawingml/2006/main">
            <a:off x="9961234" y="3238500"/>
            <a:ext cx="987491"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الهيثم</a:t>
            </a:r>
          </a:p>
        </p:txBody>
      </p:sp>
      <p:sp>
        <p:nvSpPr>
          <p:cNvPr id="21" name="text-59">
            <a:extLst xmlns:a="http://schemas.openxmlformats.org/drawingml/2006/main">
              <a:ext uri="{FF2B5EF4-FFF2-40B4-BE49-F238E27FC236}">
                <a16:creationId xmlns:a16="http://schemas.microsoft.com/office/drawing/2014/main" id="{B96E26F1-D47A-4027-ACB1-6CDE5E755883}"/>
              </a:ext>
            </a:extLst>
          </p:cNvPr>
          <p:cNvSpPr>
            <a:spLocks xmlns:a="http://schemas.openxmlformats.org/drawingml/2006/main" noGrp="1"/>
          </p:cNvSpPr>
          <p:nvPr/>
        </p:nvSpPr>
        <p:spPr>
          <a:xfrm xmlns:a="http://schemas.openxmlformats.org/drawingml/2006/main">
            <a:off x="10796230" y="3838575"/>
            <a:ext cx="7861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التجربة</a:t>
            </a:r>
          </a:p>
        </p:txBody>
      </p:sp>
      <p:sp>
        <p:nvSpPr>
          <p:cNvPr id="22" name="text-60">
            <a:extLst xmlns:a="http://schemas.openxmlformats.org/drawingml/2006/main">
              <a:ext uri="{FF2B5EF4-FFF2-40B4-BE49-F238E27FC236}">
                <a16:creationId xmlns:a16="http://schemas.microsoft.com/office/drawing/2014/main" id="{FB9CC26F-95F2-4F3F-A7BF-81046C1B1B4B}"/>
              </a:ext>
            </a:extLst>
          </p:cNvPr>
          <p:cNvSpPr>
            <a:spLocks xmlns:a="http://schemas.openxmlformats.org/drawingml/2006/main" noGrp="1"/>
          </p:cNvSpPr>
          <p:nvPr/>
        </p:nvSpPr>
        <p:spPr>
          <a:xfrm xmlns:a="http://schemas.openxmlformats.org/drawingml/2006/main">
            <a:off x="9812841" y="3838575"/>
            <a:ext cx="92204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والبرهان</a:t>
            </a:r>
          </a:p>
        </p:txBody>
      </p:sp>
      <p:sp>
        <p:nvSpPr>
          <p:cNvPr id="23" name="text-61">
            <a:extLst xmlns:a="http://schemas.openxmlformats.org/drawingml/2006/main">
              <a:ext uri="{FF2B5EF4-FFF2-40B4-BE49-F238E27FC236}">
                <a16:creationId xmlns:a16="http://schemas.microsoft.com/office/drawing/2014/main" id="{9394EDCA-A6B9-4D6A-B1EC-8FBC19347246}"/>
              </a:ext>
            </a:extLst>
          </p:cNvPr>
          <p:cNvSpPr>
            <a:spLocks xmlns:a="http://schemas.openxmlformats.org/drawingml/2006/main" noGrp="1"/>
          </p:cNvSpPr>
          <p:nvPr/>
        </p:nvSpPr>
        <p:spPr>
          <a:xfrm xmlns:a="http://schemas.openxmlformats.org/drawingml/2006/main">
            <a:off x="10687037" y="5505450"/>
            <a:ext cx="89536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المعرفة</a:t>
            </a:r>
          </a:p>
        </p:txBody>
      </p:sp>
      <p:sp>
        <p:nvSpPr>
          <p:cNvPr id="24" name="text-62">
            <a:extLst xmlns:a="http://schemas.openxmlformats.org/drawingml/2006/main">
              <a:ext uri="{FF2B5EF4-FFF2-40B4-BE49-F238E27FC236}">
                <a16:creationId xmlns:a16="http://schemas.microsoft.com/office/drawing/2014/main" id="{DF19A6FA-7C0F-46C4-ACFD-5A3B09E050DF}"/>
              </a:ext>
            </a:extLst>
          </p:cNvPr>
          <p:cNvSpPr>
            <a:spLocks xmlns:a="http://schemas.openxmlformats.org/drawingml/2006/main" noGrp="1"/>
          </p:cNvSpPr>
          <p:nvPr/>
        </p:nvSpPr>
        <p:spPr>
          <a:xfrm xmlns:a="http://schemas.openxmlformats.org/drawingml/2006/main">
            <a:off x="9450707" y="5505450"/>
            <a:ext cx="116908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الإسلامية</a:t>
            </a:r>
          </a:p>
        </p:txBody>
      </p:sp>
      <p:sp>
        <p:nvSpPr>
          <p:cNvPr id="25" name="text-63">
            <a:extLst xmlns:a="http://schemas.openxmlformats.org/drawingml/2006/main">
              <a:ext uri="{FF2B5EF4-FFF2-40B4-BE49-F238E27FC236}">
                <a16:creationId xmlns:a16="http://schemas.microsoft.com/office/drawing/2014/main" id="{E709817F-8FCD-4242-841A-1C3051115B8B}"/>
              </a:ext>
            </a:extLst>
          </p:cNvPr>
          <p:cNvSpPr>
            <a:spLocks xmlns:a="http://schemas.openxmlformats.org/drawingml/2006/main" noGrp="1"/>
          </p:cNvSpPr>
          <p:nvPr/>
        </p:nvSpPr>
        <p:spPr>
          <a:xfrm xmlns:a="http://schemas.openxmlformats.org/drawingml/2006/main">
            <a:off x="8714922" y="5505450"/>
            <a:ext cx="66853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تحتاج</a:t>
            </a:r>
          </a:p>
        </p:txBody>
      </p:sp>
      <p:sp>
        <p:nvSpPr>
          <p:cNvPr id="26" name="text-64">
            <a:extLst xmlns:a="http://schemas.openxmlformats.org/drawingml/2006/main">
              <a:ext uri="{FF2B5EF4-FFF2-40B4-BE49-F238E27FC236}">
                <a16:creationId xmlns:a16="http://schemas.microsoft.com/office/drawing/2014/main" id="{AE2F31D9-06D0-4440-BFEE-5D28FDCF4B4D}"/>
              </a:ext>
            </a:extLst>
          </p:cNvPr>
          <p:cNvSpPr>
            <a:spLocks xmlns:a="http://schemas.openxmlformats.org/drawingml/2006/main" noGrp="1"/>
          </p:cNvSpPr>
          <p:nvPr/>
        </p:nvSpPr>
        <p:spPr>
          <a:xfrm xmlns:a="http://schemas.openxmlformats.org/drawingml/2006/main">
            <a:off x="7879557" y="5505450"/>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سيادة</a:t>
            </a:r>
          </a:p>
        </p:txBody>
      </p:sp>
      <p:sp>
        <p:nvSpPr>
          <p:cNvPr id="27" name="text-65">
            <a:extLst xmlns:a="http://schemas.openxmlformats.org/drawingml/2006/main">
              <a:ext uri="{FF2B5EF4-FFF2-40B4-BE49-F238E27FC236}">
                <a16:creationId xmlns:a16="http://schemas.microsoft.com/office/drawing/2014/main" id="{7C67DA53-FAF5-497F-8E3C-0E830BDF37DA}"/>
              </a:ext>
            </a:extLst>
          </p:cNvPr>
          <p:cNvSpPr>
            <a:spLocks xmlns:a="http://schemas.openxmlformats.org/drawingml/2006/main" noGrp="1"/>
          </p:cNvSpPr>
          <p:nvPr/>
        </p:nvSpPr>
        <p:spPr>
          <a:xfrm xmlns:a="http://schemas.openxmlformats.org/drawingml/2006/main">
            <a:off x="7221964" y="5505450"/>
            <a:ext cx="59034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على</a:t>
            </a:r>
          </a:p>
        </p:txBody>
      </p:sp>
      <p:sp>
        <p:nvSpPr>
          <p:cNvPr id="28" name="text-66">
            <a:extLst xmlns:a="http://schemas.openxmlformats.org/drawingml/2006/main">
              <a:ext uri="{FF2B5EF4-FFF2-40B4-BE49-F238E27FC236}">
                <a16:creationId xmlns:a16="http://schemas.microsoft.com/office/drawing/2014/main" id="{C8769197-25A8-46CE-91B0-22AE38920137}"/>
              </a:ext>
            </a:extLst>
          </p:cNvPr>
          <p:cNvSpPr>
            <a:spLocks xmlns:a="http://schemas.openxmlformats.org/drawingml/2006/main" noGrp="1"/>
          </p:cNvSpPr>
          <p:nvPr/>
        </p:nvSpPr>
        <p:spPr>
          <a:xfrm xmlns:a="http://schemas.openxmlformats.org/drawingml/2006/main">
            <a:off x="6483431" y="5505450"/>
            <a:ext cx="6712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الذكاء</a:t>
            </a:r>
          </a:p>
        </p:txBody>
      </p:sp>
      <p:sp>
        <p:nvSpPr>
          <p:cNvPr id="29" name="text-67">
            <a:extLst xmlns:a="http://schemas.openxmlformats.org/drawingml/2006/main">
              <a:ext uri="{FF2B5EF4-FFF2-40B4-BE49-F238E27FC236}">
                <a16:creationId xmlns:a16="http://schemas.microsoft.com/office/drawing/2014/main" id="{B128492B-4F31-49D7-92C1-EF5CDFD331DA}"/>
              </a:ext>
            </a:extLst>
          </p:cNvPr>
          <p:cNvSpPr>
            <a:spLocks xmlns:a="http://schemas.openxmlformats.org/drawingml/2006/main" noGrp="1"/>
          </p:cNvSpPr>
          <p:nvPr/>
        </p:nvSpPr>
        <p:spPr>
          <a:xfrm xmlns:a="http://schemas.openxmlformats.org/drawingml/2006/main">
            <a:off x="5659447" y="5505450"/>
            <a:ext cx="7567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وضبطًا</a:t>
            </a:r>
          </a:p>
        </p:txBody>
      </p:sp>
      <p:sp>
        <p:nvSpPr>
          <p:cNvPr id="30" name="text-68">
            <a:extLst xmlns:a="http://schemas.openxmlformats.org/drawingml/2006/main">
              <a:ext uri="{FF2B5EF4-FFF2-40B4-BE49-F238E27FC236}">
                <a16:creationId xmlns:a16="http://schemas.microsoft.com/office/drawing/2014/main" id="{6C188422-2488-4592-A3C4-6D692B1DC8A5}"/>
              </a:ext>
            </a:extLst>
          </p:cNvPr>
          <p:cNvSpPr>
            <a:spLocks xmlns:a="http://schemas.openxmlformats.org/drawingml/2006/main" noGrp="1"/>
          </p:cNvSpPr>
          <p:nvPr/>
        </p:nvSpPr>
        <p:spPr>
          <a:xfrm xmlns:a="http://schemas.openxmlformats.org/drawingml/2006/main">
            <a:off x="4943284" y="5505450"/>
            <a:ext cx="64891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للنص</a:t>
            </a:r>
          </a:p>
        </p:txBody>
      </p:sp>
      <p:sp>
        <p:nvSpPr>
          <p:cNvPr id="31" name="text-69">
            <a:extLst xmlns:a="http://schemas.openxmlformats.org/drawingml/2006/main">
              <a:ext uri="{FF2B5EF4-FFF2-40B4-BE49-F238E27FC236}">
                <a16:creationId xmlns:a16="http://schemas.microsoft.com/office/drawing/2014/main" id="{FA108699-C264-4552-A556-327477647D03}"/>
              </a:ext>
            </a:extLst>
          </p:cNvPr>
          <p:cNvSpPr>
            <a:spLocks xmlns:a="http://schemas.openxmlformats.org/drawingml/2006/main" noGrp="1"/>
          </p:cNvSpPr>
          <p:nvPr/>
        </p:nvSpPr>
        <p:spPr>
          <a:xfrm xmlns:a="http://schemas.openxmlformats.org/drawingml/2006/main">
            <a:off x="3586085" y="5505450"/>
            <a:ext cx="12899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والاستدلال</a:t>
            </a:r>
          </a:p>
        </p:txBody>
      </p:sp>
    </p:spTree>
    <p:extLst>
      <p:ext uri="{BB962C8B-B14F-4D97-AF65-F5344CB8AC3E}">
        <p14:creationId xmlns:p14="http://schemas.microsoft.com/office/powerpoint/2010/main" val="2131558505"/>
      </p:ext>
    </p:extLst>
  </p:cSld>
</p:sld>
</file>

<file path=ppt/slides/slide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70">
            <a:extLst xmlns:a="http://schemas.openxmlformats.org/drawingml/2006/main">
              <a:ext uri="{FF2B5EF4-FFF2-40B4-BE49-F238E27FC236}">
                <a16:creationId xmlns:a16="http://schemas.microsoft.com/office/drawing/2014/main" id="{F4C75A5F-F60E-4955-94F1-086755A7CC44}"/>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لماذا</a:t>
            </a:r>
          </a:p>
        </p:txBody>
      </p:sp>
      <p:sp>
        <p:nvSpPr>
          <p:cNvPr id="2" name="text-71">
            <a:extLst xmlns:a="http://schemas.openxmlformats.org/drawingml/2006/main">
              <a:ext uri="{FF2B5EF4-FFF2-40B4-BE49-F238E27FC236}">
                <a16:creationId xmlns:a16="http://schemas.microsoft.com/office/drawing/2014/main" id="{81611605-F88B-4A36-9DD7-EF7BD915C41E}"/>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يعبد</a:t>
            </a:r>
          </a:p>
        </p:txBody>
      </p:sp>
      <p:sp>
        <p:nvSpPr>
          <p:cNvPr id="3" name="text-72">
            <a:extLst xmlns:a="http://schemas.openxmlformats.org/drawingml/2006/main">
              <a:ext uri="{FF2B5EF4-FFF2-40B4-BE49-F238E27FC236}">
                <a16:creationId xmlns:a16="http://schemas.microsoft.com/office/drawing/2014/main" id="{F12F0A39-588C-490D-9E8D-A35F03FDC0A9}"/>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المسلمون</a:t>
            </a:r>
          </a:p>
        </p:txBody>
      </p:sp>
      <p:sp>
        <p:nvSpPr>
          <p:cNvPr id="4" name="text-73">
            <a:extLst xmlns:a="http://schemas.openxmlformats.org/drawingml/2006/main">
              <a:ext uri="{FF2B5EF4-FFF2-40B4-BE49-F238E27FC236}">
                <a16:creationId xmlns:a16="http://schemas.microsoft.com/office/drawing/2014/main" id="{EC9BAA13-4318-411D-88BE-BB17DB01F2C6}"/>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الكعبة؟</a:t>
            </a:r>
          </a:p>
        </p:txBody>
      </p:sp>
      <p:sp>
        <p:nvSpPr>
          <p:cNvPr id="5" name="shape-74">
            <a:extLst xmlns:a="http://schemas.openxmlformats.org/drawingml/2006/main">
              <a:ext uri="{FF2B5EF4-FFF2-40B4-BE49-F238E27FC236}">
                <a16:creationId xmlns:a16="http://schemas.microsoft.com/office/drawing/2014/main" id="{517246D2-9745-4642-BB43-7F2532A989B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75">
            <a:extLst xmlns:a="http://schemas.openxmlformats.org/drawingml/2006/main">
              <a:ext uri="{FF2B5EF4-FFF2-40B4-BE49-F238E27FC236}">
                <a16:creationId xmlns:a16="http://schemas.microsoft.com/office/drawing/2014/main" id="{9DF0C744-AA55-4434-BFE9-E7EB1FDC9D2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76">
            <a:extLst xmlns:a="http://schemas.openxmlformats.org/drawingml/2006/main">
              <a:ext uri="{FF2B5EF4-FFF2-40B4-BE49-F238E27FC236}">
                <a16:creationId xmlns:a16="http://schemas.microsoft.com/office/drawing/2014/main" id="{51FF61B7-1043-4168-8691-DD9A0BE062C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77">
            <a:extLst xmlns:a="http://schemas.openxmlformats.org/drawingml/2006/main">
              <a:ext uri="{FF2B5EF4-FFF2-40B4-BE49-F238E27FC236}">
                <a16:creationId xmlns:a16="http://schemas.microsoft.com/office/drawing/2014/main" id="{9994E7A2-9C60-4192-831A-1EDABD2A4BC4}"/>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78">
            <a:extLst xmlns:a="http://schemas.openxmlformats.org/drawingml/2006/main">
              <a:ext uri="{FF2B5EF4-FFF2-40B4-BE49-F238E27FC236}">
                <a16:creationId xmlns:a16="http://schemas.microsoft.com/office/drawing/2014/main" id="{5EEAD688-C032-4BD0-9EA8-137E8CB05CA9}"/>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79">
            <a:extLst xmlns:a="http://schemas.openxmlformats.org/drawingml/2006/main">
              <a:ext uri="{FF2B5EF4-FFF2-40B4-BE49-F238E27FC236}">
                <a16:creationId xmlns:a16="http://schemas.microsoft.com/office/drawing/2014/main" id="{9E65F317-6320-4349-91CD-A08A4A83636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80">
            <a:extLst xmlns:a="http://schemas.openxmlformats.org/drawingml/2006/main">
              <a:ext uri="{FF2B5EF4-FFF2-40B4-BE49-F238E27FC236}">
                <a16:creationId xmlns:a16="http://schemas.microsoft.com/office/drawing/2014/main" id="{66B09C34-52CC-4E58-9800-7A8F77F18CE8}"/>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81">
            <a:extLst xmlns:a="http://schemas.openxmlformats.org/drawingml/2006/main">
              <a:ext uri="{FF2B5EF4-FFF2-40B4-BE49-F238E27FC236}">
                <a16:creationId xmlns:a16="http://schemas.microsoft.com/office/drawing/2014/main" id="{E8BC0DE2-39DC-4313-8C31-2158995BF56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03</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dcb85dfdac0143e1"/>
          <a:stretch xmlns:a="http://schemas.openxmlformats.org/drawingml/2006/main"/>
        </p:blipFill>
        <p:spPr>
          <a:xfrm xmlns:a="http://schemas.openxmlformats.org/drawingml/2006/main">
            <a:off x="609600" y="1451584"/>
            <a:ext cx="7381875" cy="4154858"/>
          </a:xfrm>
          <a:prstGeom xmlns:a="http://schemas.openxmlformats.org/drawingml/2006/main" prst="rect">
            <a:avLst/>
          </a:prstGeom>
        </p:spPr>
      </p:pic>
      <p:sp>
        <p:nvSpPr>
          <p:cNvPr id="14" name="text-82">
            <a:extLst xmlns:a="http://schemas.openxmlformats.org/drawingml/2006/main">
              <a:ext uri="{FF2B5EF4-FFF2-40B4-BE49-F238E27FC236}">
                <a16:creationId xmlns:a16="http://schemas.microsoft.com/office/drawing/2014/main" id="{BF665940-0E0A-4124-B212-4B3D3C7DB1D6}"/>
              </a:ext>
            </a:extLst>
          </p:cNvPr>
          <p:cNvSpPr>
            <a:spLocks xmlns:a="http://schemas.openxmlformats.org/drawingml/2006/main" noGrp="1"/>
          </p:cNvSpPr>
          <p:nvPr/>
        </p:nvSpPr>
        <p:spPr>
          <a:xfrm xmlns:a="http://schemas.openxmlformats.org/drawingml/2006/main">
            <a:off x="10719923" y="1714500"/>
            <a:ext cx="862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يصحح</a:t>
            </a:r>
          </a:p>
        </p:txBody>
      </p:sp>
      <p:sp>
        <p:nvSpPr>
          <p:cNvPr id="15" name="text-83">
            <a:extLst xmlns:a="http://schemas.openxmlformats.org/drawingml/2006/main">
              <a:ext uri="{FF2B5EF4-FFF2-40B4-BE49-F238E27FC236}">
                <a16:creationId xmlns:a16="http://schemas.microsoft.com/office/drawing/2014/main" id="{88F629E7-2D3E-41EF-B898-4DDB93D892C9}"/>
              </a:ext>
            </a:extLst>
          </p:cNvPr>
          <p:cNvSpPr>
            <a:spLocks xmlns:a="http://schemas.openxmlformats.org/drawingml/2006/main" noGrp="1"/>
          </p:cNvSpPr>
          <p:nvPr/>
        </p:nvSpPr>
        <p:spPr>
          <a:xfrm xmlns:a="http://schemas.openxmlformats.org/drawingml/2006/main">
            <a:off x="9748578" y="1714500"/>
            <a:ext cx="909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فرضية</a:t>
            </a:r>
          </a:p>
        </p:txBody>
      </p:sp>
      <p:sp>
        <p:nvSpPr>
          <p:cNvPr id="16" name="text-84">
            <a:extLst xmlns:a="http://schemas.openxmlformats.org/drawingml/2006/main">
              <a:ext uri="{FF2B5EF4-FFF2-40B4-BE49-F238E27FC236}">
                <a16:creationId xmlns:a16="http://schemas.microsoft.com/office/drawing/2014/main" id="{EB3775EA-76D5-4AD6-9B04-9E34C0AE5D66}"/>
              </a:ext>
            </a:extLst>
          </p:cNvPr>
          <p:cNvSpPr>
            <a:spLocks xmlns:a="http://schemas.openxmlformats.org/drawingml/2006/main" noGrp="1"/>
          </p:cNvSpPr>
          <p:nvPr/>
        </p:nvSpPr>
        <p:spPr>
          <a:xfrm xmlns:a="http://schemas.openxmlformats.org/drawingml/2006/main">
            <a:off x="8663414" y="1714500"/>
            <a:ext cx="10232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السؤال</a:t>
            </a:r>
          </a:p>
        </p:txBody>
      </p:sp>
      <p:sp>
        <p:nvSpPr>
          <p:cNvPr id="17" name="text-85">
            <a:extLst xmlns:a="http://schemas.openxmlformats.org/drawingml/2006/main">
              <a:ext uri="{FF2B5EF4-FFF2-40B4-BE49-F238E27FC236}">
                <a16:creationId xmlns:a16="http://schemas.microsoft.com/office/drawing/2014/main" id="{FA35F4B2-02C1-4CBC-875C-CB8DF955AA54}"/>
              </a:ext>
            </a:extLst>
          </p:cNvPr>
          <p:cNvSpPr>
            <a:spLocks xmlns:a="http://schemas.openxmlformats.org/drawingml/2006/main" noGrp="1"/>
          </p:cNvSpPr>
          <p:nvPr/>
        </p:nvSpPr>
        <p:spPr>
          <a:xfrm xmlns:a="http://schemas.openxmlformats.org/drawingml/2006/main">
            <a:off x="10459231" y="2590800"/>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المسلمون</a:t>
            </a:r>
          </a:p>
        </p:txBody>
      </p:sp>
      <p:sp>
        <p:nvSpPr>
          <p:cNvPr id="18" name="text-86">
            <a:extLst xmlns:a="http://schemas.openxmlformats.org/drawingml/2006/main">
              <a:ext uri="{FF2B5EF4-FFF2-40B4-BE49-F238E27FC236}">
                <a16:creationId xmlns:a16="http://schemas.microsoft.com/office/drawing/2014/main" id="{DA596808-336D-4046-91F4-98692EAE5462}"/>
              </a:ext>
            </a:extLst>
          </p:cNvPr>
          <p:cNvSpPr>
            <a:spLocks xmlns:a="http://schemas.openxmlformats.org/drawingml/2006/main" noGrp="1"/>
          </p:cNvSpPr>
          <p:nvPr/>
        </p:nvSpPr>
        <p:spPr>
          <a:xfrm xmlns:a="http://schemas.openxmlformats.org/drawingml/2006/main">
            <a:off x="9664119" y="2590800"/>
            <a:ext cx="7367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يعبدون</a:t>
            </a:r>
          </a:p>
        </p:txBody>
      </p:sp>
      <p:sp>
        <p:nvSpPr>
          <p:cNvPr id="19" name="text-87">
            <a:extLst xmlns:a="http://schemas.openxmlformats.org/drawingml/2006/main">
              <a:ext uri="{FF2B5EF4-FFF2-40B4-BE49-F238E27FC236}">
                <a16:creationId xmlns:a16="http://schemas.microsoft.com/office/drawing/2014/main" id="{5D9C5CD8-937B-4658-98C7-88AF67C8A1F6}"/>
              </a:ext>
            </a:extLst>
          </p:cNvPr>
          <p:cNvSpPr>
            <a:spLocks xmlns:a="http://schemas.openxmlformats.org/drawingml/2006/main" noGrp="1"/>
          </p:cNvSpPr>
          <p:nvPr/>
        </p:nvSpPr>
        <p:spPr>
          <a:xfrm xmlns:a="http://schemas.openxmlformats.org/drawingml/2006/main">
            <a:off x="9263203" y="2590800"/>
            <a:ext cx="34252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الله</a:t>
            </a:r>
          </a:p>
        </p:txBody>
      </p:sp>
      <p:sp>
        <p:nvSpPr>
          <p:cNvPr id="20" name="text-88">
            <a:extLst xmlns:a="http://schemas.openxmlformats.org/drawingml/2006/main">
              <a:ext uri="{FF2B5EF4-FFF2-40B4-BE49-F238E27FC236}">
                <a16:creationId xmlns:a16="http://schemas.microsoft.com/office/drawing/2014/main" id="{2ADD1202-4FBA-4272-9C18-F4A8558C29E2}"/>
              </a:ext>
            </a:extLst>
          </p:cNvPr>
          <p:cNvSpPr>
            <a:spLocks xmlns:a="http://schemas.openxmlformats.org/drawingml/2006/main" noGrp="1"/>
          </p:cNvSpPr>
          <p:nvPr/>
        </p:nvSpPr>
        <p:spPr>
          <a:xfrm xmlns:a="http://schemas.openxmlformats.org/drawingml/2006/main">
            <a:off x="10809867" y="3038475"/>
            <a:ext cx="77253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والكعبة</a:t>
            </a:r>
          </a:p>
        </p:txBody>
      </p:sp>
      <p:sp>
        <p:nvSpPr>
          <p:cNvPr id="21" name="text-89">
            <a:extLst xmlns:a="http://schemas.openxmlformats.org/drawingml/2006/main">
              <a:ext uri="{FF2B5EF4-FFF2-40B4-BE49-F238E27FC236}">
                <a16:creationId xmlns:a16="http://schemas.microsoft.com/office/drawing/2014/main" id="{BDC9498F-1724-4440-BBD0-318AE0E46D54}"/>
              </a:ext>
            </a:extLst>
          </p:cNvPr>
          <p:cNvSpPr>
            <a:spLocks xmlns:a="http://schemas.openxmlformats.org/drawingml/2006/main" noGrp="1"/>
          </p:cNvSpPr>
          <p:nvPr/>
        </p:nvSpPr>
        <p:spPr>
          <a:xfrm xmlns:a="http://schemas.openxmlformats.org/drawingml/2006/main">
            <a:off x="10283178" y="3038475"/>
            <a:ext cx="4683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قبلة</a:t>
            </a:r>
          </a:p>
        </p:txBody>
      </p:sp>
      <p:sp>
        <p:nvSpPr>
          <p:cNvPr id="22" name="text-90">
            <a:extLst xmlns:a="http://schemas.openxmlformats.org/drawingml/2006/main">
              <a:ext uri="{FF2B5EF4-FFF2-40B4-BE49-F238E27FC236}">
                <a16:creationId xmlns:a16="http://schemas.microsoft.com/office/drawing/2014/main" id="{1BD96BE9-82DC-4FFE-ADA3-AB051708E7AA}"/>
              </a:ext>
            </a:extLst>
          </p:cNvPr>
          <p:cNvSpPr>
            <a:spLocks xmlns:a="http://schemas.openxmlformats.org/drawingml/2006/main" noGrp="1"/>
          </p:cNvSpPr>
          <p:nvPr/>
        </p:nvSpPr>
        <p:spPr>
          <a:xfrm xmlns:a="http://schemas.openxmlformats.org/drawingml/2006/main">
            <a:off x="9425473" y="3038475"/>
            <a:ext cx="79931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صلاتهم</a:t>
            </a:r>
          </a:p>
        </p:txBody>
      </p:sp>
      <p:sp>
        <p:nvSpPr>
          <p:cNvPr id="23" name="text-91">
            <a:extLst xmlns:a="http://schemas.openxmlformats.org/drawingml/2006/main">
              <a:ext uri="{FF2B5EF4-FFF2-40B4-BE49-F238E27FC236}">
                <a16:creationId xmlns:a16="http://schemas.microsoft.com/office/drawing/2014/main" id="{5B30D7B1-B79A-44B3-9CF5-D2196A097579}"/>
              </a:ext>
            </a:extLst>
          </p:cNvPr>
          <p:cNvSpPr>
            <a:spLocks xmlns:a="http://schemas.openxmlformats.org/drawingml/2006/main" noGrp="1"/>
          </p:cNvSpPr>
          <p:nvPr/>
        </p:nvSpPr>
        <p:spPr>
          <a:xfrm xmlns:a="http://schemas.openxmlformats.org/drawingml/2006/main">
            <a:off x="11288239" y="3952875"/>
            <a:ext cx="2941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ثم</a:t>
            </a:r>
          </a:p>
        </p:txBody>
      </p:sp>
      <p:sp>
        <p:nvSpPr>
          <p:cNvPr id="24" name="text-92">
            <a:extLst xmlns:a="http://schemas.openxmlformats.org/drawingml/2006/main">
              <a:ext uri="{FF2B5EF4-FFF2-40B4-BE49-F238E27FC236}">
                <a16:creationId xmlns:a16="http://schemas.microsoft.com/office/drawing/2014/main" id="{6A1C81BF-E32C-4BCF-98B7-3053D14690EA}"/>
              </a:ext>
            </a:extLst>
          </p:cNvPr>
          <p:cNvSpPr>
            <a:spLocks xmlns:a="http://schemas.openxmlformats.org/drawingml/2006/main" noGrp="1"/>
          </p:cNvSpPr>
          <p:nvPr/>
        </p:nvSpPr>
        <p:spPr>
          <a:xfrm xmlns:a="http://schemas.openxmlformats.org/drawingml/2006/main">
            <a:off x="10743194" y="3952875"/>
            <a:ext cx="48370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يتيح</a:t>
            </a:r>
          </a:p>
        </p:txBody>
      </p:sp>
      <p:sp>
        <p:nvSpPr>
          <p:cNvPr id="25" name="text-93">
            <a:extLst xmlns:a="http://schemas.openxmlformats.org/drawingml/2006/main">
              <a:ext uri="{FF2B5EF4-FFF2-40B4-BE49-F238E27FC236}">
                <a16:creationId xmlns:a16="http://schemas.microsoft.com/office/drawing/2014/main" id="{0C37B4B4-80B0-41A5-9E30-7F9396C92769}"/>
              </a:ext>
            </a:extLst>
          </p:cNvPr>
          <p:cNvSpPr>
            <a:spLocks xmlns:a="http://schemas.openxmlformats.org/drawingml/2006/main" noGrp="1"/>
          </p:cNvSpPr>
          <p:nvPr/>
        </p:nvSpPr>
        <p:spPr>
          <a:xfrm xmlns:a="http://schemas.openxmlformats.org/drawingml/2006/main">
            <a:off x="10256621" y="3952875"/>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فتح</a:t>
            </a:r>
          </a:p>
        </p:txBody>
      </p:sp>
      <p:sp>
        <p:nvSpPr>
          <p:cNvPr id="26" name="text-94">
            <a:extLst xmlns:a="http://schemas.openxmlformats.org/drawingml/2006/main">
              <a:ext uri="{FF2B5EF4-FFF2-40B4-BE49-F238E27FC236}">
                <a16:creationId xmlns:a16="http://schemas.microsoft.com/office/drawing/2014/main" id="{AF59C35C-DDFA-4EA0-86C6-C1FBB064D71B}"/>
              </a:ext>
            </a:extLst>
          </p:cNvPr>
          <p:cNvSpPr>
            <a:spLocks xmlns:a="http://schemas.openxmlformats.org/drawingml/2006/main" noGrp="1"/>
          </p:cNvSpPr>
          <p:nvPr/>
        </p:nvSpPr>
        <p:spPr>
          <a:xfrm xmlns:a="http://schemas.openxmlformats.org/drawingml/2006/main">
            <a:off x="9414506" y="3952875"/>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المصدر</a:t>
            </a:r>
          </a:p>
        </p:txBody>
      </p:sp>
      <p:sp>
        <p:nvSpPr>
          <p:cNvPr id="27" name="text-95">
            <a:extLst xmlns:a="http://schemas.openxmlformats.org/drawingml/2006/main">
              <a:ext uri="{FF2B5EF4-FFF2-40B4-BE49-F238E27FC236}">
                <a16:creationId xmlns:a16="http://schemas.microsoft.com/office/drawing/2014/main" id="{20A32A0D-FE4D-42A8-96BB-48D8D015440F}"/>
              </a:ext>
            </a:extLst>
          </p:cNvPr>
          <p:cNvSpPr>
            <a:spLocks xmlns:a="http://schemas.openxmlformats.org/drawingml/2006/main" noGrp="1"/>
          </p:cNvSpPr>
          <p:nvPr/>
        </p:nvSpPr>
        <p:spPr>
          <a:xfrm xmlns:a="http://schemas.openxmlformats.org/drawingml/2006/main">
            <a:off x="10653386" y="4438650"/>
            <a:ext cx="9290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والتحقق</a:t>
            </a:r>
          </a:p>
        </p:txBody>
      </p:sp>
      <p:sp>
        <p:nvSpPr>
          <p:cNvPr id="28" name="text-96">
            <a:extLst xmlns:a="http://schemas.openxmlformats.org/drawingml/2006/main">
              <a:ext uri="{FF2B5EF4-FFF2-40B4-BE49-F238E27FC236}">
                <a16:creationId xmlns:a16="http://schemas.microsoft.com/office/drawing/2014/main" id="{C0D47626-8DA6-40EC-BAAD-4BB0259F25A9}"/>
              </a:ext>
            </a:extLst>
          </p:cNvPr>
          <p:cNvSpPr>
            <a:spLocks xmlns:a="http://schemas.openxmlformats.org/drawingml/2006/main" noGrp="1"/>
          </p:cNvSpPr>
          <p:nvPr/>
        </p:nvSpPr>
        <p:spPr>
          <a:xfrm xmlns:a="http://schemas.openxmlformats.org/drawingml/2006/main">
            <a:off x="10219496" y="4438650"/>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من</a:t>
            </a:r>
          </a:p>
        </p:txBody>
      </p:sp>
      <p:sp>
        <p:nvSpPr>
          <p:cNvPr id="29" name="text-97">
            <a:extLst xmlns:a="http://schemas.openxmlformats.org/drawingml/2006/main">
              <a:ext uri="{FF2B5EF4-FFF2-40B4-BE49-F238E27FC236}">
                <a16:creationId xmlns:a16="http://schemas.microsoft.com/office/drawing/2014/main" id="{D415F05F-B076-4D38-A07D-72DAA702F7B0}"/>
              </a:ext>
            </a:extLst>
          </p:cNvPr>
          <p:cNvSpPr>
            <a:spLocks xmlns:a="http://schemas.openxmlformats.org/drawingml/2006/main" noGrp="1"/>
          </p:cNvSpPr>
          <p:nvPr/>
        </p:nvSpPr>
        <p:spPr>
          <a:xfrm xmlns:a="http://schemas.openxmlformats.org/drawingml/2006/main">
            <a:off x="9580464" y="44386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النص</a:t>
            </a:r>
          </a:p>
        </p:txBody>
      </p:sp>
      <p:sp>
        <p:nvSpPr>
          <p:cNvPr id="30" name="text-98">
            <a:extLst xmlns:a="http://schemas.openxmlformats.org/drawingml/2006/main">
              <a:ext uri="{FF2B5EF4-FFF2-40B4-BE49-F238E27FC236}">
                <a16:creationId xmlns:a16="http://schemas.microsoft.com/office/drawing/2014/main" id="{E378D118-28DE-4D3F-9B15-A8C3D9C45BAD}"/>
              </a:ext>
            </a:extLst>
          </p:cNvPr>
          <p:cNvSpPr>
            <a:spLocks xmlns:a="http://schemas.openxmlformats.org/drawingml/2006/main" noGrp="1"/>
          </p:cNvSpPr>
          <p:nvPr/>
        </p:nvSpPr>
        <p:spPr>
          <a:xfrm xmlns:a="http://schemas.openxmlformats.org/drawingml/2006/main">
            <a:off x="11058570" y="5657850"/>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لقطة</a:t>
            </a:r>
          </a:p>
        </p:txBody>
      </p:sp>
      <p:sp>
        <p:nvSpPr>
          <p:cNvPr id="31" name="text-99">
            <a:extLst xmlns:a="http://schemas.openxmlformats.org/drawingml/2006/main">
              <a:ext uri="{FF2B5EF4-FFF2-40B4-BE49-F238E27FC236}">
                <a16:creationId xmlns:a16="http://schemas.microsoft.com/office/drawing/2014/main" id="{7E15F291-8365-4BF1-992D-969595303CD1}"/>
              </a:ext>
            </a:extLst>
          </p:cNvPr>
          <p:cNvSpPr>
            <a:spLocks xmlns:a="http://schemas.openxmlformats.org/drawingml/2006/main" noGrp="1"/>
          </p:cNvSpPr>
          <p:nvPr/>
        </p:nvSpPr>
        <p:spPr>
          <a:xfrm xmlns:a="http://schemas.openxmlformats.org/drawingml/2006/main">
            <a:off x="10594979" y="5657850"/>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حية</a:t>
            </a:r>
          </a:p>
        </p:txBody>
      </p:sp>
      <p:sp>
        <p:nvSpPr>
          <p:cNvPr id="32" name="text-100">
            <a:extLst xmlns:a="http://schemas.openxmlformats.org/drawingml/2006/main">
              <a:ext uri="{FF2B5EF4-FFF2-40B4-BE49-F238E27FC236}">
                <a16:creationId xmlns:a16="http://schemas.microsoft.com/office/drawing/2014/main" id="{D78BA872-52BE-4F8F-8C47-C06A5823E286}"/>
              </a:ext>
            </a:extLst>
          </p:cNvPr>
          <p:cNvSpPr>
            <a:spLocks xmlns:a="http://schemas.openxmlformats.org/drawingml/2006/main" noGrp="1"/>
          </p:cNvSpPr>
          <p:nvPr/>
        </p:nvSpPr>
        <p:spPr>
          <a:xfrm xmlns:a="http://schemas.openxmlformats.org/drawingml/2006/main">
            <a:off x="10207226" y="565785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من</a:t>
            </a:r>
          </a:p>
        </p:txBody>
      </p:sp>
      <p:sp>
        <p:nvSpPr>
          <p:cNvPr id="33" name="text-101">
            <a:extLst xmlns:a="http://schemas.openxmlformats.org/drawingml/2006/main">
              <a:ext uri="{FF2B5EF4-FFF2-40B4-BE49-F238E27FC236}">
                <a16:creationId xmlns:a16="http://schemas.microsoft.com/office/drawing/2014/main" id="{4ABD6714-A7C6-407D-9396-48166677384D}"/>
              </a:ext>
            </a:extLst>
          </p:cNvPr>
          <p:cNvSpPr>
            <a:spLocks xmlns:a="http://schemas.openxmlformats.org/drawingml/2006/main" noGrp="1"/>
          </p:cNvSpPr>
          <p:nvPr/>
        </p:nvSpPr>
        <p:spPr>
          <a:xfrm xmlns:a="http://schemas.openxmlformats.org/drawingml/2006/main">
            <a:off x="9303231" y="565785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المجلس</a:t>
            </a:r>
          </a:p>
        </p:txBody>
      </p:sp>
      <p:sp>
        <p:nvSpPr>
          <p:cNvPr id="34" name="text-102">
            <a:extLst xmlns:a="http://schemas.openxmlformats.org/drawingml/2006/main">
              <a:ext uri="{FF2B5EF4-FFF2-40B4-BE49-F238E27FC236}">
                <a16:creationId xmlns:a16="http://schemas.microsoft.com/office/drawing/2014/main" id="{9E904498-DA15-488B-B3BE-DBF1B19488C4}"/>
              </a:ext>
            </a:extLst>
          </p:cNvPr>
          <p:cNvSpPr>
            <a:spLocks xmlns:a="http://schemas.openxmlformats.org/drawingml/2006/main" noGrp="1"/>
          </p:cNvSpPr>
          <p:nvPr/>
        </p:nvSpPr>
        <p:spPr>
          <a:xfrm xmlns:a="http://schemas.openxmlformats.org/drawingml/2006/main">
            <a:off x="9078140" y="5657850"/>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٦</a:t>
            </a:r>
          </a:p>
        </p:txBody>
      </p:sp>
      <p:sp>
        <p:nvSpPr>
          <p:cNvPr id="35" name="text-103">
            <a:extLst xmlns:a="http://schemas.openxmlformats.org/drawingml/2006/main">
              <a:ext uri="{FF2B5EF4-FFF2-40B4-BE49-F238E27FC236}">
                <a16:creationId xmlns:a16="http://schemas.microsoft.com/office/drawing/2014/main" id="{3593A193-9525-4D67-8D4A-64528A39D37F}"/>
              </a:ext>
            </a:extLst>
          </p:cNvPr>
          <p:cNvSpPr>
            <a:spLocks xmlns:a="http://schemas.openxmlformats.org/drawingml/2006/main" noGrp="1"/>
          </p:cNvSpPr>
          <p:nvPr/>
        </p:nvSpPr>
        <p:spPr>
          <a:xfrm xmlns:a="http://schemas.openxmlformats.org/drawingml/2006/main">
            <a:off x="8466604" y="5657850"/>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أكتوبر</a:t>
            </a:r>
          </a:p>
        </p:txBody>
      </p:sp>
      <p:sp>
        <p:nvSpPr>
          <p:cNvPr id="36" name="text-104">
            <a:extLst xmlns:a="http://schemas.openxmlformats.org/drawingml/2006/main">
              <a:ext uri="{FF2B5EF4-FFF2-40B4-BE49-F238E27FC236}">
                <a16:creationId xmlns:a16="http://schemas.microsoft.com/office/drawing/2014/main" id="{BD1CC1F2-5691-402D-AFE4-9ACA49696462}"/>
              </a:ext>
            </a:extLst>
          </p:cNvPr>
          <p:cNvSpPr>
            <a:spLocks xmlns:a="http://schemas.openxmlformats.org/drawingml/2006/main" noGrp="1"/>
          </p:cNvSpPr>
          <p:nvPr/>
        </p:nvSpPr>
        <p:spPr>
          <a:xfrm xmlns:a="http://schemas.openxmlformats.org/drawingml/2006/main">
            <a:off x="8292921" y="56578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7" name="text-105">
            <a:extLst xmlns:a="http://schemas.openxmlformats.org/drawingml/2006/main">
              <a:ext uri="{FF2B5EF4-FFF2-40B4-BE49-F238E27FC236}">
                <a16:creationId xmlns:a16="http://schemas.microsoft.com/office/drawing/2014/main" id="{6816047B-2DAA-4515-BD9F-6E56073F8B1D}"/>
              </a:ext>
            </a:extLst>
          </p:cNvPr>
          <p:cNvSpPr>
            <a:spLocks xmlns:a="http://schemas.openxmlformats.org/drawingml/2006/main" noGrp="1"/>
          </p:cNvSpPr>
          <p:nvPr/>
        </p:nvSpPr>
        <p:spPr>
          <a:xfrm xmlns:a="http://schemas.openxmlformats.org/drawingml/2006/main">
            <a:off x="7542268" y="5657850"/>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المصدر</a:t>
            </a:r>
          </a:p>
        </p:txBody>
      </p:sp>
      <p:sp>
        <p:nvSpPr>
          <p:cNvPr id="38" name="text-106">
            <a:extLst xmlns:a="http://schemas.openxmlformats.org/drawingml/2006/main">
              <a:ext uri="{FF2B5EF4-FFF2-40B4-BE49-F238E27FC236}">
                <a16:creationId xmlns:a16="http://schemas.microsoft.com/office/drawing/2014/main" id="{1CEF1C77-5403-4194-AF8A-7E92A924F66D}"/>
              </a:ext>
            </a:extLst>
          </p:cNvPr>
          <p:cNvSpPr>
            <a:spLocks xmlns:a="http://schemas.openxmlformats.org/drawingml/2006/main" noGrp="1"/>
          </p:cNvSpPr>
          <p:nvPr/>
        </p:nvSpPr>
        <p:spPr>
          <a:xfrm xmlns:a="http://schemas.openxmlformats.org/drawingml/2006/main">
            <a:off x="7107718" y="5657850"/>
            <a:ext cx="3821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فُتح</a:t>
            </a:r>
          </a:p>
        </p:txBody>
      </p:sp>
      <p:sp>
        <p:nvSpPr>
          <p:cNvPr id="39" name="text-107">
            <a:extLst xmlns:a="http://schemas.openxmlformats.org/drawingml/2006/main">
              <a:ext uri="{FF2B5EF4-FFF2-40B4-BE49-F238E27FC236}">
                <a16:creationId xmlns:a16="http://schemas.microsoft.com/office/drawing/2014/main" id="{7CD3CBF7-EBE1-445F-95F4-971E33EF4618}"/>
              </a:ext>
            </a:extLst>
          </p:cNvPr>
          <p:cNvSpPr>
            <a:spLocks xmlns:a="http://schemas.openxmlformats.org/drawingml/2006/main" noGrp="1"/>
          </p:cNvSpPr>
          <p:nvPr/>
        </p:nvSpPr>
        <p:spPr>
          <a:xfrm xmlns:a="http://schemas.openxmlformats.org/drawingml/2006/main">
            <a:off x="6380611" y="5657850"/>
            <a:ext cx="67472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وطُوبق</a:t>
            </a:r>
          </a:p>
        </p:txBody>
      </p:sp>
      <p:sp>
        <p:nvSpPr>
          <p:cNvPr id="40" name="text-108">
            <a:extLst xmlns:a="http://schemas.openxmlformats.org/drawingml/2006/main">
              <a:ext uri="{FF2B5EF4-FFF2-40B4-BE49-F238E27FC236}">
                <a16:creationId xmlns:a16="http://schemas.microsoft.com/office/drawing/2014/main" id="{A09EC0BA-86B0-4E5A-8526-0FB35D253541}"/>
              </a:ext>
            </a:extLst>
          </p:cNvPr>
          <p:cNvSpPr>
            <a:spLocks xmlns:a="http://schemas.openxmlformats.org/drawingml/2006/main" noGrp="1"/>
          </p:cNvSpPr>
          <p:nvPr/>
        </p:nvSpPr>
        <p:spPr>
          <a:xfrm xmlns:a="http://schemas.openxmlformats.org/drawingml/2006/main">
            <a:off x="6032101" y="5657850"/>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مع</a:t>
            </a:r>
          </a:p>
        </p:txBody>
      </p:sp>
      <p:sp>
        <p:nvSpPr>
          <p:cNvPr id="41" name="text-109">
            <a:extLst xmlns:a="http://schemas.openxmlformats.org/drawingml/2006/main">
              <a:ext uri="{FF2B5EF4-FFF2-40B4-BE49-F238E27FC236}">
                <a16:creationId xmlns:a16="http://schemas.microsoft.com/office/drawing/2014/main" id="{60F5E17C-95F5-40E0-99A2-D93375E02FFB}"/>
              </a:ext>
            </a:extLst>
          </p:cNvPr>
          <p:cNvSpPr>
            <a:spLocks xmlns:a="http://schemas.openxmlformats.org/drawingml/2006/main" noGrp="1"/>
          </p:cNvSpPr>
          <p:nvPr/>
        </p:nvSpPr>
        <p:spPr>
          <a:xfrm xmlns:a="http://schemas.openxmlformats.org/drawingml/2006/main">
            <a:off x="5307250" y="5657850"/>
            <a:ext cx="6724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الجواب</a:t>
            </a:r>
          </a:p>
        </p:txBody>
      </p:sp>
    </p:spTree>
    <p:extLst>
      <p:ext uri="{BB962C8B-B14F-4D97-AF65-F5344CB8AC3E}">
        <p14:creationId xmlns:p14="http://schemas.microsoft.com/office/powerpoint/2010/main" val="710241899"/>
      </p:ext>
    </p:extLst>
  </p:cSld>
</p:sld>
</file>

<file path=ppt/slides/slide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110">
            <a:extLst xmlns:a="http://schemas.openxmlformats.org/drawingml/2006/main">
              <a:ext uri="{FF2B5EF4-FFF2-40B4-BE49-F238E27FC236}">
                <a16:creationId xmlns:a16="http://schemas.microsoft.com/office/drawing/2014/main" id="{29BB64C5-C0A9-4398-908B-FA1E792F672F}"/>
              </a:ext>
            </a:extLst>
          </p:cNvPr>
          <p:cNvSpPr>
            <a:spLocks xmlns:a="http://schemas.openxmlformats.org/drawingml/2006/main" noGrp="1"/>
          </p:cNvSpPr>
          <p:nvPr/>
        </p:nvSpPr>
        <p:spPr>
          <a:xfrm xmlns:a="http://schemas.openxmlformats.org/drawingml/2006/main">
            <a:off x="10179947" y="457200"/>
            <a:ext cx="14024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مجلس</a:t>
            </a:r>
          </a:p>
        </p:txBody>
      </p:sp>
      <p:sp>
        <p:nvSpPr>
          <p:cNvPr id="2" name="text-111">
            <a:extLst xmlns:a="http://schemas.openxmlformats.org/drawingml/2006/main">
              <a:ext uri="{FF2B5EF4-FFF2-40B4-BE49-F238E27FC236}">
                <a16:creationId xmlns:a16="http://schemas.microsoft.com/office/drawing/2014/main" id="{035971F5-519B-4F0B-8C45-3BCCE51BF293}"/>
              </a:ext>
            </a:extLst>
          </p:cNvPr>
          <p:cNvSpPr>
            <a:spLocks xmlns:a="http://schemas.openxmlformats.org/drawingml/2006/main" noGrp="1"/>
          </p:cNvSpPr>
          <p:nvPr/>
        </p:nvSpPr>
        <p:spPr>
          <a:xfrm xmlns:a="http://schemas.openxmlformats.org/drawingml/2006/main">
            <a:off x="8243834" y="457200"/>
            <a:ext cx="18351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سلسبيل</a:t>
            </a:r>
          </a:p>
        </p:txBody>
      </p:sp>
      <p:sp>
        <p:nvSpPr>
          <p:cNvPr id="3" name="text-112">
            <a:extLst xmlns:a="http://schemas.openxmlformats.org/drawingml/2006/main">
              <a:ext uri="{FF2B5EF4-FFF2-40B4-BE49-F238E27FC236}">
                <a16:creationId xmlns:a16="http://schemas.microsoft.com/office/drawing/2014/main" id="{DCBD9040-600B-4AF5-BD75-F0B2D0CD7B81}"/>
              </a:ext>
            </a:extLst>
          </p:cNvPr>
          <p:cNvSpPr>
            <a:spLocks xmlns:a="http://schemas.openxmlformats.org/drawingml/2006/main" noGrp="1"/>
          </p:cNvSpPr>
          <p:nvPr/>
        </p:nvSpPr>
        <p:spPr>
          <a:xfrm xmlns:a="http://schemas.openxmlformats.org/drawingml/2006/main">
            <a:off x="6986184" y="457200"/>
            <a:ext cx="115668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يوضح</a:t>
            </a:r>
          </a:p>
        </p:txBody>
      </p:sp>
      <p:sp>
        <p:nvSpPr>
          <p:cNvPr id="4" name="text-113">
            <a:extLst xmlns:a="http://schemas.openxmlformats.org/drawingml/2006/main">
              <a:ext uri="{FF2B5EF4-FFF2-40B4-BE49-F238E27FC236}">
                <a16:creationId xmlns:a16="http://schemas.microsoft.com/office/drawing/2014/main" id="{452C15C8-4924-4D2A-846F-6EAD4CE53BEE}"/>
              </a:ext>
            </a:extLst>
          </p:cNvPr>
          <p:cNvSpPr>
            <a:spLocks xmlns:a="http://schemas.openxmlformats.org/drawingml/2006/main" noGrp="1"/>
          </p:cNvSpPr>
          <p:nvPr/>
        </p:nvSpPr>
        <p:spPr>
          <a:xfrm xmlns:a="http://schemas.openxmlformats.org/drawingml/2006/main">
            <a:off x="6193422" y="457200"/>
            <a:ext cx="6917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دور</a:t>
            </a:r>
          </a:p>
        </p:txBody>
      </p:sp>
      <p:sp>
        <p:nvSpPr>
          <p:cNvPr id="5" name="text-114">
            <a:extLst xmlns:a="http://schemas.openxmlformats.org/drawingml/2006/main">
              <a:ext uri="{FF2B5EF4-FFF2-40B4-BE49-F238E27FC236}">
                <a16:creationId xmlns:a16="http://schemas.microsoft.com/office/drawing/2014/main" id="{473D64E0-AC26-4701-9596-0346596F3876}"/>
              </a:ext>
            </a:extLst>
          </p:cNvPr>
          <p:cNvSpPr>
            <a:spLocks xmlns:a="http://schemas.openxmlformats.org/drawingml/2006/main" noGrp="1"/>
          </p:cNvSpPr>
          <p:nvPr/>
        </p:nvSpPr>
        <p:spPr>
          <a:xfrm xmlns:a="http://schemas.openxmlformats.org/drawingml/2006/main">
            <a:off x="5469110" y="457200"/>
            <a:ext cx="62334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كل</a:t>
            </a:r>
          </a:p>
        </p:txBody>
      </p:sp>
      <p:sp>
        <p:nvSpPr>
          <p:cNvPr id="6" name="text-115">
            <a:extLst xmlns:a="http://schemas.openxmlformats.org/drawingml/2006/main">
              <a:ext uri="{FF2B5EF4-FFF2-40B4-BE49-F238E27FC236}">
                <a16:creationId xmlns:a16="http://schemas.microsoft.com/office/drawing/2014/main" id="{5AD69E9A-1960-4148-AC69-863810C1C870}"/>
              </a:ext>
            </a:extLst>
          </p:cNvPr>
          <p:cNvSpPr>
            <a:spLocks xmlns:a="http://schemas.openxmlformats.org/drawingml/2006/main" noGrp="1"/>
          </p:cNvSpPr>
          <p:nvPr/>
        </p:nvSpPr>
        <p:spPr>
          <a:xfrm xmlns:a="http://schemas.openxmlformats.org/drawingml/2006/main">
            <a:off x="3673861"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شخصية</a:t>
            </a:r>
          </a:p>
        </p:txBody>
      </p:sp>
      <p:sp>
        <p:nvSpPr>
          <p:cNvPr id="7" name="shape-116">
            <a:extLst xmlns:a="http://schemas.openxmlformats.org/drawingml/2006/main">
              <a:ext uri="{FF2B5EF4-FFF2-40B4-BE49-F238E27FC236}">
                <a16:creationId xmlns:a16="http://schemas.microsoft.com/office/drawing/2014/main" id="{44846814-DD17-4CA2-B614-BEEFF940159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17">
            <a:extLst xmlns:a="http://schemas.openxmlformats.org/drawingml/2006/main">
              <a:ext uri="{FF2B5EF4-FFF2-40B4-BE49-F238E27FC236}">
                <a16:creationId xmlns:a16="http://schemas.microsoft.com/office/drawing/2014/main" id="{EBAE0209-EAB9-4A95-B02E-5211E693826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18">
            <a:extLst xmlns:a="http://schemas.openxmlformats.org/drawingml/2006/main">
              <a:ext uri="{FF2B5EF4-FFF2-40B4-BE49-F238E27FC236}">
                <a16:creationId xmlns:a16="http://schemas.microsoft.com/office/drawing/2014/main" id="{73B03319-069D-40BE-AF7D-F0AB9599639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19">
            <a:extLst xmlns:a="http://schemas.openxmlformats.org/drawingml/2006/main">
              <a:ext uri="{FF2B5EF4-FFF2-40B4-BE49-F238E27FC236}">
                <a16:creationId xmlns:a16="http://schemas.microsoft.com/office/drawing/2014/main" id="{BED9A52A-C06B-4F5B-826E-701845585B4C}"/>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20">
            <a:extLst xmlns:a="http://schemas.openxmlformats.org/drawingml/2006/main">
              <a:ext uri="{FF2B5EF4-FFF2-40B4-BE49-F238E27FC236}">
                <a16:creationId xmlns:a16="http://schemas.microsoft.com/office/drawing/2014/main" id="{A1586355-1335-4051-ACC9-47AEAC10F3F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21">
            <a:extLst xmlns:a="http://schemas.openxmlformats.org/drawingml/2006/main">
              <a:ext uri="{FF2B5EF4-FFF2-40B4-BE49-F238E27FC236}">
                <a16:creationId xmlns:a16="http://schemas.microsoft.com/office/drawing/2014/main" id="{2EB4CB62-B288-4219-A7AA-6CEED2EC9FB2}"/>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22">
            <a:extLst xmlns:a="http://schemas.openxmlformats.org/drawingml/2006/main">
              <a:ext uri="{FF2B5EF4-FFF2-40B4-BE49-F238E27FC236}">
                <a16:creationId xmlns:a16="http://schemas.microsoft.com/office/drawing/2014/main" id="{E03DCDF9-BB6F-453F-9266-E277CFC50E3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23">
            <a:extLst xmlns:a="http://schemas.openxmlformats.org/drawingml/2006/main">
              <a:ext uri="{FF2B5EF4-FFF2-40B4-BE49-F238E27FC236}">
                <a16:creationId xmlns:a16="http://schemas.microsoft.com/office/drawing/2014/main" id="{488EE7C3-2E1E-40BC-951C-3F2CDB67A21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04</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7c1dcd4f803b4e2a"/>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6" name="text-124">
            <a:extLst xmlns:a="http://schemas.openxmlformats.org/drawingml/2006/main">
              <a:ext uri="{FF2B5EF4-FFF2-40B4-BE49-F238E27FC236}">
                <a16:creationId xmlns:a16="http://schemas.microsoft.com/office/drawing/2014/main" id="{7EEA0A45-1A81-4159-8D86-D82DCC7E73FF}"/>
              </a:ext>
            </a:extLst>
          </p:cNvPr>
          <p:cNvSpPr>
            <a:spLocks xmlns:a="http://schemas.openxmlformats.org/drawingml/2006/main" noGrp="1"/>
          </p:cNvSpPr>
          <p:nvPr/>
        </p:nvSpPr>
        <p:spPr>
          <a:xfrm xmlns:a="http://schemas.openxmlformats.org/drawingml/2006/main">
            <a:off x="10998281" y="1514475"/>
            <a:ext cx="58411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برق</a:t>
            </a:r>
          </a:p>
        </p:txBody>
      </p:sp>
      <p:sp>
        <p:nvSpPr>
          <p:cNvPr id="17" name="text-125">
            <a:extLst xmlns:a="http://schemas.openxmlformats.org/drawingml/2006/main">
              <a:ext uri="{FF2B5EF4-FFF2-40B4-BE49-F238E27FC236}">
                <a16:creationId xmlns:a16="http://schemas.microsoft.com/office/drawing/2014/main" id="{3D11BA6B-A0A7-4192-94D7-AF1E5A853DC3}"/>
              </a:ext>
            </a:extLst>
          </p:cNvPr>
          <p:cNvSpPr>
            <a:spLocks xmlns:a="http://schemas.openxmlformats.org/drawingml/2006/main" noGrp="1"/>
          </p:cNvSpPr>
          <p:nvPr/>
        </p:nvSpPr>
        <p:spPr>
          <a:xfrm xmlns:a="http://schemas.openxmlformats.org/drawingml/2006/main">
            <a:off x="10092229" y="1514475"/>
            <a:ext cx="8413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الفتى</a:t>
            </a:r>
          </a:p>
        </p:txBody>
      </p:sp>
      <p:sp>
        <p:nvSpPr>
          <p:cNvPr id="18" name="text-126">
            <a:extLst xmlns:a="http://schemas.openxmlformats.org/drawingml/2006/main">
              <a:ext uri="{FF2B5EF4-FFF2-40B4-BE49-F238E27FC236}">
                <a16:creationId xmlns:a16="http://schemas.microsoft.com/office/drawing/2014/main" id="{D2E4C6C6-A7B2-47D0-AAAB-CF623AB067A8}"/>
              </a:ext>
            </a:extLst>
          </p:cNvPr>
          <p:cNvSpPr>
            <a:spLocks xmlns:a="http://schemas.openxmlformats.org/drawingml/2006/main" noGrp="1"/>
          </p:cNvSpPr>
          <p:nvPr/>
        </p:nvSpPr>
        <p:spPr>
          <a:xfrm xmlns:a="http://schemas.openxmlformats.org/drawingml/2006/main">
            <a:off x="10968899" y="2019300"/>
            <a:ext cx="6135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القرآن</a:t>
            </a:r>
          </a:p>
        </p:txBody>
      </p:sp>
      <p:sp>
        <p:nvSpPr>
          <p:cNvPr id="19" name="text-127">
            <a:extLst xmlns:a="http://schemas.openxmlformats.org/drawingml/2006/main">
              <a:ext uri="{FF2B5EF4-FFF2-40B4-BE49-F238E27FC236}">
                <a16:creationId xmlns:a16="http://schemas.microsoft.com/office/drawing/2014/main" id="{5E741DD6-8AA3-47FC-A361-636FB2459B62}"/>
              </a:ext>
            </a:extLst>
          </p:cNvPr>
          <p:cNvSpPr>
            <a:spLocks xmlns:a="http://schemas.openxmlformats.org/drawingml/2006/main" noGrp="1"/>
          </p:cNvSpPr>
          <p:nvPr/>
        </p:nvSpPr>
        <p:spPr>
          <a:xfrm xmlns:a="http://schemas.openxmlformats.org/drawingml/2006/main">
            <a:off x="10045960" y="2019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والحديث</a:t>
            </a:r>
          </a:p>
        </p:txBody>
      </p:sp>
      <p:sp>
        <p:nvSpPr>
          <p:cNvPr id="20" name="text-128">
            <a:extLst xmlns:a="http://schemas.openxmlformats.org/drawingml/2006/main">
              <a:ext uri="{FF2B5EF4-FFF2-40B4-BE49-F238E27FC236}">
                <a16:creationId xmlns:a16="http://schemas.microsoft.com/office/drawing/2014/main" id="{597BD7FB-714E-466E-823D-96A7F45E842C}"/>
              </a:ext>
            </a:extLst>
          </p:cNvPr>
          <p:cNvSpPr>
            <a:spLocks xmlns:a="http://schemas.openxmlformats.org/drawingml/2006/main" noGrp="1"/>
          </p:cNvSpPr>
          <p:nvPr/>
        </p:nvSpPr>
        <p:spPr>
          <a:xfrm xmlns:a="http://schemas.openxmlformats.org/drawingml/2006/main">
            <a:off x="9376825" y="2019300"/>
            <a:ext cx="6137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واللغة</a:t>
            </a:r>
          </a:p>
        </p:txBody>
      </p:sp>
      <p:sp>
        <p:nvSpPr>
          <p:cNvPr id="21" name="text-129">
            <a:extLst xmlns:a="http://schemas.openxmlformats.org/drawingml/2006/main">
              <a:ext uri="{FF2B5EF4-FFF2-40B4-BE49-F238E27FC236}">
                <a16:creationId xmlns:a16="http://schemas.microsoft.com/office/drawing/2014/main" id="{75D769AA-70C1-404B-8A10-581A94742249}"/>
              </a:ext>
            </a:extLst>
          </p:cNvPr>
          <p:cNvSpPr>
            <a:spLocks xmlns:a="http://schemas.openxmlformats.org/drawingml/2006/main" noGrp="1"/>
          </p:cNvSpPr>
          <p:nvPr/>
        </p:nvSpPr>
        <p:spPr>
          <a:xfrm xmlns:a="http://schemas.openxmlformats.org/drawingml/2006/main">
            <a:off x="11015221" y="2905125"/>
            <a:ext cx="56717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لينة</a:t>
            </a:r>
          </a:p>
        </p:txBody>
      </p:sp>
      <p:sp>
        <p:nvSpPr>
          <p:cNvPr id="22" name="text-130">
            <a:extLst xmlns:a="http://schemas.openxmlformats.org/drawingml/2006/main">
              <a:ext uri="{FF2B5EF4-FFF2-40B4-BE49-F238E27FC236}">
                <a16:creationId xmlns:a16="http://schemas.microsoft.com/office/drawing/2014/main" id="{45FF0E12-9483-4BAB-A72F-9BD6A1C19AB1}"/>
              </a:ext>
            </a:extLst>
          </p:cNvPr>
          <p:cNvSpPr>
            <a:spLocks xmlns:a="http://schemas.openxmlformats.org/drawingml/2006/main" noGrp="1"/>
          </p:cNvSpPr>
          <p:nvPr/>
        </p:nvSpPr>
        <p:spPr>
          <a:xfrm xmlns:a="http://schemas.openxmlformats.org/drawingml/2006/main">
            <a:off x="11028255" y="3409950"/>
            <a:ext cx="554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الفقه</a:t>
            </a:r>
          </a:p>
        </p:txBody>
      </p:sp>
      <p:sp>
        <p:nvSpPr>
          <p:cNvPr id="23" name="text-131">
            <a:extLst xmlns:a="http://schemas.openxmlformats.org/drawingml/2006/main">
              <a:ext uri="{FF2B5EF4-FFF2-40B4-BE49-F238E27FC236}">
                <a16:creationId xmlns:a16="http://schemas.microsoft.com/office/drawing/2014/main" id="{9B50C3B3-6F3F-41D2-9918-D965445242E4}"/>
              </a:ext>
            </a:extLst>
          </p:cNvPr>
          <p:cNvSpPr>
            <a:spLocks xmlns:a="http://schemas.openxmlformats.org/drawingml/2006/main" noGrp="1"/>
          </p:cNvSpPr>
          <p:nvPr/>
        </p:nvSpPr>
        <p:spPr>
          <a:xfrm xmlns:a="http://schemas.openxmlformats.org/drawingml/2006/main">
            <a:off x="10263661" y="3409950"/>
            <a:ext cx="709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وأحكام</a:t>
            </a:r>
          </a:p>
        </p:txBody>
      </p:sp>
      <p:sp>
        <p:nvSpPr>
          <p:cNvPr id="24" name="text-132">
            <a:extLst xmlns:a="http://schemas.openxmlformats.org/drawingml/2006/main">
              <a:ext uri="{FF2B5EF4-FFF2-40B4-BE49-F238E27FC236}">
                <a16:creationId xmlns:a16="http://schemas.microsoft.com/office/drawing/2014/main" id="{5FC5BD5B-18D0-422E-B8E0-37CC5F007D6E}"/>
              </a:ext>
            </a:extLst>
          </p:cNvPr>
          <p:cNvSpPr>
            <a:spLocks xmlns:a="http://schemas.openxmlformats.org/drawingml/2006/main" noGrp="1"/>
          </p:cNvSpPr>
          <p:nvPr/>
        </p:nvSpPr>
        <p:spPr>
          <a:xfrm xmlns:a="http://schemas.openxmlformats.org/drawingml/2006/main">
            <a:off x="9503482" y="3409950"/>
            <a:ext cx="7048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الأسرة</a:t>
            </a:r>
          </a:p>
        </p:txBody>
      </p:sp>
      <p:sp>
        <p:nvSpPr>
          <p:cNvPr id="25" name="text-133">
            <a:extLst xmlns:a="http://schemas.openxmlformats.org/drawingml/2006/main">
              <a:ext uri="{FF2B5EF4-FFF2-40B4-BE49-F238E27FC236}">
                <a16:creationId xmlns:a16="http://schemas.microsoft.com/office/drawing/2014/main" id="{FDB39F6C-87D7-4489-B1D4-0AD0DDA25680}"/>
              </a:ext>
            </a:extLst>
          </p:cNvPr>
          <p:cNvSpPr>
            <a:spLocks xmlns:a="http://schemas.openxmlformats.org/drawingml/2006/main" noGrp="1"/>
          </p:cNvSpPr>
          <p:nvPr/>
        </p:nvSpPr>
        <p:spPr>
          <a:xfrm xmlns:a="http://schemas.openxmlformats.org/drawingml/2006/main">
            <a:off x="10832257" y="4295775"/>
            <a:ext cx="7501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قبس</a:t>
            </a:r>
          </a:p>
        </p:txBody>
      </p:sp>
      <p:sp>
        <p:nvSpPr>
          <p:cNvPr id="26" name="text-134">
            <a:extLst xmlns:a="http://schemas.openxmlformats.org/drawingml/2006/main">
              <a:ext uri="{FF2B5EF4-FFF2-40B4-BE49-F238E27FC236}">
                <a16:creationId xmlns:a16="http://schemas.microsoft.com/office/drawing/2014/main" id="{90033906-34CA-442C-A143-8D98CC94D5C6}"/>
              </a:ext>
            </a:extLst>
          </p:cNvPr>
          <p:cNvSpPr>
            <a:spLocks xmlns:a="http://schemas.openxmlformats.org/drawingml/2006/main" noGrp="1"/>
          </p:cNvSpPr>
          <p:nvPr/>
        </p:nvSpPr>
        <p:spPr>
          <a:xfrm xmlns:a="http://schemas.openxmlformats.org/drawingml/2006/main">
            <a:off x="10933483" y="4800600"/>
            <a:ext cx="6489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البحث</a:t>
            </a:r>
          </a:p>
        </p:txBody>
      </p:sp>
      <p:sp>
        <p:nvSpPr>
          <p:cNvPr id="27" name="text-135">
            <a:extLst xmlns:a="http://schemas.openxmlformats.org/drawingml/2006/main">
              <a:ext uri="{FF2B5EF4-FFF2-40B4-BE49-F238E27FC236}">
                <a16:creationId xmlns:a16="http://schemas.microsoft.com/office/drawing/2014/main" id="{BF289D0E-FDF5-4433-814A-667DFACA8688}"/>
              </a:ext>
            </a:extLst>
          </p:cNvPr>
          <p:cNvSpPr>
            <a:spLocks xmlns:a="http://schemas.openxmlformats.org/drawingml/2006/main" noGrp="1"/>
          </p:cNvSpPr>
          <p:nvPr/>
        </p:nvSpPr>
        <p:spPr>
          <a:xfrm xmlns:a="http://schemas.openxmlformats.org/drawingml/2006/main">
            <a:off x="10407683" y="4800600"/>
            <a:ext cx="4704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وربط</a:t>
            </a:r>
          </a:p>
        </p:txBody>
      </p:sp>
      <p:sp>
        <p:nvSpPr>
          <p:cNvPr id="28" name="text-136">
            <a:extLst xmlns:a="http://schemas.openxmlformats.org/drawingml/2006/main">
              <a:ext uri="{FF2B5EF4-FFF2-40B4-BE49-F238E27FC236}">
                <a16:creationId xmlns:a16="http://schemas.microsoft.com/office/drawing/2014/main" id="{FF668969-946D-49BB-9F29-FEB5D3AE769B}"/>
              </a:ext>
            </a:extLst>
          </p:cNvPr>
          <p:cNvSpPr>
            <a:spLocks xmlns:a="http://schemas.openxmlformats.org/drawingml/2006/main" noGrp="1"/>
          </p:cNvSpPr>
          <p:nvPr/>
        </p:nvSpPr>
        <p:spPr>
          <a:xfrm xmlns:a="http://schemas.openxmlformats.org/drawingml/2006/main">
            <a:off x="9781323" y="4800600"/>
            <a:ext cx="5710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الأدلة</a:t>
            </a:r>
          </a:p>
        </p:txBody>
      </p:sp>
    </p:spTree>
    <p:extLst>
      <p:ext uri="{BB962C8B-B14F-4D97-AF65-F5344CB8AC3E}">
        <p14:creationId xmlns:p14="http://schemas.microsoft.com/office/powerpoint/2010/main" val="48593839"/>
      </p:ext>
    </p:extLst>
  </p:cSld>
</p:sld>
</file>

<file path=ppt/slides/slide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3" name="text-137">
            <a:extLst xmlns:a="http://schemas.openxmlformats.org/drawingml/2006/main">
              <a:ext uri="{FF2B5EF4-FFF2-40B4-BE49-F238E27FC236}">
                <a16:creationId xmlns:a16="http://schemas.microsoft.com/office/drawing/2014/main" id="{B9E02F7E-DFAD-4FA1-94EF-C4C157A8AD40}"/>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38">
            <a:extLst xmlns:a="http://schemas.openxmlformats.org/drawingml/2006/main">
              <a:ext uri="{FF2B5EF4-FFF2-40B4-BE49-F238E27FC236}">
                <a16:creationId xmlns:a16="http://schemas.microsoft.com/office/drawing/2014/main" id="{73B38D35-7C2D-4779-90BE-6180A39139FC}"/>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تبدأ؟</a:t>
            </a:r>
          </a:p>
        </p:txBody>
      </p:sp>
      <p:sp>
        <p:nvSpPr>
          <p:cNvPr id="3" name="text-139">
            <a:extLst xmlns:a="http://schemas.openxmlformats.org/drawingml/2006/main">
              <a:ext uri="{FF2B5EF4-FFF2-40B4-BE49-F238E27FC236}">
                <a16:creationId xmlns:a16="http://schemas.microsoft.com/office/drawing/2014/main" id="{C8080CB6-ECE4-4506-AA24-E3435F0152AC}"/>
              </a:ext>
            </a:extLst>
          </p:cNvPr>
          <p:cNvSpPr>
            <a:spLocks xmlns:a="http://schemas.openxmlformats.org/drawingml/2006/main" noGrp="1"/>
          </p:cNvSpPr>
          <p:nvPr/>
        </p:nvSpPr>
        <p:spPr>
          <a:xfrm xmlns:a="http://schemas.openxmlformats.org/drawingml/2006/main">
            <a:off x="7833345"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شخصية</a:t>
            </a:r>
          </a:p>
        </p:txBody>
      </p:sp>
      <p:sp>
        <p:nvSpPr>
          <p:cNvPr id="4" name="text-140">
            <a:extLst xmlns:a="http://schemas.openxmlformats.org/drawingml/2006/main">
              <a:ext uri="{FF2B5EF4-FFF2-40B4-BE49-F238E27FC236}">
                <a16:creationId xmlns:a16="http://schemas.microsoft.com/office/drawing/2014/main" id="{F1CC95D7-C698-46FA-9B54-C9D32C701CAF}"/>
              </a:ext>
            </a:extLst>
          </p:cNvPr>
          <p:cNvSpPr>
            <a:spLocks xmlns:a="http://schemas.openxmlformats.org/drawingml/2006/main" noGrp="1"/>
          </p:cNvSpPr>
          <p:nvPr/>
        </p:nvSpPr>
        <p:spPr>
          <a:xfrm xmlns:a="http://schemas.openxmlformats.org/drawingml/2006/main">
            <a:off x="7234839"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5" name="text-141">
            <a:extLst xmlns:a="http://schemas.openxmlformats.org/drawingml/2006/main">
              <a:ext uri="{FF2B5EF4-FFF2-40B4-BE49-F238E27FC236}">
                <a16:creationId xmlns:a16="http://schemas.microsoft.com/office/drawing/2014/main" id="{3920302E-1586-4A3B-87B8-B00C2A45487A}"/>
              </a:ext>
            </a:extLst>
          </p:cNvPr>
          <p:cNvSpPr>
            <a:spLocks xmlns:a="http://schemas.openxmlformats.org/drawingml/2006/main" noGrp="1"/>
          </p:cNvSpPr>
          <p:nvPr/>
        </p:nvSpPr>
        <p:spPr>
          <a:xfrm xmlns:a="http://schemas.openxmlformats.org/drawingml/2006/main">
            <a:off x="5928947" y="457200"/>
            <a:ext cx="12049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سؤال</a:t>
            </a:r>
          </a:p>
        </p:txBody>
      </p:sp>
      <p:sp>
        <p:nvSpPr>
          <p:cNvPr id="6" name="shape-142">
            <a:extLst xmlns:a="http://schemas.openxmlformats.org/drawingml/2006/main">
              <a:ext uri="{FF2B5EF4-FFF2-40B4-BE49-F238E27FC236}">
                <a16:creationId xmlns:a16="http://schemas.microsoft.com/office/drawing/2014/main" id="{B0F4B628-8F1A-45C7-A3C2-0AC8E442A113}"/>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143">
            <a:extLst xmlns:a="http://schemas.openxmlformats.org/drawingml/2006/main">
              <a:ext uri="{FF2B5EF4-FFF2-40B4-BE49-F238E27FC236}">
                <a16:creationId xmlns:a16="http://schemas.microsoft.com/office/drawing/2014/main" id="{27B501A6-F6C4-4780-9745-CD4EFDCB561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144">
            <a:extLst xmlns:a="http://schemas.openxmlformats.org/drawingml/2006/main">
              <a:ext uri="{FF2B5EF4-FFF2-40B4-BE49-F238E27FC236}">
                <a16:creationId xmlns:a16="http://schemas.microsoft.com/office/drawing/2014/main" id="{1A95DD08-5E1B-4846-9DB4-C304013ACB0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145">
            <a:extLst xmlns:a="http://schemas.openxmlformats.org/drawingml/2006/main">
              <a:ext uri="{FF2B5EF4-FFF2-40B4-BE49-F238E27FC236}">
                <a16:creationId xmlns:a16="http://schemas.microsoft.com/office/drawing/2014/main" id="{809D437C-8BE8-403C-96E2-D29A341EB57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146">
            <a:extLst xmlns:a="http://schemas.openxmlformats.org/drawingml/2006/main">
              <a:ext uri="{FF2B5EF4-FFF2-40B4-BE49-F238E27FC236}">
                <a16:creationId xmlns:a16="http://schemas.microsoft.com/office/drawing/2014/main" id="{EFD56A00-9005-48AF-B300-F19971B6AE6A}"/>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147">
            <a:extLst xmlns:a="http://schemas.openxmlformats.org/drawingml/2006/main">
              <a:ext uri="{FF2B5EF4-FFF2-40B4-BE49-F238E27FC236}">
                <a16:creationId xmlns:a16="http://schemas.microsoft.com/office/drawing/2014/main" id="{A81F1020-AC3E-4FB5-B396-503D013B1D1D}"/>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148">
            <a:extLst xmlns:a="http://schemas.openxmlformats.org/drawingml/2006/main">
              <a:ext uri="{FF2B5EF4-FFF2-40B4-BE49-F238E27FC236}">
                <a16:creationId xmlns:a16="http://schemas.microsoft.com/office/drawing/2014/main" id="{8950B3A9-3B1F-40D4-A670-0178F32A451E}"/>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149">
            <a:extLst xmlns:a="http://schemas.openxmlformats.org/drawingml/2006/main">
              <a:ext uri="{FF2B5EF4-FFF2-40B4-BE49-F238E27FC236}">
                <a16:creationId xmlns:a16="http://schemas.microsoft.com/office/drawing/2014/main" id="{586BAAB8-67A1-4893-B6FD-6E2CAA5E3A4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05</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f222474452974c88"/>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5" name="text-150">
            <a:extLst xmlns:a="http://schemas.openxmlformats.org/drawingml/2006/main">
              <a:ext uri="{FF2B5EF4-FFF2-40B4-BE49-F238E27FC236}">
                <a16:creationId xmlns:a16="http://schemas.microsoft.com/office/drawing/2014/main" id="{306E6AB3-E6D4-4B27-BDF5-43DCA7443DB1}"/>
              </a:ext>
            </a:extLst>
          </p:cNvPr>
          <p:cNvSpPr>
            <a:spLocks xmlns:a="http://schemas.openxmlformats.org/drawingml/2006/main" noGrp="1"/>
          </p:cNvSpPr>
          <p:nvPr/>
        </p:nvSpPr>
        <p:spPr>
          <a:xfrm xmlns:a="http://schemas.openxmlformats.org/drawingml/2006/main">
            <a:off x="10983224" y="1590675"/>
            <a:ext cx="5991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اختر</a:t>
            </a:r>
          </a:p>
        </p:txBody>
      </p:sp>
      <p:sp>
        <p:nvSpPr>
          <p:cNvPr id="16" name="text-151">
            <a:extLst xmlns:a="http://schemas.openxmlformats.org/drawingml/2006/main">
              <a:ext uri="{FF2B5EF4-FFF2-40B4-BE49-F238E27FC236}">
                <a16:creationId xmlns:a16="http://schemas.microsoft.com/office/drawing/2014/main" id="{F89AE5AD-0A77-4DAD-B16E-1FE73937FDB5}"/>
              </a:ext>
            </a:extLst>
          </p:cNvPr>
          <p:cNvSpPr>
            <a:spLocks xmlns:a="http://schemas.openxmlformats.org/drawingml/2006/main" noGrp="1"/>
          </p:cNvSpPr>
          <p:nvPr/>
        </p:nvSpPr>
        <p:spPr>
          <a:xfrm xmlns:a="http://schemas.openxmlformats.org/drawingml/2006/main">
            <a:off x="9567992" y="1590675"/>
            <a:ext cx="13533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EDCA7E"/>
                </a:solidFill>
                <a:latin typeface="Tahoma"/>
                <a:ea typeface="Tahoma"/>
                <a:cs typeface="Tahoma"/>
              </a:defRPr>
            </a:pPr>
            <a:r>
              <a:rPr sz="2175" b="1">
                <a:solidFill>
                  <a:srgbClr val="EDCA7E"/>
                </a:solidFill>
                <a:latin typeface="Tahoma"/>
                <a:ea typeface="Tahoma"/>
                <a:cs typeface="Tahoma"/>
              </a:rPr>
              <a:t>الشخصية</a:t>
            </a:r>
          </a:p>
        </p:txBody>
      </p:sp>
      <p:sp>
        <p:nvSpPr>
          <p:cNvPr id="17" name="text-152">
            <a:extLst xmlns:a="http://schemas.openxmlformats.org/drawingml/2006/main">
              <a:ext uri="{FF2B5EF4-FFF2-40B4-BE49-F238E27FC236}">
                <a16:creationId xmlns:a16="http://schemas.microsoft.com/office/drawing/2014/main" id="{E9466518-158F-4C57-9A93-BE8119A43777}"/>
              </a:ext>
            </a:extLst>
          </p:cNvPr>
          <p:cNvSpPr>
            <a:spLocks xmlns:a="http://schemas.openxmlformats.org/drawingml/2006/main" noGrp="1"/>
          </p:cNvSpPr>
          <p:nvPr/>
        </p:nvSpPr>
        <p:spPr>
          <a:xfrm xmlns:a="http://schemas.openxmlformats.org/drawingml/2006/main">
            <a:off x="11051506" y="2371725"/>
            <a:ext cx="530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اكتب</a:t>
            </a:r>
          </a:p>
        </p:txBody>
      </p:sp>
      <p:sp>
        <p:nvSpPr>
          <p:cNvPr id="18" name="text-153">
            <a:extLst xmlns:a="http://schemas.openxmlformats.org/drawingml/2006/main">
              <a:ext uri="{FF2B5EF4-FFF2-40B4-BE49-F238E27FC236}">
                <a16:creationId xmlns:a16="http://schemas.microsoft.com/office/drawing/2014/main" id="{259D1FC7-B11C-4092-A9E6-2BEF1B023831}"/>
              </a:ext>
            </a:extLst>
          </p:cNvPr>
          <p:cNvSpPr>
            <a:spLocks xmlns:a="http://schemas.openxmlformats.org/drawingml/2006/main" noGrp="1"/>
          </p:cNvSpPr>
          <p:nvPr/>
        </p:nvSpPr>
        <p:spPr>
          <a:xfrm xmlns:a="http://schemas.openxmlformats.org/drawingml/2006/main">
            <a:off x="10720940" y="23717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ثم</a:t>
            </a:r>
          </a:p>
        </p:txBody>
      </p:sp>
      <p:sp>
        <p:nvSpPr>
          <p:cNvPr id="19" name="text-154">
            <a:extLst xmlns:a="http://schemas.openxmlformats.org/drawingml/2006/main">
              <a:ext uri="{FF2B5EF4-FFF2-40B4-BE49-F238E27FC236}">
                <a16:creationId xmlns:a16="http://schemas.microsoft.com/office/drawing/2014/main" id="{784AFD04-88E1-417C-81A5-FB65DD1E05FE}"/>
              </a:ext>
            </a:extLst>
          </p:cNvPr>
          <p:cNvSpPr>
            <a:spLocks xmlns:a="http://schemas.openxmlformats.org/drawingml/2006/main" noGrp="1"/>
          </p:cNvSpPr>
          <p:nvPr/>
        </p:nvSpPr>
        <p:spPr>
          <a:xfrm xmlns:a="http://schemas.openxmlformats.org/drawingml/2006/main">
            <a:off x="10091342" y="2371725"/>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اضغط</a:t>
            </a:r>
          </a:p>
        </p:txBody>
      </p:sp>
      <p:sp>
        <p:nvSpPr>
          <p:cNvPr id="20" name="text-155">
            <a:extLst xmlns:a="http://schemas.openxmlformats.org/drawingml/2006/main">
              <a:ext uri="{FF2B5EF4-FFF2-40B4-BE49-F238E27FC236}">
                <a16:creationId xmlns:a16="http://schemas.microsoft.com/office/drawing/2014/main" id="{983119DC-9EEB-4C09-B9A8-4E1D5F0F6B26}"/>
              </a:ext>
            </a:extLst>
          </p:cNvPr>
          <p:cNvSpPr>
            <a:spLocks xmlns:a="http://schemas.openxmlformats.org/drawingml/2006/main" noGrp="1"/>
          </p:cNvSpPr>
          <p:nvPr/>
        </p:nvSpPr>
        <p:spPr>
          <a:xfrm xmlns:a="http://schemas.openxmlformats.org/drawingml/2006/main">
            <a:off x="9229033" y="2371725"/>
            <a:ext cx="8069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الإرسال</a:t>
            </a:r>
          </a:p>
        </p:txBody>
      </p:sp>
      <p:sp>
        <p:nvSpPr>
          <p:cNvPr id="21" name="text-156">
            <a:extLst xmlns:a="http://schemas.openxmlformats.org/drawingml/2006/main">
              <a:ext uri="{FF2B5EF4-FFF2-40B4-BE49-F238E27FC236}">
                <a16:creationId xmlns:a16="http://schemas.microsoft.com/office/drawing/2014/main" id="{D00B4FE8-1477-4E52-B38F-3AAB60892B64}"/>
              </a:ext>
            </a:extLst>
          </p:cNvPr>
          <p:cNvSpPr>
            <a:spLocks xmlns:a="http://schemas.openxmlformats.org/drawingml/2006/main" noGrp="1"/>
          </p:cNvSpPr>
          <p:nvPr/>
        </p:nvSpPr>
        <p:spPr>
          <a:xfrm xmlns:a="http://schemas.openxmlformats.org/drawingml/2006/main">
            <a:off x="11382815" y="3124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أو</a:t>
            </a:r>
          </a:p>
        </p:txBody>
      </p:sp>
      <p:sp>
        <p:nvSpPr>
          <p:cNvPr id="22" name="text-157">
            <a:extLst xmlns:a="http://schemas.openxmlformats.org/drawingml/2006/main">
              <a:ext uri="{FF2B5EF4-FFF2-40B4-BE49-F238E27FC236}">
                <a16:creationId xmlns:a16="http://schemas.microsoft.com/office/drawing/2014/main" id="{E24F6320-B584-4E8B-8B98-93AAEB24F0DB}"/>
              </a:ext>
            </a:extLst>
          </p:cNvPr>
          <p:cNvSpPr>
            <a:spLocks xmlns:a="http://schemas.openxmlformats.org/drawingml/2006/main" noGrp="1"/>
          </p:cNvSpPr>
          <p:nvPr/>
        </p:nvSpPr>
        <p:spPr>
          <a:xfrm xmlns:a="http://schemas.openxmlformats.org/drawingml/2006/main">
            <a:off x="10753217" y="3124200"/>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اضغط</a:t>
            </a:r>
          </a:p>
        </p:txBody>
      </p:sp>
      <p:sp>
        <p:nvSpPr>
          <p:cNvPr id="23" name="text-158">
            <a:extLst xmlns:a="http://schemas.openxmlformats.org/drawingml/2006/main">
              <a:ext uri="{FF2B5EF4-FFF2-40B4-BE49-F238E27FC236}">
                <a16:creationId xmlns:a16="http://schemas.microsoft.com/office/drawing/2014/main" id="{6DCC3064-2A2B-4E04-A7B5-62DB59EBDFC2}"/>
              </a:ext>
            </a:extLst>
          </p:cNvPr>
          <p:cNvSpPr>
            <a:spLocks xmlns:a="http://schemas.openxmlformats.org/drawingml/2006/main" noGrp="1"/>
          </p:cNvSpPr>
          <p:nvPr/>
        </p:nvSpPr>
        <p:spPr>
          <a:xfrm xmlns:a="http://schemas.openxmlformats.org/drawingml/2006/main">
            <a:off x="10102036" y="3124200"/>
            <a:ext cx="595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سؤالًا</a:t>
            </a:r>
          </a:p>
        </p:txBody>
      </p:sp>
      <p:sp>
        <p:nvSpPr>
          <p:cNvPr id="24" name="text-159">
            <a:extLst xmlns:a="http://schemas.openxmlformats.org/drawingml/2006/main">
              <a:ext uri="{FF2B5EF4-FFF2-40B4-BE49-F238E27FC236}">
                <a16:creationId xmlns:a16="http://schemas.microsoft.com/office/drawing/2014/main" id="{DDB74660-C9E9-4D3F-9631-46DF3AF26675}"/>
              </a:ext>
            </a:extLst>
          </p:cNvPr>
          <p:cNvSpPr>
            <a:spLocks xmlns:a="http://schemas.openxmlformats.org/drawingml/2006/main" noGrp="1"/>
          </p:cNvSpPr>
          <p:nvPr/>
        </p:nvSpPr>
        <p:spPr>
          <a:xfrm xmlns:a="http://schemas.openxmlformats.org/drawingml/2006/main">
            <a:off x="9337344" y="3124200"/>
            <a:ext cx="7093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مقترحًا</a:t>
            </a:r>
          </a:p>
        </p:txBody>
      </p:sp>
      <p:sp>
        <p:nvSpPr>
          <p:cNvPr id="25" name="text-160">
            <a:extLst xmlns:a="http://schemas.openxmlformats.org/drawingml/2006/main">
              <a:ext uri="{FF2B5EF4-FFF2-40B4-BE49-F238E27FC236}">
                <a16:creationId xmlns:a16="http://schemas.microsoft.com/office/drawing/2014/main" id="{105A02CC-DC2F-4C50-8529-A6D560B5F947}"/>
              </a:ext>
            </a:extLst>
          </p:cNvPr>
          <p:cNvSpPr>
            <a:spLocks xmlns:a="http://schemas.openxmlformats.org/drawingml/2006/main" noGrp="1"/>
          </p:cNvSpPr>
          <p:nvPr/>
        </p:nvSpPr>
        <p:spPr>
          <a:xfrm xmlns:a="http://schemas.openxmlformats.org/drawingml/2006/main">
            <a:off x="11065830" y="3876675"/>
            <a:ext cx="5165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يظهر</a:t>
            </a:r>
          </a:p>
        </p:txBody>
      </p:sp>
      <p:sp>
        <p:nvSpPr>
          <p:cNvPr id="26" name="text-161">
            <a:extLst xmlns:a="http://schemas.openxmlformats.org/drawingml/2006/main">
              <a:ext uri="{FF2B5EF4-FFF2-40B4-BE49-F238E27FC236}">
                <a16:creationId xmlns:a16="http://schemas.microsoft.com/office/drawing/2014/main" id="{7E054442-DE2C-4B25-80FD-22CA79B76198}"/>
              </a:ext>
            </a:extLst>
          </p:cNvPr>
          <p:cNvSpPr>
            <a:spLocks xmlns:a="http://schemas.openxmlformats.org/drawingml/2006/main" noGrp="1"/>
          </p:cNvSpPr>
          <p:nvPr/>
        </p:nvSpPr>
        <p:spPr>
          <a:xfrm xmlns:a="http://schemas.openxmlformats.org/drawingml/2006/main">
            <a:off x="10311537" y="387667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الجواب</a:t>
            </a:r>
          </a:p>
        </p:txBody>
      </p:sp>
      <p:sp>
        <p:nvSpPr>
          <p:cNvPr id="27" name="text-162">
            <a:extLst xmlns:a="http://schemas.openxmlformats.org/drawingml/2006/main">
              <a:ext uri="{FF2B5EF4-FFF2-40B4-BE49-F238E27FC236}">
                <a16:creationId xmlns:a16="http://schemas.microsoft.com/office/drawing/2014/main" id="{59B24DD7-6B89-4283-A22C-2C172E48DEA0}"/>
              </a:ext>
            </a:extLst>
          </p:cNvPr>
          <p:cNvSpPr>
            <a:spLocks xmlns:a="http://schemas.openxmlformats.org/drawingml/2006/main" noGrp="1"/>
          </p:cNvSpPr>
          <p:nvPr/>
        </p:nvSpPr>
        <p:spPr>
          <a:xfrm xmlns:a="http://schemas.openxmlformats.org/drawingml/2006/main">
            <a:off x="9532718" y="3876675"/>
            <a:ext cx="7234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تدريجيًا</a:t>
            </a:r>
          </a:p>
        </p:txBody>
      </p:sp>
      <p:sp>
        <p:nvSpPr>
          <p:cNvPr id="28" name="text-163">
            <a:extLst xmlns:a="http://schemas.openxmlformats.org/drawingml/2006/main">
              <a:ext uri="{FF2B5EF4-FFF2-40B4-BE49-F238E27FC236}">
                <a16:creationId xmlns:a16="http://schemas.microsoft.com/office/drawing/2014/main" id="{B11B257F-F365-4A3F-9DBA-1F8B49555AB1}"/>
              </a:ext>
            </a:extLst>
          </p:cNvPr>
          <p:cNvSpPr>
            <a:spLocks xmlns:a="http://schemas.openxmlformats.org/drawingml/2006/main" noGrp="1"/>
          </p:cNvSpPr>
          <p:nvPr/>
        </p:nvSpPr>
        <p:spPr>
          <a:xfrm xmlns:a="http://schemas.openxmlformats.org/drawingml/2006/main">
            <a:off x="11055430" y="4629150"/>
            <a:ext cx="5269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انتظر</a:t>
            </a:r>
          </a:p>
        </p:txBody>
      </p:sp>
      <p:sp>
        <p:nvSpPr>
          <p:cNvPr id="29" name="text-164">
            <a:extLst xmlns:a="http://schemas.openxmlformats.org/drawingml/2006/main">
              <a:ext uri="{FF2B5EF4-FFF2-40B4-BE49-F238E27FC236}">
                <a16:creationId xmlns:a16="http://schemas.microsoft.com/office/drawing/2014/main" id="{E02E2F5B-986F-43FA-997D-22A91F8C3FAD}"/>
              </a:ext>
            </a:extLst>
          </p:cNvPr>
          <p:cNvSpPr>
            <a:spLocks xmlns:a="http://schemas.openxmlformats.org/drawingml/2006/main" noGrp="1"/>
          </p:cNvSpPr>
          <p:nvPr/>
        </p:nvSpPr>
        <p:spPr>
          <a:xfrm xmlns:a="http://schemas.openxmlformats.org/drawingml/2006/main">
            <a:off x="10267879" y="4629150"/>
            <a:ext cx="73221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اكتماله</a:t>
            </a:r>
          </a:p>
        </p:txBody>
      </p:sp>
      <p:sp>
        <p:nvSpPr>
          <p:cNvPr id="30" name="text-165">
            <a:extLst xmlns:a="http://schemas.openxmlformats.org/drawingml/2006/main">
              <a:ext uri="{FF2B5EF4-FFF2-40B4-BE49-F238E27FC236}">
                <a16:creationId xmlns:a16="http://schemas.microsoft.com/office/drawing/2014/main" id="{FC967DE5-B63D-4D14-B062-F9641360B3A9}"/>
              </a:ext>
            </a:extLst>
          </p:cNvPr>
          <p:cNvSpPr>
            <a:spLocks xmlns:a="http://schemas.openxmlformats.org/drawingml/2006/main" noGrp="1"/>
          </p:cNvSpPr>
          <p:nvPr/>
        </p:nvSpPr>
        <p:spPr>
          <a:xfrm xmlns:a="http://schemas.openxmlformats.org/drawingml/2006/main">
            <a:off x="9937313" y="4629150"/>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ثم</a:t>
            </a:r>
          </a:p>
        </p:txBody>
      </p:sp>
      <p:sp>
        <p:nvSpPr>
          <p:cNvPr id="31" name="text-166">
            <a:extLst xmlns:a="http://schemas.openxmlformats.org/drawingml/2006/main">
              <a:ext uri="{FF2B5EF4-FFF2-40B4-BE49-F238E27FC236}">
                <a16:creationId xmlns:a16="http://schemas.microsoft.com/office/drawing/2014/main" id="{B9838474-CA88-4B14-9F8E-818008BF447C}"/>
              </a:ext>
            </a:extLst>
          </p:cNvPr>
          <p:cNvSpPr>
            <a:spLocks xmlns:a="http://schemas.openxmlformats.org/drawingml/2006/main" noGrp="1"/>
          </p:cNvSpPr>
          <p:nvPr/>
        </p:nvSpPr>
        <p:spPr>
          <a:xfrm xmlns:a="http://schemas.openxmlformats.org/drawingml/2006/main">
            <a:off x="9367463" y="4629150"/>
            <a:ext cx="5145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قيّمه</a:t>
            </a:r>
          </a:p>
        </p:txBody>
      </p:sp>
      <p:sp>
        <p:nvSpPr>
          <p:cNvPr id="32" name="text-167">
            <a:extLst xmlns:a="http://schemas.openxmlformats.org/drawingml/2006/main">
              <a:ext uri="{FF2B5EF4-FFF2-40B4-BE49-F238E27FC236}">
                <a16:creationId xmlns:a16="http://schemas.microsoft.com/office/drawing/2014/main" id="{5E1AA8B7-6DEB-46FB-B382-852FE1D32BD6}"/>
              </a:ext>
            </a:extLst>
          </p:cNvPr>
          <p:cNvSpPr>
            <a:spLocks xmlns:a="http://schemas.openxmlformats.org/drawingml/2006/main" noGrp="1"/>
          </p:cNvSpPr>
          <p:nvPr/>
        </p:nvSpPr>
        <p:spPr>
          <a:xfrm xmlns:a="http://schemas.openxmlformats.org/drawingml/2006/main">
            <a:off x="11394980" y="5676900"/>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33" name="text-168">
            <a:extLst xmlns:a="http://schemas.openxmlformats.org/drawingml/2006/main">
              <a:ext uri="{FF2B5EF4-FFF2-40B4-BE49-F238E27FC236}">
                <a16:creationId xmlns:a16="http://schemas.microsoft.com/office/drawing/2014/main" id="{0A083EA1-D5C5-4EA9-AF72-4920C7C2666B}"/>
              </a:ext>
            </a:extLst>
          </p:cNvPr>
          <p:cNvSpPr>
            <a:spLocks xmlns:a="http://schemas.openxmlformats.org/drawingml/2006/main" noGrp="1"/>
          </p:cNvSpPr>
          <p:nvPr/>
        </p:nvSpPr>
        <p:spPr>
          <a:xfrm xmlns:a="http://schemas.openxmlformats.org/drawingml/2006/main">
            <a:off x="10758025" y="5676900"/>
            <a:ext cx="5816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يحتاج</a:t>
            </a:r>
          </a:p>
        </p:txBody>
      </p:sp>
      <p:sp>
        <p:nvSpPr>
          <p:cNvPr id="34" name="text-169">
            <a:extLst xmlns:a="http://schemas.openxmlformats.org/drawingml/2006/main">
              <a:ext uri="{FF2B5EF4-FFF2-40B4-BE49-F238E27FC236}">
                <a16:creationId xmlns:a16="http://schemas.microsoft.com/office/drawing/2014/main" id="{27303268-6AF3-4BE9-816A-B2180D86D0B3}"/>
              </a:ext>
            </a:extLst>
          </p:cNvPr>
          <p:cNvSpPr>
            <a:spLocks xmlns:a="http://schemas.openxmlformats.org/drawingml/2006/main" noGrp="1"/>
          </p:cNvSpPr>
          <p:nvPr/>
        </p:nvSpPr>
        <p:spPr>
          <a:xfrm xmlns:a="http://schemas.openxmlformats.org/drawingml/2006/main">
            <a:off x="10204264" y="5676900"/>
            <a:ext cx="498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الزائر</a:t>
            </a:r>
          </a:p>
        </p:txBody>
      </p:sp>
      <p:sp>
        <p:nvSpPr>
          <p:cNvPr id="35" name="text-170">
            <a:extLst xmlns:a="http://schemas.openxmlformats.org/drawingml/2006/main">
              <a:ext uri="{FF2B5EF4-FFF2-40B4-BE49-F238E27FC236}">
                <a16:creationId xmlns:a16="http://schemas.microsoft.com/office/drawing/2014/main" id="{1ECB0E63-7D34-442A-8F27-76274B2FB4E6}"/>
              </a:ext>
            </a:extLst>
          </p:cNvPr>
          <p:cNvSpPr>
            <a:spLocks xmlns:a="http://schemas.openxmlformats.org/drawingml/2006/main" noGrp="1"/>
          </p:cNvSpPr>
          <p:nvPr/>
        </p:nvSpPr>
        <p:spPr>
          <a:xfrm xmlns:a="http://schemas.openxmlformats.org/drawingml/2006/main">
            <a:off x="9469299" y="5676900"/>
            <a:ext cx="679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مفتاحًا</a:t>
            </a:r>
          </a:p>
        </p:txBody>
      </p:sp>
      <p:sp>
        <p:nvSpPr>
          <p:cNvPr id="36" name="text-171">
            <a:extLst xmlns:a="http://schemas.openxmlformats.org/drawingml/2006/main">
              <a:ext uri="{FF2B5EF4-FFF2-40B4-BE49-F238E27FC236}">
                <a16:creationId xmlns:a16="http://schemas.microsoft.com/office/drawing/2014/main" id="{6816BE70-F410-4829-9747-6EEB27762CC5}"/>
              </a:ext>
            </a:extLst>
          </p:cNvPr>
          <p:cNvSpPr>
            <a:spLocks xmlns:a="http://schemas.openxmlformats.org/drawingml/2006/main" noGrp="1"/>
          </p:cNvSpPr>
          <p:nvPr/>
        </p:nvSpPr>
        <p:spPr>
          <a:xfrm xmlns:a="http://schemas.openxmlformats.org/drawingml/2006/main">
            <a:off x="9289131"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37" name="text-172">
            <a:extLst xmlns:a="http://schemas.openxmlformats.org/drawingml/2006/main">
              <a:ext uri="{FF2B5EF4-FFF2-40B4-BE49-F238E27FC236}">
                <a16:creationId xmlns:a16="http://schemas.microsoft.com/office/drawing/2014/main" id="{05C79649-8781-4D6D-956F-A705B6E772D8}"/>
              </a:ext>
            </a:extLst>
          </p:cNvPr>
          <p:cNvSpPr>
            <a:spLocks xmlns:a="http://schemas.openxmlformats.org/drawingml/2006/main" noGrp="1"/>
          </p:cNvSpPr>
          <p:nvPr/>
        </p:nvSpPr>
        <p:spPr>
          <a:xfrm xmlns:a="http://schemas.openxmlformats.org/drawingml/2006/main">
            <a:off x="8818958" y="5676900"/>
            <a:ext cx="41483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لكل</a:t>
            </a:r>
          </a:p>
        </p:txBody>
      </p:sp>
      <p:sp>
        <p:nvSpPr>
          <p:cNvPr id="38" name="text-173">
            <a:extLst xmlns:a="http://schemas.openxmlformats.org/drawingml/2006/main">
              <a:ext uri="{FF2B5EF4-FFF2-40B4-BE49-F238E27FC236}">
                <a16:creationId xmlns:a16="http://schemas.microsoft.com/office/drawing/2014/main" id="{4BC3C865-A5F2-417F-AE88-D816EF21A1AC}"/>
              </a:ext>
            </a:extLst>
          </p:cNvPr>
          <p:cNvSpPr>
            <a:spLocks xmlns:a="http://schemas.openxmlformats.org/drawingml/2006/main" noGrp="1"/>
          </p:cNvSpPr>
          <p:nvPr/>
        </p:nvSpPr>
        <p:spPr>
          <a:xfrm xmlns:a="http://schemas.openxmlformats.org/drawingml/2006/main">
            <a:off x="7903279" y="5676900"/>
            <a:ext cx="8603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شخصية</a:t>
            </a:r>
          </a:p>
        </p:txBody>
      </p:sp>
      <p:sp>
        <p:nvSpPr>
          <p:cNvPr id="39" name="text-174">
            <a:extLst xmlns:a="http://schemas.openxmlformats.org/drawingml/2006/main">
              <a:ext uri="{FF2B5EF4-FFF2-40B4-BE49-F238E27FC236}">
                <a16:creationId xmlns:a16="http://schemas.microsoft.com/office/drawing/2014/main" id="{64C8F8DC-6DAF-4644-89C8-FF7234FB84CC}"/>
              </a:ext>
            </a:extLst>
          </p:cNvPr>
          <p:cNvSpPr>
            <a:spLocks xmlns:a="http://schemas.openxmlformats.org/drawingml/2006/main" noGrp="1"/>
          </p:cNvSpPr>
          <p:nvPr/>
        </p:nvSpPr>
        <p:spPr>
          <a:xfrm xmlns:a="http://schemas.openxmlformats.org/drawingml/2006/main">
            <a:off x="6968567" y="5676900"/>
            <a:ext cx="8793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محادثتها</a:t>
            </a:r>
          </a:p>
        </p:txBody>
      </p:sp>
      <p:sp>
        <p:nvSpPr>
          <p:cNvPr id="40" name="text-175">
            <a:extLst xmlns:a="http://schemas.openxmlformats.org/drawingml/2006/main">
              <a:ext uri="{FF2B5EF4-FFF2-40B4-BE49-F238E27FC236}">
                <a16:creationId xmlns:a16="http://schemas.microsoft.com/office/drawing/2014/main" id="{9004189E-E1BC-43CE-ABD8-0C8F54D99AFD}"/>
              </a:ext>
            </a:extLst>
          </p:cNvPr>
          <p:cNvSpPr>
            <a:spLocks xmlns:a="http://schemas.openxmlformats.org/drawingml/2006/main" noGrp="1"/>
          </p:cNvSpPr>
          <p:nvPr/>
        </p:nvSpPr>
        <p:spPr>
          <a:xfrm xmlns:a="http://schemas.openxmlformats.org/drawingml/2006/main">
            <a:off x="6494960" y="5676900"/>
            <a:ext cx="4182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أثناء</a:t>
            </a:r>
          </a:p>
        </p:txBody>
      </p:sp>
      <p:sp>
        <p:nvSpPr>
          <p:cNvPr id="41" name="text-176">
            <a:extLst xmlns:a="http://schemas.openxmlformats.org/drawingml/2006/main">
              <a:ext uri="{FF2B5EF4-FFF2-40B4-BE49-F238E27FC236}">
                <a16:creationId xmlns:a16="http://schemas.microsoft.com/office/drawing/2014/main" id="{8F0B6176-CD23-4E9E-8BC6-61039A5B86DB}"/>
              </a:ext>
            </a:extLst>
          </p:cNvPr>
          <p:cNvSpPr>
            <a:spLocks xmlns:a="http://schemas.openxmlformats.org/drawingml/2006/main" noGrp="1"/>
          </p:cNvSpPr>
          <p:nvPr/>
        </p:nvSpPr>
        <p:spPr>
          <a:xfrm xmlns:a="http://schemas.openxmlformats.org/drawingml/2006/main">
            <a:off x="6043035" y="5676900"/>
            <a:ext cx="396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بقاء</a:t>
            </a:r>
          </a:p>
        </p:txBody>
      </p:sp>
      <p:sp>
        <p:nvSpPr>
          <p:cNvPr id="42" name="text-177">
            <a:extLst xmlns:a="http://schemas.openxmlformats.org/drawingml/2006/main">
              <a:ext uri="{FF2B5EF4-FFF2-40B4-BE49-F238E27FC236}">
                <a16:creationId xmlns:a16="http://schemas.microsoft.com/office/drawing/2014/main" id="{19C8890A-1674-477E-A8B8-F723768A8D77}"/>
              </a:ext>
            </a:extLst>
          </p:cNvPr>
          <p:cNvSpPr>
            <a:spLocks xmlns:a="http://schemas.openxmlformats.org/drawingml/2006/main" noGrp="1"/>
          </p:cNvSpPr>
          <p:nvPr/>
        </p:nvSpPr>
        <p:spPr>
          <a:xfrm xmlns:a="http://schemas.openxmlformats.org/drawingml/2006/main">
            <a:off x="5202212" y="5676900"/>
            <a:ext cx="785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الصفحة</a:t>
            </a:r>
          </a:p>
        </p:txBody>
      </p:sp>
    </p:spTree>
    <p:extLst>
      <p:ext uri="{BB962C8B-B14F-4D97-AF65-F5344CB8AC3E}">
        <p14:creationId xmlns:p14="http://schemas.microsoft.com/office/powerpoint/2010/main" val="1697816986"/>
      </p:ext>
    </p:extLst>
  </p:cSld>
</p:sld>
</file>

<file path=ppt/slides/slide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2" name="text-178">
            <a:extLst xmlns:a="http://schemas.openxmlformats.org/drawingml/2006/main">
              <a:ext uri="{FF2B5EF4-FFF2-40B4-BE49-F238E27FC236}">
                <a16:creationId xmlns:a16="http://schemas.microsoft.com/office/drawing/2014/main" id="{8F499A29-F9E7-4CFD-9510-2A24C3360477}"/>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79">
            <a:extLst xmlns:a="http://schemas.openxmlformats.org/drawingml/2006/main">
              <a:ext uri="{FF2B5EF4-FFF2-40B4-BE49-F238E27FC236}">
                <a16:creationId xmlns:a16="http://schemas.microsoft.com/office/drawing/2014/main" id="{4F67F04D-72B4-4A5D-BADA-643E561314CF}"/>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تتحقق؟</a:t>
            </a:r>
          </a:p>
        </p:txBody>
      </p:sp>
      <p:sp>
        <p:nvSpPr>
          <p:cNvPr id="3" name="text-180">
            <a:extLst xmlns:a="http://schemas.openxmlformats.org/drawingml/2006/main">
              <a:ext uri="{FF2B5EF4-FFF2-40B4-BE49-F238E27FC236}">
                <a16:creationId xmlns:a16="http://schemas.microsoft.com/office/drawing/2014/main" id="{C21F5C7C-E577-4F94-90F4-5830CD075DC7}"/>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افتح</a:t>
            </a:r>
          </a:p>
        </p:txBody>
      </p:sp>
      <p:sp>
        <p:nvSpPr>
          <p:cNvPr id="4" name="text-181">
            <a:extLst xmlns:a="http://schemas.openxmlformats.org/drawingml/2006/main">
              <a:ext uri="{FF2B5EF4-FFF2-40B4-BE49-F238E27FC236}">
                <a16:creationId xmlns:a16="http://schemas.microsoft.com/office/drawing/2014/main" id="{84770AA3-7B58-4102-9D83-2709A335CF62}"/>
              </a:ext>
            </a:extLst>
          </p:cNvPr>
          <p:cNvSpPr>
            <a:spLocks xmlns:a="http://schemas.openxmlformats.org/drawingml/2006/main" noGrp="1"/>
          </p:cNvSpPr>
          <p:nvPr/>
        </p:nvSpPr>
        <p:spPr>
          <a:xfrm xmlns:a="http://schemas.openxmlformats.org/drawingml/2006/main">
            <a:off x="6468610" y="457200"/>
            <a:ext cx="14188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المرجع</a:t>
            </a:r>
          </a:p>
        </p:txBody>
      </p:sp>
      <p:sp>
        <p:nvSpPr>
          <p:cNvPr id="5" name="text-182">
            <a:extLst xmlns:a="http://schemas.openxmlformats.org/drawingml/2006/main">
              <a:ext uri="{FF2B5EF4-FFF2-40B4-BE49-F238E27FC236}">
                <a16:creationId xmlns:a16="http://schemas.microsoft.com/office/drawing/2014/main" id="{522CC852-748A-4892-9CEE-B2F40285CC3B}"/>
              </a:ext>
            </a:extLst>
          </p:cNvPr>
          <p:cNvSpPr>
            <a:spLocks xmlns:a="http://schemas.openxmlformats.org/drawingml/2006/main" noGrp="1"/>
          </p:cNvSpPr>
          <p:nvPr/>
        </p:nvSpPr>
        <p:spPr>
          <a:xfrm xmlns:a="http://schemas.openxmlformats.org/drawingml/2006/main">
            <a:off x="5870105"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6" name="text-183">
            <a:extLst xmlns:a="http://schemas.openxmlformats.org/drawingml/2006/main">
              <a:ext uri="{FF2B5EF4-FFF2-40B4-BE49-F238E27FC236}">
                <a16:creationId xmlns:a16="http://schemas.microsoft.com/office/drawing/2014/main" id="{FD148E43-1FDF-4B09-A761-1EDC96B83430}"/>
              </a:ext>
            </a:extLst>
          </p:cNvPr>
          <p:cNvSpPr>
            <a:spLocks xmlns:a="http://schemas.openxmlformats.org/drawingml/2006/main" noGrp="1"/>
          </p:cNvSpPr>
          <p:nvPr/>
        </p:nvSpPr>
        <p:spPr>
          <a:xfrm xmlns:a="http://schemas.openxmlformats.org/drawingml/2006/main">
            <a:off x="5007704"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تابع</a:t>
            </a:r>
          </a:p>
        </p:txBody>
      </p:sp>
      <p:sp>
        <p:nvSpPr>
          <p:cNvPr id="7" name="shape-184">
            <a:extLst xmlns:a="http://schemas.openxmlformats.org/drawingml/2006/main">
              <a:ext uri="{FF2B5EF4-FFF2-40B4-BE49-F238E27FC236}">
                <a16:creationId xmlns:a16="http://schemas.microsoft.com/office/drawing/2014/main" id="{86554E31-9C9C-46A1-ADED-DB2739B22A24}"/>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85">
            <a:extLst xmlns:a="http://schemas.openxmlformats.org/drawingml/2006/main">
              <a:ext uri="{FF2B5EF4-FFF2-40B4-BE49-F238E27FC236}">
                <a16:creationId xmlns:a16="http://schemas.microsoft.com/office/drawing/2014/main" id="{A782F038-E758-4DF1-872F-C1EC24FFF775}"/>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86">
            <a:extLst xmlns:a="http://schemas.openxmlformats.org/drawingml/2006/main">
              <a:ext uri="{FF2B5EF4-FFF2-40B4-BE49-F238E27FC236}">
                <a16:creationId xmlns:a16="http://schemas.microsoft.com/office/drawing/2014/main" id="{3A688EE2-A526-404A-8D54-2113864313B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87">
            <a:extLst xmlns:a="http://schemas.openxmlformats.org/drawingml/2006/main">
              <a:ext uri="{FF2B5EF4-FFF2-40B4-BE49-F238E27FC236}">
                <a16:creationId xmlns:a16="http://schemas.microsoft.com/office/drawing/2014/main" id="{EE8081D7-9120-4FF1-BCF9-4F83D8DDCFC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88">
            <a:extLst xmlns:a="http://schemas.openxmlformats.org/drawingml/2006/main">
              <a:ext uri="{FF2B5EF4-FFF2-40B4-BE49-F238E27FC236}">
                <a16:creationId xmlns:a16="http://schemas.microsoft.com/office/drawing/2014/main" id="{C6FD8207-7880-4896-9A40-67B043881FE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89">
            <a:extLst xmlns:a="http://schemas.openxmlformats.org/drawingml/2006/main">
              <a:ext uri="{FF2B5EF4-FFF2-40B4-BE49-F238E27FC236}">
                <a16:creationId xmlns:a16="http://schemas.microsoft.com/office/drawing/2014/main" id="{DD164C50-0FF7-4AAD-9A22-D8A0A3ED5C0D}"/>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90">
            <a:extLst xmlns:a="http://schemas.openxmlformats.org/drawingml/2006/main">
              <a:ext uri="{FF2B5EF4-FFF2-40B4-BE49-F238E27FC236}">
                <a16:creationId xmlns:a16="http://schemas.microsoft.com/office/drawing/2014/main" id="{2E1D7CD9-1094-4645-A179-73314946D98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91">
            <a:extLst xmlns:a="http://schemas.openxmlformats.org/drawingml/2006/main">
              <a:ext uri="{FF2B5EF4-FFF2-40B4-BE49-F238E27FC236}">
                <a16:creationId xmlns:a16="http://schemas.microsoft.com/office/drawing/2014/main" id="{84568940-A335-49DA-85A5-77B7D8B511C1}"/>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06</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b34826190fb94ad5"/>
          <a:stretch xmlns:a="http://schemas.openxmlformats.org/drawingml/2006/main"/>
        </p:blipFill>
        <p:spPr>
          <a:xfrm xmlns:a="http://schemas.openxmlformats.org/drawingml/2006/main">
            <a:off x="609600" y="1400966"/>
            <a:ext cx="7477125" cy="4208469"/>
          </a:xfrm>
          <a:prstGeom xmlns:a="http://schemas.openxmlformats.org/drawingml/2006/main" prst="rect">
            <a:avLst/>
          </a:prstGeom>
        </p:spPr>
      </p:pic>
      <p:sp>
        <p:nvSpPr>
          <p:cNvPr id="16" name="text-192">
            <a:extLst xmlns:a="http://schemas.openxmlformats.org/drawingml/2006/main">
              <a:ext uri="{FF2B5EF4-FFF2-40B4-BE49-F238E27FC236}">
                <a16:creationId xmlns:a16="http://schemas.microsoft.com/office/drawing/2014/main" id="{08303E7D-36C7-4056-AB1C-74BCAF7B922C}"/>
              </a:ext>
            </a:extLst>
          </p:cNvPr>
          <p:cNvSpPr>
            <a:spLocks xmlns:a="http://schemas.openxmlformats.org/drawingml/2006/main" noGrp="1"/>
          </p:cNvSpPr>
          <p:nvPr/>
        </p:nvSpPr>
        <p:spPr>
          <a:xfrm xmlns:a="http://schemas.openxmlformats.org/drawingml/2006/main">
            <a:off x="10798774" y="1571625"/>
            <a:ext cx="7836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اضغط</a:t>
            </a:r>
          </a:p>
        </p:txBody>
      </p:sp>
      <p:sp>
        <p:nvSpPr>
          <p:cNvPr id="17" name="text-193">
            <a:extLst xmlns:a="http://schemas.openxmlformats.org/drawingml/2006/main">
              <a:ext uri="{FF2B5EF4-FFF2-40B4-BE49-F238E27FC236}">
                <a16:creationId xmlns:a16="http://schemas.microsoft.com/office/drawing/2014/main" id="{7FA4761C-59FD-4A19-B7DD-5769394659EE}"/>
              </a:ext>
            </a:extLst>
          </p:cNvPr>
          <p:cNvSpPr>
            <a:spLocks xmlns:a="http://schemas.openxmlformats.org/drawingml/2006/main" noGrp="1"/>
          </p:cNvSpPr>
          <p:nvPr/>
        </p:nvSpPr>
        <p:spPr>
          <a:xfrm xmlns:a="http://schemas.openxmlformats.org/drawingml/2006/main">
            <a:off x="9777687" y="1571625"/>
            <a:ext cx="962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المصدر</a:t>
            </a:r>
          </a:p>
        </p:txBody>
      </p:sp>
      <p:sp>
        <p:nvSpPr>
          <p:cNvPr id="18" name="text-194">
            <a:extLst xmlns:a="http://schemas.openxmlformats.org/drawingml/2006/main">
              <a:ext uri="{FF2B5EF4-FFF2-40B4-BE49-F238E27FC236}">
                <a16:creationId xmlns:a16="http://schemas.microsoft.com/office/drawing/2014/main" id="{0E6CEC73-CD42-4B27-8383-0918CDC346D8}"/>
              </a:ext>
            </a:extLst>
          </p:cNvPr>
          <p:cNvSpPr>
            <a:spLocks xmlns:a="http://schemas.openxmlformats.org/drawingml/2006/main" noGrp="1"/>
          </p:cNvSpPr>
          <p:nvPr/>
        </p:nvSpPr>
        <p:spPr>
          <a:xfrm xmlns:a="http://schemas.openxmlformats.org/drawingml/2006/main">
            <a:off x="11019719" y="2333625"/>
            <a:ext cx="5626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طابق</a:t>
            </a:r>
          </a:p>
        </p:txBody>
      </p:sp>
      <p:sp>
        <p:nvSpPr>
          <p:cNvPr id="19" name="text-195">
            <a:extLst xmlns:a="http://schemas.openxmlformats.org/drawingml/2006/main">
              <a:ext uri="{FF2B5EF4-FFF2-40B4-BE49-F238E27FC236}">
                <a16:creationId xmlns:a16="http://schemas.microsoft.com/office/drawing/2014/main" id="{3ADE97BE-36A5-4FCA-9D87-147688255A37}"/>
              </a:ext>
            </a:extLst>
          </p:cNvPr>
          <p:cNvSpPr>
            <a:spLocks xmlns:a="http://schemas.openxmlformats.org/drawingml/2006/main" noGrp="1"/>
          </p:cNvSpPr>
          <p:nvPr/>
        </p:nvSpPr>
        <p:spPr>
          <a:xfrm xmlns:a="http://schemas.openxmlformats.org/drawingml/2006/main">
            <a:off x="10426617" y="23336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النص</a:t>
            </a:r>
          </a:p>
        </p:txBody>
      </p:sp>
      <p:sp>
        <p:nvSpPr>
          <p:cNvPr id="20" name="text-196">
            <a:extLst xmlns:a="http://schemas.openxmlformats.org/drawingml/2006/main">
              <a:ext uri="{FF2B5EF4-FFF2-40B4-BE49-F238E27FC236}">
                <a16:creationId xmlns:a16="http://schemas.microsoft.com/office/drawing/2014/main" id="{37AC16C6-F686-4505-AA75-BA544CCFA4DD}"/>
              </a:ext>
            </a:extLst>
          </p:cNvPr>
          <p:cNvSpPr>
            <a:spLocks xmlns:a="http://schemas.openxmlformats.org/drawingml/2006/main" noGrp="1"/>
          </p:cNvSpPr>
          <p:nvPr/>
        </p:nvSpPr>
        <p:spPr>
          <a:xfrm xmlns:a="http://schemas.openxmlformats.org/drawingml/2006/main">
            <a:off x="10064461" y="23336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مع</a:t>
            </a:r>
          </a:p>
        </p:txBody>
      </p:sp>
      <p:sp>
        <p:nvSpPr>
          <p:cNvPr id="21" name="text-197">
            <a:extLst xmlns:a="http://schemas.openxmlformats.org/drawingml/2006/main">
              <a:ext uri="{FF2B5EF4-FFF2-40B4-BE49-F238E27FC236}">
                <a16:creationId xmlns:a16="http://schemas.microsoft.com/office/drawing/2014/main" id="{28482F85-1CF9-4FB6-A030-000BD88C1953}"/>
              </a:ext>
            </a:extLst>
          </p:cNvPr>
          <p:cNvSpPr>
            <a:spLocks xmlns:a="http://schemas.openxmlformats.org/drawingml/2006/main" noGrp="1"/>
          </p:cNvSpPr>
          <p:nvPr/>
        </p:nvSpPr>
        <p:spPr>
          <a:xfrm xmlns:a="http://schemas.openxmlformats.org/drawingml/2006/main">
            <a:off x="9310168" y="233362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الجواب</a:t>
            </a:r>
          </a:p>
        </p:txBody>
      </p:sp>
      <p:sp>
        <p:nvSpPr>
          <p:cNvPr id="22" name="text-198">
            <a:extLst xmlns:a="http://schemas.openxmlformats.org/drawingml/2006/main">
              <a:ext uri="{FF2B5EF4-FFF2-40B4-BE49-F238E27FC236}">
                <a16:creationId xmlns:a16="http://schemas.microsoft.com/office/drawing/2014/main" id="{FD24188B-94C1-42DE-A60E-7D3E6A777C76}"/>
              </a:ext>
            </a:extLst>
          </p:cNvPr>
          <p:cNvSpPr>
            <a:spLocks xmlns:a="http://schemas.openxmlformats.org/drawingml/2006/main" noGrp="1"/>
          </p:cNvSpPr>
          <p:nvPr/>
        </p:nvSpPr>
        <p:spPr>
          <a:xfrm xmlns:a="http://schemas.openxmlformats.org/drawingml/2006/main">
            <a:off x="11035514" y="3095625"/>
            <a:ext cx="54688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أغلق</a:t>
            </a:r>
          </a:p>
        </p:txBody>
      </p:sp>
      <p:sp>
        <p:nvSpPr>
          <p:cNvPr id="23" name="text-199">
            <a:extLst xmlns:a="http://schemas.openxmlformats.org/drawingml/2006/main">
              <a:ext uri="{FF2B5EF4-FFF2-40B4-BE49-F238E27FC236}">
                <a16:creationId xmlns:a16="http://schemas.microsoft.com/office/drawing/2014/main" id="{3832C30D-E5DA-49C8-8B0A-EF382283A9F4}"/>
              </a:ext>
            </a:extLst>
          </p:cNvPr>
          <p:cNvSpPr>
            <a:spLocks xmlns:a="http://schemas.openxmlformats.org/drawingml/2006/main" noGrp="1"/>
          </p:cNvSpPr>
          <p:nvPr/>
        </p:nvSpPr>
        <p:spPr>
          <a:xfrm xmlns:a="http://schemas.openxmlformats.org/drawingml/2006/main">
            <a:off x="10315265" y="3095625"/>
            <a:ext cx="6649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القارئ</a:t>
            </a:r>
          </a:p>
        </p:txBody>
      </p:sp>
      <p:sp>
        <p:nvSpPr>
          <p:cNvPr id="24" name="text-200">
            <a:extLst xmlns:a="http://schemas.openxmlformats.org/drawingml/2006/main">
              <a:ext uri="{FF2B5EF4-FFF2-40B4-BE49-F238E27FC236}">
                <a16:creationId xmlns:a16="http://schemas.microsoft.com/office/drawing/2014/main" id="{5A4CD28F-4AF6-4C5F-80EC-0207DF8524D3}"/>
              </a:ext>
            </a:extLst>
          </p:cNvPr>
          <p:cNvSpPr>
            <a:spLocks xmlns:a="http://schemas.openxmlformats.org/drawingml/2006/main" noGrp="1"/>
          </p:cNvSpPr>
          <p:nvPr/>
        </p:nvSpPr>
        <p:spPr>
          <a:xfrm xmlns:a="http://schemas.openxmlformats.org/drawingml/2006/main">
            <a:off x="9766018" y="3095625"/>
            <a:ext cx="4939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وتابع</a:t>
            </a:r>
          </a:p>
        </p:txBody>
      </p:sp>
      <p:sp>
        <p:nvSpPr>
          <p:cNvPr id="25" name="text-201">
            <a:extLst xmlns:a="http://schemas.openxmlformats.org/drawingml/2006/main">
              <a:ext uri="{FF2B5EF4-FFF2-40B4-BE49-F238E27FC236}">
                <a16:creationId xmlns:a16="http://schemas.microsoft.com/office/drawing/2014/main" id="{B8A30C20-93F2-4BF1-AAD9-3BE49883AF1D}"/>
              </a:ext>
            </a:extLst>
          </p:cNvPr>
          <p:cNvSpPr>
            <a:spLocks xmlns:a="http://schemas.openxmlformats.org/drawingml/2006/main" noGrp="1"/>
          </p:cNvSpPr>
          <p:nvPr/>
        </p:nvSpPr>
        <p:spPr>
          <a:xfrm xmlns:a="http://schemas.openxmlformats.org/drawingml/2006/main">
            <a:off x="11183068" y="3857625"/>
            <a:ext cx="3993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بدّل</a:t>
            </a:r>
          </a:p>
        </p:txBody>
      </p:sp>
      <p:sp>
        <p:nvSpPr>
          <p:cNvPr id="26" name="text-202">
            <a:extLst xmlns:a="http://schemas.openxmlformats.org/drawingml/2006/main">
              <a:ext uri="{FF2B5EF4-FFF2-40B4-BE49-F238E27FC236}">
                <a16:creationId xmlns:a16="http://schemas.microsoft.com/office/drawing/2014/main" id="{EA67F723-ED82-46D4-85A0-F018D6FF28AC}"/>
              </a:ext>
            </a:extLst>
          </p:cNvPr>
          <p:cNvSpPr>
            <a:spLocks xmlns:a="http://schemas.openxmlformats.org/drawingml/2006/main" noGrp="1"/>
          </p:cNvSpPr>
          <p:nvPr/>
        </p:nvSpPr>
        <p:spPr>
          <a:xfrm xmlns:a="http://schemas.openxmlformats.org/drawingml/2006/main">
            <a:off x="10119443" y="385762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الشخصية</a:t>
            </a:r>
          </a:p>
        </p:txBody>
      </p:sp>
      <p:sp>
        <p:nvSpPr>
          <p:cNvPr id="27" name="text-203">
            <a:extLst xmlns:a="http://schemas.openxmlformats.org/drawingml/2006/main">
              <a:ext uri="{FF2B5EF4-FFF2-40B4-BE49-F238E27FC236}">
                <a16:creationId xmlns:a16="http://schemas.microsoft.com/office/drawing/2014/main" id="{DC37627E-384B-42B8-97C9-76A2CFD3740E}"/>
              </a:ext>
            </a:extLst>
          </p:cNvPr>
          <p:cNvSpPr>
            <a:spLocks xmlns:a="http://schemas.openxmlformats.org/drawingml/2006/main" noGrp="1"/>
          </p:cNvSpPr>
          <p:nvPr/>
        </p:nvSpPr>
        <p:spPr>
          <a:xfrm xmlns:a="http://schemas.openxmlformats.org/drawingml/2006/main">
            <a:off x="9788877" y="38576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ثم</a:t>
            </a:r>
          </a:p>
        </p:txBody>
      </p:sp>
      <p:sp>
        <p:nvSpPr>
          <p:cNvPr id="28" name="text-204">
            <a:extLst xmlns:a="http://schemas.openxmlformats.org/drawingml/2006/main">
              <a:ext uri="{FF2B5EF4-FFF2-40B4-BE49-F238E27FC236}">
                <a16:creationId xmlns:a16="http://schemas.microsoft.com/office/drawing/2014/main" id="{1487B41A-1DB2-4796-B56B-CED4111B6024}"/>
              </a:ext>
            </a:extLst>
          </p:cNvPr>
          <p:cNvSpPr>
            <a:spLocks xmlns:a="http://schemas.openxmlformats.org/drawingml/2006/main" noGrp="1"/>
          </p:cNvSpPr>
          <p:nvPr/>
        </p:nvSpPr>
        <p:spPr>
          <a:xfrm xmlns:a="http://schemas.openxmlformats.org/drawingml/2006/main">
            <a:off x="9242180" y="3857625"/>
            <a:ext cx="4913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ارجع</a:t>
            </a:r>
          </a:p>
        </p:txBody>
      </p:sp>
      <p:sp>
        <p:nvSpPr>
          <p:cNvPr id="29" name="text-205">
            <a:extLst xmlns:a="http://schemas.openxmlformats.org/drawingml/2006/main">
              <a:ext uri="{FF2B5EF4-FFF2-40B4-BE49-F238E27FC236}">
                <a16:creationId xmlns:a16="http://schemas.microsoft.com/office/drawing/2014/main" id="{EAA4E591-CAFB-4583-9BCF-5FAAD4C9251B}"/>
              </a:ext>
            </a:extLst>
          </p:cNvPr>
          <p:cNvSpPr>
            <a:spLocks xmlns:a="http://schemas.openxmlformats.org/drawingml/2006/main" noGrp="1"/>
          </p:cNvSpPr>
          <p:nvPr/>
        </p:nvSpPr>
        <p:spPr>
          <a:xfrm xmlns:a="http://schemas.openxmlformats.org/drawingml/2006/main">
            <a:off x="10790932" y="4619625"/>
            <a:ext cx="79146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تستعيد</a:t>
            </a:r>
          </a:p>
        </p:txBody>
      </p:sp>
      <p:sp>
        <p:nvSpPr>
          <p:cNvPr id="30" name="text-206">
            <a:extLst xmlns:a="http://schemas.openxmlformats.org/drawingml/2006/main">
              <a:ext uri="{FF2B5EF4-FFF2-40B4-BE49-F238E27FC236}">
                <a16:creationId xmlns:a16="http://schemas.microsoft.com/office/drawing/2014/main" id="{81444A66-F105-44E4-8BDE-1493F476074B}"/>
              </a:ext>
            </a:extLst>
          </p:cNvPr>
          <p:cNvSpPr>
            <a:spLocks xmlns:a="http://schemas.openxmlformats.org/drawingml/2006/main" noGrp="1"/>
          </p:cNvSpPr>
          <p:nvPr/>
        </p:nvSpPr>
        <p:spPr>
          <a:xfrm xmlns:a="http://schemas.openxmlformats.org/drawingml/2006/main">
            <a:off x="10041644" y="4619625"/>
            <a:ext cx="6939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حوارها</a:t>
            </a:r>
          </a:p>
        </p:txBody>
      </p:sp>
      <p:sp>
        <p:nvSpPr>
          <p:cNvPr id="31" name="text-207">
            <a:extLst xmlns:a="http://schemas.openxmlformats.org/drawingml/2006/main">
              <a:ext uri="{FF2B5EF4-FFF2-40B4-BE49-F238E27FC236}">
                <a16:creationId xmlns:a16="http://schemas.microsoft.com/office/drawing/2014/main" id="{70B44C0B-B1D1-4097-A79E-A75B9697A04E}"/>
              </a:ext>
            </a:extLst>
          </p:cNvPr>
          <p:cNvSpPr>
            <a:spLocks xmlns:a="http://schemas.openxmlformats.org/drawingml/2006/main" noGrp="1"/>
          </p:cNvSpPr>
          <p:nvPr/>
        </p:nvSpPr>
        <p:spPr>
          <a:xfrm xmlns:a="http://schemas.openxmlformats.org/drawingml/2006/main">
            <a:off x="9024031" y="4619625"/>
            <a:ext cx="96227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المستقل</a:t>
            </a:r>
          </a:p>
        </p:txBody>
      </p:sp>
      <p:sp>
        <p:nvSpPr>
          <p:cNvPr id="32" name="text-208">
            <a:extLst xmlns:a="http://schemas.openxmlformats.org/drawingml/2006/main">
              <a:ext uri="{FF2B5EF4-FFF2-40B4-BE49-F238E27FC236}">
                <a16:creationId xmlns:a16="http://schemas.microsoft.com/office/drawing/2014/main" id="{05E382BE-F201-4341-9879-D9E2F8B681F9}"/>
              </a:ext>
            </a:extLst>
          </p:cNvPr>
          <p:cNvSpPr>
            <a:spLocks xmlns:a="http://schemas.openxmlformats.org/drawingml/2006/main" noGrp="1"/>
          </p:cNvSpPr>
          <p:nvPr/>
        </p:nvSpPr>
        <p:spPr>
          <a:xfrm xmlns:a="http://schemas.openxmlformats.org/drawingml/2006/main">
            <a:off x="10855683" y="5676900"/>
            <a:ext cx="7267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محادثة</a:t>
            </a:r>
          </a:p>
        </p:txBody>
      </p:sp>
      <p:sp>
        <p:nvSpPr>
          <p:cNvPr id="33" name="text-209">
            <a:extLst xmlns:a="http://schemas.openxmlformats.org/drawingml/2006/main">
              <a:ext uri="{FF2B5EF4-FFF2-40B4-BE49-F238E27FC236}">
                <a16:creationId xmlns:a16="http://schemas.microsoft.com/office/drawing/2014/main" id="{3028E734-E966-4E16-87FC-C1D8C93D56FE}"/>
              </a:ext>
            </a:extLst>
          </p:cNvPr>
          <p:cNvSpPr>
            <a:spLocks xmlns:a="http://schemas.openxmlformats.org/drawingml/2006/main" noGrp="1"/>
          </p:cNvSpPr>
          <p:nvPr/>
        </p:nvSpPr>
        <p:spPr>
          <a:xfrm xmlns:a="http://schemas.openxmlformats.org/drawingml/2006/main">
            <a:off x="10148581" y="5676900"/>
            <a:ext cx="651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جديدة</a:t>
            </a:r>
          </a:p>
        </p:txBody>
      </p:sp>
      <p:sp>
        <p:nvSpPr>
          <p:cNvPr id="34" name="text-210">
            <a:extLst xmlns:a="http://schemas.openxmlformats.org/drawingml/2006/main">
              <a:ext uri="{FF2B5EF4-FFF2-40B4-BE49-F238E27FC236}">
                <a16:creationId xmlns:a16="http://schemas.microsoft.com/office/drawing/2014/main" id="{CD157830-83D6-49F0-AE7D-00D12416126B}"/>
              </a:ext>
            </a:extLst>
          </p:cNvPr>
          <p:cNvSpPr>
            <a:spLocks xmlns:a="http://schemas.openxmlformats.org/drawingml/2006/main" noGrp="1"/>
          </p:cNvSpPr>
          <p:nvPr/>
        </p:nvSpPr>
        <p:spPr>
          <a:xfrm xmlns:a="http://schemas.openxmlformats.org/drawingml/2006/main">
            <a:off x="9405669" y="5676900"/>
            <a:ext cx="6875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تمسح</a:t>
            </a:r>
          </a:p>
        </p:txBody>
      </p:sp>
      <p:sp>
        <p:nvSpPr>
          <p:cNvPr id="35" name="text-211">
            <a:extLst xmlns:a="http://schemas.openxmlformats.org/drawingml/2006/main">
              <a:ext uri="{FF2B5EF4-FFF2-40B4-BE49-F238E27FC236}">
                <a16:creationId xmlns:a16="http://schemas.microsoft.com/office/drawing/2014/main" id="{B28E9F90-9CE0-4317-886F-51FC63389B59}"/>
              </a:ext>
            </a:extLst>
          </p:cNvPr>
          <p:cNvSpPr>
            <a:spLocks xmlns:a="http://schemas.openxmlformats.org/drawingml/2006/main" noGrp="1"/>
          </p:cNvSpPr>
          <p:nvPr/>
        </p:nvSpPr>
        <p:spPr>
          <a:xfrm xmlns:a="http://schemas.openxmlformats.org/drawingml/2006/main">
            <a:off x="8893800" y="5676900"/>
            <a:ext cx="456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حوار</a:t>
            </a:r>
          </a:p>
        </p:txBody>
      </p:sp>
      <p:sp>
        <p:nvSpPr>
          <p:cNvPr id="36" name="text-212">
            <a:extLst xmlns:a="http://schemas.openxmlformats.org/drawingml/2006/main">
              <a:ext uri="{FF2B5EF4-FFF2-40B4-BE49-F238E27FC236}">
                <a16:creationId xmlns:a16="http://schemas.microsoft.com/office/drawing/2014/main" id="{C589003C-2025-40D4-9753-F815CEC96CEE}"/>
              </a:ext>
            </a:extLst>
          </p:cNvPr>
          <p:cNvSpPr>
            <a:spLocks xmlns:a="http://schemas.openxmlformats.org/drawingml/2006/main" noGrp="1"/>
          </p:cNvSpPr>
          <p:nvPr/>
        </p:nvSpPr>
        <p:spPr>
          <a:xfrm xmlns:a="http://schemas.openxmlformats.org/drawingml/2006/main">
            <a:off x="7830175" y="5676900"/>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الشخصية</a:t>
            </a:r>
          </a:p>
        </p:txBody>
      </p:sp>
      <p:sp>
        <p:nvSpPr>
          <p:cNvPr id="37" name="text-213">
            <a:extLst xmlns:a="http://schemas.openxmlformats.org/drawingml/2006/main">
              <a:ext uri="{FF2B5EF4-FFF2-40B4-BE49-F238E27FC236}">
                <a16:creationId xmlns:a16="http://schemas.microsoft.com/office/drawing/2014/main" id="{39E68B9C-092D-421C-B7F6-95D6AC22C0EA}"/>
              </a:ext>
            </a:extLst>
          </p:cNvPr>
          <p:cNvSpPr>
            <a:spLocks xmlns:a="http://schemas.openxmlformats.org/drawingml/2006/main" noGrp="1"/>
          </p:cNvSpPr>
          <p:nvPr/>
        </p:nvSpPr>
        <p:spPr>
          <a:xfrm xmlns:a="http://schemas.openxmlformats.org/drawingml/2006/main">
            <a:off x="6929997" y="5676900"/>
            <a:ext cx="8448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المختارة</a:t>
            </a:r>
          </a:p>
        </p:txBody>
      </p:sp>
      <p:sp>
        <p:nvSpPr>
          <p:cNvPr id="38" name="text-214">
            <a:extLst xmlns:a="http://schemas.openxmlformats.org/drawingml/2006/main">
              <a:ext uri="{FF2B5EF4-FFF2-40B4-BE49-F238E27FC236}">
                <a16:creationId xmlns:a16="http://schemas.microsoft.com/office/drawing/2014/main" id="{5CBDFCDD-9974-4ABE-8FD0-BFDD5ECAA687}"/>
              </a:ext>
            </a:extLst>
          </p:cNvPr>
          <p:cNvSpPr>
            <a:spLocks xmlns:a="http://schemas.openxmlformats.org/drawingml/2006/main" noGrp="1"/>
          </p:cNvSpPr>
          <p:nvPr/>
        </p:nvSpPr>
        <p:spPr>
          <a:xfrm xmlns:a="http://schemas.openxmlformats.org/drawingml/2006/main">
            <a:off x="6439711" y="5676900"/>
            <a:ext cx="4349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فقط</a:t>
            </a:r>
          </a:p>
        </p:txBody>
      </p:sp>
      <p:sp>
        <p:nvSpPr>
          <p:cNvPr id="39" name="text-215">
            <a:extLst xmlns:a="http://schemas.openxmlformats.org/drawingml/2006/main">
              <a:ext uri="{FF2B5EF4-FFF2-40B4-BE49-F238E27FC236}">
                <a16:creationId xmlns:a16="http://schemas.microsoft.com/office/drawing/2014/main" id="{EE4FC930-8B59-4747-8C67-CDC4268D6ECA}"/>
              </a:ext>
            </a:extLst>
          </p:cNvPr>
          <p:cNvSpPr>
            <a:spLocks xmlns:a="http://schemas.openxmlformats.org/drawingml/2006/main" noGrp="1"/>
          </p:cNvSpPr>
          <p:nvPr/>
        </p:nvSpPr>
        <p:spPr>
          <a:xfrm xmlns:a="http://schemas.openxmlformats.org/drawingml/2006/main">
            <a:off x="6259544"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40" name="text-216">
            <a:extLst xmlns:a="http://schemas.openxmlformats.org/drawingml/2006/main">
              <a:ext uri="{FF2B5EF4-FFF2-40B4-BE49-F238E27FC236}">
                <a16:creationId xmlns:a16="http://schemas.microsoft.com/office/drawing/2014/main" id="{7445DAC6-12A6-466B-B310-D1F6CE2E0A8F}"/>
              </a:ext>
            </a:extLst>
          </p:cNvPr>
          <p:cNvSpPr>
            <a:spLocks xmlns:a="http://schemas.openxmlformats.org/drawingml/2006/main" noGrp="1"/>
          </p:cNvSpPr>
          <p:nvPr/>
        </p:nvSpPr>
        <p:spPr>
          <a:xfrm xmlns:a="http://schemas.openxmlformats.org/drawingml/2006/main">
            <a:off x="5575006" y="5676900"/>
            <a:ext cx="6291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الحفظ</a:t>
            </a:r>
          </a:p>
        </p:txBody>
      </p:sp>
      <p:sp>
        <p:nvSpPr>
          <p:cNvPr id="41" name="text-217">
            <a:extLst xmlns:a="http://schemas.openxmlformats.org/drawingml/2006/main">
              <a:ext uri="{FF2B5EF4-FFF2-40B4-BE49-F238E27FC236}">
                <a16:creationId xmlns:a16="http://schemas.microsoft.com/office/drawing/2014/main" id="{BEB3F789-ECC8-4861-ACAB-ACF3AF82786C}"/>
              </a:ext>
            </a:extLst>
          </p:cNvPr>
          <p:cNvSpPr>
            <a:spLocks xmlns:a="http://schemas.openxmlformats.org/drawingml/2006/main" noGrp="1"/>
          </p:cNvSpPr>
          <p:nvPr/>
        </p:nvSpPr>
        <p:spPr>
          <a:xfrm xmlns:a="http://schemas.openxmlformats.org/drawingml/2006/main">
            <a:off x="4917252" y="5676900"/>
            <a:ext cx="60241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مؤقت</a:t>
            </a:r>
          </a:p>
        </p:txBody>
      </p:sp>
    </p:spTree>
    <p:extLst>
      <p:ext uri="{BB962C8B-B14F-4D97-AF65-F5344CB8AC3E}">
        <p14:creationId xmlns:p14="http://schemas.microsoft.com/office/powerpoint/2010/main" val="1108022091"/>
      </p:ext>
    </p:extLst>
  </p:cSld>
</p:sld>
</file>

<file path=ppt/slides/slide7.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4" name="text-218">
            <a:extLst xmlns:a="http://schemas.openxmlformats.org/drawingml/2006/main">
              <a:ext uri="{FF2B5EF4-FFF2-40B4-BE49-F238E27FC236}">
                <a16:creationId xmlns:a16="http://schemas.microsoft.com/office/drawing/2014/main" id="{5A5D7F8C-225A-4C58-A81E-62BDCD00294A}"/>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المعمارية</a:t>
            </a:r>
          </a:p>
        </p:txBody>
      </p:sp>
      <p:sp>
        <p:nvSpPr>
          <p:cNvPr id="2" name="text-219">
            <a:extLst xmlns:a="http://schemas.openxmlformats.org/drawingml/2006/main">
              <a:ext uri="{FF2B5EF4-FFF2-40B4-BE49-F238E27FC236}">
                <a16:creationId xmlns:a16="http://schemas.microsoft.com/office/drawing/2014/main" id="{E88B3507-2C4B-45DB-A35F-2BCAE38B1240}"/>
              </a:ext>
            </a:extLst>
          </p:cNvPr>
          <p:cNvSpPr>
            <a:spLocks xmlns:a="http://schemas.openxmlformats.org/drawingml/2006/main" noGrp="1"/>
          </p:cNvSpPr>
          <p:nvPr/>
        </p:nvSpPr>
        <p:spPr>
          <a:xfrm xmlns:a="http://schemas.openxmlformats.org/drawingml/2006/main">
            <a:off x="8667514" y="457200"/>
            <a:ext cx="9170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ودور</a:t>
            </a:r>
          </a:p>
        </p:txBody>
      </p:sp>
      <p:sp>
        <p:nvSpPr>
          <p:cNvPr id="3" name="text-220">
            <a:extLst xmlns:a="http://schemas.openxmlformats.org/drawingml/2006/main">
              <a:ext uri="{FF2B5EF4-FFF2-40B4-BE49-F238E27FC236}">
                <a16:creationId xmlns:a16="http://schemas.microsoft.com/office/drawing/2014/main" id="{99DC8C51-5065-41D8-906D-4AD99BE3D94A}"/>
              </a:ext>
            </a:extLst>
          </p:cNvPr>
          <p:cNvSpPr>
            <a:spLocks xmlns:a="http://schemas.openxmlformats.org/drawingml/2006/main" noGrp="1"/>
          </p:cNvSpPr>
          <p:nvPr/>
        </p:nvSpPr>
        <p:spPr>
          <a:xfrm xmlns:a="http://schemas.openxmlformats.org/drawingml/2006/main">
            <a:off x="7600851" y="457200"/>
            <a:ext cx="96569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مزوّد</a:t>
            </a:r>
          </a:p>
        </p:txBody>
      </p:sp>
      <p:sp>
        <p:nvSpPr>
          <p:cNvPr id="4" name="text-221">
            <a:extLst xmlns:a="http://schemas.openxmlformats.org/drawingml/2006/main">
              <a:ext uri="{FF2B5EF4-FFF2-40B4-BE49-F238E27FC236}">
                <a16:creationId xmlns:a16="http://schemas.microsoft.com/office/drawing/2014/main" id="{159D1BEC-2ABA-4A59-8EE8-81230E771E39}"/>
              </a:ext>
            </a:extLst>
          </p:cNvPr>
          <p:cNvSpPr>
            <a:spLocks xmlns:a="http://schemas.openxmlformats.org/drawingml/2006/main" noGrp="1"/>
          </p:cNvSpPr>
          <p:nvPr/>
        </p:nvSpPr>
        <p:spPr>
          <a:xfrm xmlns:a="http://schemas.openxmlformats.org/drawingml/2006/main">
            <a:off x="6084059" y="457200"/>
            <a:ext cx="141582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الخدمة</a:t>
            </a:r>
          </a:p>
        </p:txBody>
      </p:sp>
      <p:sp>
        <p:nvSpPr>
          <p:cNvPr id="5" name="shape-222">
            <a:extLst xmlns:a="http://schemas.openxmlformats.org/drawingml/2006/main">
              <a:ext uri="{FF2B5EF4-FFF2-40B4-BE49-F238E27FC236}">
                <a16:creationId xmlns:a16="http://schemas.microsoft.com/office/drawing/2014/main" id="{E9E342E6-B5D6-40A5-B04A-4EBCE90E2E2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223">
            <a:extLst xmlns:a="http://schemas.openxmlformats.org/drawingml/2006/main">
              <a:ext uri="{FF2B5EF4-FFF2-40B4-BE49-F238E27FC236}">
                <a16:creationId xmlns:a16="http://schemas.microsoft.com/office/drawing/2014/main" id="{11633398-4CCD-4E22-8DD1-90A44598A74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224">
            <a:extLst xmlns:a="http://schemas.openxmlformats.org/drawingml/2006/main">
              <a:ext uri="{FF2B5EF4-FFF2-40B4-BE49-F238E27FC236}">
                <a16:creationId xmlns:a16="http://schemas.microsoft.com/office/drawing/2014/main" id="{FB60E169-219E-4A39-9923-7448AB5A177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225">
            <a:extLst xmlns:a="http://schemas.openxmlformats.org/drawingml/2006/main">
              <a:ext uri="{FF2B5EF4-FFF2-40B4-BE49-F238E27FC236}">
                <a16:creationId xmlns:a16="http://schemas.microsoft.com/office/drawing/2014/main" id="{62A949E0-DE65-422C-AFB8-9D29BEB6D7C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226">
            <a:extLst xmlns:a="http://schemas.openxmlformats.org/drawingml/2006/main">
              <a:ext uri="{FF2B5EF4-FFF2-40B4-BE49-F238E27FC236}">
                <a16:creationId xmlns:a16="http://schemas.microsoft.com/office/drawing/2014/main" id="{F1E97EBE-7569-42A5-93B5-48B9BC18BB48}"/>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227">
            <a:extLst xmlns:a="http://schemas.openxmlformats.org/drawingml/2006/main">
              <a:ext uri="{FF2B5EF4-FFF2-40B4-BE49-F238E27FC236}">
                <a16:creationId xmlns:a16="http://schemas.microsoft.com/office/drawing/2014/main" id="{39BAF31E-EA07-46AF-8562-92F6CAF97CD8}"/>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228">
            <a:extLst xmlns:a="http://schemas.openxmlformats.org/drawingml/2006/main">
              <a:ext uri="{FF2B5EF4-FFF2-40B4-BE49-F238E27FC236}">
                <a16:creationId xmlns:a16="http://schemas.microsoft.com/office/drawing/2014/main" id="{4A323678-2B2D-42B0-ADAC-0D8F4D55F7FD}"/>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229">
            <a:extLst xmlns:a="http://schemas.openxmlformats.org/drawingml/2006/main">
              <a:ext uri="{FF2B5EF4-FFF2-40B4-BE49-F238E27FC236}">
                <a16:creationId xmlns:a16="http://schemas.microsoft.com/office/drawing/2014/main" id="{7C2B495E-442C-4577-98F8-D684C5F7FE7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07</a:t>
            </a:r>
          </a:p>
        </p:txBody>
      </p:sp>
      <p:sp>
        <p:nvSpPr>
          <p:cNvPr id="13" name="shape-230">
            <a:extLst xmlns:a="http://schemas.openxmlformats.org/drawingml/2006/main">
              <a:ext uri="{FF2B5EF4-FFF2-40B4-BE49-F238E27FC236}">
                <a16:creationId xmlns:a16="http://schemas.microsoft.com/office/drawing/2014/main" id="{75731C95-EEA5-48F7-BB81-10BF8C0489FE}"/>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4" name="text-231">
            <a:extLst xmlns:a="http://schemas.openxmlformats.org/drawingml/2006/main">
              <a:ext uri="{FF2B5EF4-FFF2-40B4-BE49-F238E27FC236}">
                <a16:creationId xmlns:a16="http://schemas.microsoft.com/office/drawing/2014/main" id="{A1BD1B92-0A87-40F3-89EB-988C929469C5}"/>
              </a:ext>
            </a:extLst>
          </p:cNvPr>
          <p:cNvSpPr>
            <a:spLocks xmlns:a="http://schemas.openxmlformats.org/drawingml/2006/main" noGrp="1"/>
          </p:cNvSpPr>
          <p:nvPr/>
        </p:nvSpPr>
        <p:spPr>
          <a:xfrm xmlns:a="http://schemas.openxmlformats.org/drawingml/2006/main">
            <a:off x="9635315" y="2019300"/>
            <a:ext cx="13795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المستخدم</a:t>
            </a:r>
          </a:p>
        </p:txBody>
      </p:sp>
      <p:sp>
        <p:nvSpPr>
          <p:cNvPr id="15" name="text-232">
            <a:extLst xmlns:a="http://schemas.openxmlformats.org/drawingml/2006/main">
              <a:ext uri="{FF2B5EF4-FFF2-40B4-BE49-F238E27FC236}">
                <a16:creationId xmlns:a16="http://schemas.microsoft.com/office/drawing/2014/main" id="{541C7C30-7733-477F-928A-13A15826DB3C}"/>
              </a:ext>
            </a:extLst>
          </p:cNvPr>
          <p:cNvSpPr>
            <a:spLocks xmlns:a="http://schemas.openxmlformats.org/drawingml/2006/main" noGrp="1"/>
          </p:cNvSpPr>
          <p:nvPr/>
        </p:nvSpPr>
        <p:spPr>
          <a:xfrm xmlns:a="http://schemas.openxmlformats.org/drawingml/2006/main">
            <a:off x="10551518" y="2628900"/>
            <a:ext cx="4436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يختار</a:t>
            </a:r>
          </a:p>
        </p:txBody>
      </p:sp>
      <p:sp>
        <p:nvSpPr>
          <p:cNvPr id="16" name="text-233">
            <a:extLst xmlns:a="http://schemas.openxmlformats.org/drawingml/2006/main">
              <a:ext uri="{FF2B5EF4-FFF2-40B4-BE49-F238E27FC236}">
                <a16:creationId xmlns:a16="http://schemas.microsoft.com/office/drawing/2014/main" id="{DE1AA99F-2489-4DD8-94D2-8A0E9288073C}"/>
              </a:ext>
            </a:extLst>
          </p:cNvPr>
          <p:cNvSpPr>
            <a:spLocks xmlns:a="http://schemas.openxmlformats.org/drawingml/2006/main" noGrp="1"/>
          </p:cNvSpPr>
          <p:nvPr/>
        </p:nvSpPr>
        <p:spPr>
          <a:xfrm xmlns:a="http://schemas.openxmlformats.org/drawingml/2006/main">
            <a:off x="9655005" y="2628900"/>
            <a:ext cx="85307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الشخصية</a:t>
            </a:r>
          </a:p>
        </p:txBody>
      </p:sp>
      <p:sp>
        <p:nvSpPr>
          <p:cNvPr id="17" name="text-234">
            <a:extLst xmlns:a="http://schemas.openxmlformats.org/drawingml/2006/main">
              <a:ext uri="{FF2B5EF4-FFF2-40B4-BE49-F238E27FC236}">
                <a16:creationId xmlns:a16="http://schemas.microsoft.com/office/drawing/2014/main" id="{B12399A8-EAE5-4EDD-A056-E60ED964F5C6}"/>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18" name="shape-235">
            <a:extLst xmlns:a="http://schemas.openxmlformats.org/drawingml/2006/main">
              <a:ext uri="{FF2B5EF4-FFF2-40B4-BE49-F238E27FC236}">
                <a16:creationId xmlns:a16="http://schemas.microsoft.com/office/drawing/2014/main" id="{ED6FAD98-22DD-45CC-AC18-5BA9F72895E3}"/>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9" name="text-236">
            <a:extLst xmlns:a="http://schemas.openxmlformats.org/drawingml/2006/main">
              <a:ext uri="{FF2B5EF4-FFF2-40B4-BE49-F238E27FC236}">
                <a16:creationId xmlns:a16="http://schemas.microsoft.com/office/drawing/2014/main" id="{C5883E58-3453-447F-9BB8-480C65813347}"/>
              </a:ext>
            </a:extLst>
          </p:cNvPr>
          <p:cNvSpPr>
            <a:spLocks xmlns:a="http://schemas.openxmlformats.org/drawingml/2006/main" noGrp="1"/>
          </p:cNvSpPr>
          <p:nvPr/>
        </p:nvSpPr>
        <p:spPr>
          <a:xfrm xmlns:a="http://schemas.openxmlformats.org/drawingml/2006/main">
            <a:off x="6963000" y="2019300"/>
            <a:ext cx="11235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المجلس</a:t>
            </a:r>
          </a:p>
        </p:txBody>
      </p:sp>
      <p:sp>
        <p:nvSpPr>
          <p:cNvPr id="20" name="text-237">
            <a:extLst xmlns:a="http://schemas.openxmlformats.org/drawingml/2006/main">
              <a:ext uri="{FF2B5EF4-FFF2-40B4-BE49-F238E27FC236}">
                <a16:creationId xmlns:a16="http://schemas.microsoft.com/office/drawing/2014/main" id="{0864C93C-1ED2-4628-BB8C-5F10D5C25A65}"/>
              </a:ext>
            </a:extLst>
          </p:cNvPr>
          <p:cNvSpPr>
            <a:spLocks xmlns:a="http://schemas.openxmlformats.org/drawingml/2006/main" noGrp="1"/>
          </p:cNvSpPr>
          <p:nvPr/>
        </p:nvSpPr>
        <p:spPr>
          <a:xfrm xmlns:a="http://schemas.openxmlformats.org/drawingml/2006/main">
            <a:off x="7789826" y="2628900"/>
            <a:ext cx="5525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سياق</a:t>
            </a:r>
          </a:p>
        </p:txBody>
      </p:sp>
      <p:sp>
        <p:nvSpPr>
          <p:cNvPr id="21" name="text-238">
            <a:extLst xmlns:a="http://schemas.openxmlformats.org/drawingml/2006/main">
              <a:ext uri="{FF2B5EF4-FFF2-40B4-BE49-F238E27FC236}">
                <a16:creationId xmlns:a16="http://schemas.microsoft.com/office/drawing/2014/main" id="{CDF9B668-49EB-4FE4-B213-10D605124286}"/>
              </a:ext>
            </a:extLst>
          </p:cNvPr>
          <p:cNvSpPr>
            <a:spLocks xmlns:a="http://schemas.openxmlformats.org/drawingml/2006/main" noGrp="1"/>
          </p:cNvSpPr>
          <p:nvPr/>
        </p:nvSpPr>
        <p:spPr>
          <a:xfrm xmlns:a="http://schemas.openxmlformats.org/drawingml/2006/main">
            <a:off x="7371685" y="2628900"/>
            <a:ext cx="37470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وبث</a:t>
            </a:r>
          </a:p>
        </p:txBody>
      </p:sp>
      <p:sp>
        <p:nvSpPr>
          <p:cNvPr id="22" name="text-239">
            <a:extLst xmlns:a="http://schemas.openxmlformats.org/drawingml/2006/main">
              <a:ext uri="{FF2B5EF4-FFF2-40B4-BE49-F238E27FC236}">
                <a16:creationId xmlns:a16="http://schemas.microsoft.com/office/drawing/2014/main" id="{D74EE96E-CD33-4768-B5BA-510DAEA47CA8}"/>
              </a:ext>
            </a:extLst>
          </p:cNvPr>
          <p:cNvSpPr>
            <a:spLocks xmlns:a="http://schemas.openxmlformats.org/drawingml/2006/main" noGrp="1"/>
          </p:cNvSpPr>
          <p:nvPr/>
        </p:nvSpPr>
        <p:spPr>
          <a:xfrm xmlns:a="http://schemas.openxmlformats.org/drawingml/2006/main">
            <a:off x="6707098" y="2628900"/>
            <a:ext cx="62115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ومراجع</a:t>
            </a:r>
          </a:p>
        </p:txBody>
      </p:sp>
      <p:sp>
        <p:nvSpPr>
          <p:cNvPr id="23" name="text-240">
            <a:extLst xmlns:a="http://schemas.openxmlformats.org/drawingml/2006/main">
              <a:ext uri="{FF2B5EF4-FFF2-40B4-BE49-F238E27FC236}">
                <a16:creationId xmlns:a16="http://schemas.microsoft.com/office/drawing/2014/main" id="{AB9CE9BC-B535-4360-BA8E-298034A73113}"/>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24" name="shape-241">
            <a:extLst xmlns:a="http://schemas.openxmlformats.org/drawingml/2006/main">
              <a:ext uri="{FF2B5EF4-FFF2-40B4-BE49-F238E27FC236}">
                <a16:creationId xmlns:a16="http://schemas.microsoft.com/office/drawing/2014/main" id="{80BD7685-47C1-4AF4-8901-DDB388FD60E1}"/>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25" name="text-242">
            <a:extLst xmlns:a="http://schemas.openxmlformats.org/drawingml/2006/main">
              <a:ext uri="{FF2B5EF4-FFF2-40B4-BE49-F238E27FC236}">
                <a16:creationId xmlns:a16="http://schemas.microsoft.com/office/drawing/2014/main" id="{66E7FB22-3CC3-44A2-9C1C-68C7AD644887}"/>
              </a:ext>
            </a:extLst>
          </p:cNvPr>
          <p:cNvSpPr>
            <a:spLocks xmlns:a="http://schemas.openxmlformats.org/drawingml/2006/main" noGrp="1"/>
          </p:cNvSpPr>
          <p:nvPr/>
        </p:nvSpPr>
        <p:spPr>
          <a:xfrm xmlns:a="http://schemas.openxmlformats.org/drawingml/2006/main">
            <a:off x="4896425" y="2019300"/>
            <a:ext cx="9233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خدمات</a:t>
            </a:r>
          </a:p>
        </p:txBody>
      </p:sp>
      <p:sp>
        <p:nvSpPr>
          <p:cNvPr id="26" name="text-243">
            <a:extLst xmlns:a="http://schemas.openxmlformats.org/drawingml/2006/main">
              <a:ext uri="{FF2B5EF4-FFF2-40B4-BE49-F238E27FC236}">
                <a16:creationId xmlns:a16="http://schemas.microsoft.com/office/drawing/2014/main" id="{7055BF8A-ADF5-4A5E-9F99-F51D1581F4FE}"/>
              </a:ext>
            </a:extLst>
          </p:cNvPr>
          <p:cNvSpPr>
            <a:spLocks xmlns:a="http://schemas.openxmlformats.org/drawingml/2006/main" noGrp="1"/>
          </p:cNvSpPr>
          <p:nvPr/>
        </p:nvSpPr>
        <p:spPr>
          <a:xfrm xmlns:a="http://schemas.openxmlformats.org/drawingml/2006/main">
            <a:off x="3629075" y="2019300"/>
            <a:ext cx="120829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سلسبيل</a:t>
            </a:r>
          </a:p>
        </p:txBody>
      </p:sp>
      <p:sp>
        <p:nvSpPr>
          <p:cNvPr id="27" name="text-244">
            <a:extLst xmlns:a="http://schemas.openxmlformats.org/drawingml/2006/main">
              <a:ext uri="{FF2B5EF4-FFF2-40B4-BE49-F238E27FC236}">
                <a16:creationId xmlns:a16="http://schemas.microsoft.com/office/drawing/2014/main" id="{E2AF3C27-99D1-426D-BF9A-0FA5471D5E50}"/>
              </a:ext>
            </a:extLst>
          </p:cNvPr>
          <p:cNvSpPr>
            <a:spLocks xmlns:a="http://schemas.openxmlformats.org/drawingml/2006/main" noGrp="1"/>
          </p:cNvSpPr>
          <p:nvPr/>
        </p:nvSpPr>
        <p:spPr>
          <a:xfrm xmlns:a="http://schemas.openxmlformats.org/drawingml/2006/main">
            <a:off x="5067717" y="2628900"/>
            <a:ext cx="5035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نماذج</a:t>
            </a:r>
          </a:p>
        </p:txBody>
      </p:sp>
      <p:sp>
        <p:nvSpPr>
          <p:cNvPr id="28" name="text-245">
            <a:extLst xmlns:a="http://schemas.openxmlformats.org/drawingml/2006/main">
              <a:ext uri="{FF2B5EF4-FFF2-40B4-BE49-F238E27FC236}">
                <a16:creationId xmlns:a16="http://schemas.microsoft.com/office/drawing/2014/main" id="{832C6FD9-FF7B-471F-A635-A6461A7DECD4}"/>
              </a:ext>
            </a:extLst>
          </p:cNvPr>
          <p:cNvSpPr>
            <a:spLocks xmlns:a="http://schemas.openxmlformats.org/drawingml/2006/main" noGrp="1"/>
          </p:cNvSpPr>
          <p:nvPr/>
        </p:nvSpPr>
        <p:spPr>
          <a:xfrm xmlns:a="http://schemas.openxmlformats.org/drawingml/2006/main">
            <a:off x="4452282" y="2628900"/>
            <a:ext cx="5720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وأدوات</a:t>
            </a:r>
          </a:p>
        </p:txBody>
      </p:sp>
      <p:sp>
        <p:nvSpPr>
          <p:cNvPr id="29" name="text-246">
            <a:extLst xmlns:a="http://schemas.openxmlformats.org/drawingml/2006/main">
              <a:ext uri="{FF2B5EF4-FFF2-40B4-BE49-F238E27FC236}">
                <a16:creationId xmlns:a16="http://schemas.microsoft.com/office/drawing/2014/main" id="{25204E50-A201-44D9-95D6-AA6AF6736937}"/>
              </a:ext>
            </a:extLst>
          </p:cNvPr>
          <p:cNvSpPr>
            <a:spLocks xmlns:a="http://schemas.openxmlformats.org/drawingml/2006/main" noGrp="1"/>
          </p:cNvSpPr>
          <p:nvPr/>
        </p:nvSpPr>
        <p:spPr>
          <a:xfrm xmlns:a="http://schemas.openxmlformats.org/drawingml/2006/main">
            <a:off x="3877561" y="2628900"/>
            <a:ext cx="5312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معرفة</a:t>
            </a:r>
          </a:p>
        </p:txBody>
      </p:sp>
      <p:sp>
        <p:nvSpPr>
          <p:cNvPr id="30" name="text-247">
            <a:extLst xmlns:a="http://schemas.openxmlformats.org/drawingml/2006/main">
              <a:ext uri="{FF2B5EF4-FFF2-40B4-BE49-F238E27FC236}">
                <a16:creationId xmlns:a16="http://schemas.microsoft.com/office/drawing/2014/main" id="{17AF7ED8-E7B3-462B-974B-DE8E01521252}"/>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1" name="shape-248">
            <a:extLst xmlns:a="http://schemas.openxmlformats.org/drawingml/2006/main">
              <a:ext uri="{FF2B5EF4-FFF2-40B4-BE49-F238E27FC236}">
                <a16:creationId xmlns:a16="http://schemas.microsoft.com/office/drawing/2014/main" id="{859A18D4-D852-49E5-87B8-27DF487B9F0A}"/>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32" name="text-249">
            <a:extLst xmlns:a="http://schemas.openxmlformats.org/drawingml/2006/main">
              <a:ext uri="{FF2B5EF4-FFF2-40B4-BE49-F238E27FC236}">
                <a16:creationId xmlns:a16="http://schemas.microsoft.com/office/drawing/2014/main" id="{531F75AF-736B-4C19-878C-D691B0BC1BC6}"/>
              </a:ext>
            </a:extLst>
          </p:cNvPr>
          <p:cNvSpPr>
            <a:spLocks xmlns:a="http://schemas.openxmlformats.org/drawingml/2006/main" noGrp="1"/>
          </p:cNvSpPr>
          <p:nvPr/>
        </p:nvSpPr>
        <p:spPr>
          <a:xfrm xmlns:a="http://schemas.openxmlformats.org/drawingml/2006/main">
            <a:off x="1461607" y="2019300"/>
            <a:ext cx="924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الجواب</a:t>
            </a:r>
          </a:p>
        </p:txBody>
      </p:sp>
      <p:sp>
        <p:nvSpPr>
          <p:cNvPr id="33" name="text-250">
            <a:extLst xmlns:a="http://schemas.openxmlformats.org/drawingml/2006/main">
              <a:ext uri="{FF2B5EF4-FFF2-40B4-BE49-F238E27FC236}">
                <a16:creationId xmlns:a16="http://schemas.microsoft.com/office/drawing/2014/main" id="{29AEE773-156E-4BAC-AE33-8D67A67605D3}"/>
              </a:ext>
            </a:extLst>
          </p:cNvPr>
          <p:cNvSpPr>
            <a:spLocks xmlns:a="http://schemas.openxmlformats.org/drawingml/2006/main" noGrp="1"/>
          </p:cNvSpPr>
          <p:nvPr/>
        </p:nvSpPr>
        <p:spPr>
          <a:xfrm xmlns:a="http://schemas.openxmlformats.org/drawingml/2006/main">
            <a:off x="2364003" y="2628900"/>
            <a:ext cx="3355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نص</a:t>
            </a:r>
          </a:p>
        </p:txBody>
      </p:sp>
      <p:sp>
        <p:nvSpPr>
          <p:cNvPr id="34" name="text-251">
            <a:extLst xmlns:a="http://schemas.openxmlformats.org/drawingml/2006/main">
              <a:ext uri="{FF2B5EF4-FFF2-40B4-BE49-F238E27FC236}">
                <a16:creationId xmlns:a16="http://schemas.microsoft.com/office/drawing/2014/main" id="{6A1AB3F5-6A7D-4C95-8E2A-A43A4C1FB6BC}"/>
              </a:ext>
            </a:extLst>
          </p:cNvPr>
          <p:cNvSpPr>
            <a:spLocks xmlns:a="http://schemas.openxmlformats.org/drawingml/2006/main" noGrp="1"/>
          </p:cNvSpPr>
          <p:nvPr/>
        </p:nvSpPr>
        <p:spPr>
          <a:xfrm xmlns:a="http://schemas.openxmlformats.org/drawingml/2006/main">
            <a:off x="1746507" y="2628900"/>
            <a:ext cx="57406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ومصدر</a:t>
            </a:r>
          </a:p>
        </p:txBody>
      </p:sp>
      <p:sp>
        <p:nvSpPr>
          <p:cNvPr id="35" name="text-252">
            <a:extLst xmlns:a="http://schemas.openxmlformats.org/drawingml/2006/main">
              <a:ext uri="{FF2B5EF4-FFF2-40B4-BE49-F238E27FC236}">
                <a16:creationId xmlns:a16="http://schemas.microsoft.com/office/drawing/2014/main" id="{232EA138-EBC4-4355-89EA-C737A930A21C}"/>
              </a:ext>
            </a:extLst>
          </p:cNvPr>
          <p:cNvSpPr>
            <a:spLocks xmlns:a="http://schemas.openxmlformats.org/drawingml/2006/main" noGrp="1"/>
          </p:cNvSpPr>
          <p:nvPr/>
        </p:nvSpPr>
        <p:spPr>
          <a:xfrm xmlns:a="http://schemas.openxmlformats.org/drawingml/2006/main">
            <a:off x="1148535" y="2628900"/>
            <a:ext cx="55453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وحدود</a:t>
            </a:r>
          </a:p>
        </p:txBody>
      </p:sp>
      <p:sp>
        <p:nvSpPr>
          <p:cNvPr id="36" name="text-253">
            <a:extLst xmlns:a="http://schemas.openxmlformats.org/drawingml/2006/main">
              <a:ext uri="{FF2B5EF4-FFF2-40B4-BE49-F238E27FC236}">
                <a16:creationId xmlns:a16="http://schemas.microsoft.com/office/drawing/2014/main" id="{1523C16D-2063-41BB-AADB-215C8AAC3F46}"/>
              </a:ext>
            </a:extLst>
          </p:cNvPr>
          <p:cNvSpPr>
            <a:spLocks xmlns:a="http://schemas.openxmlformats.org/drawingml/2006/main" noGrp="1"/>
          </p:cNvSpPr>
          <p:nvPr/>
        </p:nvSpPr>
        <p:spPr>
          <a:xfrm xmlns:a="http://schemas.openxmlformats.org/drawingml/2006/main">
            <a:off x="10980054" y="3943350"/>
            <a:ext cx="6023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برق</a:t>
            </a:r>
          </a:p>
        </p:txBody>
      </p:sp>
      <p:sp>
        <p:nvSpPr>
          <p:cNvPr id="37" name="text-254">
            <a:extLst xmlns:a="http://schemas.openxmlformats.org/drawingml/2006/main">
              <a:ext uri="{FF2B5EF4-FFF2-40B4-BE49-F238E27FC236}">
                <a16:creationId xmlns:a16="http://schemas.microsoft.com/office/drawing/2014/main" id="{5A5C6073-522B-42DF-8C32-D3AC955F6A93}"/>
              </a:ext>
            </a:extLst>
          </p:cNvPr>
          <p:cNvSpPr>
            <a:spLocks xmlns:a="http://schemas.openxmlformats.org/drawingml/2006/main" noGrp="1"/>
          </p:cNvSpPr>
          <p:nvPr/>
        </p:nvSpPr>
        <p:spPr>
          <a:xfrm xmlns:a="http://schemas.openxmlformats.org/drawingml/2006/main">
            <a:off x="10044394" y="3943350"/>
            <a:ext cx="86822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الفتى</a:t>
            </a:r>
          </a:p>
        </p:txBody>
      </p:sp>
      <p:sp>
        <p:nvSpPr>
          <p:cNvPr id="38" name="text-255">
            <a:extLst xmlns:a="http://schemas.openxmlformats.org/drawingml/2006/main">
              <a:ext uri="{FF2B5EF4-FFF2-40B4-BE49-F238E27FC236}">
                <a16:creationId xmlns:a16="http://schemas.microsoft.com/office/drawing/2014/main" id="{28443090-A82D-4BCE-861E-751B46E04B7C}"/>
              </a:ext>
            </a:extLst>
          </p:cNvPr>
          <p:cNvSpPr>
            <a:spLocks xmlns:a="http://schemas.openxmlformats.org/drawingml/2006/main" noGrp="1"/>
          </p:cNvSpPr>
          <p:nvPr/>
        </p:nvSpPr>
        <p:spPr>
          <a:xfrm xmlns:a="http://schemas.openxmlformats.org/drawingml/2006/main">
            <a:off x="9077531" y="3943350"/>
            <a:ext cx="89942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نموذج</a:t>
            </a:r>
          </a:p>
        </p:txBody>
      </p:sp>
      <p:sp>
        <p:nvSpPr>
          <p:cNvPr id="39" name="text-256">
            <a:extLst xmlns:a="http://schemas.openxmlformats.org/drawingml/2006/main">
              <a:ext uri="{FF2B5EF4-FFF2-40B4-BE49-F238E27FC236}">
                <a16:creationId xmlns:a16="http://schemas.microsoft.com/office/drawing/2014/main" id="{6519C8BA-E4C9-4CB5-A39F-5C64D5B04723}"/>
              </a:ext>
            </a:extLst>
          </p:cNvPr>
          <p:cNvSpPr>
            <a:spLocks xmlns:a="http://schemas.openxmlformats.org/drawingml/2006/main" noGrp="1"/>
          </p:cNvSpPr>
          <p:nvPr/>
        </p:nvSpPr>
        <p:spPr>
          <a:xfrm xmlns:a="http://schemas.openxmlformats.org/drawingml/2006/main">
            <a:off x="8150885" y="3943350"/>
            <a:ext cx="8592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عربي</a:t>
            </a:r>
          </a:p>
        </p:txBody>
      </p:sp>
      <p:sp>
        <p:nvSpPr>
          <p:cNvPr id="40" name="text-257">
            <a:extLst xmlns:a="http://schemas.openxmlformats.org/drawingml/2006/main">
              <a:ext uri="{FF2B5EF4-FFF2-40B4-BE49-F238E27FC236}">
                <a16:creationId xmlns:a16="http://schemas.microsoft.com/office/drawing/2014/main" id="{C7D96899-E12D-42B7-89A4-0D36511D93B6}"/>
              </a:ext>
            </a:extLst>
          </p:cNvPr>
          <p:cNvSpPr>
            <a:spLocks xmlns:a="http://schemas.openxmlformats.org/drawingml/2006/main" noGrp="1"/>
          </p:cNvSpPr>
          <p:nvPr/>
        </p:nvSpPr>
        <p:spPr>
          <a:xfrm xmlns:a="http://schemas.openxmlformats.org/drawingml/2006/main">
            <a:off x="7019285" y="3943350"/>
            <a:ext cx="106416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سيادي</a:t>
            </a:r>
          </a:p>
        </p:txBody>
      </p:sp>
      <p:sp>
        <p:nvSpPr>
          <p:cNvPr id="41" name="text-258">
            <a:extLst xmlns:a="http://schemas.openxmlformats.org/drawingml/2006/main">
              <a:ext uri="{FF2B5EF4-FFF2-40B4-BE49-F238E27FC236}">
                <a16:creationId xmlns:a16="http://schemas.microsoft.com/office/drawing/2014/main" id="{F7A7A1BF-8D60-4E8D-9F64-BE53D58C4E66}"/>
              </a:ext>
            </a:extLst>
          </p:cNvPr>
          <p:cNvSpPr>
            <a:spLocks xmlns:a="http://schemas.openxmlformats.org/drawingml/2006/main" noGrp="1"/>
          </p:cNvSpPr>
          <p:nvPr/>
        </p:nvSpPr>
        <p:spPr>
          <a:xfrm xmlns:a="http://schemas.openxmlformats.org/drawingml/2006/main">
            <a:off x="6210818" y="3943350"/>
            <a:ext cx="7410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نملك</a:t>
            </a:r>
          </a:p>
        </p:txBody>
      </p:sp>
      <p:sp>
        <p:nvSpPr>
          <p:cNvPr id="42" name="text-259">
            <a:extLst xmlns:a="http://schemas.openxmlformats.org/drawingml/2006/main">
              <a:ext uri="{FF2B5EF4-FFF2-40B4-BE49-F238E27FC236}">
                <a16:creationId xmlns:a16="http://schemas.microsoft.com/office/drawing/2014/main" id="{70B1BCCE-221A-4A94-BDD2-26C79AC32C15}"/>
              </a:ext>
            </a:extLst>
          </p:cNvPr>
          <p:cNvSpPr>
            <a:spLocks xmlns:a="http://schemas.openxmlformats.org/drawingml/2006/main" noGrp="1"/>
          </p:cNvSpPr>
          <p:nvPr/>
        </p:nvSpPr>
        <p:spPr>
          <a:xfrm xmlns:a="http://schemas.openxmlformats.org/drawingml/2006/main">
            <a:off x="5304084" y="3943350"/>
            <a:ext cx="8392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أوزانه</a:t>
            </a:r>
          </a:p>
        </p:txBody>
      </p:sp>
      <p:sp>
        <p:nvSpPr>
          <p:cNvPr id="43" name="text-260">
            <a:extLst xmlns:a="http://schemas.openxmlformats.org/drawingml/2006/main">
              <a:ext uri="{FF2B5EF4-FFF2-40B4-BE49-F238E27FC236}">
                <a16:creationId xmlns:a16="http://schemas.microsoft.com/office/drawing/2014/main" id="{CC495C0E-BE74-402D-8CDF-F95D9F1C91BC}"/>
              </a:ext>
            </a:extLst>
          </p:cNvPr>
          <p:cNvSpPr>
            <a:spLocks xmlns:a="http://schemas.openxmlformats.org/drawingml/2006/main" noGrp="1"/>
          </p:cNvSpPr>
          <p:nvPr/>
        </p:nvSpPr>
        <p:spPr>
          <a:xfrm xmlns:a="http://schemas.openxmlformats.org/drawingml/2006/main">
            <a:off x="11131856" y="4543425"/>
            <a:ext cx="4505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لينة</a:t>
            </a:r>
          </a:p>
        </p:txBody>
      </p:sp>
      <p:sp>
        <p:nvSpPr>
          <p:cNvPr id="44" name="text-261">
            <a:extLst xmlns:a="http://schemas.openxmlformats.org/drawingml/2006/main">
              <a:ext uri="{FF2B5EF4-FFF2-40B4-BE49-F238E27FC236}">
                <a16:creationId xmlns:a16="http://schemas.microsoft.com/office/drawing/2014/main" id="{C57A4EAD-C8BC-42F6-8C7D-4762114983DD}"/>
              </a:ext>
            </a:extLst>
          </p:cNvPr>
          <p:cNvSpPr>
            <a:spLocks xmlns:a="http://schemas.openxmlformats.org/drawingml/2006/main" noGrp="1"/>
          </p:cNvSpPr>
          <p:nvPr/>
        </p:nvSpPr>
        <p:spPr>
          <a:xfrm xmlns:a="http://schemas.openxmlformats.org/drawingml/2006/main">
            <a:off x="10377351" y="4543425"/>
            <a:ext cx="6931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وقبس</a:t>
            </a:r>
          </a:p>
        </p:txBody>
      </p:sp>
      <p:sp>
        <p:nvSpPr>
          <p:cNvPr id="45" name="text-262">
            <a:extLst xmlns:a="http://schemas.openxmlformats.org/drawingml/2006/main">
              <a:ext uri="{FF2B5EF4-FFF2-40B4-BE49-F238E27FC236}">
                <a16:creationId xmlns:a16="http://schemas.microsoft.com/office/drawing/2014/main" id="{99A77E02-665E-4D40-A565-6FF8C7DCFE6E}"/>
              </a:ext>
            </a:extLst>
          </p:cNvPr>
          <p:cNvSpPr>
            <a:spLocks xmlns:a="http://schemas.openxmlformats.org/drawingml/2006/main" noGrp="1"/>
          </p:cNvSpPr>
          <p:nvPr/>
        </p:nvSpPr>
        <p:spPr>
          <a:xfrm xmlns:a="http://schemas.openxmlformats.org/drawingml/2006/main">
            <a:off x="9219429" y="4543425"/>
            <a:ext cx="109658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تستفيدان</a:t>
            </a:r>
          </a:p>
        </p:txBody>
      </p:sp>
      <p:sp>
        <p:nvSpPr>
          <p:cNvPr id="46" name="text-263">
            <a:extLst xmlns:a="http://schemas.openxmlformats.org/drawingml/2006/main">
              <a:ext uri="{FF2B5EF4-FFF2-40B4-BE49-F238E27FC236}">
                <a16:creationId xmlns:a16="http://schemas.microsoft.com/office/drawing/2014/main" id="{D6482FED-E08A-4AB9-9706-9920D1DC824A}"/>
              </a:ext>
            </a:extLst>
          </p:cNvPr>
          <p:cNvSpPr>
            <a:spLocks xmlns:a="http://schemas.openxmlformats.org/drawingml/2006/main" noGrp="1"/>
          </p:cNvSpPr>
          <p:nvPr/>
        </p:nvSpPr>
        <p:spPr>
          <a:xfrm xmlns:a="http://schemas.openxmlformats.org/drawingml/2006/main">
            <a:off x="8785539" y="45434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من</a:t>
            </a:r>
          </a:p>
        </p:txBody>
      </p:sp>
      <p:sp>
        <p:nvSpPr>
          <p:cNvPr id="47" name="text-264">
            <a:extLst xmlns:a="http://schemas.openxmlformats.org/drawingml/2006/main">
              <a:ext uri="{FF2B5EF4-FFF2-40B4-BE49-F238E27FC236}">
                <a16:creationId xmlns:a16="http://schemas.microsoft.com/office/drawing/2014/main" id="{D70FCFB9-56F4-4364-A50B-BEBB822D33DD}"/>
              </a:ext>
            </a:extLst>
          </p:cNvPr>
          <p:cNvSpPr>
            <a:spLocks xmlns:a="http://schemas.openxmlformats.org/drawingml/2006/main" noGrp="1"/>
          </p:cNvSpPr>
          <p:nvPr/>
        </p:nvSpPr>
        <p:spPr>
          <a:xfrm xmlns:a="http://schemas.openxmlformats.org/drawingml/2006/main">
            <a:off x="8110109" y="4543425"/>
            <a:ext cx="61408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أدوات</a:t>
            </a:r>
          </a:p>
        </p:txBody>
      </p:sp>
      <p:sp>
        <p:nvSpPr>
          <p:cNvPr id="48" name="text-265">
            <a:extLst xmlns:a="http://schemas.openxmlformats.org/drawingml/2006/main">
              <a:ext uri="{FF2B5EF4-FFF2-40B4-BE49-F238E27FC236}">
                <a16:creationId xmlns:a16="http://schemas.microsoft.com/office/drawing/2014/main" id="{F19B89CA-3E80-4133-9410-A9F598CFE17C}"/>
              </a:ext>
            </a:extLst>
          </p:cNvPr>
          <p:cNvSpPr>
            <a:spLocks xmlns:a="http://schemas.openxmlformats.org/drawingml/2006/main" noGrp="1"/>
          </p:cNvSpPr>
          <p:nvPr/>
        </p:nvSpPr>
        <p:spPr>
          <a:xfrm xmlns:a="http://schemas.openxmlformats.org/drawingml/2006/main">
            <a:off x="6999474" y="4543425"/>
            <a:ext cx="10492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سلسبيل</a:t>
            </a:r>
          </a:p>
        </p:txBody>
      </p:sp>
      <p:sp>
        <p:nvSpPr>
          <p:cNvPr id="49" name="text-266">
            <a:extLst xmlns:a="http://schemas.openxmlformats.org/drawingml/2006/main">
              <a:ext uri="{FF2B5EF4-FFF2-40B4-BE49-F238E27FC236}">
                <a16:creationId xmlns:a16="http://schemas.microsoft.com/office/drawing/2014/main" id="{4928CCAC-975B-41B2-B463-4F1D6202F64E}"/>
              </a:ext>
            </a:extLst>
          </p:cNvPr>
          <p:cNvSpPr>
            <a:spLocks xmlns:a="http://schemas.openxmlformats.org/drawingml/2006/main" noGrp="1"/>
          </p:cNvSpPr>
          <p:nvPr/>
        </p:nvSpPr>
        <p:spPr>
          <a:xfrm xmlns:a="http://schemas.openxmlformats.org/drawingml/2006/main">
            <a:off x="6291865" y="4543425"/>
            <a:ext cx="6462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لقراءة</a:t>
            </a:r>
          </a:p>
        </p:txBody>
      </p:sp>
      <p:sp>
        <p:nvSpPr>
          <p:cNvPr id="50" name="text-267">
            <a:extLst xmlns:a="http://schemas.openxmlformats.org/drawingml/2006/main">
              <a:ext uri="{FF2B5EF4-FFF2-40B4-BE49-F238E27FC236}">
                <a16:creationId xmlns:a16="http://schemas.microsoft.com/office/drawing/2014/main" id="{0438E1AE-D9E0-48B8-9D0E-D519725A1C7F}"/>
              </a:ext>
            </a:extLst>
          </p:cNvPr>
          <p:cNvSpPr>
            <a:spLocks xmlns:a="http://schemas.openxmlformats.org/drawingml/2006/main" noGrp="1"/>
          </p:cNvSpPr>
          <p:nvPr/>
        </p:nvSpPr>
        <p:spPr>
          <a:xfrm xmlns:a="http://schemas.openxmlformats.org/drawingml/2006/main">
            <a:off x="5392063" y="4543425"/>
            <a:ext cx="8384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المصادر</a:t>
            </a:r>
          </a:p>
        </p:txBody>
      </p:sp>
      <p:sp>
        <p:nvSpPr>
          <p:cNvPr id="51" name="text-268">
            <a:extLst xmlns:a="http://schemas.openxmlformats.org/drawingml/2006/main">
              <a:ext uri="{FF2B5EF4-FFF2-40B4-BE49-F238E27FC236}">
                <a16:creationId xmlns:a16="http://schemas.microsoft.com/office/drawing/2014/main" id="{AF372459-0531-4350-9C08-EEC725E1FE02}"/>
              </a:ext>
            </a:extLst>
          </p:cNvPr>
          <p:cNvSpPr>
            <a:spLocks xmlns:a="http://schemas.openxmlformats.org/drawingml/2006/main" noGrp="1"/>
          </p:cNvSpPr>
          <p:nvPr/>
        </p:nvSpPr>
        <p:spPr>
          <a:xfrm xmlns:a="http://schemas.openxmlformats.org/drawingml/2006/main">
            <a:off x="4825728" y="4543425"/>
            <a:ext cx="5049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وربط</a:t>
            </a:r>
          </a:p>
        </p:txBody>
      </p:sp>
      <p:sp>
        <p:nvSpPr>
          <p:cNvPr id="52" name="text-269">
            <a:extLst xmlns:a="http://schemas.openxmlformats.org/drawingml/2006/main">
              <a:ext uri="{FF2B5EF4-FFF2-40B4-BE49-F238E27FC236}">
                <a16:creationId xmlns:a16="http://schemas.microsoft.com/office/drawing/2014/main" id="{3062C079-9E5B-47FF-B7A8-0B5792C423BF}"/>
              </a:ext>
            </a:extLst>
          </p:cNvPr>
          <p:cNvSpPr>
            <a:spLocks xmlns:a="http://schemas.openxmlformats.org/drawingml/2006/main" noGrp="1"/>
          </p:cNvSpPr>
          <p:nvPr/>
        </p:nvSpPr>
        <p:spPr>
          <a:xfrm xmlns:a="http://schemas.openxmlformats.org/drawingml/2006/main">
            <a:off x="4150690" y="4543425"/>
            <a:ext cx="61369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الأدلة</a:t>
            </a:r>
          </a:p>
        </p:txBody>
      </p:sp>
      <p:sp>
        <p:nvSpPr>
          <p:cNvPr id="53" name="text-270">
            <a:extLst xmlns:a="http://schemas.openxmlformats.org/drawingml/2006/main">
              <a:ext uri="{FF2B5EF4-FFF2-40B4-BE49-F238E27FC236}">
                <a16:creationId xmlns:a16="http://schemas.microsoft.com/office/drawing/2014/main" id="{27E4EB73-2804-422D-BD26-337A079B3F90}"/>
              </a:ext>
            </a:extLst>
          </p:cNvPr>
          <p:cNvSpPr>
            <a:spLocks xmlns:a="http://schemas.openxmlformats.org/drawingml/2006/main" noGrp="1"/>
          </p:cNvSpPr>
          <p:nvPr/>
        </p:nvSpPr>
        <p:spPr>
          <a:xfrm xmlns:a="http://schemas.openxmlformats.org/drawingml/2006/main">
            <a:off x="10987638" y="5324475"/>
            <a:ext cx="594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مفتاح</a:t>
            </a:r>
          </a:p>
        </p:txBody>
      </p:sp>
      <p:sp>
        <p:nvSpPr>
          <p:cNvPr id="54" name="text-271">
            <a:extLst xmlns:a="http://schemas.openxmlformats.org/drawingml/2006/main">
              <a:ext uri="{FF2B5EF4-FFF2-40B4-BE49-F238E27FC236}">
                <a16:creationId xmlns:a16="http://schemas.microsoft.com/office/drawing/2014/main" id="{C3921D37-12E8-49E9-99E3-A490A73506BD}"/>
              </a:ext>
            </a:extLst>
          </p:cNvPr>
          <p:cNvSpPr>
            <a:spLocks xmlns:a="http://schemas.openxmlformats.org/drawingml/2006/main" noGrp="1"/>
          </p:cNvSpPr>
          <p:nvPr/>
        </p:nvSpPr>
        <p:spPr>
          <a:xfrm xmlns:a="http://schemas.openxmlformats.org/drawingml/2006/main">
            <a:off x="10199597" y="53244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الخدمة</a:t>
            </a:r>
          </a:p>
        </p:txBody>
      </p:sp>
      <p:sp>
        <p:nvSpPr>
          <p:cNvPr id="55" name="text-272">
            <a:extLst xmlns:a="http://schemas.openxmlformats.org/drawingml/2006/main">
              <a:ext uri="{FF2B5EF4-FFF2-40B4-BE49-F238E27FC236}">
                <a16:creationId xmlns:a16="http://schemas.microsoft.com/office/drawing/2014/main" id="{39E44B9C-3372-410C-8A7C-FDE36DDEDBFF}"/>
              </a:ext>
            </a:extLst>
          </p:cNvPr>
          <p:cNvSpPr>
            <a:spLocks xmlns:a="http://schemas.openxmlformats.org/drawingml/2006/main" noGrp="1"/>
          </p:cNvSpPr>
          <p:nvPr/>
        </p:nvSpPr>
        <p:spPr>
          <a:xfrm xmlns:a="http://schemas.openxmlformats.org/drawingml/2006/main">
            <a:off x="9761014" y="5324475"/>
            <a:ext cx="38324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في</a:t>
            </a:r>
          </a:p>
        </p:txBody>
      </p:sp>
      <p:sp>
        <p:nvSpPr>
          <p:cNvPr id="56" name="text-273">
            <a:extLst xmlns:a="http://schemas.openxmlformats.org/drawingml/2006/main">
              <a:ext uri="{FF2B5EF4-FFF2-40B4-BE49-F238E27FC236}">
                <a16:creationId xmlns:a16="http://schemas.microsoft.com/office/drawing/2014/main" id="{2675D9A7-4793-4E57-B129-B10F50EFFAAA}"/>
              </a:ext>
            </a:extLst>
          </p:cNvPr>
          <p:cNvSpPr>
            <a:spLocks xmlns:a="http://schemas.openxmlformats.org/drawingml/2006/main" noGrp="1"/>
          </p:cNvSpPr>
          <p:nvPr/>
        </p:nvSpPr>
        <p:spPr>
          <a:xfrm xmlns:a="http://schemas.openxmlformats.org/drawingml/2006/main">
            <a:off x="9040471" y="5324475"/>
            <a:ext cx="6652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الخادم</a:t>
            </a:r>
          </a:p>
        </p:txBody>
      </p:sp>
      <p:sp>
        <p:nvSpPr>
          <p:cNvPr id="57" name="text-274">
            <a:extLst xmlns:a="http://schemas.openxmlformats.org/drawingml/2006/main">
              <a:ext uri="{FF2B5EF4-FFF2-40B4-BE49-F238E27FC236}">
                <a16:creationId xmlns:a16="http://schemas.microsoft.com/office/drawing/2014/main" id="{10E89233-3633-43C6-9530-5797BD61C388}"/>
              </a:ext>
            </a:extLst>
          </p:cNvPr>
          <p:cNvSpPr>
            <a:spLocks xmlns:a="http://schemas.openxmlformats.org/drawingml/2006/main" noGrp="1"/>
          </p:cNvSpPr>
          <p:nvPr/>
        </p:nvSpPr>
        <p:spPr>
          <a:xfrm xmlns:a="http://schemas.openxmlformats.org/drawingml/2006/main">
            <a:off x="8860304" y="53244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58" name="text-275">
            <a:extLst xmlns:a="http://schemas.openxmlformats.org/drawingml/2006/main">
              <a:ext uri="{FF2B5EF4-FFF2-40B4-BE49-F238E27FC236}">
                <a16:creationId xmlns:a16="http://schemas.microsoft.com/office/drawing/2014/main" id="{80F40157-8015-4BF5-B683-B0DC1548E59F}"/>
              </a:ext>
            </a:extLst>
          </p:cNvPr>
          <p:cNvSpPr>
            <a:spLocks xmlns:a="http://schemas.openxmlformats.org/drawingml/2006/main" noGrp="1"/>
          </p:cNvSpPr>
          <p:nvPr/>
        </p:nvSpPr>
        <p:spPr>
          <a:xfrm xmlns:a="http://schemas.openxmlformats.org/drawingml/2006/main">
            <a:off x="8295162" y="5324475"/>
            <a:ext cx="5098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أوزان</a:t>
            </a:r>
          </a:p>
        </p:txBody>
      </p:sp>
      <p:sp>
        <p:nvSpPr>
          <p:cNvPr id="59" name="text-276">
            <a:extLst xmlns:a="http://schemas.openxmlformats.org/drawingml/2006/main">
              <a:ext uri="{FF2B5EF4-FFF2-40B4-BE49-F238E27FC236}">
                <a16:creationId xmlns:a16="http://schemas.microsoft.com/office/drawing/2014/main" id="{54CD68F6-C93E-4E50-953E-BAF85417A219}"/>
              </a:ext>
            </a:extLst>
          </p:cNvPr>
          <p:cNvSpPr>
            <a:spLocks xmlns:a="http://schemas.openxmlformats.org/drawingml/2006/main" noGrp="1"/>
          </p:cNvSpPr>
          <p:nvPr/>
        </p:nvSpPr>
        <p:spPr>
          <a:xfrm xmlns:a="http://schemas.openxmlformats.org/drawingml/2006/main">
            <a:off x="7465818" y="5324475"/>
            <a:ext cx="77400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النموذج</a:t>
            </a:r>
          </a:p>
        </p:txBody>
      </p:sp>
      <p:sp>
        <p:nvSpPr>
          <p:cNvPr id="60" name="text-277">
            <a:extLst xmlns:a="http://schemas.openxmlformats.org/drawingml/2006/main">
              <a:ext uri="{FF2B5EF4-FFF2-40B4-BE49-F238E27FC236}">
                <a16:creationId xmlns:a16="http://schemas.microsoft.com/office/drawing/2014/main" id="{8AD1A247-18AC-46C2-A31F-510741402356}"/>
              </a:ext>
            </a:extLst>
          </p:cNvPr>
          <p:cNvSpPr>
            <a:spLocks xmlns:a="http://schemas.openxmlformats.org/drawingml/2006/main" noGrp="1"/>
          </p:cNvSpPr>
          <p:nvPr/>
        </p:nvSpPr>
        <p:spPr>
          <a:xfrm xmlns:a="http://schemas.openxmlformats.org/drawingml/2006/main">
            <a:off x="6611554" y="5324475"/>
            <a:ext cx="7989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ومصنعه</a:t>
            </a:r>
          </a:p>
        </p:txBody>
      </p:sp>
      <p:sp>
        <p:nvSpPr>
          <p:cNvPr id="61" name="text-278">
            <a:extLst xmlns:a="http://schemas.openxmlformats.org/drawingml/2006/main">
              <a:ext uri="{FF2B5EF4-FFF2-40B4-BE49-F238E27FC236}">
                <a16:creationId xmlns:a16="http://schemas.microsoft.com/office/drawing/2014/main" id="{DC27810E-E396-46A2-A877-4D58163C2B9D}"/>
              </a:ext>
            </a:extLst>
          </p:cNvPr>
          <p:cNvSpPr>
            <a:spLocks xmlns:a="http://schemas.openxmlformats.org/drawingml/2006/main" noGrp="1"/>
          </p:cNvSpPr>
          <p:nvPr/>
        </p:nvSpPr>
        <p:spPr>
          <a:xfrm xmlns:a="http://schemas.openxmlformats.org/drawingml/2006/main">
            <a:off x="6045824" y="5324475"/>
            <a:ext cx="5103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خارج</a:t>
            </a:r>
          </a:p>
        </p:txBody>
      </p:sp>
      <p:sp>
        <p:nvSpPr>
          <p:cNvPr id="62" name="text-279">
            <a:extLst xmlns:a="http://schemas.openxmlformats.org/drawingml/2006/main">
              <a:ext uri="{FF2B5EF4-FFF2-40B4-BE49-F238E27FC236}">
                <a16:creationId xmlns:a16="http://schemas.microsoft.com/office/drawing/2014/main" id="{9136E860-1595-47B0-BCCE-86740DF13763}"/>
              </a:ext>
            </a:extLst>
          </p:cNvPr>
          <p:cNvSpPr>
            <a:spLocks xmlns:a="http://schemas.openxmlformats.org/drawingml/2006/main" noGrp="1"/>
          </p:cNvSpPr>
          <p:nvPr/>
        </p:nvSpPr>
        <p:spPr>
          <a:xfrm xmlns:a="http://schemas.openxmlformats.org/drawingml/2006/main">
            <a:off x="5425056" y="5324475"/>
            <a:ext cx="56542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نطاق</a:t>
            </a:r>
          </a:p>
        </p:txBody>
      </p:sp>
      <p:sp>
        <p:nvSpPr>
          <p:cNvPr id="63" name="text-280">
            <a:extLst xmlns:a="http://schemas.openxmlformats.org/drawingml/2006/main">
              <a:ext uri="{FF2B5EF4-FFF2-40B4-BE49-F238E27FC236}">
                <a16:creationId xmlns:a16="http://schemas.microsoft.com/office/drawing/2014/main" id="{E1433874-DDAE-4873-9E83-12CD28A233BC}"/>
              </a:ext>
            </a:extLst>
          </p:cNvPr>
          <p:cNvSpPr>
            <a:spLocks xmlns:a="http://schemas.openxmlformats.org/drawingml/2006/main" noGrp="1"/>
          </p:cNvSpPr>
          <p:nvPr/>
        </p:nvSpPr>
        <p:spPr>
          <a:xfrm xmlns:a="http://schemas.openxmlformats.org/drawingml/2006/main">
            <a:off x="4516539" y="5324475"/>
            <a:ext cx="8531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التسليم</a:t>
            </a:r>
          </a:p>
        </p:txBody>
      </p:sp>
    </p:spTree>
    <p:extLst>
      <p:ext uri="{BB962C8B-B14F-4D97-AF65-F5344CB8AC3E}">
        <p14:creationId xmlns:p14="http://schemas.microsoft.com/office/powerpoint/2010/main" val="1697803907"/>
      </p:ext>
    </p:extLst>
  </p:cSld>
</p:sld>
</file>

<file path=ppt/slides/slide8.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0" name="text-281">
            <a:extLst xmlns:a="http://schemas.openxmlformats.org/drawingml/2006/main">
              <a:ext uri="{FF2B5EF4-FFF2-40B4-BE49-F238E27FC236}">
                <a16:creationId xmlns:a16="http://schemas.microsoft.com/office/drawing/2014/main" id="{157E7DBB-B9F4-41B1-8575-7D8B0EAFD5F2}"/>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الذاكرة</a:t>
            </a:r>
          </a:p>
        </p:txBody>
      </p:sp>
      <p:sp>
        <p:nvSpPr>
          <p:cNvPr id="2" name="text-282">
            <a:extLst xmlns:a="http://schemas.openxmlformats.org/drawingml/2006/main">
              <a:ext uri="{FF2B5EF4-FFF2-40B4-BE49-F238E27FC236}">
                <a16:creationId xmlns:a16="http://schemas.microsoft.com/office/drawing/2014/main" id="{0C8D99D6-F779-4E44-9E36-A1E4DFA982EB}"/>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المهيكلة</a:t>
            </a:r>
          </a:p>
        </p:txBody>
      </p:sp>
      <p:sp>
        <p:nvSpPr>
          <p:cNvPr id="3" name="text-283">
            <a:extLst xmlns:a="http://schemas.openxmlformats.org/drawingml/2006/main">
              <a:ext uri="{FF2B5EF4-FFF2-40B4-BE49-F238E27FC236}">
                <a16:creationId xmlns:a16="http://schemas.microsoft.com/office/drawing/2014/main" id="{5AFFBB8B-7092-4897-994B-E44652815FB0}"/>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النص</a:t>
            </a:r>
          </a:p>
        </p:txBody>
      </p:sp>
      <p:sp>
        <p:nvSpPr>
          <p:cNvPr id="4" name="text-284">
            <a:extLst xmlns:a="http://schemas.openxmlformats.org/drawingml/2006/main">
              <a:ext uri="{FF2B5EF4-FFF2-40B4-BE49-F238E27FC236}">
                <a16:creationId xmlns:a16="http://schemas.microsoft.com/office/drawing/2014/main" id="{5F2E861B-6D72-4DDB-B939-50A1ACD1E6A8}"/>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a:t>
            </a:r>
          </a:p>
        </p:txBody>
      </p:sp>
      <p:sp>
        <p:nvSpPr>
          <p:cNvPr id="5" name="text-285">
            <a:extLst xmlns:a="http://schemas.openxmlformats.org/drawingml/2006/main">
              <a:ext uri="{FF2B5EF4-FFF2-40B4-BE49-F238E27FC236}">
                <a16:creationId xmlns:a16="http://schemas.microsoft.com/office/drawing/2014/main" id="{36A1A4CD-14D6-4EF3-A051-73F768C3F2F7}"/>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أصله</a:t>
            </a:r>
          </a:p>
        </p:txBody>
      </p:sp>
      <p:sp>
        <p:nvSpPr>
          <p:cNvPr id="6" name="shape-286">
            <a:extLst xmlns:a="http://schemas.openxmlformats.org/drawingml/2006/main">
              <a:ext uri="{FF2B5EF4-FFF2-40B4-BE49-F238E27FC236}">
                <a16:creationId xmlns:a16="http://schemas.microsoft.com/office/drawing/2014/main" id="{9BEE6392-9F14-46B4-AF06-36A37543093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287">
            <a:extLst xmlns:a="http://schemas.openxmlformats.org/drawingml/2006/main">
              <a:ext uri="{FF2B5EF4-FFF2-40B4-BE49-F238E27FC236}">
                <a16:creationId xmlns:a16="http://schemas.microsoft.com/office/drawing/2014/main" id="{D4D46C66-6D05-44DC-B70A-4DED51EC575B}"/>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288">
            <a:extLst xmlns:a="http://schemas.openxmlformats.org/drawingml/2006/main">
              <a:ext uri="{FF2B5EF4-FFF2-40B4-BE49-F238E27FC236}">
                <a16:creationId xmlns:a16="http://schemas.microsoft.com/office/drawing/2014/main" id="{F21DECB0-9AAA-49E5-8530-F44A944F2E2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289">
            <a:extLst xmlns:a="http://schemas.openxmlformats.org/drawingml/2006/main">
              <a:ext uri="{FF2B5EF4-FFF2-40B4-BE49-F238E27FC236}">
                <a16:creationId xmlns:a16="http://schemas.microsoft.com/office/drawing/2014/main" id="{E20E3C0A-69EF-4120-9D59-D988250FB26E}"/>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290">
            <a:extLst xmlns:a="http://schemas.openxmlformats.org/drawingml/2006/main">
              <a:ext uri="{FF2B5EF4-FFF2-40B4-BE49-F238E27FC236}">
                <a16:creationId xmlns:a16="http://schemas.microsoft.com/office/drawing/2014/main" id="{ABA1E40C-7B91-4023-A023-5612F95AA74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291">
            <a:extLst xmlns:a="http://schemas.openxmlformats.org/drawingml/2006/main">
              <a:ext uri="{FF2B5EF4-FFF2-40B4-BE49-F238E27FC236}">
                <a16:creationId xmlns:a16="http://schemas.microsoft.com/office/drawing/2014/main" id="{14C4AC82-C14F-45E5-872C-CCB18EDC2DB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292">
            <a:extLst xmlns:a="http://schemas.openxmlformats.org/drawingml/2006/main">
              <a:ext uri="{FF2B5EF4-FFF2-40B4-BE49-F238E27FC236}">
                <a16:creationId xmlns:a16="http://schemas.microsoft.com/office/drawing/2014/main" id="{22DDA7B6-A256-4579-96C8-5293DD86F87D}"/>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293">
            <a:extLst xmlns:a="http://schemas.openxmlformats.org/drawingml/2006/main">
              <a:ext uri="{FF2B5EF4-FFF2-40B4-BE49-F238E27FC236}">
                <a16:creationId xmlns:a16="http://schemas.microsoft.com/office/drawing/2014/main" id="{472B88CB-76F3-4CED-B41D-C8E300CEA3BB}"/>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08</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c3d3806a2400462d"/>
          <a:stretch xmlns:a="http://schemas.openxmlformats.org/drawingml/2006/main"/>
        </p:blipFill>
        <p:spPr>
          <a:xfrm xmlns:a="http://schemas.openxmlformats.org/drawingml/2006/main">
            <a:off x="609600" y="1453692"/>
            <a:ext cx="7239000" cy="4074441"/>
          </a:xfrm>
          <a:prstGeom xmlns:a="http://schemas.openxmlformats.org/drawingml/2006/main" prst="rect">
            <a:avLst/>
          </a:prstGeom>
        </p:spPr>
      </p:pic>
      <p:sp>
        <p:nvSpPr>
          <p:cNvPr id="15" name="text-294">
            <a:extLst xmlns:a="http://schemas.openxmlformats.org/drawingml/2006/main">
              <a:ext uri="{FF2B5EF4-FFF2-40B4-BE49-F238E27FC236}">
                <a16:creationId xmlns:a16="http://schemas.microsoft.com/office/drawing/2014/main" id="{4D5933DD-464A-4FE0-953F-E947B922AC49}"/>
              </a:ext>
            </a:extLst>
          </p:cNvPr>
          <p:cNvSpPr>
            <a:spLocks xmlns:a="http://schemas.openxmlformats.org/drawingml/2006/main" noGrp="1"/>
          </p:cNvSpPr>
          <p:nvPr/>
        </p:nvSpPr>
        <p:spPr>
          <a:xfrm xmlns:a="http://schemas.openxmlformats.org/drawingml/2006/main">
            <a:off x="10394312" y="1762125"/>
            <a:ext cx="118808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استلهمنا</a:t>
            </a:r>
          </a:p>
        </p:txBody>
      </p:sp>
      <p:sp>
        <p:nvSpPr>
          <p:cNvPr id="16" name="text-295">
            <a:extLst xmlns:a="http://schemas.openxmlformats.org/drawingml/2006/main">
              <a:ext uri="{FF2B5EF4-FFF2-40B4-BE49-F238E27FC236}">
                <a16:creationId xmlns:a16="http://schemas.microsoft.com/office/drawing/2014/main" id="{4395C229-3A11-47E0-BD75-5BA679E49148}"/>
              </a:ext>
            </a:extLst>
          </p:cNvPr>
          <p:cNvSpPr>
            <a:spLocks xmlns:a="http://schemas.openxmlformats.org/drawingml/2006/main" noGrp="1"/>
          </p:cNvSpPr>
          <p:nvPr/>
        </p:nvSpPr>
        <p:spPr>
          <a:xfrm xmlns:a="http://schemas.openxmlformats.org/drawingml/2006/main">
            <a:off x="9811466" y="1762125"/>
            <a:ext cx="5237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دقة</a:t>
            </a:r>
          </a:p>
        </p:txBody>
      </p:sp>
      <p:sp>
        <p:nvSpPr>
          <p:cNvPr id="17" name="text-296">
            <a:extLst xmlns:a="http://schemas.openxmlformats.org/drawingml/2006/main">
              <a:ext uri="{FF2B5EF4-FFF2-40B4-BE49-F238E27FC236}">
                <a16:creationId xmlns:a16="http://schemas.microsoft.com/office/drawing/2014/main" id="{92A27413-326D-4D1D-BF52-E5B0F247EEB7}"/>
              </a:ext>
            </a:extLst>
          </p:cNvPr>
          <p:cNvSpPr>
            <a:spLocks xmlns:a="http://schemas.openxmlformats.org/drawingml/2006/main" noGrp="1"/>
          </p:cNvSpPr>
          <p:nvPr/>
        </p:nvSpPr>
        <p:spPr>
          <a:xfrm xmlns:a="http://schemas.openxmlformats.org/drawingml/2006/main">
            <a:off x="8928964" y="1762125"/>
            <a:ext cx="82344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الحفظ</a:t>
            </a:r>
          </a:p>
        </p:txBody>
      </p:sp>
      <p:sp>
        <p:nvSpPr>
          <p:cNvPr id="18" name="text-297">
            <a:extLst xmlns:a="http://schemas.openxmlformats.org/drawingml/2006/main">
              <a:ext uri="{FF2B5EF4-FFF2-40B4-BE49-F238E27FC236}">
                <a16:creationId xmlns:a16="http://schemas.microsoft.com/office/drawing/2014/main" id="{5DB77B04-443B-407C-9C41-D41D04BCB046}"/>
              </a:ext>
            </a:extLst>
          </p:cNvPr>
          <p:cNvSpPr>
            <a:spLocks xmlns:a="http://schemas.openxmlformats.org/drawingml/2006/main" noGrp="1"/>
          </p:cNvSpPr>
          <p:nvPr/>
        </p:nvSpPr>
        <p:spPr>
          <a:xfrm xmlns:a="http://schemas.openxmlformats.org/drawingml/2006/main">
            <a:off x="11100756" y="2667000"/>
            <a:ext cx="4816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يعود</a:t>
            </a:r>
          </a:p>
        </p:txBody>
      </p:sp>
      <p:sp>
        <p:nvSpPr>
          <p:cNvPr id="19" name="text-298">
            <a:extLst xmlns:a="http://schemas.openxmlformats.org/drawingml/2006/main">
              <a:ext uri="{FF2B5EF4-FFF2-40B4-BE49-F238E27FC236}">
                <a16:creationId xmlns:a16="http://schemas.microsoft.com/office/drawing/2014/main" id="{CB8B9657-20E7-4BDD-87DC-29216222FE0A}"/>
              </a:ext>
            </a:extLst>
          </p:cNvPr>
          <p:cNvSpPr>
            <a:spLocks xmlns:a="http://schemas.openxmlformats.org/drawingml/2006/main" noGrp="1"/>
          </p:cNvSpPr>
          <p:nvPr/>
        </p:nvSpPr>
        <p:spPr>
          <a:xfrm xmlns:a="http://schemas.openxmlformats.org/drawingml/2006/main">
            <a:off x="10461724" y="266700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النص</a:t>
            </a:r>
          </a:p>
        </p:txBody>
      </p:sp>
      <p:sp>
        <p:nvSpPr>
          <p:cNvPr id="20" name="text-299">
            <a:extLst xmlns:a="http://schemas.openxmlformats.org/drawingml/2006/main">
              <a:ext uri="{FF2B5EF4-FFF2-40B4-BE49-F238E27FC236}">
                <a16:creationId xmlns:a16="http://schemas.microsoft.com/office/drawing/2014/main" id="{DA2CD727-0FD4-4F68-8956-A65685A8AAD9}"/>
              </a:ext>
            </a:extLst>
          </p:cNvPr>
          <p:cNvSpPr>
            <a:spLocks xmlns:a="http://schemas.openxmlformats.org/drawingml/2006/main" noGrp="1"/>
          </p:cNvSpPr>
          <p:nvPr/>
        </p:nvSpPr>
        <p:spPr>
          <a:xfrm xmlns:a="http://schemas.openxmlformats.org/drawingml/2006/main">
            <a:off x="9833680" y="2667000"/>
            <a:ext cx="56670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كاملًا</a:t>
            </a:r>
          </a:p>
        </p:txBody>
      </p:sp>
      <p:sp>
        <p:nvSpPr>
          <p:cNvPr id="21" name="text-300">
            <a:extLst xmlns:a="http://schemas.openxmlformats.org/drawingml/2006/main">
              <a:ext uri="{FF2B5EF4-FFF2-40B4-BE49-F238E27FC236}">
                <a16:creationId xmlns:a16="http://schemas.microsoft.com/office/drawing/2014/main" id="{E5BC6D9E-B9B3-4721-BE51-ED6C8CD0E2D2}"/>
              </a:ext>
            </a:extLst>
          </p:cNvPr>
          <p:cNvSpPr>
            <a:spLocks xmlns:a="http://schemas.openxmlformats.org/drawingml/2006/main" noGrp="1"/>
          </p:cNvSpPr>
          <p:nvPr/>
        </p:nvSpPr>
        <p:spPr>
          <a:xfrm xmlns:a="http://schemas.openxmlformats.org/drawingml/2006/main">
            <a:off x="10741977" y="3181350"/>
            <a:ext cx="8404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بموضعه</a:t>
            </a:r>
          </a:p>
        </p:txBody>
      </p:sp>
      <p:sp>
        <p:nvSpPr>
          <p:cNvPr id="22" name="text-301">
            <a:extLst xmlns:a="http://schemas.openxmlformats.org/drawingml/2006/main">
              <a:ext uri="{FF2B5EF4-FFF2-40B4-BE49-F238E27FC236}">
                <a16:creationId xmlns:a16="http://schemas.microsoft.com/office/drawing/2014/main" id="{65351A9B-C78A-4A0E-8478-64EC7517169E}"/>
              </a:ext>
            </a:extLst>
          </p:cNvPr>
          <p:cNvSpPr>
            <a:spLocks xmlns:a="http://schemas.openxmlformats.org/drawingml/2006/main" noGrp="1"/>
          </p:cNvSpPr>
          <p:nvPr/>
        </p:nvSpPr>
        <p:spPr>
          <a:xfrm xmlns:a="http://schemas.openxmlformats.org/drawingml/2006/main">
            <a:off x="10064790" y="3181350"/>
            <a:ext cx="61879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النحل</a:t>
            </a:r>
          </a:p>
        </p:txBody>
      </p:sp>
      <p:sp>
        <p:nvSpPr>
          <p:cNvPr id="23" name="text-302">
            <a:extLst xmlns:a="http://schemas.openxmlformats.org/drawingml/2006/main">
              <a:ext uri="{FF2B5EF4-FFF2-40B4-BE49-F238E27FC236}">
                <a16:creationId xmlns:a16="http://schemas.microsoft.com/office/drawing/2014/main" id="{8001911B-ED59-49A7-B094-7478C353814E}"/>
              </a:ext>
            </a:extLst>
          </p:cNvPr>
          <p:cNvSpPr>
            <a:spLocks xmlns:a="http://schemas.openxmlformats.org/drawingml/2006/main" noGrp="1"/>
          </p:cNvSpPr>
          <p:nvPr/>
        </p:nvSpPr>
        <p:spPr>
          <a:xfrm xmlns:a="http://schemas.openxmlformats.org/drawingml/2006/main">
            <a:off x="9676629" y="3181350"/>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٩٠</a:t>
            </a:r>
          </a:p>
        </p:txBody>
      </p:sp>
      <p:sp>
        <p:nvSpPr>
          <p:cNvPr id="24" name="text-303">
            <a:extLst xmlns:a="http://schemas.openxmlformats.org/drawingml/2006/main">
              <a:ext uri="{FF2B5EF4-FFF2-40B4-BE49-F238E27FC236}">
                <a16:creationId xmlns:a16="http://schemas.microsoft.com/office/drawing/2014/main" id="{16EA669C-65B2-4526-AA02-4E9EA15DFCCF}"/>
              </a:ext>
            </a:extLst>
          </p:cNvPr>
          <p:cNvSpPr>
            <a:spLocks xmlns:a="http://schemas.openxmlformats.org/drawingml/2006/main" noGrp="1"/>
          </p:cNvSpPr>
          <p:nvPr/>
        </p:nvSpPr>
        <p:spPr>
          <a:xfrm xmlns:a="http://schemas.openxmlformats.org/drawingml/2006/main">
            <a:off x="10932207" y="4086225"/>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افحص</a:t>
            </a:r>
          </a:p>
        </p:txBody>
      </p:sp>
      <p:sp>
        <p:nvSpPr>
          <p:cNvPr id="25" name="text-304">
            <a:extLst xmlns:a="http://schemas.openxmlformats.org/drawingml/2006/main">
              <a:ext uri="{FF2B5EF4-FFF2-40B4-BE49-F238E27FC236}">
                <a16:creationId xmlns:a16="http://schemas.microsoft.com/office/drawing/2014/main" id="{18EE6B98-7D35-4E4E-B561-329943C9EA3A}"/>
              </a:ext>
            </a:extLst>
          </p:cNvPr>
          <p:cNvSpPr>
            <a:spLocks xmlns:a="http://schemas.openxmlformats.org/drawingml/2006/main" noGrp="1"/>
          </p:cNvSpPr>
          <p:nvPr/>
        </p:nvSpPr>
        <p:spPr>
          <a:xfrm xmlns:a="http://schemas.openxmlformats.org/drawingml/2006/main">
            <a:off x="9983564" y="4086225"/>
            <a:ext cx="8933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المطابقة</a:t>
            </a:r>
          </a:p>
        </p:txBody>
      </p:sp>
      <p:sp>
        <p:nvSpPr>
          <p:cNvPr id="26" name="text-305">
            <a:extLst xmlns:a="http://schemas.openxmlformats.org/drawingml/2006/main">
              <a:ext uri="{FF2B5EF4-FFF2-40B4-BE49-F238E27FC236}">
                <a16:creationId xmlns:a16="http://schemas.microsoft.com/office/drawing/2014/main" id="{AF0F0DBE-7244-4B36-A2A6-FFE3C6337F69}"/>
              </a:ext>
            </a:extLst>
          </p:cNvPr>
          <p:cNvSpPr>
            <a:spLocks xmlns:a="http://schemas.openxmlformats.org/drawingml/2006/main" noGrp="1"/>
          </p:cNvSpPr>
          <p:nvPr/>
        </p:nvSpPr>
        <p:spPr>
          <a:xfrm xmlns:a="http://schemas.openxmlformats.org/drawingml/2006/main">
            <a:off x="9366916" y="4086225"/>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حرفيًا</a:t>
            </a:r>
          </a:p>
        </p:txBody>
      </p:sp>
      <p:sp>
        <p:nvSpPr>
          <p:cNvPr id="27" name="text-306">
            <a:extLst xmlns:a="http://schemas.openxmlformats.org/drawingml/2006/main">
              <a:ext uri="{FF2B5EF4-FFF2-40B4-BE49-F238E27FC236}">
                <a16:creationId xmlns:a16="http://schemas.microsoft.com/office/drawing/2014/main" id="{DDBC3152-8317-497D-B4BF-5ACC30967DF8}"/>
              </a:ext>
            </a:extLst>
          </p:cNvPr>
          <p:cNvSpPr>
            <a:spLocks xmlns:a="http://schemas.openxmlformats.org/drawingml/2006/main" noGrp="1"/>
          </p:cNvSpPr>
          <p:nvPr/>
        </p:nvSpPr>
        <p:spPr>
          <a:xfrm xmlns:a="http://schemas.openxmlformats.org/drawingml/2006/main">
            <a:off x="7915275" y="4638675"/>
            <a:ext cx="3667125"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1">
                <a:solidFill>
                  <a:srgbClr val="EDCA7E"/>
                </a:solidFill>
                <a:latin typeface="Tahoma"/>
                <a:ea typeface="Tahoma"/>
                <a:cs typeface="Tahoma"/>
              </a:defRPr>
            </a:pPr>
            <a:r>
              <a:rPr sz="1725" b="1">
                <a:solidFill>
                  <a:srgbClr val="EDCA7E"/>
                </a:solidFill>
                <a:latin typeface="Tahoma"/>
                <a:ea typeface="Tahoma"/>
                <a:cs typeface="Tahoma"/>
              </a:rPr>
              <a:t>NMN · SA 1020268774</a:t>
            </a:r>
          </a:p>
        </p:txBody>
      </p:sp>
      <p:sp>
        <p:nvSpPr>
          <p:cNvPr id="28" name="text-307">
            <a:extLst xmlns:a="http://schemas.openxmlformats.org/drawingml/2006/main">
              <a:ext uri="{FF2B5EF4-FFF2-40B4-BE49-F238E27FC236}">
                <a16:creationId xmlns:a16="http://schemas.microsoft.com/office/drawing/2014/main" id="{88CC99D5-FA04-44E1-A5AD-B635051A7C48}"/>
              </a:ext>
            </a:extLst>
          </p:cNvPr>
          <p:cNvSpPr>
            <a:spLocks xmlns:a="http://schemas.openxmlformats.org/drawingml/2006/main" noGrp="1"/>
          </p:cNvSpPr>
          <p:nvPr/>
        </p:nvSpPr>
        <p:spPr>
          <a:xfrm xmlns:a="http://schemas.openxmlformats.org/drawingml/2006/main">
            <a:off x="11058570" y="5610225"/>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لقطة</a:t>
            </a:r>
          </a:p>
        </p:txBody>
      </p:sp>
      <p:sp>
        <p:nvSpPr>
          <p:cNvPr id="29" name="text-308">
            <a:extLst xmlns:a="http://schemas.openxmlformats.org/drawingml/2006/main">
              <a:ext uri="{FF2B5EF4-FFF2-40B4-BE49-F238E27FC236}">
                <a16:creationId xmlns:a16="http://schemas.microsoft.com/office/drawing/2014/main" id="{F04F2E39-2A78-4AED-904D-1D1C1DC2124D}"/>
              </a:ext>
            </a:extLst>
          </p:cNvPr>
          <p:cNvSpPr>
            <a:spLocks xmlns:a="http://schemas.openxmlformats.org/drawingml/2006/main" noGrp="1"/>
          </p:cNvSpPr>
          <p:nvPr/>
        </p:nvSpPr>
        <p:spPr>
          <a:xfrm xmlns:a="http://schemas.openxmlformats.org/drawingml/2006/main">
            <a:off x="10594979" y="5610225"/>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حية</a:t>
            </a:r>
          </a:p>
        </p:txBody>
      </p:sp>
      <p:sp>
        <p:nvSpPr>
          <p:cNvPr id="30" name="text-309">
            <a:extLst xmlns:a="http://schemas.openxmlformats.org/drawingml/2006/main">
              <a:ext uri="{FF2B5EF4-FFF2-40B4-BE49-F238E27FC236}">
                <a16:creationId xmlns:a16="http://schemas.microsoft.com/office/drawing/2014/main" id="{46673D41-4A1F-4215-B96A-95956A462DEC}"/>
              </a:ext>
            </a:extLst>
          </p:cNvPr>
          <p:cNvSpPr>
            <a:spLocks xmlns:a="http://schemas.openxmlformats.org/drawingml/2006/main" noGrp="1"/>
          </p:cNvSpPr>
          <p:nvPr/>
        </p:nvSpPr>
        <p:spPr>
          <a:xfrm xmlns:a="http://schemas.openxmlformats.org/drawingml/2006/main">
            <a:off x="10207226" y="5610225"/>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من</a:t>
            </a:r>
          </a:p>
        </p:txBody>
      </p:sp>
      <p:sp>
        <p:nvSpPr>
          <p:cNvPr id="31" name="text-310">
            <a:extLst xmlns:a="http://schemas.openxmlformats.org/drawingml/2006/main">
              <a:ext uri="{FF2B5EF4-FFF2-40B4-BE49-F238E27FC236}">
                <a16:creationId xmlns:a16="http://schemas.microsoft.com/office/drawing/2014/main" id="{40623FB1-9F1B-4DEA-B666-1DDF24A9E2AD}"/>
              </a:ext>
            </a:extLst>
          </p:cNvPr>
          <p:cNvSpPr>
            <a:spLocks xmlns:a="http://schemas.openxmlformats.org/drawingml/2006/main" noGrp="1"/>
          </p:cNvSpPr>
          <p:nvPr/>
        </p:nvSpPr>
        <p:spPr>
          <a:xfrm xmlns:a="http://schemas.openxmlformats.org/drawingml/2006/main">
            <a:off x="9303231" y="5610225"/>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المجلس</a:t>
            </a:r>
          </a:p>
        </p:txBody>
      </p:sp>
      <p:sp>
        <p:nvSpPr>
          <p:cNvPr id="32" name="text-311">
            <a:extLst xmlns:a="http://schemas.openxmlformats.org/drawingml/2006/main">
              <a:ext uri="{FF2B5EF4-FFF2-40B4-BE49-F238E27FC236}">
                <a16:creationId xmlns:a16="http://schemas.microsoft.com/office/drawing/2014/main" id="{126FA963-47A6-47BF-A601-27F15E858938}"/>
              </a:ext>
            </a:extLst>
          </p:cNvPr>
          <p:cNvSpPr>
            <a:spLocks xmlns:a="http://schemas.openxmlformats.org/drawingml/2006/main" noGrp="1"/>
          </p:cNvSpPr>
          <p:nvPr/>
        </p:nvSpPr>
        <p:spPr>
          <a:xfrm xmlns:a="http://schemas.openxmlformats.org/drawingml/2006/main">
            <a:off x="9078140" y="5610225"/>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٦</a:t>
            </a:r>
          </a:p>
        </p:txBody>
      </p:sp>
      <p:sp>
        <p:nvSpPr>
          <p:cNvPr id="33" name="text-312">
            <a:extLst xmlns:a="http://schemas.openxmlformats.org/drawingml/2006/main">
              <a:ext uri="{FF2B5EF4-FFF2-40B4-BE49-F238E27FC236}">
                <a16:creationId xmlns:a16="http://schemas.microsoft.com/office/drawing/2014/main" id="{6B513DE4-EC55-4FFB-A561-679BC466D122}"/>
              </a:ext>
            </a:extLst>
          </p:cNvPr>
          <p:cNvSpPr>
            <a:spLocks xmlns:a="http://schemas.openxmlformats.org/drawingml/2006/main" noGrp="1"/>
          </p:cNvSpPr>
          <p:nvPr/>
        </p:nvSpPr>
        <p:spPr>
          <a:xfrm xmlns:a="http://schemas.openxmlformats.org/drawingml/2006/main">
            <a:off x="8466604" y="5610225"/>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أكتوبر</a:t>
            </a:r>
          </a:p>
        </p:txBody>
      </p:sp>
      <p:sp>
        <p:nvSpPr>
          <p:cNvPr id="34" name="text-313">
            <a:extLst xmlns:a="http://schemas.openxmlformats.org/drawingml/2006/main">
              <a:ext uri="{FF2B5EF4-FFF2-40B4-BE49-F238E27FC236}">
                <a16:creationId xmlns:a16="http://schemas.microsoft.com/office/drawing/2014/main" id="{90966C24-3B9C-4346-858A-9166039B6BC0}"/>
              </a:ext>
            </a:extLst>
          </p:cNvPr>
          <p:cNvSpPr>
            <a:spLocks xmlns:a="http://schemas.openxmlformats.org/drawingml/2006/main" noGrp="1"/>
          </p:cNvSpPr>
          <p:nvPr/>
        </p:nvSpPr>
        <p:spPr>
          <a:xfrm xmlns:a="http://schemas.openxmlformats.org/drawingml/2006/main">
            <a:off x="8292921" y="56102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5" name="text-314">
            <a:extLst xmlns:a="http://schemas.openxmlformats.org/drawingml/2006/main">
              <a:ext uri="{FF2B5EF4-FFF2-40B4-BE49-F238E27FC236}">
                <a16:creationId xmlns:a16="http://schemas.microsoft.com/office/drawing/2014/main" id="{B4105B78-6EA8-4A94-998B-F926A489809F}"/>
              </a:ext>
            </a:extLst>
          </p:cNvPr>
          <p:cNvSpPr>
            <a:spLocks xmlns:a="http://schemas.openxmlformats.org/drawingml/2006/main" noGrp="1"/>
          </p:cNvSpPr>
          <p:nvPr/>
        </p:nvSpPr>
        <p:spPr>
          <a:xfrm xmlns:a="http://schemas.openxmlformats.org/drawingml/2006/main">
            <a:off x="7342031" y="5610225"/>
            <a:ext cx="8985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استكمال</a:t>
            </a:r>
          </a:p>
        </p:txBody>
      </p:sp>
      <p:sp>
        <p:nvSpPr>
          <p:cNvPr id="36" name="text-315">
            <a:extLst xmlns:a="http://schemas.openxmlformats.org/drawingml/2006/main">
              <a:ext uri="{FF2B5EF4-FFF2-40B4-BE49-F238E27FC236}">
                <a16:creationId xmlns:a16="http://schemas.microsoft.com/office/drawing/2014/main" id="{E09F3613-8B4E-4972-BD6A-479AF942563F}"/>
              </a:ext>
            </a:extLst>
          </p:cNvPr>
          <p:cNvSpPr>
            <a:spLocks xmlns:a="http://schemas.openxmlformats.org/drawingml/2006/main" noGrp="1"/>
          </p:cNvSpPr>
          <p:nvPr/>
        </p:nvSpPr>
        <p:spPr>
          <a:xfrm xmlns:a="http://schemas.openxmlformats.org/drawingml/2006/main">
            <a:off x="6850284" y="5610225"/>
            <a:ext cx="4393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الآية</a:t>
            </a:r>
          </a:p>
        </p:txBody>
      </p:sp>
      <p:sp>
        <p:nvSpPr>
          <p:cNvPr id="37" name="text-316">
            <a:extLst xmlns:a="http://schemas.openxmlformats.org/drawingml/2006/main">
              <a:ext uri="{FF2B5EF4-FFF2-40B4-BE49-F238E27FC236}">
                <a16:creationId xmlns:a16="http://schemas.microsoft.com/office/drawing/2014/main" id="{0E2F1189-2152-42D6-BB2C-3EB15C3F2E00}"/>
              </a:ext>
            </a:extLst>
          </p:cNvPr>
          <p:cNvSpPr>
            <a:spLocks xmlns:a="http://schemas.openxmlformats.org/drawingml/2006/main" noGrp="1"/>
          </p:cNvSpPr>
          <p:nvPr/>
        </p:nvSpPr>
        <p:spPr>
          <a:xfrm xmlns:a="http://schemas.openxmlformats.org/drawingml/2006/main">
            <a:off x="6501774" y="5610225"/>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مع</a:t>
            </a:r>
          </a:p>
        </p:txBody>
      </p:sp>
      <p:sp>
        <p:nvSpPr>
          <p:cNvPr id="38" name="text-317">
            <a:extLst xmlns:a="http://schemas.openxmlformats.org/drawingml/2006/main">
              <a:ext uri="{FF2B5EF4-FFF2-40B4-BE49-F238E27FC236}">
                <a16:creationId xmlns:a16="http://schemas.microsoft.com/office/drawing/2014/main" id="{CC31A620-1781-45DA-B929-BBD1FA55BBC2}"/>
              </a:ext>
            </a:extLst>
          </p:cNvPr>
          <p:cNvSpPr>
            <a:spLocks xmlns:a="http://schemas.openxmlformats.org/drawingml/2006/main" noGrp="1"/>
          </p:cNvSpPr>
          <p:nvPr/>
        </p:nvSpPr>
        <p:spPr>
          <a:xfrm xmlns:a="http://schemas.openxmlformats.org/drawingml/2006/main">
            <a:off x="5737876" y="5610225"/>
            <a:ext cx="71151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السورة</a:t>
            </a:r>
          </a:p>
        </p:txBody>
      </p:sp>
      <p:sp>
        <p:nvSpPr>
          <p:cNvPr id="39" name="text-318">
            <a:extLst xmlns:a="http://schemas.openxmlformats.org/drawingml/2006/main">
              <a:ext uri="{FF2B5EF4-FFF2-40B4-BE49-F238E27FC236}">
                <a16:creationId xmlns:a16="http://schemas.microsoft.com/office/drawing/2014/main" id="{9E444585-3AF0-4929-9C21-E6C507A18743}"/>
              </a:ext>
            </a:extLst>
          </p:cNvPr>
          <p:cNvSpPr>
            <a:spLocks xmlns:a="http://schemas.openxmlformats.org/drawingml/2006/main" noGrp="1"/>
          </p:cNvSpPr>
          <p:nvPr/>
        </p:nvSpPr>
        <p:spPr>
          <a:xfrm xmlns:a="http://schemas.openxmlformats.org/drawingml/2006/main">
            <a:off x="5069732" y="5610225"/>
            <a:ext cx="61575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والرقم</a:t>
            </a:r>
          </a:p>
        </p:txBody>
      </p:sp>
    </p:spTree>
    <p:extLst>
      <p:ext uri="{BB962C8B-B14F-4D97-AF65-F5344CB8AC3E}">
        <p14:creationId xmlns:p14="http://schemas.microsoft.com/office/powerpoint/2010/main" val="170624090"/>
      </p:ext>
    </p:extLst>
  </p:cSld>
</p:sld>
</file>

<file path=ppt/slides/slide9.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4" name="text-319">
            <a:extLst xmlns:a="http://schemas.openxmlformats.org/drawingml/2006/main">
              <a:ext uri="{FF2B5EF4-FFF2-40B4-BE49-F238E27FC236}">
                <a16:creationId xmlns:a16="http://schemas.microsoft.com/office/drawing/2014/main" id="{1AFBB708-8B6E-4308-B6E8-89173F70062C}"/>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المتجاور</a:t>
            </a:r>
          </a:p>
        </p:txBody>
      </p:sp>
      <p:sp>
        <p:nvSpPr>
          <p:cNvPr id="2" name="text-320">
            <a:extLst xmlns:a="http://schemas.openxmlformats.org/drawingml/2006/main">
              <a:ext uri="{FF2B5EF4-FFF2-40B4-BE49-F238E27FC236}">
                <a16:creationId xmlns:a16="http://schemas.microsoft.com/office/drawing/2014/main" id="{AEE52214-4ECF-4D1D-AE23-C8EFD0643BA2}"/>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في</a:t>
            </a:r>
          </a:p>
        </p:txBody>
      </p:sp>
      <p:sp>
        <p:nvSpPr>
          <p:cNvPr id="3" name="text-321">
            <a:extLst xmlns:a="http://schemas.openxmlformats.org/drawingml/2006/main">
              <a:ext uri="{FF2B5EF4-FFF2-40B4-BE49-F238E27FC236}">
                <a16:creationId xmlns:a16="http://schemas.microsoft.com/office/drawing/2014/main" id="{F54B0B93-E0D8-42AB-95B1-23E166E4B782}"/>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القرآن</a:t>
            </a:r>
          </a:p>
        </p:txBody>
      </p:sp>
      <p:sp>
        <p:nvSpPr>
          <p:cNvPr id="4" name="text-322">
            <a:extLst xmlns:a="http://schemas.openxmlformats.org/drawingml/2006/main">
              <a:ext uri="{FF2B5EF4-FFF2-40B4-BE49-F238E27FC236}">
                <a16:creationId xmlns:a16="http://schemas.microsoft.com/office/drawing/2014/main" id="{DAA3F854-DBD6-4B6B-B98B-2BBE77E0C694}"/>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بحث</a:t>
            </a:r>
          </a:p>
        </p:txBody>
      </p:sp>
      <p:sp>
        <p:nvSpPr>
          <p:cNvPr id="5" name="text-323">
            <a:extLst xmlns:a="http://schemas.openxmlformats.org/drawingml/2006/main">
              <a:ext uri="{FF2B5EF4-FFF2-40B4-BE49-F238E27FC236}">
                <a16:creationId xmlns:a16="http://schemas.microsoft.com/office/drawing/2014/main" id="{7F6EBC62-D555-41F5-8334-10C059C07924}"/>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يتحوّل</a:t>
            </a:r>
          </a:p>
        </p:txBody>
      </p:sp>
      <p:sp>
        <p:nvSpPr>
          <p:cNvPr id="6" name="text-324">
            <a:extLst xmlns:a="http://schemas.openxmlformats.org/drawingml/2006/main">
              <a:ext uri="{FF2B5EF4-FFF2-40B4-BE49-F238E27FC236}">
                <a16:creationId xmlns:a16="http://schemas.microsoft.com/office/drawing/2014/main" id="{6A798CF1-EFD8-4D24-B947-F84ACFD4D61C}"/>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إلى</a:t>
            </a:r>
          </a:p>
        </p:txBody>
      </p:sp>
      <p:sp>
        <p:nvSpPr>
          <p:cNvPr id="7" name="text-325">
            <a:extLst xmlns:a="http://schemas.openxmlformats.org/drawingml/2006/main">
              <a:ext uri="{FF2B5EF4-FFF2-40B4-BE49-F238E27FC236}">
                <a16:creationId xmlns:a16="http://schemas.microsoft.com/office/drawing/2014/main" id="{DA1393CE-E901-4BEB-ACF3-71C4B799D133}"/>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أداة</a:t>
            </a:r>
          </a:p>
        </p:txBody>
      </p:sp>
      <p:sp>
        <p:nvSpPr>
          <p:cNvPr id="8" name="shape-326">
            <a:extLst xmlns:a="http://schemas.openxmlformats.org/drawingml/2006/main">
              <a:ext uri="{FF2B5EF4-FFF2-40B4-BE49-F238E27FC236}">
                <a16:creationId xmlns:a16="http://schemas.microsoft.com/office/drawing/2014/main" id="{338152DD-4133-4FD1-A68D-F936E0A75C6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9" name="text-327">
            <a:extLst xmlns:a="http://schemas.openxmlformats.org/drawingml/2006/main">
              <a:ext uri="{FF2B5EF4-FFF2-40B4-BE49-F238E27FC236}">
                <a16:creationId xmlns:a16="http://schemas.microsoft.com/office/drawing/2014/main" id="{6BE04293-933C-4A06-B610-169F18BAC35E}"/>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0" name="text-328">
            <a:extLst xmlns:a="http://schemas.openxmlformats.org/drawingml/2006/main">
              <a:ext uri="{FF2B5EF4-FFF2-40B4-BE49-F238E27FC236}">
                <a16:creationId xmlns:a16="http://schemas.microsoft.com/office/drawing/2014/main" id="{B39E1992-CA03-4015-9914-5D46F7A1D842}"/>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1" name="text-329">
            <a:extLst xmlns:a="http://schemas.openxmlformats.org/drawingml/2006/main">
              <a:ext uri="{FF2B5EF4-FFF2-40B4-BE49-F238E27FC236}">
                <a16:creationId xmlns:a16="http://schemas.microsoft.com/office/drawing/2014/main" id="{E771F58F-C5BD-44AD-8B5E-F4104D97811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2" name="text-330">
            <a:extLst xmlns:a="http://schemas.openxmlformats.org/drawingml/2006/main">
              <a:ext uri="{FF2B5EF4-FFF2-40B4-BE49-F238E27FC236}">
                <a16:creationId xmlns:a16="http://schemas.microsoft.com/office/drawing/2014/main" id="{F2038C95-2CB5-47AD-A6C4-C2B677A052B0}"/>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3" name="text-331">
            <a:extLst xmlns:a="http://schemas.openxmlformats.org/drawingml/2006/main">
              <a:ext uri="{FF2B5EF4-FFF2-40B4-BE49-F238E27FC236}">
                <a16:creationId xmlns:a16="http://schemas.microsoft.com/office/drawing/2014/main" id="{D3645607-5224-49DE-BA7F-05D040156D7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4" name="text-332">
            <a:extLst xmlns:a="http://schemas.openxmlformats.org/drawingml/2006/main">
              <a:ext uri="{FF2B5EF4-FFF2-40B4-BE49-F238E27FC236}">
                <a16:creationId xmlns:a16="http://schemas.microsoft.com/office/drawing/2014/main" id="{A7F1742E-0B51-444E-A93D-2DFDBD84A282}"/>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5" name="text-333">
            <a:extLst xmlns:a="http://schemas.openxmlformats.org/drawingml/2006/main">
              <a:ext uri="{FF2B5EF4-FFF2-40B4-BE49-F238E27FC236}">
                <a16:creationId xmlns:a16="http://schemas.microsoft.com/office/drawing/2014/main" id="{ADEA5C73-5CE6-4FBF-94FC-19996DBF138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09</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b5d23d809cc54586"/>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334">
            <a:extLst xmlns:a="http://schemas.openxmlformats.org/drawingml/2006/main">
              <a:ext uri="{FF2B5EF4-FFF2-40B4-BE49-F238E27FC236}">
                <a16:creationId xmlns:a16="http://schemas.microsoft.com/office/drawing/2014/main" id="{4478CC73-EB41-4C04-A899-9B2075EA3277}"/>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النفس</a:t>
            </a:r>
          </a:p>
        </p:txBody>
      </p:sp>
      <p:sp>
        <p:nvSpPr>
          <p:cNvPr id="18" name="text-335">
            <a:extLst xmlns:a="http://schemas.openxmlformats.org/drawingml/2006/main">
              <a:ext uri="{FF2B5EF4-FFF2-40B4-BE49-F238E27FC236}">
                <a16:creationId xmlns:a16="http://schemas.microsoft.com/office/drawing/2014/main" id="{355EF0ED-2538-442C-9053-1E77164193B4}"/>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والروح</a:t>
            </a:r>
          </a:p>
        </p:txBody>
      </p:sp>
      <p:sp>
        <p:nvSpPr>
          <p:cNvPr id="19" name="text-336">
            <a:extLst xmlns:a="http://schemas.openxmlformats.org/drawingml/2006/main">
              <a:ext uri="{FF2B5EF4-FFF2-40B4-BE49-F238E27FC236}">
                <a16:creationId xmlns:a16="http://schemas.microsoft.com/office/drawing/2014/main" id="{A00F59BB-5307-4BC2-B95A-586C155CC764}"/>
              </a:ext>
            </a:extLst>
          </p:cNvPr>
          <p:cNvSpPr>
            <a:spLocks xmlns:a="http://schemas.openxmlformats.org/drawingml/2006/main" noGrp="1"/>
          </p:cNvSpPr>
          <p:nvPr/>
        </p:nvSpPr>
        <p:spPr>
          <a:xfrm xmlns:a="http://schemas.openxmlformats.org/drawingml/2006/main">
            <a:off x="11028941" y="3419475"/>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قرائن</a:t>
            </a:r>
          </a:p>
        </p:txBody>
      </p:sp>
      <p:sp>
        <p:nvSpPr>
          <p:cNvPr id="20" name="text-337">
            <a:extLst xmlns:a="http://schemas.openxmlformats.org/drawingml/2006/main">
              <a:ext uri="{FF2B5EF4-FFF2-40B4-BE49-F238E27FC236}">
                <a16:creationId xmlns:a16="http://schemas.microsoft.com/office/drawing/2014/main" id="{9A63B84C-C756-49C3-B91B-B14130779746}"/>
              </a:ext>
            </a:extLst>
          </p:cNvPr>
          <p:cNvSpPr>
            <a:spLocks xmlns:a="http://schemas.openxmlformats.org/drawingml/2006/main" noGrp="1"/>
          </p:cNvSpPr>
          <p:nvPr/>
        </p:nvSpPr>
        <p:spPr>
          <a:xfrm xmlns:a="http://schemas.openxmlformats.org/drawingml/2006/main">
            <a:off x="10640394" y="3419475"/>
            <a:ext cx="3332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كل</a:t>
            </a:r>
          </a:p>
        </p:txBody>
      </p:sp>
      <p:sp>
        <p:nvSpPr>
          <p:cNvPr id="21" name="text-338">
            <a:extLst xmlns:a="http://schemas.openxmlformats.org/drawingml/2006/main">
              <a:ext uri="{FF2B5EF4-FFF2-40B4-BE49-F238E27FC236}">
                <a16:creationId xmlns:a16="http://schemas.microsoft.com/office/drawing/2014/main" id="{D52DAB1D-9576-4CED-8D27-D98E6CF5EECA}"/>
              </a:ext>
            </a:extLst>
          </p:cNvPr>
          <p:cNvSpPr>
            <a:spLocks xmlns:a="http://schemas.openxmlformats.org/drawingml/2006/main" noGrp="1"/>
          </p:cNvSpPr>
          <p:nvPr/>
        </p:nvSpPr>
        <p:spPr>
          <a:xfrm xmlns:a="http://schemas.openxmlformats.org/drawingml/2006/main">
            <a:off x="10181797" y="3419475"/>
            <a:ext cx="40325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لفظ</a:t>
            </a:r>
          </a:p>
        </p:txBody>
      </p:sp>
      <p:sp>
        <p:nvSpPr>
          <p:cNvPr id="22" name="text-339">
            <a:extLst xmlns:a="http://schemas.openxmlformats.org/drawingml/2006/main">
              <a:ext uri="{FF2B5EF4-FFF2-40B4-BE49-F238E27FC236}">
                <a16:creationId xmlns:a16="http://schemas.microsoft.com/office/drawing/2014/main" id="{10D51A2D-D361-4015-B1DA-5635A6205D65}"/>
              </a:ext>
            </a:extLst>
          </p:cNvPr>
          <p:cNvSpPr>
            <a:spLocks xmlns:a="http://schemas.openxmlformats.org/drawingml/2006/main" noGrp="1"/>
          </p:cNvSpPr>
          <p:nvPr/>
        </p:nvSpPr>
        <p:spPr>
          <a:xfrm xmlns:a="http://schemas.openxmlformats.org/drawingml/2006/main">
            <a:off x="11275584" y="38957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مع</a:t>
            </a:r>
          </a:p>
        </p:txBody>
      </p:sp>
      <p:sp>
        <p:nvSpPr>
          <p:cNvPr id="23" name="text-340">
            <a:extLst xmlns:a="http://schemas.openxmlformats.org/drawingml/2006/main">
              <a:ext uri="{FF2B5EF4-FFF2-40B4-BE49-F238E27FC236}">
                <a16:creationId xmlns:a16="http://schemas.microsoft.com/office/drawing/2014/main" id="{F8FB792A-D7DB-43CB-AF43-21A100CA2000}"/>
              </a:ext>
            </a:extLst>
          </p:cNvPr>
          <p:cNvSpPr>
            <a:spLocks xmlns:a="http://schemas.openxmlformats.org/drawingml/2006/main" noGrp="1"/>
          </p:cNvSpPr>
          <p:nvPr/>
        </p:nvSpPr>
        <p:spPr>
          <a:xfrm xmlns:a="http://schemas.openxmlformats.org/drawingml/2006/main">
            <a:off x="10327136" y="3895725"/>
            <a:ext cx="8931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الشواهد</a:t>
            </a:r>
          </a:p>
        </p:txBody>
      </p:sp>
      <p:sp>
        <p:nvSpPr>
          <p:cNvPr id="24" name="text-341">
            <a:extLst xmlns:a="http://schemas.openxmlformats.org/drawingml/2006/main">
              <a:ext uri="{FF2B5EF4-FFF2-40B4-BE49-F238E27FC236}">
                <a16:creationId xmlns:a16="http://schemas.microsoft.com/office/drawing/2014/main" id="{B90E0CD2-C564-4322-B0FF-217A6AA5C071}"/>
              </a:ext>
            </a:extLst>
          </p:cNvPr>
          <p:cNvSpPr>
            <a:spLocks xmlns:a="http://schemas.openxmlformats.org/drawingml/2006/main" noGrp="1"/>
          </p:cNvSpPr>
          <p:nvPr/>
        </p:nvSpPr>
        <p:spPr>
          <a:xfrm xmlns:a="http://schemas.openxmlformats.org/drawingml/2006/main">
            <a:off x="11163937" y="5410200"/>
            <a:ext cx="41846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العدّ</a:t>
            </a:r>
          </a:p>
        </p:txBody>
      </p:sp>
      <p:sp>
        <p:nvSpPr>
          <p:cNvPr id="25" name="text-342">
            <a:extLst xmlns:a="http://schemas.openxmlformats.org/drawingml/2006/main">
              <a:ext uri="{FF2B5EF4-FFF2-40B4-BE49-F238E27FC236}">
                <a16:creationId xmlns:a16="http://schemas.microsoft.com/office/drawing/2014/main" id="{CEAAD9C7-8927-4A61-9C11-10F7ABFC949E}"/>
              </a:ext>
            </a:extLst>
          </p:cNvPr>
          <p:cNvSpPr>
            <a:spLocks xmlns:a="http://schemas.openxmlformats.org/drawingml/2006/main" noGrp="1"/>
          </p:cNvSpPr>
          <p:nvPr/>
        </p:nvSpPr>
        <p:spPr>
          <a:xfrm xmlns:a="http://schemas.openxmlformats.org/drawingml/2006/main">
            <a:off x="10519133" y="5410200"/>
            <a:ext cx="58946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يجيب</a:t>
            </a:r>
          </a:p>
        </p:txBody>
      </p:sp>
      <p:sp>
        <p:nvSpPr>
          <p:cNvPr id="26" name="text-343">
            <a:extLst xmlns:a="http://schemas.openxmlformats.org/drawingml/2006/main">
              <a:ext uri="{FF2B5EF4-FFF2-40B4-BE49-F238E27FC236}">
                <a16:creationId xmlns:a16="http://schemas.microsoft.com/office/drawing/2014/main" id="{CA36E6B9-886E-43A5-AEBA-0733F975B0C9}"/>
              </a:ext>
            </a:extLst>
          </p:cNvPr>
          <p:cNvSpPr>
            <a:spLocks xmlns:a="http://schemas.openxmlformats.org/drawingml/2006/main" noGrp="1"/>
          </p:cNvSpPr>
          <p:nvPr/>
        </p:nvSpPr>
        <p:spPr>
          <a:xfrm xmlns:a="http://schemas.openxmlformats.org/drawingml/2006/main">
            <a:off x="10139513" y="5410200"/>
            <a:ext cx="32428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كم</a:t>
            </a:r>
          </a:p>
        </p:txBody>
      </p:sp>
      <p:sp>
        <p:nvSpPr>
          <p:cNvPr id="27" name="text-344">
            <a:extLst xmlns:a="http://schemas.openxmlformats.org/drawingml/2006/main">
              <a:ext uri="{FF2B5EF4-FFF2-40B4-BE49-F238E27FC236}">
                <a16:creationId xmlns:a16="http://schemas.microsoft.com/office/drawing/2014/main" id="{760A457E-593C-4032-83C5-CF0CA1A47E07}"/>
              </a:ext>
            </a:extLst>
          </p:cNvPr>
          <p:cNvSpPr>
            <a:spLocks xmlns:a="http://schemas.openxmlformats.org/drawingml/2006/main" noGrp="1"/>
          </p:cNvSpPr>
          <p:nvPr/>
        </p:nvSpPr>
        <p:spPr>
          <a:xfrm xmlns:a="http://schemas.openxmlformats.org/drawingml/2006/main">
            <a:off x="9586930" y="5410200"/>
            <a:ext cx="4972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مرة؟</a:t>
            </a:r>
          </a:p>
        </p:txBody>
      </p:sp>
      <p:sp>
        <p:nvSpPr>
          <p:cNvPr id="28" name="text-345">
            <a:extLst xmlns:a="http://schemas.openxmlformats.org/drawingml/2006/main">
              <a:ext uri="{FF2B5EF4-FFF2-40B4-BE49-F238E27FC236}">
                <a16:creationId xmlns:a16="http://schemas.microsoft.com/office/drawing/2014/main" id="{C1DDEC5E-0FA9-4C12-8848-26255E888E20}"/>
              </a:ext>
            </a:extLst>
          </p:cNvPr>
          <p:cNvSpPr>
            <a:spLocks xmlns:a="http://schemas.openxmlformats.org/drawingml/2006/main" noGrp="1"/>
          </p:cNvSpPr>
          <p:nvPr/>
        </p:nvSpPr>
        <p:spPr>
          <a:xfrm xmlns:a="http://schemas.openxmlformats.org/drawingml/2006/main">
            <a:off x="8746695" y="5410200"/>
            <a:ext cx="784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والتجاور</a:t>
            </a:r>
          </a:p>
        </p:txBody>
      </p:sp>
      <p:sp>
        <p:nvSpPr>
          <p:cNvPr id="29" name="text-346">
            <a:extLst xmlns:a="http://schemas.openxmlformats.org/drawingml/2006/main">
              <a:ext uri="{FF2B5EF4-FFF2-40B4-BE49-F238E27FC236}">
                <a16:creationId xmlns:a16="http://schemas.microsoft.com/office/drawing/2014/main" id="{F034C845-9251-4E19-8FD4-F9E51F982D33}"/>
              </a:ext>
            </a:extLst>
          </p:cNvPr>
          <p:cNvSpPr>
            <a:spLocks xmlns:a="http://schemas.openxmlformats.org/drawingml/2006/main" noGrp="1"/>
          </p:cNvSpPr>
          <p:nvPr/>
        </p:nvSpPr>
        <p:spPr>
          <a:xfrm xmlns:a="http://schemas.openxmlformats.org/drawingml/2006/main">
            <a:off x="8137307" y="5410200"/>
            <a:ext cx="5540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يقارن</a:t>
            </a:r>
          </a:p>
        </p:txBody>
      </p:sp>
      <p:sp>
        <p:nvSpPr>
          <p:cNvPr id="30" name="text-347">
            <a:extLst xmlns:a="http://schemas.openxmlformats.org/drawingml/2006/main">
              <a:ext uri="{FF2B5EF4-FFF2-40B4-BE49-F238E27FC236}">
                <a16:creationId xmlns:a16="http://schemas.microsoft.com/office/drawing/2014/main" id="{606A8B80-6DDD-49DB-ABA0-862D286A168D}"/>
              </a:ext>
            </a:extLst>
          </p:cNvPr>
          <p:cNvSpPr>
            <a:spLocks xmlns:a="http://schemas.openxmlformats.org/drawingml/2006/main" noGrp="1"/>
          </p:cNvSpPr>
          <p:nvPr/>
        </p:nvSpPr>
        <p:spPr>
          <a:xfrm xmlns:a="http://schemas.openxmlformats.org/drawingml/2006/main">
            <a:off x="7528509" y="5410200"/>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قرائن</a:t>
            </a:r>
          </a:p>
        </p:txBody>
      </p:sp>
      <p:sp>
        <p:nvSpPr>
          <p:cNvPr id="31" name="text-348">
            <a:extLst xmlns:a="http://schemas.openxmlformats.org/drawingml/2006/main">
              <a:ext uri="{FF2B5EF4-FFF2-40B4-BE49-F238E27FC236}">
                <a16:creationId xmlns:a16="http://schemas.microsoft.com/office/drawing/2014/main" id="{0B1A174B-6ACF-4AC4-AF0E-59BCEBA03F6B}"/>
              </a:ext>
            </a:extLst>
          </p:cNvPr>
          <p:cNvSpPr>
            <a:spLocks xmlns:a="http://schemas.openxmlformats.org/drawingml/2006/main" noGrp="1"/>
          </p:cNvSpPr>
          <p:nvPr/>
        </p:nvSpPr>
        <p:spPr>
          <a:xfrm xmlns:a="http://schemas.openxmlformats.org/drawingml/2006/main">
            <a:off x="6401506" y="5410200"/>
            <a:ext cx="10716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الاستعمال</a:t>
            </a:r>
          </a:p>
        </p:txBody>
      </p:sp>
      <p:sp>
        <p:nvSpPr>
          <p:cNvPr id="32" name="text-349">
            <a:extLst xmlns:a="http://schemas.openxmlformats.org/drawingml/2006/main">
              <a:ext uri="{FF2B5EF4-FFF2-40B4-BE49-F238E27FC236}">
                <a16:creationId xmlns:a16="http://schemas.microsoft.com/office/drawing/2014/main" id="{E750BC13-179E-402C-BBF2-847CA4D1CA15}"/>
              </a:ext>
            </a:extLst>
          </p:cNvPr>
          <p:cNvSpPr>
            <a:spLocks xmlns:a="http://schemas.openxmlformats.org/drawingml/2006/main" noGrp="1"/>
          </p:cNvSpPr>
          <p:nvPr/>
        </p:nvSpPr>
        <p:spPr>
          <a:xfrm xmlns:a="http://schemas.openxmlformats.org/drawingml/2006/main">
            <a:off x="11098990" y="5781675"/>
            <a:ext cx="4834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لقطة</a:t>
            </a:r>
          </a:p>
        </p:txBody>
      </p:sp>
      <p:sp>
        <p:nvSpPr>
          <p:cNvPr id="33" name="text-350">
            <a:extLst xmlns:a="http://schemas.openxmlformats.org/drawingml/2006/main">
              <a:ext uri="{FF2B5EF4-FFF2-40B4-BE49-F238E27FC236}">
                <a16:creationId xmlns:a16="http://schemas.microsoft.com/office/drawing/2014/main" id="{3962D8A9-FD67-4CE7-8CF2-B84F5089CAEB}"/>
              </a:ext>
            </a:extLst>
          </p:cNvPr>
          <p:cNvSpPr>
            <a:spLocks xmlns:a="http://schemas.openxmlformats.org/drawingml/2006/main" noGrp="1"/>
          </p:cNvSpPr>
          <p:nvPr/>
        </p:nvSpPr>
        <p:spPr>
          <a:xfrm xmlns:a="http://schemas.openxmlformats.org/drawingml/2006/main">
            <a:off x="10672405" y="5781675"/>
            <a:ext cx="3801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حية</a:t>
            </a:r>
          </a:p>
        </p:txBody>
      </p:sp>
      <p:sp>
        <p:nvSpPr>
          <p:cNvPr id="34" name="text-351">
            <a:extLst xmlns:a="http://schemas.openxmlformats.org/drawingml/2006/main">
              <a:ext uri="{FF2B5EF4-FFF2-40B4-BE49-F238E27FC236}">
                <a16:creationId xmlns:a16="http://schemas.microsoft.com/office/drawing/2014/main" id="{770419D1-81DE-4128-8611-E6EF00AF2174}"/>
              </a:ext>
            </a:extLst>
          </p:cNvPr>
          <p:cNvSpPr>
            <a:spLocks xmlns:a="http://schemas.openxmlformats.org/drawingml/2006/main" noGrp="1"/>
          </p:cNvSpPr>
          <p:nvPr/>
        </p:nvSpPr>
        <p:spPr>
          <a:xfrm xmlns:a="http://schemas.openxmlformats.org/drawingml/2006/main">
            <a:off x="10315281" y="5781675"/>
            <a:ext cx="3106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من</a:t>
            </a:r>
          </a:p>
        </p:txBody>
      </p:sp>
      <p:sp>
        <p:nvSpPr>
          <p:cNvPr id="35" name="text-352">
            <a:extLst xmlns:a="http://schemas.openxmlformats.org/drawingml/2006/main">
              <a:ext uri="{FF2B5EF4-FFF2-40B4-BE49-F238E27FC236}">
                <a16:creationId xmlns:a16="http://schemas.microsoft.com/office/drawing/2014/main" id="{C71A52B4-74E5-48D8-A59D-AF260D42081D}"/>
              </a:ext>
            </a:extLst>
          </p:cNvPr>
          <p:cNvSpPr>
            <a:spLocks xmlns:a="http://schemas.openxmlformats.org/drawingml/2006/main" noGrp="1"/>
          </p:cNvSpPr>
          <p:nvPr/>
        </p:nvSpPr>
        <p:spPr>
          <a:xfrm xmlns:a="http://schemas.openxmlformats.org/drawingml/2006/main">
            <a:off x="9484984" y="5781675"/>
            <a:ext cx="7838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المجلس</a:t>
            </a:r>
          </a:p>
        </p:txBody>
      </p:sp>
      <p:sp>
        <p:nvSpPr>
          <p:cNvPr id="36" name="text-353">
            <a:extLst xmlns:a="http://schemas.openxmlformats.org/drawingml/2006/main">
              <a:ext uri="{FF2B5EF4-FFF2-40B4-BE49-F238E27FC236}">
                <a16:creationId xmlns:a16="http://schemas.microsoft.com/office/drawing/2014/main" id="{0764168B-B958-4521-B540-A7E5F5DE5709}"/>
              </a:ext>
            </a:extLst>
          </p:cNvPr>
          <p:cNvSpPr>
            <a:spLocks xmlns:a="http://schemas.openxmlformats.org/drawingml/2006/main" noGrp="1"/>
          </p:cNvSpPr>
          <p:nvPr/>
        </p:nvSpPr>
        <p:spPr>
          <a:xfrm xmlns:a="http://schemas.openxmlformats.org/drawingml/2006/main">
            <a:off x="9276982" y="5781675"/>
            <a:ext cx="16151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٦</a:t>
            </a:r>
          </a:p>
        </p:txBody>
      </p:sp>
      <p:sp>
        <p:nvSpPr>
          <p:cNvPr id="37" name="text-354">
            <a:extLst xmlns:a="http://schemas.openxmlformats.org/drawingml/2006/main">
              <a:ext uri="{FF2B5EF4-FFF2-40B4-BE49-F238E27FC236}">
                <a16:creationId xmlns:a16="http://schemas.microsoft.com/office/drawing/2014/main" id="{F0482672-0D75-4361-8C87-5FD27A9047F4}"/>
              </a:ext>
            </a:extLst>
          </p:cNvPr>
          <p:cNvSpPr>
            <a:spLocks xmlns:a="http://schemas.openxmlformats.org/drawingml/2006/main" noGrp="1"/>
          </p:cNvSpPr>
          <p:nvPr/>
        </p:nvSpPr>
        <p:spPr>
          <a:xfrm xmlns:a="http://schemas.openxmlformats.org/drawingml/2006/main">
            <a:off x="8714813" y="5781675"/>
            <a:ext cx="51568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أكتوبر</a:t>
            </a:r>
          </a:p>
        </p:txBody>
      </p:sp>
      <p:sp>
        <p:nvSpPr>
          <p:cNvPr id="38" name="text-355">
            <a:extLst xmlns:a="http://schemas.openxmlformats.org/drawingml/2006/main">
              <a:ext uri="{FF2B5EF4-FFF2-40B4-BE49-F238E27FC236}">
                <a16:creationId xmlns:a16="http://schemas.microsoft.com/office/drawing/2014/main" id="{8CC93C8F-E8D3-4F7C-B984-72B0D362ECE8}"/>
              </a:ext>
            </a:extLst>
          </p:cNvPr>
          <p:cNvSpPr>
            <a:spLocks xmlns:a="http://schemas.openxmlformats.org/drawingml/2006/main" noGrp="1"/>
          </p:cNvSpPr>
          <p:nvPr/>
        </p:nvSpPr>
        <p:spPr>
          <a:xfrm xmlns:a="http://schemas.openxmlformats.org/drawingml/2006/main">
            <a:off x="8553903" y="5781675"/>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9" name="text-356">
            <a:extLst xmlns:a="http://schemas.openxmlformats.org/drawingml/2006/main">
              <a:ext uri="{FF2B5EF4-FFF2-40B4-BE49-F238E27FC236}">
                <a16:creationId xmlns:a16="http://schemas.microsoft.com/office/drawing/2014/main" id="{006DF745-9355-40DE-A82A-704C9DC0690B}"/>
              </a:ext>
            </a:extLst>
          </p:cNvPr>
          <p:cNvSpPr>
            <a:spLocks xmlns:a="http://schemas.openxmlformats.org/drawingml/2006/main" noGrp="1"/>
          </p:cNvSpPr>
          <p:nvPr/>
        </p:nvSpPr>
        <p:spPr>
          <a:xfrm xmlns:a="http://schemas.openxmlformats.org/drawingml/2006/main">
            <a:off x="8005273" y="5781675"/>
            <a:ext cx="50214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نطاق</a:t>
            </a:r>
          </a:p>
        </p:txBody>
      </p:sp>
      <p:sp>
        <p:nvSpPr>
          <p:cNvPr id="40" name="text-357">
            <a:extLst xmlns:a="http://schemas.openxmlformats.org/drawingml/2006/main">
              <a:ext uri="{FF2B5EF4-FFF2-40B4-BE49-F238E27FC236}">
                <a16:creationId xmlns:a16="http://schemas.microsoft.com/office/drawing/2014/main" id="{B72CEE07-6A1E-422E-BB11-66D3F54FCD6B}"/>
              </a:ext>
            </a:extLst>
          </p:cNvPr>
          <p:cNvSpPr>
            <a:spLocks xmlns:a="http://schemas.openxmlformats.org/drawingml/2006/main" noGrp="1"/>
          </p:cNvSpPr>
          <p:nvPr/>
        </p:nvSpPr>
        <p:spPr>
          <a:xfrm xmlns:a="http://schemas.openxmlformats.org/drawingml/2006/main">
            <a:off x="7397778" y="5781675"/>
            <a:ext cx="56101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الدليل</a:t>
            </a:r>
          </a:p>
        </p:txBody>
      </p:sp>
      <p:sp>
        <p:nvSpPr>
          <p:cNvPr id="41" name="text-358">
            <a:extLst xmlns:a="http://schemas.openxmlformats.org/drawingml/2006/main">
              <a:ext uri="{FF2B5EF4-FFF2-40B4-BE49-F238E27FC236}">
                <a16:creationId xmlns:a16="http://schemas.microsoft.com/office/drawing/2014/main" id="{81D63C32-5DCF-4180-9163-7B4E8EF7E3FA}"/>
              </a:ext>
            </a:extLst>
          </p:cNvPr>
          <p:cNvSpPr>
            <a:spLocks xmlns:a="http://schemas.openxmlformats.org/drawingml/2006/main" noGrp="1"/>
          </p:cNvSpPr>
          <p:nvPr/>
        </p:nvSpPr>
        <p:spPr>
          <a:xfrm xmlns:a="http://schemas.openxmlformats.org/drawingml/2006/main">
            <a:off x="7028586" y="5781675"/>
            <a:ext cx="3227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هنا</a:t>
            </a:r>
          </a:p>
        </p:txBody>
      </p:sp>
      <p:sp>
        <p:nvSpPr>
          <p:cNvPr id="42" name="text-359">
            <a:extLst xmlns:a="http://schemas.openxmlformats.org/drawingml/2006/main">
              <a:ext uri="{FF2B5EF4-FFF2-40B4-BE49-F238E27FC236}">
                <a16:creationId xmlns:a16="http://schemas.microsoft.com/office/drawing/2014/main" id="{0F64D74C-B6A8-4BFC-AD02-B02B0FE8C0D5}"/>
              </a:ext>
            </a:extLst>
          </p:cNvPr>
          <p:cNvSpPr>
            <a:spLocks xmlns:a="http://schemas.openxmlformats.org/drawingml/2006/main" noGrp="1"/>
          </p:cNvSpPr>
          <p:nvPr/>
        </p:nvSpPr>
        <p:spPr>
          <a:xfrm xmlns:a="http://schemas.openxmlformats.org/drawingml/2006/main">
            <a:off x="6335051" y="5781675"/>
            <a:ext cx="6470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البصمة</a:t>
            </a:r>
          </a:p>
        </p:txBody>
      </p:sp>
      <p:sp>
        <p:nvSpPr>
          <p:cNvPr id="43" name="text-360">
            <a:extLst xmlns:a="http://schemas.openxmlformats.org/drawingml/2006/main">
              <a:ext uri="{FF2B5EF4-FFF2-40B4-BE49-F238E27FC236}">
                <a16:creationId xmlns:a16="http://schemas.microsoft.com/office/drawing/2014/main" id="{ED7139E1-D0D5-48EF-B8B2-817586EAE433}"/>
              </a:ext>
            </a:extLst>
          </p:cNvPr>
          <p:cNvSpPr>
            <a:spLocks xmlns:a="http://schemas.openxmlformats.org/drawingml/2006/main" noGrp="1"/>
          </p:cNvSpPr>
          <p:nvPr/>
        </p:nvSpPr>
        <p:spPr>
          <a:xfrm xmlns:a="http://schemas.openxmlformats.org/drawingml/2006/main">
            <a:off x="5498965" y="5781675"/>
            <a:ext cx="7896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التجاورية</a:t>
            </a:r>
          </a:p>
        </p:txBody>
      </p:sp>
    </p:spTree>
    <p:extLst>
      <p:ext uri="{BB962C8B-B14F-4D97-AF65-F5344CB8AC3E}">
        <p14:creationId xmlns:p14="http://schemas.microsoft.com/office/powerpoint/2010/main" val="1813281797"/>
      </p:ext>
    </p:extLst>
  </p:cSld>
</p:sld>
</file>

<file path=ppt/slides/slide10.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5" name="text-361">
            <a:extLst xmlns:a="http://schemas.openxmlformats.org/drawingml/2006/main">
              <a:ext uri="{FF2B5EF4-FFF2-40B4-BE49-F238E27FC236}">
                <a16:creationId xmlns:a16="http://schemas.microsoft.com/office/drawing/2014/main" id="{4911BBF3-2928-46C7-8DAD-EF6830EF4262}"/>
              </a:ext>
            </a:extLst>
          </p:cNvPr>
          <p:cNvSpPr>
            <a:spLocks xmlns:a="http://schemas.openxmlformats.org/drawingml/2006/main" noGrp="1"/>
          </p:cNvSpPr>
          <p:nvPr/>
        </p:nvSpPr>
        <p:spPr>
          <a:xfrm xmlns:a="http://schemas.openxmlformats.org/drawingml/2006/main">
            <a:off x="10000648" y="457200"/>
            <a:ext cx="158175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إضافتان</a:t>
            </a:r>
          </a:p>
        </p:txBody>
      </p:sp>
      <p:sp>
        <p:nvSpPr>
          <p:cNvPr id="2" name="text-362">
            <a:extLst xmlns:a="http://schemas.openxmlformats.org/drawingml/2006/main">
              <a:ext uri="{FF2B5EF4-FFF2-40B4-BE49-F238E27FC236}">
                <a16:creationId xmlns:a16="http://schemas.microsoft.com/office/drawing/2014/main" id="{747517F9-4A6F-449D-9F83-405980507F96}"/>
              </a:ext>
            </a:extLst>
          </p:cNvPr>
          <p:cNvSpPr>
            <a:spLocks xmlns:a="http://schemas.openxmlformats.org/drawingml/2006/main" noGrp="1"/>
          </p:cNvSpPr>
          <p:nvPr/>
        </p:nvSpPr>
        <p:spPr>
          <a:xfrm xmlns:a="http://schemas.openxmlformats.org/drawingml/2006/main">
            <a:off x="8821255" y="457200"/>
            <a:ext cx="1078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يمكن</a:t>
            </a:r>
          </a:p>
        </p:txBody>
      </p:sp>
      <p:sp>
        <p:nvSpPr>
          <p:cNvPr id="3" name="text-363">
            <a:extLst xmlns:a="http://schemas.openxmlformats.org/drawingml/2006/main">
              <a:ext uri="{FF2B5EF4-FFF2-40B4-BE49-F238E27FC236}">
                <a16:creationId xmlns:a16="http://schemas.microsoft.com/office/drawing/2014/main" id="{E8F08366-7597-43D9-8DB1-F8313650DB70}"/>
              </a:ext>
            </a:extLst>
          </p:cNvPr>
          <p:cNvSpPr>
            <a:spLocks xmlns:a="http://schemas.openxmlformats.org/drawingml/2006/main" noGrp="1"/>
          </p:cNvSpPr>
          <p:nvPr/>
        </p:nvSpPr>
        <p:spPr>
          <a:xfrm xmlns:a="http://schemas.openxmlformats.org/drawingml/2006/main">
            <a:off x="7038091" y="457200"/>
            <a:ext cx="168219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فحصهما</a:t>
            </a:r>
          </a:p>
        </p:txBody>
      </p:sp>
      <p:sp>
        <p:nvSpPr>
          <p:cNvPr id="4" name="text-364">
            <a:extLst xmlns:a="http://schemas.openxmlformats.org/drawingml/2006/main">
              <a:ext uri="{FF2B5EF4-FFF2-40B4-BE49-F238E27FC236}">
                <a16:creationId xmlns:a16="http://schemas.microsoft.com/office/drawing/2014/main" id="{F2A0FD08-45E1-4FAD-ACCB-91C33A280F0F}"/>
              </a:ext>
            </a:extLst>
          </p:cNvPr>
          <p:cNvSpPr>
            <a:spLocks xmlns:a="http://schemas.openxmlformats.org/drawingml/2006/main" noGrp="1"/>
          </p:cNvSpPr>
          <p:nvPr/>
        </p:nvSpPr>
        <p:spPr>
          <a:xfrm xmlns:a="http://schemas.openxmlformats.org/drawingml/2006/main">
            <a:off x="5419169" y="457200"/>
            <a:ext cx="151795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مباشرة</a:t>
            </a:r>
          </a:p>
        </p:txBody>
      </p:sp>
      <p:sp>
        <p:nvSpPr>
          <p:cNvPr id="5" name="shape-365">
            <a:extLst xmlns:a="http://schemas.openxmlformats.org/drawingml/2006/main">
              <a:ext uri="{FF2B5EF4-FFF2-40B4-BE49-F238E27FC236}">
                <a16:creationId xmlns:a16="http://schemas.microsoft.com/office/drawing/2014/main" id="{6F2C33BF-2D1E-4891-AB10-4E71D14E0C0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366">
            <a:extLst xmlns:a="http://schemas.openxmlformats.org/drawingml/2006/main">
              <a:ext uri="{FF2B5EF4-FFF2-40B4-BE49-F238E27FC236}">
                <a16:creationId xmlns:a16="http://schemas.microsoft.com/office/drawing/2014/main" id="{E5F6D4EF-2729-4056-A076-4FA542A1D62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367">
            <a:extLst xmlns:a="http://schemas.openxmlformats.org/drawingml/2006/main">
              <a:ext uri="{FF2B5EF4-FFF2-40B4-BE49-F238E27FC236}">
                <a16:creationId xmlns:a16="http://schemas.microsoft.com/office/drawing/2014/main" id="{A1AAAFC2-63BA-4BF0-A49A-E2914B4F099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368">
            <a:extLst xmlns:a="http://schemas.openxmlformats.org/drawingml/2006/main">
              <a:ext uri="{FF2B5EF4-FFF2-40B4-BE49-F238E27FC236}">
                <a16:creationId xmlns:a16="http://schemas.microsoft.com/office/drawing/2014/main" id="{B0E2DF16-327A-4AED-AFED-1742D976320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369">
            <a:extLst xmlns:a="http://schemas.openxmlformats.org/drawingml/2006/main">
              <a:ext uri="{FF2B5EF4-FFF2-40B4-BE49-F238E27FC236}">
                <a16:creationId xmlns:a16="http://schemas.microsoft.com/office/drawing/2014/main" id="{5AA0C480-3F44-48A0-8FE2-52E4C6AFA4D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370">
            <a:extLst xmlns:a="http://schemas.openxmlformats.org/drawingml/2006/main">
              <a:ext uri="{FF2B5EF4-FFF2-40B4-BE49-F238E27FC236}">
                <a16:creationId xmlns:a16="http://schemas.microsoft.com/office/drawing/2014/main" id="{B69CB854-9F29-4D79-B890-4DAACD7D53D9}"/>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371">
            <a:extLst xmlns:a="http://schemas.openxmlformats.org/drawingml/2006/main">
              <a:ext uri="{FF2B5EF4-FFF2-40B4-BE49-F238E27FC236}">
                <a16:creationId xmlns:a16="http://schemas.microsoft.com/office/drawing/2014/main" id="{B3FB0352-3DC2-4DF4-B6A8-5AA2647B4DC2}"/>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372">
            <a:extLst xmlns:a="http://schemas.openxmlformats.org/drawingml/2006/main">
              <a:ext uri="{FF2B5EF4-FFF2-40B4-BE49-F238E27FC236}">
                <a16:creationId xmlns:a16="http://schemas.microsoft.com/office/drawing/2014/main" id="{3D095922-B131-4C36-95EC-8F8F5A8C037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10</a:t>
            </a:r>
          </a:p>
        </p:txBody>
      </p:sp>
      <p:sp>
        <p:nvSpPr>
          <p:cNvPr id="13" name="shape-373">
            <a:extLst xmlns:a="http://schemas.openxmlformats.org/drawingml/2006/main">
              <a:ext uri="{FF2B5EF4-FFF2-40B4-BE49-F238E27FC236}">
                <a16:creationId xmlns:a16="http://schemas.microsoft.com/office/drawing/2014/main" id="{F8E08E27-0602-427F-AFA0-AE6623EDD4D3}"/>
              </a:ext>
            </a:extLst>
          </p:cNvPr>
          <p:cNvSpPr>
            <a:spLocks xmlns:a="http://schemas.openxmlformats.org/drawingml/2006/main" noGrp="1"/>
          </p:cNvSpPr>
          <p:nvPr/>
        </p:nvSpPr>
        <p:spPr>
          <a:xfrm xmlns:a="http://schemas.openxmlformats.org/drawingml/2006/main">
            <a:off x="6181725" y="1409700"/>
            <a:ext cx="5400675" cy="3076575"/>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4" name="shape-374">
            <a:extLst xmlns:a="http://schemas.openxmlformats.org/drawingml/2006/main">
              <a:ext uri="{FF2B5EF4-FFF2-40B4-BE49-F238E27FC236}">
                <a16:creationId xmlns:a16="http://schemas.microsoft.com/office/drawing/2014/main" id="{5B53933F-4548-4FA6-9CAA-52E2A132818A}"/>
              </a:ext>
            </a:extLst>
          </p:cNvPr>
          <p:cNvSpPr>
            <a:spLocks xmlns:a="http://schemas.openxmlformats.org/drawingml/2006/main" noGrp="1"/>
          </p:cNvSpPr>
          <p:nvPr/>
        </p:nvSpPr>
        <p:spPr>
          <a:xfrm xmlns:a="http://schemas.openxmlformats.org/drawingml/2006/main">
            <a:off x="609600" y="1409700"/>
            <a:ext cx="5286375" cy="3076575"/>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5" name="text-375">
            <a:extLst xmlns:a="http://schemas.openxmlformats.org/drawingml/2006/main">
              <a:ext uri="{FF2B5EF4-FFF2-40B4-BE49-F238E27FC236}">
                <a16:creationId xmlns:a16="http://schemas.microsoft.com/office/drawing/2014/main" id="{118EFB15-2A5E-4CC6-A120-4914C7B6F152}"/>
              </a:ext>
            </a:extLst>
          </p:cNvPr>
          <p:cNvSpPr>
            <a:spLocks xmlns:a="http://schemas.openxmlformats.org/drawingml/2006/main" noGrp="1"/>
          </p:cNvSpPr>
          <p:nvPr/>
        </p:nvSpPr>
        <p:spPr>
          <a:xfrm xmlns:a="http://schemas.openxmlformats.org/drawingml/2006/main">
            <a:off x="6467475" y="1647825"/>
            <a:ext cx="4829175"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EDCA7E"/>
                </a:solidFill>
                <a:latin typeface="Tahoma"/>
                <a:ea typeface="Tahoma"/>
                <a:cs typeface="Tahoma"/>
              </a:defRPr>
            </a:pPr>
            <a:r>
              <a:rPr sz="2850" b="1">
                <a:solidFill>
                  <a:srgbClr val="EDCA7E"/>
                </a:solidFill>
                <a:latin typeface="Tahoma"/>
                <a:ea typeface="Tahoma"/>
                <a:cs typeface="Tahoma"/>
              </a:rPr>
              <a:t>NMN</a:t>
            </a:r>
          </a:p>
        </p:txBody>
      </p:sp>
      <p:sp>
        <p:nvSpPr>
          <p:cNvPr id="16" name="text-376">
            <a:extLst xmlns:a="http://schemas.openxmlformats.org/drawingml/2006/main">
              <a:ext uri="{FF2B5EF4-FFF2-40B4-BE49-F238E27FC236}">
                <a16:creationId xmlns:a16="http://schemas.microsoft.com/office/drawing/2014/main" id="{22B011D3-1DEE-4CE0-98BA-067E0BD4379C}"/>
              </a:ext>
            </a:extLst>
          </p:cNvPr>
          <p:cNvSpPr>
            <a:spLocks xmlns:a="http://schemas.openxmlformats.org/drawingml/2006/main" noGrp="1"/>
          </p:cNvSpPr>
          <p:nvPr/>
        </p:nvSpPr>
        <p:spPr>
          <a:xfrm xmlns:a="http://schemas.openxmlformats.org/drawingml/2006/main">
            <a:off x="10911642"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من</a:t>
            </a:r>
          </a:p>
        </p:txBody>
      </p:sp>
      <p:sp>
        <p:nvSpPr>
          <p:cNvPr id="17" name="text-377">
            <a:extLst xmlns:a="http://schemas.openxmlformats.org/drawingml/2006/main">
              <a:ext uri="{FF2B5EF4-FFF2-40B4-BE49-F238E27FC236}">
                <a16:creationId xmlns:a16="http://schemas.microsoft.com/office/drawing/2014/main" id="{8BBBA009-B81B-498D-996C-34F96139E1AA}"/>
              </a:ext>
            </a:extLst>
          </p:cNvPr>
          <p:cNvSpPr>
            <a:spLocks xmlns:a="http://schemas.openxmlformats.org/drawingml/2006/main" noGrp="1"/>
          </p:cNvSpPr>
          <p:nvPr/>
        </p:nvSpPr>
        <p:spPr>
          <a:xfrm xmlns:a="http://schemas.openxmlformats.org/drawingml/2006/main">
            <a:off x="10185383" y="2409825"/>
            <a:ext cx="6619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إكمال</a:t>
            </a:r>
          </a:p>
        </p:txBody>
      </p:sp>
      <p:sp>
        <p:nvSpPr>
          <p:cNvPr id="18" name="text-378">
            <a:extLst xmlns:a="http://schemas.openxmlformats.org/drawingml/2006/main">
              <a:ext uri="{FF2B5EF4-FFF2-40B4-BE49-F238E27FC236}">
                <a16:creationId xmlns:a16="http://schemas.microsoft.com/office/drawing/2014/main" id="{215E00B4-D489-42DA-ADF4-1FE69602D79D}"/>
              </a:ext>
            </a:extLst>
          </p:cNvPr>
          <p:cNvSpPr>
            <a:spLocks xmlns:a="http://schemas.openxmlformats.org/drawingml/2006/main" noGrp="1"/>
          </p:cNvSpPr>
          <p:nvPr/>
        </p:nvSpPr>
        <p:spPr>
          <a:xfrm xmlns:a="http://schemas.openxmlformats.org/drawingml/2006/main">
            <a:off x="9140176" y="2409825"/>
            <a:ext cx="98091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احتمالي</a:t>
            </a:r>
          </a:p>
        </p:txBody>
      </p:sp>
      <p:sp>
        <p:nvSpPr>
          <p:cNvPr id="19" name="text-379">
            <a:extLst xmlns:a="http://schemas.openxmlformats.org/drawingml/2006/main">
              <a:ext uri="{FF2B5EF4-FFF2-40B4-BE49-F238E27FC236}">
                <a16:creationId xmlns:a16="http://schemas.microsoft.com/office/drawing/2014/main" id="{BB77E8FF-9227-4D19-8906-15C8B85626E1}"/>
              </a:ext>
            </a:extLst>
          </p:cNvPr>
          <p:cNvSpPr>
            <a:spLocks xmlns:a="http://schemas.openxmlformats.org/drawingml/2006/main" noGrp="1"/>
          </p:cNvSpPr>
          <p:nvPr/>
        </p:nvSpPr>
        <p:spPr>
          <a:xfrm xmlns:a="http://schemas.openxmlformats.org/drawingml/2006/main">
            <a:off x="10826386" y="3057525"/>
            <a:ext cx="4702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إلى</a:t>
            </a:r>
          </a:p>
        </p:txBody>
      </p:sp>
      <p:sp>
        <p:nvSpPr>
          <p:cNvPr id="20" name="text-380">
            <a:extLst xmlns:a="http://schemas.openxmlformats.org/drawingml/2006/main">
              <a:ext uri="{FF2B5EF4-FFF2-40B4-BE49-F238E27FC236}">
                <a16:creationId xmlns:a16="http://schemas.microsoft.com/office/drawing/2014/main" id="{11907FCB-2963-455E-8A0E-96CF0861E360}"/>
              </a:ext>
            </a:extLst>
          </p:cNvPr>
          <p:cNvSpPr>
            <a:spLocks xmlns:a="http://schemas.openxmlformats.org/drawingml/2006/main" noGrp="1"/>
          </p:cNvSpPr>
          <p:nvPr/>
        </p:nvSpPr>
        <p:spPr>
          <a:xfrm xmlns:a="http://schemas.openxmlformats.org/drawingml/2006/main">
            <a:off x="10310264" y="3057525"/>
            <a:ext cx="4488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نص</a:t>
            </a:r>
          </a:p>
        </p:txBody>
      </p:sp>
      <p:sp>
        <p:nvSpPr>
          <p:cNvPr id="21" name="text-381">
            <a:extLst xmlns:a="http://schemas.openxmlformats.org/drawingml/2006/main">
              <a:ext uri="{FF2B5EF4-FFF2-40B4-BE49-F238E27FC236}">
                <a16:creationId xmlns:a16="http://schemas.microsoft.com/office/drawing/2014/main" id="{1ABFBD8B-704B-4F85-B9E7-84AE08468047}"/>
              </a:ext>
            </a:extLst>
          </p:cNvPr>
          <p:cNvSpPr>
            <a:spLocks xmlns:a="http://schemas.openxmlformats.org/drawingml/2006/main" noGrp="1"/>
          </p:cNvSpPr>
          <p:nvPr/>
        </p:nvSpPr>
        <p:spPr>
          <a:xfrm xmlns:a="http://schemas.openxmlformats.org/drawingml/2006/main">
            <a:off x="9599594" y="3057525"/>
            <a:ext cx="64342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بهوية</a:t>
            </a:r>
          </a:p>
        </p:txBody>
      </p:sp>
      <p:sp>
        <p:nvSpPr>
          <p:cNvPr id="22" name="text-382">
            <a:extLst xmlns:a="http://schemas.openxmlformats.org/drawingml/2006/main">
              <a:ext uri="{FF2B5EF4-FFF2-40B4-BE49-F238E27FC236}">
                <a16:creationId xmlns:a16="http://schemas.microsoft.com/office/drawing/2014/main" id="{4562BA88-57F5-4F7D-9B22-F7BB2D491CF8}"/>
              </a:ext>
            </a:extLst>
          </p:cNvPr>
          <p:cNvSpPr>
            <a:spLocks xmlns:a="http://schemas.openxmlformats.org/drawingml/2006/main" noGrp="1"/>
          </p:cNvSpPr>
          <p:nvPr/>
        </p:nvSpPr>
        <p:spPr>
          <a:xfrm xmlns:a="http://schemas.openxmlformats.org/drawingml/2006/main">
            <a:off x="8721945" y="3057525"/>
            <a:ext cx="81040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وموضع</a:t>
            </a:r>
          </a:p>
        </p:txBody>
      </p:sp>
      <p:sp>
        <p:nvSpPr>
          <p:cNvPr id="23" name="text-383">
            <a:extLst xmlns:a="http://schemas.openxmlformats.org/drawingml/2006/main">
              <a:ext uri="{FF2B5EF4-FFF2-40B4-BE49-F238E27FC236}">
                <a16:creationId xmlns:a16="http://schemas.microsoft.com/office/drawing/2014/main" id="{61E23664-041B-4011-A07F-04EDF23B1FDE}"/>
              </a:ext>
            </a:extLst>
          </p:cNvPr>
          <p:cNvSpPr>
            <a:spLocks xmlns:a="http://schemas.openxmlformats.org/drawingml/2006/main" noGrp="1"/>
          </p:cNvSpPr>
          <p:nvPr/>
        </p:nvSpPr>
        <p:spPr>
          <a:xfrm xmlns:a="http://schemas.openxmlformats.org/drawingml/2006/main">
            <a:off x="10646457" y="3810000"/>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افحص</a:t>
            </a:r>
          </a:p>
        </p:txBody>
      </p:sp>
      <p:sp>
        <p:nvSpPr>
          <p:cNvPr id="24" name="text-384">
            <a:extLst xmlns:a="http://schemas.openxmlformats.org/drawingml/2006/main">
              <a:ext uri="{FF2B5EF4-FFF2-40B4-BE49-F238E27FC236}">
                <a16:creationId xmlns:a16="http://schemas.microsoft.com/office/drawing/2014/main" id="{35ECF4B7-9E80-4BAB-BAE8-6E91237EF0A8}"/>
              </a:ext>
            </a:extLst>
          </p:cNvPr>
          <p:cNvSpPr>
            <a:spLocks xmlns:a="http://schemas.openxmlformats.org/drawingml/2006/main" noGrp="1"/>
          </p:cNvSpPr>
          <p:nvPr/>
        </p:nvSpPr>
        <p:spPr>
          <a:xfrm xmlns:a="http://schemas.openxmlformats.org/drawingml/2006/main">
            <a:off x="9994687" y="3810000"/>
            <a:ext cx="5964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النحل</a:t>
            </a:r>
          </a:p>
        </p:txBody>
      </p:sp>
      <p:sp>
        <p:nvSpPr>
          <p:cNvPr id="25" name="text-385">
            <a:extLst xmlns:a="http://schemas.openxmlformats.org/drawingml/2006/main">
              <a:ext uri="{FF2B5EF4-FFF2-40B4-BE49-F238E27FC236}">
                <a16:creationId xmlns:a16="http://schemas.microsoft.com/office/drawing/2014/main" id="{8A07D003-DCC3-40BA-A1DB-75FA5C62ADC3}"/>
              </a:ext>
            </a:extLst>
          </p:cNvPr>
          <p:cNvSpPr>
            <a:spLocks xmlns:a="http://schemas.openxmlformats.org/drawingml/2006/main" noGrp="1"/>
          </p:cNvSpPr>
          <p:nvPr/>
        </p:nvSpPr>
        <p:spPr>
          <a:xfrm xmlns:a="http://schemas.openxmlformats.org/drawingml/2006/main">
            <a:off x="9620758" y="38100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٩٠</a:t>
            </a:r>
          </a:p>
        </p:txBody>
      </p:sp>
      <p:sp>
        <p:nvSpPr>
          <p:cNvPr id="26" name="text-386">
            <a:extLst xmlns:a="http://schemas.openxmlformats.org/drawingml/2006/main">
              <a:ext uri="{FF2B5EF4-FFF2-40B4-BE49-F238E27FC236}">
                <a16:creationId xmlns:a16="http://schemas.microsoft.com/office/drawing/2014/main" id="{0D3267C3-F733-4801-85E3-F182E21BEAAB}"/>
              </a:ext>
            </a:extLst>
          </p:cNvPr>
          <p:cNvSpPr>
            <a:spLocks xmlns:a="http://schemas.openxmlformats.org/drawingml/2006/main" noGrp="1"/>
          </p:cNvSpPr>
          <p:nvPr/>
        </p:nvSpPr>
        <p:spPr>
          <a:xfrm xmlns:a="http://schemas.openxmlformats.org/drawingml/2006/main">
            <a:off x="9004110" y="3810000"/>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حرفيًا</a:t>
            </a:r>
          </a:p>
        </p:txBody>
      </p:sp>
      <p:sp>
        <p:nvSpPr>
          <p:cNvPr id="27" name="text-387">
            <a:extLst xmlns:a="http://schemas.openxmlformats.org/drawingml/2006/main">
              <a:ext uri="{FF2B5EF4-FFF2-40B4-BE49-F238E27FC236}">
                <a16:creationId xmlns:a16="http://schemas.microsoft.com/office/drawing/2014/main" id="{F3363BBD-6795-47B9-A454-E02B1A379B4B}"/>
              </a:ext>
            </a:extLst>
          </p:cNvPr>
          <p:cNvSpPr>
            <a:spLocks xmlns:a="http://schemas.openxmlformats.org/drawingml/2006/main" noGrp="1"/>
          </p:cNvSpPr>
          <p:nvPr/>
        </p:nvSpPr>
        <p:spPr>
          <a:xfrm xmlns:a="http://schemas.openxmlformats.org/drawingml/2006/main">
            <a:off x="4300393" y="1647825"/>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المتجاور</a:t>
            </a:r>
          </a:p>
        </p:txBody>
      </p:sp>
      <p:sp>
        <p:nvSpPr>
          <p:cNvPr id="28" name="text-388">
            <a:extLst xmlns:a="http://schemas.openxmlformats.org/drawingml/2006/main">
              <a:ext uri="{FF2B5EF4-FFF2-40B4-BE49-F238E27FC236}">
                <a16:creationId xmlns:a16="http://schemas.microsoft.com/office/drawing/2014/main" id="{81DBC1CC-B057-49CF-879B-ECD2B019E9F0}"/>
              </a:ext>
            </a:extLst>
          </p:cNvPr>
          <p:cNvSpPr>
            <a:spLocks xmlns:a="http://schemas.openxmlformats.org/drawingml/2006/main" noGrp="1"/>
          </p:cNvSpPr>
          <p:nvPr/>
        </p:nvSpPr>
        <p:spPr>
          <a:xfrm xmlns:a="http://schemas.openxmlformats.org/drawingml/2006/main">
            <a:off x="3618266" y="1647825"/>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في</a:t>
            </a:r>
          </a:p>
        </p:txBody>
      </p:sp>
      <p:sp>
        <p:nvSpPr>
          <p:cNvPr id="29" name="text-389">
            <a:extLst xmlns:a="http://schemas.openxmlformats.org/drawingml/2006/main">
              <a:ext uri="{FF2B5EF4-FFF2-40B4-BE49-F238E27FC236}">
                <a16:creationId xmlns:a16="http://schemas.microsoft.com/office/drawing/2014/main" id="{3055E745-42B8-4928-B813-965E94DA7CE8}"/>
              </a:ext>
            </a:extLst>
          </p:cNvPr>
          <p:cNvSpPr>
            <a:spLocks xmlns:a="http://schemas.openxmlformats.org/drawingml/2006/main" noGrp="1"/>
          </p:cNvSpPr>
          <p:nvPr/>
        </p:nvSpPr>
        <p:spPr>
          <a:xfrm xmlns:a="http://schemas.openxmlformats.org/drawingml/2006/main">
            <a:off x="2557729" y="1647825"/>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القرآن</a:t>
            </a:r>
          </a:p>
        </p:txBody>
      </p:sp>
      <p:sp>
        <p:nvSpPr>
          <p:cNvPr id="30" name="text-390">
            <a:extLst xmlns:a="http://schemas.openxmlformats.org/drawingml/2006/main">
              <a:ext uri="{FF2B5EF4-FFF2-40B4-BE49-F238E27FC236}">
                <a16:creationId xmlns:a16="http://schemas.microsoft.com/office/drawing/2014/main" id="{FA9C3810-4DE7-41FF-82A8-FC8D479A4EE6}"/>
              </a:ext>
            </a:extLst>
          </p:cNvPr>
          <p:cNvSpPr>
            <a:spLocks xmlns:a="http://schemas.openxmlformats.org/drawingml/2006/main" noGrp="1"/>
          </p:cNvSpPr>
          <p:nvPr/>
        </p:nvSpPr>
        <p:spPr>
          <a:xfrm xmlns:a="http://schemas.openxmlformats.org/drawingml/2006/main">
            <a:off x="5225217"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من</a:t>
            </a:r>
          </a:p>
        </p:txBody>
      </p:sp>
      <p:sp>
        <p:nvSpPr>
          <p:cNvPr id="31" name="text-391">
            <a:extLst xmlns:a="http://schemas.openxmlformats.org/drawingml/2006/main">
              <a:ext uri="{FF2B5EF4-FFF2-40B4-BE49-F238E27FC236}">
                <a16:creationId xmlns:a16="http://schemas.microsoft.com/office/drawing/2014/main" id="{7873748A-3B5E-4213-81D6-A4B1F9CA44C9}"/>
              </a:ext>
            </a:extLst>
          </p:cNvPr>
          <p:cNvSpPr>
            <a:spLocks xmlns:a="http://schemas.openxmlformats.org/drawingml/2006/main" noGrp="1"/>
          </p:cNvSpPr>
          <p:nvPr/>
        </p:nvSpPr>
        <p:spPr>
          <a:xfrm xmlns:a="http://schemas.openxmlformats.org/drawingml/2006/main">
            <a:off x="4619532" y="2409825"/>
            <a:ext cx="5413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تكرار</a:t>
            </a:r>
          </a:p>
        </p:txBody>
      </p:sp>
      <p:sp>
        <p:nvSpPr>
          <p:cNvPr id="32" name="text-392">
            <a:extLst xmlns:a="http://schemas.openxmlformats.org/drawingml/2006/main">
              <a:ext uri="{FF2B5EF4-FFF2-40B4-BE49-F238E27FC236}">
                <a16:creationId xmlns:a16="http://schemas.microsoft.com/office/drawing/2014/main" id="{F8655346-1566-4667-A86A-189930F7E496}"/>
              </a:ext>
            </a:extLst>
          </p:cNvPr>
          <p:cNvSpPr>
            <a:spLocks xmlns:a="http://schemas.openxmlformats.org/drawingml/2006/main" noGrp="1"/>
          </p:cNvSpPr>
          <p:nvPr/>
        </p:nvSpPr>
        <p:spPr>
          <a:xfrm xmlns:a="http://schemas.openxmlformats.org/drawingml/2006/main">
            <a:off x="4108128" y="2409825"/>
            <a:ext cx="44711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لفظ</a:t>
            </a:r>
          </a:p>
        </p:txBody>
      </p:sp>
      <p:sp>
        <p:nvSpPr>
          <p:cNvPr id="33" name="text-393">
            <a:extLst xmlns:a="http://schemas.openxmlformats.org/drawingml/2006/main">
              <a:ext uri="{FF2B5EF4-FFF2-40B4-BE49-F238E27FC236}">
                <a16:creationId xmlns:a16="http://schemas.microsoft.com/office/drawing/2014/main" id="{98A0771C-741E-409B-8FBB-4D49655D6F72}"/>
              </a:ext>
            </a:extLst>
          </p:cNvPr>
          <p:cNvSpPr>
            <a:spLocks xmlns:a="http://schemas.openxmlformats.org/drawingml/2006/main" noGrp="1"/>
          </p:cNvSpPr>
          <p:nvPr/>
        </p:nvSpPr>
        <p:spPr>
          <a:xfrm xmlns:a="http://schemas.openxmlformats.org/drawingml/2006/main">
            <a:off x="3387755" y="2409825"/>
            <a:ext cx="6560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منفرد</a:t>
            </a:r>
          </a:p>
        </p:txBody>
      </p:sp>
      <p:sp>
        <p:nvSpPr>
          <p:cNvPr id="34" name="text-394">
            <a:extLst xmlns:a="http://schemas.openxmlformats.org/drawingml/2006/main">
              <a:ext uri="{FF2B5EF4-FFF2-40B4-BE49-F238E27FC236}">
                <a16:creationId xmlns:a16="http://schemas.microsoft.com/office/drawing/2014/main" id="{C5913DD7-DAF4-4EE0-A583-2618B6EE0943}"/>
              </a:ext>
            </a:extLst>
          </p:cNvPr>
          <p:cNvSpPr>
            <a:spLocks xmlns:a="http://schemas.openxmlformats.org/drawingml/2006/main" noGrp="1"/>
          </p:cNvSpPr>
          <p:nvPr/>
        </p:nvSpPr>
        <p:spPr>
          <a:xfrm xmlns:a="http://schemas.openxmlformats.org/drawingml/2006/main">
            <a:off x="5154874" y="3057525"/>
            <a:ext cx="45535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إلى</a:t>
            </a:r>
          </a:p>
        </p:txBody>
      </p:sp>
      <p:sp>
        <p:nvSpPr>
          <p:cNvPr id="35" name="text-395">
            <a:extLst xmlns:a="http://schemas.openxmlformats.org/drawingml/2006/main">
              <a:ext uri="{FF2B5EF4-FFF2-40B4-BE49-F238E27FC236}">
                <a16:creationId xmlns:a16="http://schemas.microsoft.com/office/drawing/2014/main" id="{D89CAE20-43D1-46A0-BE18-0A11A1C2A55C}"/>
              </a:ext>
            </a:extLst>
          </p:cNvPr>
          <p:cNvSpPr>
            <a:spLocks xmlns:a="http://schemas.openxmlformats.org/drawingml/2006/main" noGrp="1"/>
          </p:cNvSpPr>
          <p:nvPr/>
        </p:nvSpPr>
        <p:spPr>
          <a:xfrm xmlns:a="http://schemas.openxmlformats.org/drawingml/2006/main">
            <a:off x="4475314" y="3057525"/>
            <a:ext cx="6152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قرائن</a:t>
            </a:r>
          </a:p>
        </p:txBody>
      </p:sp>
      <p:sp>
        <p:nvSpPr>
          <p:cNvPr id="36" name="text-396">
            <a:extLst xmlns:a="http://schemas.openxmlformats.org/drawingml/2006/main">
              <a:ext uri="{FF2B5EF4-FFF2-40B4-BE49-F238E27FC236}">
                <a16:creationId xmlns:a16="http://schemas.microsoft.com/office/drawing/2014/main" id="{97FEA362-8CDC-4B1A-A801-939235847DD9}"/>
              </a:ext>
            </a:extLst>
          </p:cNvPr>
          <p:cNvSpPr>
            <a:spLocks xmlns:a="http://schemas.openxmlformats.org/drawingml/2006/main" noGrp="1"/>
          </p:cNvSpPr>
          <p:nvPr/>
        </p:nvSpPr>
        <p:spPr>
          <a:xfrm xmlns:a="http://schemas.openxmlformats.org/drawingml/2006/main">
            <a:off x="3679202" y="3057525"/>
            <a:ext cx="73181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مقارنة</a:t>
            </a:r>
          </a:p>
        </p:txBody>
      </p:sp>
      <p:sp>
        <p:nvSpPr>
          <p:cNvPr id="37" name="text-397">
            <a:extLst xmlns:a="http://schemas.openxmlformats.org/drawingml/2006/main">
              <a:ext uri="{FF2B5EF4-FFF2-40B4-BE49-F238E27FC236}">
                <a16:creationId xmlns:a16="http://schemas.microsoft.com/office/drawing/2014/main" id="{1C7BA66F-8070-44DE-A423-447F773C3EAE}"/>
              </a:ext>
            </a:extLst>
          </p:cNvPr>
          <p:cNvSpPr>
            <a:spLocks xmlns:a="http://schemas.openxmlformats.org/drawingml/2006/main" noGrp="1"/>
          </p:cNvSpPr>
          <p:nvPr/>
        </p:nvSpPr>
        <p:spPr>
          <a:xfrm xmlns:a="http://schemas.openxmlformats.org/drawingml/2006/main">
            <a:off x="2670393" y="3057525"/>
            <a:ext cx="94451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وشواهد</a:t>
            </a:r>
          </a:p>
        </p:txBody>
      </p:sp>
      <p:sp>
        <p:nvSpPr>
          <p:cNvPr id="38" name="text-398">
            <a:extLst xmlns:a="http://schemas.openxmlformats.org/drawingml/2006/main">
              <a:ext uri="{FF2B5EF4-FFF2-40B4-BE49-F238E27FC236}">
                <a16:creationId xmlns:a16="http://schemas.microsoft.com/office/drawing/2014/main" id="{D8BD4F7D-D197-45AB-9FF2-DA24B34DA218}"/>
              </a:ext>
            </a:extLst>
          </p:cNvPr>
          <p:cNvSpPr>
            <a:spLocks xmlns:a="http://schemas.openxmlformats.org/drawingml/2006/main" noGrp="1"/>
          </p:cNvSpPr>
          <p:nvPr/>
        </p:nvSpPr>
        <p:spPr>
          <a:xfrm xmlns:a="http://schemas.openxmlformats.org/drawingml/2006/main">
            <a:off x="5147810" y="3810000"/>
            <a:ext cx="46241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قارن</a:t>
            </a:r>
          </a:p>
        </p:txBody>
      </p:sp>
      <p:sp>
        <p:nvSpPr>
          <p:cNvPr id="39" name="text-399">
            <a:extLst xmlns:a="http://schemas.openxmlformats.org/drawingml/2006/main">
              <a:ext uri="{FF2B5EF4-FFF2-40B4-BE49-F238E27FC236}">
                <a16:creationId xmlns:a16="http://schemas.microsoft.com/office/drawing/2014/main" id="{B74E3DC0-AEBE-46C2-989F-A719A70578C9}"/>
              </a:ext>
            </a:extLst>
          </p:cNvPr>
          <p:cNvSpPr>
            <a:spLocks xmlns:a="http://schemas.openxmlformats.org/drawingml/2006/main" noGrp="1"/>
          </p:cNvSpPr>
          <p:nvPr/>
        </p:nvSpPr>
        <p:spPr>
          <a:xfrm xmlns:a="http://schemas.openxmlformats.org/drawingml/2006/main">
            <a:off x="4399012" y="3810000"/>
            <a:ext cx="6934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النفس</a:t>
            </a:r>
          </a:p>
        </p:txBody>
      </p:sp>
      <p:sp>
        <p:nvSpPr>
          <p:cNvPr id="40" name="text-400">
            <a:extLst xmlns:a="http://schemas.openxmlformats.org/drawingml/2006/main">
              <a:ext uri="{FF2B5EF4-FFF2-40B4-BE49-F238E27FC236}">
                <a16:creationId xmlns:a16="http://schemas.microsoft.com/office/drawing/2014/main" id="{0C27677F-E204-4662-B63B-82B893BCE330}"/>
              </a:ext>
            </a:extLst>
          </p:cNvPr>
          <p:cNvSpPr>
            <a:spLocks xmlns:a="http://schemas.openxmlformats.org/drawingml/2006/main" noGrp="1"/>
          </p:cNvSpPr>
          <p:nvPr/>
        </p:nvSpPr>
        <p:spPr>
          <a:xfrm xmlns:a="http://schemas.openxmlformats.org/drawingml/2006/main">
            <a:off x="3721341" y="3810000"/>
            <a:ext cx="6223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والروح</a:t>
            </a:r>
          </a:p>
        </p:txBody>
      </p:sp>
      <p:sp>
        <p:nvSpPr>
          <p:cNvPr id="41" name="text-401">
            <a:extLst xmlns:a="http://schemas.openxmlformats.org/drawingml/2006/main">
              <a:ext uri="{FF2B5EF4-FFF2-40B4-BE49-F238E27FC236}">
                <a16:creationId xmlns:a16="http://schemas.microsoft.com/office/drawing/2014/main" id="{DB8A4D29-42AA-403D-B9BA-E23BA846D68E}"/>
              </a:ext>
            </a:extLst>
          </p:cNvPr>
          <p:cNvSpPr>
            <a:spLocks xmlns:a="http://schemas.openxmlformats.org/drawingml/2006/main" noGrp="1"/>
          </p:cNvSpPr>
          <p:nvPr/>
        </p:nvSpPr>
        <p:spPr>
          <a:xfrm xmlns:a="http://schemas.openxmlformats.org/drawingml/2006/main">
            <a:off x="10949670" y="4705350"/>
            <a:ext cx="6327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مقارنة</a:t>
            </a:r>
          </a:p>
        </p:txBody>
      </p:sp>
      <p:sp>
        <p:nvSpPr>
          <p:cNvPr id="42" name="text-402">
            <a:extLst xmlns:a="http://schemas.openxmlformats.org/drawingml/2006/main">
              <a:ext uri="{FF2B5EF4-FFF2-40B4-BE49-F238E27FC236}">
                <a16:creationId xmlns:a16="http://schemas.microsoft.com/office/drawing/2014/main" id="{4088D103-BD2D-4A3A-A233-73A197B86738}"/>
              </a:ext>
            </a:extLst>
          </p:cNvPr>
          <p:cNvSpPr>
            <a:spLocks xmlns:a="http://schemas.openxmlformats.org/drawingml/2006/main" noGrp="1"/>
          </p:cNvSpPr>
          <p:nvPr/>
        </p:nvSpPr>
        <p:spPr>
          <a:xfrm xmlns:a="http://schemas.openxmlformats.org/drawingml/2006/main">
            <a:off x="10183124" y="4705350"/>
            <a:ext cx="7141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وظيفية</a:t>
            </a:r>
          </a:p>
        </p:txBody>
      </p:sp>
      <p:sp>
        <p:nvSpPr>
          <p:cNvPr id="43" name="text-403">
            <a:extLst xmlns:a="http://schemas.openxmlformats.org/drawingml/2006/main">
              <a:ext uri="{FF2B5EF4-FFF2-40B4-BE49-F238E27FC236}">
                <a16:creationId xmlns:a16="http://schemas.microsoft.com/office/drawing/2014/main" id="{44C18124-D3B2-4446-AD21-B72427618067}"/>
              </a:ext>
            </a:extLst>
          </p:cNvPr>
          <p:cNvSpPr>
            <a:spLocks xmlns:a="http://schemas.openxmlformats.org/drawingml/2006/main" noGrp="1"/>
          </p:cNvSpPr>
          <p:nvPr/>
        </p:nvSpPr>
        <p:spPr>
          <a:xfrm xmlns:a="http://schemas.openxmlformats.org/drawingml/2006/main">
            <a:off x="10009441" y="47053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44" name="text-404">
            <a:extLst xmlns:a="http://schemas.openxmlformats.org/drawingml/2006/main">
              <a:ext uri="{FF2B5EF4-FFF2-40B4-BE49-F238E27FC236}">
                <a16:creationId xmlns:a16="http://schemas.microsoft.com/office/drawing/2014/main" id="{0732020B-3B02-4167-B304-98277C3C51AE}"/>
              </a:ext>
            </a:extLst>
          </p:cNvPr>
          <p:cNvSpPr>
            <a:spLocks xmlns:a="http://schemas.openxmlformats.org/drawingml/2006/main" noGrp="1"/>
          </p:cNvSpPr>
          <p:nvPr/>
        </p:nvSpPr>
        <p:spPr>
          <a:xfrm xmlns:a="http://schemas.openxmlformats.org/drawingml/2006/main">
            <a:off x="9284395" y="4705350"/>
            <a:ext cx="6726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أفضلية</a:t>
            </a:r>
          </a:p>
        </p:txBody>
      </p:sp>
      <p:sp>
        <p:nvSpPr>
          <p:cNvPr id="45" name="text-405">
            <a:extLst xmlns:a="http://schemas.openxmlformats.org/drawingml/2006/main">
              <a:ext uri="{FF2B5EF4-FFF2-40B4-BE49-F238E27FC236}">
                <a16:creationId xmlns:a16="http://schemas.microsoft.com/office/drawing/2014/main" id="{F35E2CC3-04C5-4B2E-BDDE-1A87A5ECD3DA}"/>
              </a:ext>
            </a:extLst>
          </p:cNvPr>
          <p:cNvSpPr>
            <a:spLocks xmlns:a="http://schemas.openxmlformats.org/drawingml/2006/main" noGrp="1"/>
          </p:cNvSpPr>
          <p:nvPr/>
        </p:nvSpPr>
        <p:spPr>
          <a:xfrm xmlns:a="http://schemas.openxmlformats.org/drawingml/2006/main">
            <a:off x="8736922" y="4705350"/>
            <a:ext cx="4950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الأداء</a:t>
            </a:r>
          </a:p>
        </p:txBody>
      </p:sp>
      <p:sp>
        <p:nvSpPr>
          <p:cNvPr id="46" name="text-406">
            <a:extLst xmlns:a="http://schemas.openxmlformats.org/drawingml/2006/main">
              <a:ext uri="{FF2B5EF4-FFF2-40B4-BE49-F238E27FC236}">
                <a16:creationId xmlns:a16="http://schemas.microsoft.com/office/drawing/2014/main" id="{0603992C-B26B-4B5F-AD96-AB105470423E}"/>
              </a:ext>
            </a:extLst>
          </p:cNvPr>
          <p:cNvSpPr>
            <a:spLocks xmlns:a="http://schemas.openxmlformats.org/drawingml/2006/main" noGrp="1"/>
          </p:cNvSpPr>
          <p:nvPr/>
        </p:nvSpPr>
        <p:spPr>
          <a:xfrm xmlns:a="http://schemas.openxmlformats.org/drawingml/2006/main">
            <a:off x="7826354" y="4705350"/>
            <a:ext cx="8581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المقاسة</a:t>
            </a:r>
          </a:p>
        </p:txBody>
      </p:sp>
      <p:sp>
        <p:nvSpPr>
          <p:cNvPr id="47" name="text-407">
            <a:extLst xmlns:a="http://schemas.openxmlformats.org/drawingml/2006/main">
              <a:ext uri="{FF2B5EF4-FFF2-40B4-BE49-F238E27FC236}">
                <a16:creationId xmlns:a16="http://schemas.microsoft.com/office/drawing/2014/main" id="{4B01BDEF-8A7B-457A-A45D-3E4AE0BA18DB}"/>
              </a:ext>
            </a:extLst>
          </p:cNvPr>
          <p:cNvSpPr>
            <a:spLocks xmlns:a="http://schemas.openxmlformats.org/drawingml/2006/main" noGrp="1"/>
          </p:cNvSpPr>
          <p:nvPr/>
        </p:nvSpPr>
        <p:spPr>
          <a:xfrm xmlns:a="http://schemas.openxmlformats.org/drawingml/2006/main">
            <a:off x="7214131" y="4705350"/>
            <a:ext cx="5598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تحتاج</a:t>
            </a:r>
          </a:p>
        </p:txBody>
      </p:sp>
      <p:sp>
        <p:nvSpPr>
          <p:cNvPr id="48" name="text-408">
            <a:extLst xmlns:a="http://schemas.openxmlformats.org/drawingml/2006/main">
              <a:ext uri="{FF2B5EF4-FFF2-40B4-BE49-F238E27FC236}">
                <a16:creationId xmlns:a16="http://schemas.microsoft.com/office/drawing/2014/main" id="{5AB2F100-301C-4270-98A3-9FEACCCB40B5}"/>
              </a:ext>
            </a:extLst>
          </p:cNvPr>
          <p:cNvSpPr>
            <a:spLocks xmlns:a="http://schemas.openxmlformats.org/drawingml/2006/main" noGrp="1"/>
          </p:cNvSpPr>
          <p:nvPr/>
        </p:nvSpPr>
        <p:spPr>
          <a:xfrm xmlns:a="http://schemas.openxmlformats.org/drawingml/2006/main">
            <a:off x="6534606" y="4705350"/>
            <a:ext cx="62713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اختبارًا</a:t>
            </a:r>
          </a:p>
        </p:txBody>
      </p:sp>
      <p:sp>
        <p:nvSpPr>
          <p:cNvPr id="49" name="text-409">
            <a:extLst xmlns:a="http://schemas.openxmlformats.org/drawingml/2006/main">
              <a:ext uri="{FF2B5EF4-FFF2-40B4-BE49-F238E27FC236}">
                <a16:creationId xmlns:a16="http://schemas.microsoft.com/office/drawing/2014/main" id="{15C8BC67-0646-42BE-958D-70713B0FC45F}"/>
              </a:ext>
            </a:extLst>
          </p:cNvPr>
          <p:cNvSpPr>
            <a:spLocks xmlns:a="http://schemas.openxmlformats.org/drawingml/2006/main" noGrp="1"/>
          </p:cNvSpPr>
          <p:nvPr/>
        </p:nvSpPr>
        <p:spPr>
          <a:xfrm xmlns:a="http://schemas.openxmlformats.org/drawingml/2006/main">
            <a:off x="5727934" y="4705350"/>
            <a:ext cx="7542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مضبوطًا</a:t>
            </a:r>
          </a:p>
        </p:txBody>
      </p:sp>
      <p:sp>
        <p:nvSpPr>
          <p:cNvPr id="50" name="text-410">
            <a:extLst xmlns:a="http://schemas.openxmlformats.org/drawingml/2006/main">
              <a:ext uri="{FF2B5EF4-FFF2-40B4-BE49-F238E27FC236}">
                <a16:creationId xmlns:a16="http://schemas.microsoft.com/office/drawing/2014/main" id="{63B47692-E5A6-443B-8EA4-045502C133C8}"/>
              </a:ext>
            </a:extLst>
          </p:cNvPr>
          <p:cNvSpPr>
            <a:spLocks xmlns:a="http://schemas.openxmlformats.org/drawingml/2006/main" noGrp="1"/>
          </p:cNvSpPr>
          <p:nvPr/>
        </p:nvSpPr>
        <p:spPr>
          <a:xfrm xmlns:a="http://schemas.openxmlformats.org/drawingml/2006/main">
            <a:off x="6381750" y="5172075"/>
            <a:ext cx="520065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EDCA7E"/>
                </a:solidFill>
                <a:latin typeface="Tahoma"/>
                <a:ea typeface="Tahoma"/>
                <a:cs typeface="Tahoma"/>
              </a:defRPr>
            </a:pPr>
            <a:r>
              <a:rPr sz="1650" b="1">
                <a:solidFill>
                  <a:srgbClr val="EDCA7E"/>
                </a:solidFill>
                <a:latin typeface="Tahoma"/>
                <a:ea typeface="Tahoma"/>
                <a:cs typeface="Tahoma"/>
              </a:rPr>
              <a:t>NMN · SA 1020268774</a:t>
            </a:r>
          </a:p>
        </p:txBody>
      </p:sp>
      <p:sp>
        <p:nvSpPr>
          <p:cNvPr id="51" name="text-411">
            <a:extLst xmlns:a="http://schemas.openxmlformats.org/drawingml/2006/main">
              <a:ext uri="{FF2B5EF4-FFF2-40B4-BE49-F238E27FC236}">
                <a16:creationId xmlns:a16="http://schemas.microsoft.com/office/drawing/2014/main" id="{921B7B10-923C-4B2D-9870-47A1D800F69E}"/>
              </a:ext>
            </a:extLst>
          </p:cNvPr>
          <p:cNvSpPr>
            <a:spLocks xmlns:a="http://schemas.openxmlformats.org/drawingml/2006/main" noGrp="1"/>
          </p:cNvSpPr>
          <p:nvPr/>
        </p:nvSpPr>
        <p:spPr>
          <a:xfrm xmlns:a="http://schemas.openxmlformats.org/drawingml/2006/main">
            <a:off x="5128595" y="5172075"/>
            <a:ext cx="7673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EDCA7E"/>
                </a:solidFill>
                <a:latin typeface="Tahoma"/>
                <a:ea typeface="Tahoma"/>
                <a:cs typeface="Tahoma"/>
              </a:defRPr>
            </a:pPr>
            <a:r>
              <a:rPr sz="1650" b="1">
                <a:solidFill>
                  <a:srgbClr val="EDCA7E"/>
                </a:solidFill>
                <a:latin typeface="Tahoma"/>
                <a:ea typeface="Tahoma"/>
                <a:cs typeface="Tahoma"/>
              </a:rPr>
              <a:t>المنصة</a:t>
            </a:r>
          </a:p>
        </p:txBody>
      </p:sp>
      <p:sp>
        <p:nvSpPr>
          <p:cNvPr id="52" name="text-412">
            <a:extLst xmlns:a="http://schemas.openxmlformats.org/drawingml/2006/main">
              <a:ext uri="{FF2B5EF4-FFF2-40B4-BE49-F238E27FC236}">
                <a16:creationId xmlns:a16="http://schemas.microsoft.com/office/drawing/2014/main" id="{B35151A4-7834-4D34-AF42-36ACC205B724}"/>
              </a:ext>
            </a:extLst>
          </p:cNvPr>
          <p:cNvSpPr>
            <a:spLocks xmlns:a="http://schemas.openxmlformats.org/drawingml/2006/main" noGrp="1"/>
          </p:cNvSpPr>
          <p:nvPr/>
        </p:nvSpPr>
        <p:spPr>
          <a:xfrm xmlns:a="http://schemas.openxmlformats.org/drawingml/2006/main">
            <a:off x="609600" y="5172075"/>
            <a:ext cx="3667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EDCA7E"/>
                </a:solidFill>
                <a:latin typeface="Tahoma"/>
                <a:ea typeface="Tahoma"/>
                <a:cs typeface="Tahoma"/>
              </a:defRPr>
            </a:pPr>
            <a:r>
              <a:rPr sz="1650" b="1">
                <a:solidFill>
                  <a:srgbClr val="EDCA7E"/>
                </a:solidFill>
                <a:latin typeface="Tahoma"/>
                <a:ea typeface="Tahoma"/>
                <a:cs typeface="Tahoma"/>
              </a:rPr>
              <a:t>SA 1020261862</a:t>
            </a:r>
          </a:p>
        </p:txBody>
      </p:sp>
      <p:sp>
        <p:nvSpPr>
          <p:cNvPr id="53" name="text-413">
            <a:extLst xmlns:a="http://schemas.openxmlformats.org/drawingml/2006/main">
              <a:ext uri="{FF2B5EF4-FFF2-40B4-BE49-F238E27FC236}">
                <a16:creationId xmlns:a16="http://schemas.microsoft.com/office/drawing/2014/main" id="{9AF8253D-73FE-4A62-B6DB-2BB5CBC278BB}"/>
              </a:ext>
            </a:extLst>
          </p:cNvPr>
          <p:cNvSpPr>
            <a:spLocks xmlns:a="http://schemas.openxmlformats.org/drawingml/2006/main" noGrp="1"/>
          </p:cNvSpPr>
          <p:nvPr/>
        </p:nvSpPr>
        <p:spPr>
          <a:xfrm xmlns:a="http://schemas.openxmlformats.org/drawingml/2006/main">
            <a:off x="11183461" y="5657850"/>
            <a:ext cx="39893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طلبا</a:t>
            </a:r>
          </a:p>
        </p:txBody>
      </p:sp>
      <p:sp>
        <p:nvSpPr>
          <p:cNvPr id="54" name="text-414">
            <a:extLst xmlns:a="http://schemas.openxmlformats.org/drawingml/2006/main">
              <a:ext uri="{FF2B5EF4-FFF2-40B4-BE49-F238E27FC236}">
                <a16:creationId xmlns:a16="http://schemas.microsoft.com/office/drawing/2014/main" id="{6D09DACD-B825-437C-B67D-6A369C08AE45}"/>
              </a:ext>
            </a:extLst>
          </p:cNvPr>
          <p:cNvSpPr>
            <a:spLocks xmlns:a="http://schemas.openxmlformats.org/drawingml/2006/main" noGrp="1"/>
          </p:cNvSpPr>
          <p:nvPr/>
        </p:nvSpPr>
        <p:spPr>
          <a:xfrm xmlns:a="http://schemas.openxmlformats.org/drawingml/2006/main">
            <a:off x="10712335" y="5657850"/>
            <a:ext cx="42464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براءة</a:t>
            </a:r>
          </a:p>
        </p:txBody>
      </p:sp>
      <p:sp>
        <p:nvSpPr>
          <p:cNvPr id="55" name="text-415">
            <a:extLst xmlns:a="http://schemas.openxmlformats.org/drawingml/2006/main">
              <a:ext uri="{FF2B5EF4-FFF2-40B4-BE49-F238E27FC236}">
                <a16:creationId xmlns:a16="http://schemas.microsoft.com/office/drawing/2014/main" id="{52B1D724-2D03-4939-A57B-194A2368DECE}"/>
              </a:ext>
            </a:extLst>
          </p:cNvPr>
          <p:cNvSpPr>
            <a:spLocks xmlns:a="http://schemas.openxmlformats.org/drawingml/2006/main" noGrp="1"/>
          </p:cNvSpPr>
          <p:nvPr/>
        </p:nvSpPr>
        <p:spPr>
          <a:xfrm xmlns:a="http://schemas.openxmlformats.org/drawingml/2006/main">
            <a:off x="10084826" y="5657850"/>
            <a:ext cx="5810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اختراع</a:t>
            </a:r>
          </a:p>
        </p:txBody>
      </p:sp>
      <p:sp>
        <p:nvSpPr>
          <p:cNvPr id="56" name="text-416">
            <a:extLst xmlns:a="http://schemas.openxmlformats.org/drawingml/2006/main">
              <a:ext uri="{FF2B5EF4-FFF2-40B4-BE49-F238E27FC236}">
                <a16:creationId xmlns:a16="http://schemas.microsoft.com/office/drawing/2014/main" id="{9ACC0D2F-DBA7-4953-9088-B9FE8F4D6ECF}"/>
              </a:ext>
            </a:extLst>
          </p:cNvPr>
          <p:cNvSpPr>
            <a:spLocks xmlns:a="http://schemas.openxmlformats.org/drawingml/2006/main" noGrp="1"/>
          </p:cNvSpPr>
          <p:nvPr/>
        </p:nvSpPr>
        <p:spPr>
          <a:xfrm xmlns:a="http://schemas.openxmlformats.org/drawingml/2006/main">
            <a:off x="9218229" y="5657850"/>
            <a:ext cx="8201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مسجّلان</a:t>
            </a:r>
          </a:p>
        </p:txBody>
      </p:sp>
      <p:sp>
        <p:nvSpPr>
          <p:cNvPr id="57" name="text-417">
            <a:extLst xmlns:a="http://schemas.openxmlformats.org/drawingml/2006/main">
              <a:ext uri="{FF2B5EF4-FFF2-40B4-BE49-F238E27FC236}">
                <a16:creationId xmlns:a16="http://schemas.microsoft.com/office/drawing/2014/main" id="{1D92151D-95FA-4944-BF4F-6E0430FBAC58}"/>
              </a:ext>
            </a:extLst>
          </p:cNvPr>
          <p:cNvSpPr>
            <a:spLocks xmlns:a="http://schemas.openxmlformats.org/drawingml/2006/main" noGrp="1"/>
          </p:cNvSpPr>
          <p:nvPr/>
        </p:nvSpPr>
        <p:spPr>
          <a:xfrm xmlns:a="http://schemas.openxmlformats.org/drawingml/2006/main">
            <a:off x="8495164" y="5657850"/>
            <a:ext cx="6765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بحسب</a:t>
            </a:r>
          </a:p>
        </p:txBody>
      </p:sp>
      <p:sp>
        <p:nvSpPr>
          <p:cNvPr id="58" name="text-418">
            <a:extLst xmlns:a="http://schemas.openxmlformats.org/drawingml/2006/main">
              <a:ext uri="{FF2B5EF4-FFF2-40B4-BE49-F238E27FC236}">
                <a16:creationId xmlns:a16="http://schemas.microsoft.com/office/drawing/2014/main" id="{7E66DC8A-66A6-42DC-85DC-A4273712B8CF}"/>
              </a:ext>
            </a:extLst>
          </p:cNvPr>
          <p:cNvSpPr>
            <a:spLocks xmlns:a="http://schemas.openxmlformats.org/drawingml/2006/main" noGrp="1"/>
          </p:cNvSpPr>
          <p:nvPr/>
        </p:nvSpPr>
        <p:spPr>
          <a:xfrm xmlns:a="http://schemas.openxmlformats.org/drawingml/2006/main">
            <a:off x="7896204" y="5657850"/>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سجل</a:t>
            </a:r>
          </a:p>
        </p:txBody>
      </p:sp>
      <p:sp>
        <p:nvSpPr>
          <p:cNvPr id="59" name="text-419">
            <a:extLst xmlns:a="http://schemas.openxmlformats.org/drawingml/2006/main">
              <a:ext uri="{FF2B5EF4-FFF2-40B4-BE49-F238E27FC236}">
                <a16:creationId xmlns:a16="http://schemas.microsoft.com/office/drawing/2014/main" id="{B6EB4363-F557-41C4-BC8B-4C8ED6A8AFB0}"/>
              </a:ext>
            </a:extLst>
          </p:cNvPr>
          <p:cNvSpPr>
            <a:spLocks xmlns:a="http://schemas.openxmlformats.org/drawingml/2006/main" noGrp="1"/>
          </p:cNvSpPr>
          <p:nvPr/>
        </p:nvSpPr>
        <p:spPr>
          <a:xfrm xmlns:a="http://schemas.openxmlformats.org/drawingml/2006/main">
            <a:off x="7270853" y="5657850"/>
            <a:ext cx="57886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المالك</a:t>
            </a:r>
          </a:p>
        </p:txBody>
      </p:sp>
      <p:sp>
        <p:nvSpPr>
          <p:cNvPr id="60" name="text-420">
            <a:extLst xmlns:a="http://schemas.openxmlformats.org/drawingml/2006/main">
              <a:ext uri="{FF2B5EF4-FFF2-40B4-BE49-F238E27FC236}">
                <a16:creationId xmlns:a16="http://schemas.microsoft.com/office/drawing/2014/main" id="{AAA5CBCB-032A-4FE7-924D-7C443C93245F}"/>
              </a:ext>
            </a:extLst>
          </p:cNvPr>
          <p:cNvSpPr>
            <a:spLocks xmlns:a="http://schemas.openxmlformats.org/drawingml/2006/main" noGrp="1"/>
          </p:cNvSpPr>
          <p:nvPr/>
        </p:nvSpPr>
        <p:spPr>
          <a:xfrm xmlns:a="http://schemas.openxmlformats.org/drawingml/2006/main">
            <a:off x="7109944" y="56578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a:t>
            </a:r>
          </a:p>
        </p:txBody>
      </p:sp>
      <p:sp>
        <p:nvSpPr>
          <p:cNvPr id="61" name="text-421">
            <a:extLst xmlns:a="http://schemas.openxmlformats.org/drawingml/2006/main">
              <a:ext uri="{FF2B5EF4-FFF2-40B4-BE49-F238E27FC236}">
                <a16:creationId xmlns:a16="http://schemas.microsoft.com/office/drawing/2014/main" id="{B5DE7265-A891-4782-B10E-ABEAA0ECE8D8}"/>
              </a:ext>
            </a:extLst>
          </p:cNvPr>
          <p:cNvSpPr>
            <a:spLocks xmlns:a="http://schemas.openxmlformats.org/drawingml/2006/main" noGrp="1"/>
          </p:cNvSpPr>
          <p:nvPr/>
        </p:nvSpPr>
        <p:spPr>
          <a:xfrm xmlns:a="http://schemas.openxmlformats.org/drawingml/2006/main">
            <a:off x="6556408" y="5657850"/>
            <a:ext cx="50705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الأدلة</a:t>
            </a:r>
          </a:p>
        </p:txBody>
      </p:sp>
      <p:sp>
        <p:nvSpPr>
          <p:cNvPr id="62" name="text-422">
            <a:extLst xmlns:a="http://schemas.openxmlformats.org/drawingml/2006/main">
              <a:ext uri="{FF2B5EF4-FFF2-40B4-BE49-F238E27FC236}">
                <a16:creationId xmlns:a16="http://schemas.microsoft.com/office/drawing/2014/main" id="{D789AB79-6538-4AD7-ADA1-5F50955390DF}"/>
              </a:ext>
            </a:extLst>
          </p:cNvPr>
          <p:cNvSpPr>
            <a:spLocks xmlns:a="http://schemas.openxmlformats.org/drawingml/2006/main" noGrp="1"/>
          </p:cNvSpPr>
          <p:nvPr/>
        </p:nvSpPr>
        <p:spPr>
          <a:xfrm xmlns:a="http://schemas.openxmlformats.org/drawingml/2006/main">
            <a:off x="6168085" y="5657850"/>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في</a:t>
            </a:r>
          </a:p>
        </p:txBody>
      </p:sp>
      <p:sp>
        <p:nvSpPr>
          <p:cNvPr id="63" name="text-423">
            <a:extLst xmlns:a="http://schemas.openxmlformats.org/drawingml/2006/main">
              <a:ext uri="{FF2B5EF4-FFF2-40B4-BE49-F238E27FC236}">
                <a16:creationId xmlns:a16="http://schemas.microsoft.com/office/drawing/2014/main" id="{40AD6FDC-CCE5-4D03-B7FF-930B28ABE8D7}"/>
              </a:ext>
            </a:extLst>
          </p:cNvPr>
          <p:cNvSpPr>
            <a:spLocks xmlns:a="http://schemas.openxmlformats.org/drawingml/2006/main" noGrp="1"/>
          </p:cNvSpPr>
          <p:nvPr/>
        </p:nvSpPr>
        <p:spPr>
          <a:xfrm xmlns:a="http://schemas.openxmlformats.org/drawingml/2006/main">
            <a:off x="5540478" y="5657850"/>
            <a:ext cx="581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صفحة</a:t>
            </a:r>
          </a:p>
        </p:txBody>
      </p:sp>
      <p:sp>
        <p:nvSpPr>
          <p:cNvPr id="64" name="text-424">
            <a:extLst xmlns:a="http://schemas.openxmlformats.org/drawingml/2006/main">
              <a:ext uri="{FF2B5EF4-FFF2-40B4-BE49-F238E27FC236}">
                <a16:creationId xmlns:a16="http://schemas.microsoft.com/office/drawing/2014/main" id="{FA330405-E308-4004-837B-1B85C420201B}"/>
              </a:ext>
            </a:extLst>
          </p:cNvPr>
          <p:cNvSpPr>
            <a:spLocks xmlns:a="http://schemas.openxmlformats.org/drawingml/2006/main" noGrp="1"/>
          </p:cNvSpPr>
          <p:nvPr/>
        </p:nvSpPr>
        <p:spPr>
          <a:xfrm xmlns:a="http://schemas.openxmlformats.org/drawingml/2006/main">
            <a:off x="4879417" y="5657850"/>
            <a:ext cx="6145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الابتكار</a:t>
            </a:r>
          </a:p>
        </p:txBody>
      </p:sp>
    </p:spTree>
    <p:extLst>
      <p:ext uri="{BB962C8B-B14F-4D97-AF65-F5344CB8AC3E}">
        <p14:creationId xmlns:p14="http://schemas.microsoft.com/office/powerpoint/2010/main" val="854292905"/>
      </p:ext>
    </p:extLst>
  </p:cSld>
</p:sld>
</file>

<file path=ppt/slides/slide1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2" name="text-425">
            <a:extLst xmlns:a="http://schemas.openxmlformats.org/drawingml/2006/main">
              <a:ext uri="{FF2B5EF4-FFF2-40B4-BE49-F238E27FC236}">
                <a16:creationId xmlns:a16="http://schemas.microsoft.com/office/drawing/2014/main" id="{6F513869-3B9D-439F-BA84-D6A2EF10A53A}"/>
              </a:ext>
            </a:extLst>
          </p:cNvPr>
          <p:cNvSpPr>
            <a:spLocks xmlns:a="http://schemas.openxmlformats.org/drawingml/2006/main" noGrp="1"/>
          </p:cNvSpPr>
          <p:nvPr/>
        </p:nvSpPr>
        <p:spPr>
          <a:xfrm xmlns:a="http://schemas.openxmlformats.org/drawingml/2006/main">
            <a:off x="9899904" y="457200"/>
            <a:ext cx="16824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الفرائض</a:t>
            </a:r>
          </a:p>
        </p:txBody>
      </p:sp>
      <p:sp>
        <p:nvSpPr>
          <p:cNvPr id="2" name="text-426">
            <a:extLst xmlns:a="http://schemas.openxmlformats.org/drawingml/2006/main">
              <a:ext uri="{FF2B5EF4-FFF2-40B4-BE49-F238E27FC236}">
                <a16:creationId xmlns:a16="http://schemas.microsoft.com/office/drawing/2014/main" id="{6523CDF9-6E7F-496B-B4BF-D9CA0AC9EF3B}"/>
              </a:ext>
            </a:extLst>
          </p:cNvPr>
          <p:cNvSpPr>
            <a:spLocks xmlns:a="http://schemas.openxmlformats.org/drawingml/2006/main" noGrp="1"/>
          </p:cNvSpPr>
          <p:nvPr/>
        </p:nvSpPr>
        <p:spPr>
          <a:xfrm xmlns:a="http://schemas.openxmlformats.org/drawingml/2006/main">
            <a:off x="8616300" y="457200"/>
            <a:ext cx="118263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أنصبة</a:t>
            </a:r>
          </a:p>
        </p:txBody>
      </p:sp>
      <p:sp>
        <p:nvSpPr>
          <p:cNvPr id="3" name="text-427">
            <a:extLst xmlns:a="http://schemas.openxmlformats.org/drawingml/2006/main">
              <a:ext uri="{FF2B5EF4-FFF2-40B4-BE49-F238E27FC236}">
                <a16:creationId xmlns:a16="http://schemas.microsoft.com/office/drawing/2014/main" id="{D20FB570-3D21-40D7-9E62-B19B78FEE7EB}"/>
              </a:ext>
            </a:extLst>
          </p:cNvPr>
          <p:cNvSpPr>
            <a:spLocks xmlns:a="http://schemas.openxmlformats.org/drawingml/2006/main" noGrp="1"/>
          </p:cNvSpPr>
          <p:nvPr/>
        </p:nvSpPr>
        <p:spPr>
          <a:xfrm xmlns:a="http://schemas.openxmlformats.org/drawingml/2006/main">
            <a:off x="7254933" y="457200"/>
            <a:ext cx="12604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ومبالغ</a:t>
            </a:r>
          </a:p>
        </p:txBody>
      </p:sp>
      <p:sp>
        <p:nvSpPr>
          <p:cNvPr id="4" name="text-428">
            <a:extLst xmlns:a="http://schemas.openxmlformats.org/drawingml/2006/main">
              <a:ext uri="{FF2B5EF4-FFF2-40B4-BE49-F238E27FC236}">
                <a16:creationId xmlns:a16="http://schemas.microsoft.com/office/drawing/2014/main" id="{AF60CB98-1819-44FA-AE47-D58CFB619050}"/>
              </a:ext>
            </a:extLst>
          </p:cNvPr>
          <p:cNvSpPr>
            <a:spLocks xmlns:a="http://schemas.openxmlformats.org/drawingml/2006/main" noGrp="1"/>
          </p:cNvSpPr>
          <p:nvPr/>
        </p:nvSpPr>
        <p:spPr>
          <a:xfrm xmlns:a="http://schemas.openxmlformats.org/drawingml/2006/main">
            <a:off x="6574109" y="457200"/>
            <a:ext cx="5798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مع</a:t>
            </a:r>
          </a:p>
        </p:txBody>
      </p:sp>
      <p:sp>
        <p:nvSpPr>
          <p:cNvPr id="5" name="text-429">
            <a:extLst xmlns:a="http://schemas.openxmlformats.org/drawingml/2006/main">
              <a:ext uri="{FF2B5EF4-FFF2-40B4-BE49-F238E27FC236}">
                <a16:creationId xmlns:a16="http://schemas.microsoft.com/office/drawing/2014/main" id="{3B9B5F22-878B-44A5-AB66-D89AAD6575FF}"/>
              </a:ext>
            </a:extLst>
          </p:cNvPr>
          <p:cNvSpPr>
            <a:spLocks xmlns:a="http://schemas.openxmlformats.org/drawingml/2006/main" noGrp="1"/>
          </p:cNvSpPr>
          <p:nvPr/>
        </p:nvSpPr>
        <p:spPr>
          <a:xfrm xmlns:a="http://schemas.openxmlformats.org/drawingml/2006/main">
            <a:off x="5544891" y="457200"/>
            <a:ext cx="9282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دليل</a:t>
            </a:r>
          </a:p>
        </p:txBody>
      </p:sp>
      <p:sp>
        <p:nvSpPr>
          <p:cNvPr id="6" name="shape-430">
            <a:extLst xmlns:a="http://schemas.openxmlformats.org/drawingml/2006/main">
              <a:ext uri="{FF2B5EF4-FFF2-40B4-BE49-F238E27FC236}">
                <a16:creationId xmlns:a16="http://schemas.microsoft.com/office/drawing/2014/main" id="{BD50CB2F-94B4-417E-AF2D-2EE8096A933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31">
            <a:extLst xmlns:a="http://schemas.openxmlformats.org/drawingml/2006/main">
              <a:ext uri="{FF2B5EF4-FFF2-40B4-BE49-F238E27FC236}">
                <a16:creationId xmlns:a16="http://schemas.microsoft.com/office/drawing/2014/main" id="{354049E1-3664-42D3-AB2C-D658227BB62F}"/>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32">
            <a:extLst xmlns:a="http://schemas.openxmlformats.org/drawingml/2006/main">
              <a:ext uri="{FF2B5EF4-FFF2-40B4-BE49-F238E27FC236}">
                <a16:creationId xmlns:a16="http://schemas.microsoft.com/office/drawing/2014/main" id="{BCEAA3E3-9CC9-4785-8BB0-D27E1F25CDA3}"/>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33">
            <a:extLst xmlns:a="http://schemas.openxmlformats.org/drawingml/2006/main">
              <a:ext uri="{FF2B5EF4-FFF2-40B4-BE49-F238E27FC236}">
                <a16:creationId xmlns:a16="http://schemas.microsoft.com/office/drawing/2014/main" id="{6EABDA3D-CBD6-4B4B-985F-1DD527CFF84D}"/>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34">
            <a:extLst xmlns:a="http://schemas.openxmlformats.org/drawingml/2006/main">
              <a:ext uri="{FF2B5EF4-FFF2-40B4-BE49-F238E27FC236}">
                <a16:creationId xmlns:a16="http://schemas.microsoft.com/office/drawing/2014/main" id="{3FCCBA36-6D7A-4474-AC41-65AFF4E4674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35">
            <a:extLst xmlns:a="http://schemas.openxmlformats.org/drawingml/2006/main">
              <a:ext uri="{FF2B5EF4-FFF2-40B4-BE49-F238E27FC236}">
                <a16:creationId xmlns:a16="http://schemas.microsoft.com/office/drawing/2014/main" id="{16FBA948-9740-40AC-A768-CA67E94986B8}"/>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36">
            <a:extLst xmlns:a="http://schemas.openxmlformats.org/drawingml/2006/main">
              <a:ext uri="{FF2B5EF4-FFF2-40B4-BE49-F238E27FC236}">
                <a16:creationId xmlns:a16="http://schemas.microsoft.com/office/drawing/2014/main" id="{1471517A-33E0-469F-AC26-CC8A99EB66CB}"/>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37">
            <a:extLst xmlns:a="http://schemas.openxmlformats.org/drawingml/2006/main">
              <a:ext uri="{FF2B5EF4-FFF2-40B4-BE49-F238E27FC236}">
                <a16:creationId xmlns:a16="http://schemas.microsoft.com/office/drawing/2014/main" id="{862C2067-F083-4978-9422-94457EB10D0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11</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d9d51a0968fb4c88"/>
          <a:stretch xmlns:a="http://schemas.openxmlformats.org/drawingml/2006/main"/>
        </p:blipFill>
        <p:spPr>
          <a:xfrm xmlns:a="http://schemas.openxmlformats.org/drawingml/2006/main">
            <a:off x="1997612" y="1314450"/>
            <a:ext cx="8196775" cy="4162425"/>
          </a:xfrm>
          <a:prstGeom xmlns:a="http://schemas.openxmlformats.org/drawingml/2006/main" prst="rect">
            <a:avLst/>
          </a:prstGeom>
        </p:spPr>
      </p:pic>
      <p:sp>
        <p:nvSpPr>
          <p:cNvPr id="15" name="text-438">
            <a:extLst xmlns:a="http://schemas.openxmlformats.org/drawingml/2006/main">
              <a:ext uri="{FF2B5EF4-FFF2-40B4-BE49-F238E27FC236}">
                <a16:creationId xmlns:a16="http://schemas.microsoft.com/office/drawing/2014/main" id="{BE52E70D-BADA-4F2C-8B15-11839ED073ED}"/>
              </a:ext>
            </a:extLst>
          </p:cNvPr>
          <p:cNvSpPr>
            <a:spLocks xmlns:a="http://schemas.openxmlformats.org/drawingml/2006/main" noGrp="1"/>
          </p:cNvSpPr>
          <p:nvPr/>
        </p:nvSpPr>
        <p:spPr>
          <a:xfrm xmlns:a="http://schemas.openxmlformats.org/drawingml/2006/main">
            <a:off x="11132347" y="5448300"/>
            <a:ext cx="4500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ومن</a:t>
            </a:r>
          </a:p>
        </p:txBody>
      </p:sp>
      <p:sp>
        <p:nvSpPr>
          <p:cNvPr id="16" name="text-439">
            <a:extLst xmlns:a="http://schemas.openxmlformats.org/drawingml/2006/main">
              <a:ext uri="{FF2B5EF4-FFF2-40B4-BE49-F238E27FC236}">
                <a16:creationId xmlns:a16="http://schemas.microsoft.com/office/drawing/2014/main" id="{34B952F9-C6DC-4981-A46B-2B680E2A75C7}"/>
              </a:ext>
            </a:extLst>
          </p:cNvPr>
          <p:cNvSpPr>
            <a:spLocks xmlns:a="http://schemas.openxmlformats.org/drawingml/2006/main" noGrp="1"/>
          </p:cNvSpPr>
          <p:nvPr/>
        </p:nvSpPr>
        <p:spPr>
          <a:xfrm xmlns:a="http://schemas.openxmlformats.org/drawingml/2006/main">
            <a:off x="10505594" y="5448300"/>
            <a:ext cx="57141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أدوات</a:t>
            </a:r>
          </a:p>
        </p:txBody>
      </p:sp>
      <p:sp>
        <p:nvSpPr>
          <p:cNvPr id="17" name="text-440">
            <a:extLst xmlns:a="http://schemas.openxmlformats.org/drawingml/2006/main">
              <a:ext uri="{FF2B5EF4-FFF2-40B4-BE49-F238E27FC236}">
                <a16:creationId xmlns:a16="http://schemas.microsoft.com/office/drawing/2014/main" id="{497BDEE3-8E99-40B4-852F-99A241C0022C}"/>
              </a:ext>
            </a:extLst>
          </p:cNvPr>
          <p:cNvSpPr>
            <a:spLocks xmlns:a="http://schemas.openxmlformats.org/drawingml/2006/main" noGrp="1"/>
          </p:cNvSpPr>
          <p:nvPr/>
        </p:nvSpPr>
        <p:spPr>
          <a:xfrm xmlns:a="http://schemas.openxmlformats.org/drawingml/2006/main">
            <a:off x="10027867" y="5448300"/>
            <a:ext cx="4223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برق</a:t>
            </a:r>
          </a:p>
        </p:txBody>
      </p:sp>
      <p:sp>
        <p:nvSpPr>
          <p:cNvPr id="18" name="text-441">
            <a:extLst xmlns:a="http://schemas.openxmlformats.org/drawingml/2006/main">
              <a:ext uri="{FF2B5EF4-FFF2-40B4-BE49-F238E27FC236}">
                <a16:creationId xmlns:a16="http://schemas.microsoft.com/office/drawing/2014/main" id="{F502905F-22DC-4E94-AC4B-979BE844E60F}"/>
              </a:ext>
            </a:extLst>
          </p:cNvPr>
          <p:cNvSpPr>
            <a:spLocks xmlns:a="http://schemas.openxmlformats.org/drawingml/2006/main" noGrp="1"/>
          </p:cNvSpPr>
          <p:nvPr/>
        </p:nvSpPr>
        <p:spPr>
          <a:xfrm xmlns:a="http://schemas.openxmlformats.org/drawingml/2006/main">
            <a:off x="8832189" y="5448300"/>
            <a:ext cx="11403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الاشتقاقات</a:t>
            </a:r>
          </a:p>
        </p:txBody>
      </p:sp>
      <p:sp>
        <p:nvSpPr>
          <p:cNvPr id="19" name="text-442">
            <a:extLst xmlns:a="http://schemas.openxmlformats.org/drawingml/2006/main">
              <a:ext uri="{FF2B5EF4-FFF2-40B4-BE49-F238E27FC236}">
                <a16:creationId xmlns:a16="http://schemas.microsoft.com/office/drawing/2014/main" id="{A541DBB7-421A-4AB6-97B1-A7B9E7BE374D}"/>
              </a:ext>
            </a:extLst>
          </p:cNvPr>
          <p:cNvSpPr>
            <a:spLocks xmlns:a="http://schemas.openxmlformats.org/drawingml/2006/main" noGrp="1"/>
          </p:cNvSpPr>
          <p:nvPr/>
        </p:nvSpPr>
        <p:spPr>
          <a:xfrm xmlns:a="http://schemas.openxmlformats.org/drawingml/2006/main">
            <a:off x="7850091" y="5448300"/>
            <a:ext cx="9267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والتفسير</a:t>
            </a:r>
          </a:p>
        </p:txBody>
      </p:sp>
      <p:sp>
        <p:nvSpPr>
          <p:cNvPr id="20" name="text-443">
            <a:extLst xmlns:a="http://schemas.openxmlformats.org/drawingml/2006/main">
              <a:ext uri="{FF2B5EF4-FFF2-40B4-BE49-F238E27FC236}">
                <a16:creationId xmlns:a16="http://schemas.microsoft.com/office/drawing/2014/main" id="{A4288524-D303-43AF-9668-03F0119984D2}"/>
              </a:ext>
            </a:extLst>
          </p:cNvPr>
          <p:cNvSpPr>
            <a:spLocks xmlns:a="http://schemas.openxmlformats.org/drawingml/2006/main" noGrp="1"/>
          </p:cNvSpPr>
          <p:nvPr/>
        </p:nvSpPr>
        <p:spPr>
          <a:xfrm xmlns:a="http://schemas.openxmlformats.org/drawingml/2006/main">
            <a:off x="6927151" y="5448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والحديث</a:t>
            </a:r>
          </a:p>
        </p:txBody>
      </p:sp>
      <p:sp>
        <p:nvSpPr>
          <p:cNvPr id="21" name="text-444">
            <a:extLst xmlns:a="http://schemas.openxmlformats.org/drawingml/2006/main">
              <a:ext uri="{FF2B5EF4-FFF2-40B4-BE49-F238E27FC236}">
                <a16:creationId xmlns:a16="http://schemas.microsoft.com/office/drawing/2014/main" id="{3F4CB5B3-828B-4938-9A19-987A0299C874}"/>
              </a:ext>
            </a:extLst>
          </p:cNvPr>
          <p:cNvSpPr>
            <a:spLocks xmlns:a="http://schemas.openxmlformats.org/drawingml/2006/main" noGrp="1"/>
          </p:cNvSpPr>
          <p:nvPr/>
        </p:nvSpPr>
        <p:spPr>
          <a:xfrm xmlns:a="http://schemas.openxmlformats.org/drawingml/2006/main">
            <a:off x="11139508" y="5857875"/>
            <a:ext cx="44289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لقطة</a:t>
            </a:r>
          </a:p>
        </p:txBody>
      </p:sp>
      <p:sp>
        <p:nvSpPr>
          <p:cNvPr id="22" name="text-445">
            <a:extLst xmlns:a="http://schemas.openxmlformats.org/drawingml/2006/main">
              <a:ext uri="{FF2B5EF4-FFF2-40B4-BE49-F238E27FC236}">
                <a16:creationId xmlns:a16="http://schemas.microsoft.com/office/drawing/2014/main" id="{8C616518-3AB6-4481-9DC8-38285EB74B14}"/>
              </a:ext>
            </a:extLst>
          </p:cNvPr>
          <p:cNvSpPr>
            <a:spLocks xmlns:a="http://schemas.openxmlformats.org/drawingml/2006/main" noGrp="1"/>
          </p:cNvSpPr>
          <p:nvPr/>
        </p:nvSpPr>
        <p:spPr>
          <a:xfrm xmlns:a="http://schemas.openxmlformats.org/drawingml/2006/main">
            <a:off x="10750025" y="5857875"/>
            <a:ext cx="34900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حية</a:t>
            </a:r>
          </a:p>
        </p:txBody>
      </p:sp>
      <p:sp>
        <p:nvSpPr>
          <p:cNvPr id="23" name="text-446">
            <a:extLst xmlns:a="http://schemas.openxmlformats.org/drawingml/2006/main">
              <a:ext uri="{FF2B5EF4-FFF2-40B4-BE49-F238E27FC236}">
                <a16:creationId xmlns:a16="http://schemas.microsoft.com/office/drawing/2014/main" id="{9D709955-4D6F-4794-89E5-95B2CD8D4DC5}"/>
              </a:ext>
            </a:extLst>
          </p:cNvPr>
          <p:cNvSpPr>
            <a:spLocks xmlns:a="http://schemas.openxmlformats.org/drawingml/2006/main" noGrp="1"/>
          </p:cNvSpPr>
          <p:nvPr/>
        </p:nvSpPr>
        <p:spPr>
          <a:xfrm xmlns:a="http://schemas.openxmlformats.org/drawingml/2006/main">
            <a:off x="10423722" y="5857875"/>
            <a:ext cx="28582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من</a:t>
            </a:r>
          </a:p>
        </p:txBody>
      </p:sp>
      <p:sp>
        <p:nvSpPr>
          <p:cNvPr id="24" name="text-447">
            <a:extLst xmlns:a="http://schemas.openxmlformats.org/drawingml/2006/main">
              <a:ext uri="{FF2B5EF4-FFF2-40B4-BE49-F238E27FC236}">
                <a16:creationId xmlns:a16="http://schemas.microsoft.com/office/drawing/2014/main" id="{C4883DE0-1019-49FD-8823-947C257166A7}"/>
              </a:ext>
            </a:extLst>
          </p:cNvPr>
          <p:cNvSpPr>
            <a:spLocks xmlns:a="http://schemas.openxmlformats.org/drawingml/2006/main" noGrp="1"/>
          </p:cNvSpPr>
          <p:nvPr/>
        </p:nvSpPr>
        <p:spPr>
          <a:xfrm xmlns:a="http://schemas.openxmlformats.org/drawingml/2006/main">
            <a:off x="9667218" y="5857875"/>
            <a:ext cx="71602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المجلس</a:t>
            </a:r>
          </a:p>
        </p:txBody>
      </p:sp>
      <p:sp>
        <p:nvSpPr>
          <p:cNvPr id="25" name="text-448">
            <a:extLst xmlns:a="http://schemas.openxmlformats.org/drawingml/2006/main">
              <a:ext uri="{FF2B5EF4-FFF2-40B4-BE49-F238E27FC236}">
                <a16:creationId xmlns:a16="http://schemas.microsoft.com/office/drawing/2014/main" id="{AE603E84-BE2B-4EA7-8BEE-B89BAF5CD2FD}"/>
              </a:ext>
            </a:extLst>
          </p:cNvPr>
          <p:cNvSpPr>
            <a:spLocks xmlns:a="http://schemas.openxmlformats.org/drawingml/2006/main" noGrp="1"/>
          </p:cNvSpPr>
          <p:nvPr/>
        </p:nvSpPr>
        <p:spPr>
          <a:xfrm xmlns:a="http://schemas.openxmlformats.org/drawingml/2006/main">
            <a:off x="9476402" y="5857875"/>
            <a:ext cx="15033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٦</a:t>
            </a:r>
          </a:p>
        </p:txBody>
      </p:sp>
      <p:sp>
        <p:nvSpPr>
          <p:cNvPr id="26" name="text-449">
            <a:extLst xmlns:a="http://schemas.openxmlformats.org/drawingml/2006/main">
              <a:ext uri="{FF2B5EF4-FFF2-40B4-BE49-F238E27FC236}">
                <a16:creationId xmlns:a16="http://schemas.microsoft.com/office/drawing/2014/main" id="{D3CD4D1C-B676-49B5-A902-BFC37E62307F}"/>
              </a:ext>
            </a:extLst>
          </p:cNvPr>
          <p:cNvSpPr>
            <a:spLocks xmlns:a="http://schemas.openxmlformats.org/drawingml/2006/main" noGrp="1"/>
          </p:cNvSpPr>
          <p:nvPr/>
        </p:nvSpPr>
        <p:spPr>
          <a:xfrm xmlns:a="http://schemas.openxmlformats.org/drawingml/2006/main">
            <a:off x="8963597" y="5857875"/>
            <a:ext cx="472324"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أكتوبر</a:t>
            </a:r>
          </a:p>
        </p:txBody>
      </p:sp>
      <p:sp>
        <p:nvSpPr>
          <p:cNvPr id="27" name="text-450">
            <a:extLst xmlns:a="http://schemas.openxmlformats.org/drawingml/2006/main">
              <a:ext uri="{FF2B5EF4-FFF2-40B4-BE49-F238E27FC236}">
                <a16:creationId xmlns:a16="http://schemas.microsoft.com/office/drawing/2014/main" id="{507F3C9D-76D2-40E1-B5CB-1530001594D4}"/>
              </a:ext>
            </a:extLst>
          </p:cNvPr>
          <p:cNvSpPr>
            <a:spLocks xmlns:a="http://schemas.openxmlformats.org/drawingml/2006/main" noGrp="1"/>
          </p:cNvSpPr>
          <p:nvPr/>
        </p:nvSpPr>
        <p:spPr>
          <a:xfrm xmlns:a="http://schemas.openxmlformats.org/drawingml/2006/main">
            <a:off x="8815653" y="5857875"/>
            <a:ext cx="10746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a:t>
            </a:r>
          </a:p>
        </p:txBody>
      </p:sp>
      <p:sp>
        <p:nvSpPr>
          <p:cNvPr id="28" name="text-451">
            <a:extLst xmlns:a="http://schemas.openxmlformats.org/drawingml/2006/main">
              <a:ext uri="{FF2B5EF4-FFF2-40B4-BE49-F238E27FC236}">
                <a16:creationId xmlns:a16="http://schemas.microsoft.com/office/drawing/2014/main" id="{484B3458-75A8-46E5-8AD1-62521D2EC7A6}"/>
              </a:ext>
            </a:extLst>
          </p:cNvPr>
          <p:cNvSpPr>
            <a:spLocks xmlns:a="http://schemas.openxmlformats.org/drawingml/2006/main" noGrp="1"/>
          </p:cNvSpPr>
          <p:nvPr/>
        </p:nvSpPr>
        <p:spPr>
          <a:xfrm xmlns:a="http://schemas.openxmlformats.org/drawingml/2006/main">
            <a:off x="8203073" y="5857875"/>
            <a:ext cx="572099"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مسألة</a:t>
            </a:r>
          </a:p>
        </p:txBody>
      </p:sp>
      <p:sp>
        <p:nvSpPr>
          <p:cNvPr id="29" name="text-452">
            <a:extLst xmlns:a="http://schemas.openxmlformats.org/drawingml/2006/main">
              <a:ext uri="{FF2B5EF4-FFF2-40B4-BE49-F238E27FC236}">
                <a16:creationId xmlns:a16="http://schemas.microsoft.com/office/drawing/2014/main" id="{A4DD0584-02A9-438E-BDCE-494BDEAECB40}"/>
              </a:ext>
            </a:extLst>
          </p:cNvPr>
          <p:cNvSpPr>
            <a:spLocks xmlns:a="http://schemas.openxmlformats.org/drawingml/2006/main" noGrp="1"/>
          </p:cNvSpPr>
          <p:nvPr/>
        </p:nvSpPr>
        <p:spPr>
          <a:xfrm xmlns:a="http://schemas.openxmlformats.org/drawingml/2006/main">
            <a:off x="7536435" y="5857875"/>
            <a:ext cx="626156"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تعليمية</a:t>
            </a:r>
          </a:p>
        </p:txBody>
      </p:sp>
      <p:sp>
        <p:nvSpPr>
          <p:cNvPr id="30" name="text-453">
            <a:extLst xmlns:a="http://schemas.openxmlformats.org/drawingml/2006/main">
              <a:ext uri="{FF2B5EF4-FFF2-40B4-BE49-F238E27FC236}">
                <a16:creationId xmlns:a16="http://schemas.microsoft.com/office/drawing/2014/main" id="{4DEF4339-44B0-490A-8862-44D3BD829BF6}"/>
              </a:ext>
            </a:extLst>
          </p:cNvPr>
          <p:cNvSpPr>
            <a:spLocks xmlns:a="http://schemas.openxmlformats.org/drawingml/2006/main" noGrp="1"/>
          </p:cNvSpPr>
          <p:nvPr/>
        </p:nvSpPr>
        <p:spPr>
          <a:xfrm xmlns:a="http://schemas.openxmlformats.org/drawingml/2006/main">
            <a:off x="6883827" y="5857875"/>
            <a:ext cx="612127"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مكتملة</a:t>
            </a:r>
          </a:p>
        </p:txBody>
      </p:sp>
      <p:sp>
        <p:nvSpPr>
          <p:cNvPr id="31" name="text-454">
            <a:extLst xmlns:a="http://schemas.openxmlformats.org/drawingml/2006/main">
              <a:ext uri="{FF2B5EF4-FFF2-40B4-BE49-F238E27FC236}">
                <a16:creationId xmlns:a16="http://schemas.microsoft.com/office/drawing/2014/main" id="{59B7DAB8-C4C9-4FC3-BBC5-F662C2664130}"/>
              </a:ext>
            </a:extLst>
          </p:cNvPr>
          <p:cNvSpPr>
            <a:spLocks xmlns:a="http://schemas.openxmlformats.org/drawingml/2006/main" noGrp="1"/>
          </p:cNvSpPr>
          <p:nvPr/>
        </p:nvSpPr>
        <p:spPr>
          <a:xfrm xmlns:a="http://schemas.openxmlformats.org/drawingml/2006/main">
            <a:off x="6065515" y="5857875"/>
            <a:ext cx="77783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B9CEC4"/>
                </a:solidFill>
                <a:latin typeface="Tahoma"/>
                <a:ea typeface="Tahoma"/>
                <a:cs typeface="Tahoma"/>
              </a:defRPr>
            </a:pPr>
            <a:r>
              <a:rPr sz="1500" b="0">
                <a:solidFill>
                  <a:srgbClr val="B9CEC4"/>
                </a:solidFill>
                <a:latin typeface="Tahoma"/>
                <a:ea typeface="Tahoma"/>
                <a:cs typeface="Tahoma"/>
              </a:rPr>
              <a:t>المعطيات</a:t>
            </a:r>
          </a:p>
        </p:txBody>
      </p:sp>
    </p:spTree>
    <p:extLst>
      <p:ext uri="{BB962C8B-B14F-4D97-AF65-F5344CB8AC3E}">
        <p14:creationId xmlns:p14="http://schemas.microsoft.com/office/powerpoint/2010/main" val="1778680169"/>
      </p:ext>
    </p:extLst>
  </p:cSld>
</p:sld>
</file>

<file path=ppt/slides/slide1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8" name="text-455">
            <a:extLst xmlns:a="http://schemas.openxmlformats.org/drawingml/2006/main">
              <a:ext uri="{FF2B5EF4-FFF2-40B4-BE49-F238E27FC236}">
                <a16:creationId xmlns:a16="http://schemas.microsoft.com/office/drawing/2014/main" id="{A4250711-B975-49F5-BFD4-38EF24F0D2D4}"/>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التخصيص</a:t>
            </a:r>
          </a:p>
        </p:txBody>
      </p:sp>
      <p:sp>
        <p:nvSpPr>
          <p:cNvPr id="2" name="text-456">
            <a:extLst xmlns:a="http://schemas.openxmlformats.org/drawingml/2006/main">
              <a:ext uri="{FF2B5EF4-FFF2-40B4-BE49-F238E27FC236}">
                <a16:creationId xmlns:a16="http://schemas.microsoft.com/office/drawing/2014/main" id="{811933D9-98C1-4A32-A649-F8E513DD6131}"/>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المعرفي</a:t>
            </a:r>
          </a:p>
        </p:txBody>
      </p:sp>
      <p:sp>
        <p:nvSpPr>
          <p:cNvPr id="3" name="text-457">
            <a:extLst xmlns:a="http://schemas.openxmlformats.org/drawingml/2006/main">
              <a:ext uri="{FF2B5EF4-FFF2-40B4-BE49-F238E27FC236}">
                <a16:creationId xmlns:a16="http://schemas.microsoft.com/office/drawing/2014/main" id="{8CD84C04-0A38-42D4-8B5B-ACF90F5B47FC}"/>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بأدلة</a:t>
            </a:r>
          </a:p>
        </p:txBody>
      </p:sp>
      <p:sp>
        <p:nvSpPr>
          <p:cNvPr id="4" name="text-458">
            <a:extLst xmlns:a="http://schemas.openxmlformats.org/drawingml/2006/main">
              <a:ext uri="{FF2B5EF4-FFF2-40B4-BE49-F238E27FC236}">
                <a16:creationId xmlns:a16="http://schemas.microsoft.com/office/drawing/2014/main" id="{E6D16E82-95D2-4180-9385-6A596F09FD85}"/>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قابلة</a:t>
            </a:r>
          </a:p>
        </p:txBody>
      </p:sp>
      <p:sp>
        <p:nvSpPr>
          <p:cNvPr id="5" name="text-459">
            <a:extLst xmlns:a="http://schemas.openxmlformats.org/drawingml/2006/main">
              <a:ext uri="{FF2B5EF4-FFF2-40B4-BE49-F238E27FC236}">
                <a16:creationId xmlns:a16="http://schemas.microsoft.com/office/drawing/2014/main" id="{C2121549-7842-4294-8151-28AF9D1EECE0}"/>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للفحص</a:t>
            </a:r>
          </a:p>
        </p:txBody>
      </p:sp>
      <p:sp>
        <p:nvSpPr>
          <p:cNvPr id="6" name="shape-460">
            <a:extLst xmlns:a="http://schemas.openxmlformats.org/drawingml/2006/main">
              <a:ext uri="{FF2B5EF4-FFF2-40B4-BE49-F238E27FC236}">
                <a16:creationId xmlns:a16="http://schemas.microsoft.com/office/drawing/2014/main" id="{58CE6AEC-57C8-472D-80E1-020AF3C91D2E}"/>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61">
            <a:extLst xmlns:a="http://schemas.openxmlformats.org/drawingml/2006/main">
              <a:ext uri="{FF2B5EF4-FFF2-40B4-BE49-F238E27FC236}">
                <a16:creationId xmlns:a16="http://schemas.microsoft.com/office/drawing/2014/main" id="{67D76D2A-5BBE-4358-9A3A-4CDC34D40485}"/>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62">
            <a:extLst xmlns:a="http://schemas.openxmlformats.org/drawingml/2006/main">
              <a:ext uri="{FF2B5EF4-FFF2-40B4-BE49-F238E27FC236}">
                <a16:creationId xmlns:a16="http://schemas.microsoft.com/office/drawing/2014/main" id="{71580958-EFB1-4806-A2F4-5A04A7A8138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63">
            <a:extLst xmlns:a="http://schemas.openxmlformats.org/drawingml/2006/main">
              <a:ext uri="{FF2B5EF4-FFF2-40B4-BE49-F238E27FC236}">
                <a16:creationId xmlns:a16="http://schemas.microsoft.com/office/drawing/2014/main" id="{709060F1-2E34-491C-9026-8FFC09BA3923}"/>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64">
            <a:extLst xmlns:a="http://schemas.openxmlformats.org/drawingml/2006/main">
              <a:ext uri="{FF2B5EF4-FFF2-40B4-BE49-F238E27FC236}">
                <a16:creationId xmlns:a16="http://schemas.microsoft.com/office/drawing/2014/main" id="{791FA661-F69F-4D85-8816-293B4355867A}"/>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65">
            <a:extLst xmlns:a="http://schemas.openxmlformats.org/drawingml/2006/main">
              <a:ext uri="{FF2B5EF4-FFF2-40B4-BE49-F238E27FC236}">
                <a16:creationId xmlns:a16="http://schemas.microsoft.com/office/drawing/2014/main" id="{80362EE0-FF6C-4FF6-9366-BF1C03A35A3E}"/>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66">
            <a:extLst xmlns:a="http://schemas.openxmlformats.org/drawingml/2006/main">
              <a:ext uri="{FF2B5EF4-FFF2-40B4-BE49-F238E27FC236}">
                <a16:creationId xmlns:a16="http://schemas.microsoft.com/office/drawing/2014/main" id="{7DA4CCDF-AA6F-4126-9C21-3E4C759C93A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67">
            <a:extLst xmlns:a="http://schemas.openxmlformats.org/drawingml/2006/main">
              <a:ext uri="{FF2B5EF4-FFF2-40B4-BE49-F238E27FC236}">
                <a16:creationId xmlns:a16="http://schemas.microsoft.com/office/drawing/2014/main" id="{01253D73-9E86-4ECA-A8F4-365F5F060AA7}"/>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12</a:t>
            </a:r>
          </a:p>
        </p:txBody>
      </p:sp>
      <p:sp>
        <p:nvSpPr>
          <p:cNvPr id="14" name="text-468">
            <a:extLst xmlns:a="http://schemas.openxmlformats.org/drawingml/2006/main">
              <a:ext uri="{FF2B5EF4-FFF2-40B4-BE49-F238E27FC236}">
                <a16:creationId xmlns:a16="http://schemas.microsoft.com/office/drawing/2014/main" id="{70254CB4-3FFF-4B2D-A1FA-F348BA423011}"/>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٢٠٬٦٢٢</a:t>
            </a:r>
          </a:p>
        </p:txBody>
      </p:sp>
      <p:sp>
        <p:nvSpPr>
          <p:cNvPr id="15" name="text-469">
            <a:extLst xmlns:a="http://schemas.openxmlformats.org/drawingml/2006/main">
              <a:ext uri="{FF2B5EF4-FFF2-40B4-BE49-F238E27FC236}">
                <a16:creationId xmlns:a16="http://schemas.microsoft.com/office/drawing/2014/main" id="{5A7D6CC8-AD1C-46DB-AA74-6AC458FDC720}"/>
              </a:ext>
            </a:extLst>
          </p:cNvPr>
          <p:cNvSpPr>
            <a:spLocks xmlns:a="http://schemas.openxmlformats.org/drawingml/2006/main" noGrp="1"/>
          </p:cNvSpPr>
          <p:nvPr/>
        </p:nvSpPr>
        <p:spPr>
          <a:xfrm xmlns:a="http://schemas.openxmlformats.org/drawingml/2006/main">
            <a:off x="10948787" y="2714625"/>
            <a:ext cx="63361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وحدة</a:t>
            </a:r>
          </a:p>
        </p:txBody>
      </p:sp>
      <p:sp>
        <p:nvSpPr>
          <p:cNvPr id="16" name="text-470">
            <a:extLst xmlns:a="http://schemas.openxmlformats.org/drawingml/2006/main">
              <a:ext uri="{FF2B5EF4-FFF2-40B4-BE49-F238E27FC236}">
                <a16:creationId xmlns:a16="http://schemas.microsoft.com/office/drawing/2014/main" id="{65F6D7EA-EA5F-4BB3-A392-0FFC305920C5}"/>
              </a:ext>
            </a:extLst>
          </p:cNvPr>
          <p:cNvSpPr>
            <a:spLocks xmlns:a="http://schemas.openxmlformats.org/drawingml/2006/main" noGrp="1"/>
          </p:cNvSpPr>
          <p:nvPr/>
        </p:nvSpPr>
        <p:spPr>
          <a:xfrm xmlns:a="http://schemas.openxmlformats.org/drawingml/2006/main">
            <a:off x="10443064" y="2714625"/>
            <a:ext cx="438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في</a:t>
            </a:r>
          </a:p>
        </p:txBody>
      </p:sp>
      <p:sp>
        <p:nvSpPr>
          <p:cNvPr id="17" name="text-471">
            <a:extLst xmlns:a="http://schemas.openxmlformats.org/drawingml/2006/main">
              <a:ext uri="{FF2B5EF4-FFF2-40B4-BE49-F238E27FC236}">
                <a16:creationId xmlns:a16="http://schemas.microsoft.com/office/drawing/2014/main" id="{79329448-5938-4616-BA5E-CB2EE45989F7}"/>
              </a:ext>
            </a:extLst>
          </p:cNvPr>
          <p:cNvSpPr>
            <a:spLocks xmlns:a="http://schemas.openxmlformats.org/drawingml/2006/main" noGrp="1"/>
          </p:cNvSpPr>
          <p:nvPr/>
        </p:nvSpPr>
        <p:spPr>
          <a:xfrm xmlns:a="http://schemas.openxmlformats.org/drawingml/2006/main">
            <a:off x="9702962" y="2714625"/>
            <a:ext cx="672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إيصال</a:t>
            </a:r>
          </a:p>
        </p:txBody>
      </p:sp>
      <p:sp>
        <p:nvSpPr>
          <p:cNvPr id="18" name="text-472">
            <a:extLst xmlns:a="http://schemas.openxmlformats.org/drawingml/2006/main">
              <a:ext uri="{FF2B5EF4-FFF2-40B4-BE49-F238E27FC236}">
                <a16:creationId xmlns:a16="http://schemas.microsoft.com/office/drawing/2014/main" id="{7ED28A4D-02AE-45D5-9E7A-A2FE90EF65BA}"/>
              </a:ext>
            </a:extLst>
          </p:cNvPr>
          <p:cNvSpPr>
            <a:spLocks xmlns:a="http://schemas.openxmlformats.org/drawingml/2006/main" noGrp="1"/>
          </p:cNvSpPr>
          <p:nvPr/>
        </p:nvSpPr>
        <p:spPr>
          <a:xfrm xmlns:a="http://schemas.openxmlformats.org/drawingml/2006/main">
            <a:off x="8812952" y="2714625"/>
            <a:ext cx="8227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تضمين</a:t>
            </a:r>
          </a:p>
        </p:txBody>
      </p:sp>
      <p:sp>
        <p:nvSpPr>
          <p:cNvPr id="19" name="text-473">
            <a:extLst xmlns:a="http://schemas.openxmlformats.org/drawingml/2006/main">
              <a:ext uri="{FF2B5EF4-FFF2-40B4-BE49-F238E27FC236}">
                <a16:creationId xmlns:a16="http://schemas.microsoft.com/office/drawing/2014/main" id="{4C352458-03B5-46F5-A25C-949E43181288}"/>
              </a:ext>
            </a:extLst>
          </p:cNvPr>
          <p:cNvSpPr>
            <a:spLocks xmlns:a="http://schemas.openxmlformats.org/drawingml/2006/main" noGrp="1"/>
          </p:cNvSpPr>
          <p:nvPr/>
        </p:nvSpPr>
        <p:spPr>
          <a:xfrm xmlns:a="http://schemas.openxmlformats.org/drawingml/2006/main">
            <a:off x="7884091" y="2714625"/>
            <a:ext cx="86161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تاريخي</a:t>
            </a:r>
          </a:p>
        </p:txBody>
      </p:sp>
      <p:sp>
        <p:nvSpPr>
          <p:cNvPr id="20" name="text-474">
            <a:extLst xmlns:a="http://schemas.openxmlformats.org/drawingml/2006/main">
              <a:ext uri="{FF2B5EF4-FFF2-40B4-BE49-F238E27FC236}">
                <a16:creationId xmlns:a16="http://schemas.microsoft.com/office/drawing/2014/main" id="{2CDD02DB-938D-4897-A53B-A8C870D64410}"/>
              </a:ext>
            </a:extLst>
          </p:cNvPr>
          <p:cNvSpPr>
            <a:spLocks xmlns:a="http://schemas.openxmlformats.org/drawingml/2006/main" noGrp="1"/>
          </p:cNvSpPr>
          <p:nvPr/>
        </p:nvSpPr>
        <p:spPr>
          <a:xfrm xmlns:a="http://schemas.openxmlformats.org/drawingml/2006/main">
            <a:off x="10859019" y="3362325"/>
            <a:ext cx="723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فهرس</a:t>
            </a:r>
          </a:p>
        </p:txBody>
      </p:sp>
      <p:sp>
        <p:nvSpPr>
          <p:cNvPr id="21" name="text-475">
            <a:extLst xmlns:a="http://schemas.openxmlformats.org/drawingml/2006/main">
              <a:ext uri="{FF2B5EF4-FFF2-40B4-BE49-F238E27FC236}">
                <a16:creationId xmlns:a16="http://schemas.microsoft.com/office/drawing/2014/main" id="{ABA4AC23-B63B-462B-986F-FB6183123B99}"/>
              </a:ext>
            </a:extLst>
          </p:cNvPr>
          <p:cNvSpPr>
            <a:spLocks xmlns:a="http://schemas.openxmlformats.org/drawingml/2006/main" noGrp="1"/>
          </p:cNvSpPr>
          <p:nvPr/>
        </p:nvSpPr>
        <p:spPr>
          <a:xfrm xmlns:a="http://schemas.openxmlformats.org/drawingml/2006/main">
            <a:off x="9913597" y="3362325"/>
            <a:ext cx="8840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متجهات</a:t>
            </a:r>
          </a:p>
        </p:txBody>
      </p:sp>
      <p:sp>
        <p:nvSpPr>
          <p:cNvPr id="22" name="text-476">
            <a:extLst xmlns:a="http://schemas.openxmlformats.org/drawingml/2006/main">
              <a:ext uri="{FF2B5EF4-FFF2-40B4-BE49-F238E27FC236}">
                <a16:creationId xmlns:a16="http://schemas.microsoft.com/office/drawing/2014/main" id="{D183F80A-1FA6-4B29-8B2C-3A761604073A}"/>
              </a:ext>
            </a:extLst>
          </p:cNvPr>
          <p:cNvSpPr>
            <a:spLocks xmlns:a="http://schemas.openxmlformats.org/drawingml/2006/main" noGrp="1"/>
          </p:cNvSpPr>
          <p:nvPr/>
        </p:nvSpPr>
        <p:spPr>
          <a:xfrm xmlns:a="http://schemas.openxmlformats.org/drawingml/2006/main">
            <a:off x="9018406" y="3362325"/>
            <a:ext cx="8338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وفهرس</a:t>
            </a:r>
          </a:p>
        </p:txBody>
      </p:sp>
      <p:sp>
        <p:nvSpPr>
          <p:cNvPr id="23" name="text-477">
            <a:extLst xmlns:a="http://schemas.openxmlformats.org/drawingml/2006/main">
              <a:ext uri="{FF2B5EF4-FFF2-40B4-BE49-F238E27FC236}">
                <a16:creationId xmlns:a16="http://schemas.microsoft.com/office/drawing/2014/main" id="{737DB877-679F-4C95-9231-7ED0850EC94D}"/>
              </a:ext>
            </a:extLst>
          </p:cNvPr>
          <p:cNvSpPr>
            <a:spLocks xmlns:a="http://schemas.openxmlformats.org/drawingml/2006/main" noGrp="1"/>
          </p:cNvSpPr>
          <p:nvPr/>
        </p:nvSpPr>
        <p:spPr>
          <a:xfrm xmlns:a="http://schemas.openxmlformats.org/drawingml/2006/main">
            <a:off x="8377510" y="3362325"/>
            <a:ext cx="5795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نصي</a:t>
            </a:r>
          </a:p>
        </p:txBody>
      </p:sp>
      <p:sp>
        <p:nvSpPr>
          <p:cNvPr id="24" name="text-478">
            <a:extLst xmlns:a="http://schemas.openxmlformats.org/drawingml/2006/main">
              <a:ext uri="{FF2B5EF4-FFF2-40B4-BE49-F238E27FC236}">
                <a16:creationId xmlns:a16="http://schemas.microsoft.com/office/drawing/2014/main" id="{1B00D131-784F-4521-9266-2B35F8178BD3}"/>
              </a:ext>
            </a:extLst>
          </p:cNvPr>
          <p:cNvSpPr>
            <a:spLocks xmlns:a="http://schemas.openxmlformats.org/drawingml/2006/main" noGrp="1"/>
          </p:cNvSpPr>
          <p:nvPr/>
        </p:nvSpPr>
        <p:spPr>
          <a:xfrm xmlns:a="http://schemas.openxmlformats.org/drawingml/2006/main">
            <a:off x="7610251" y="3362325"/>
            <a:ext cx="7059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مثبتان</a:t>
            </a:r>
          </a:p>
        </p:txBody>
      </p:sp>
      <p:sp>
        <p:nvSpPr>
          <p:cNvPr id="25" name="text-479">
            <a:extLst xmlns:a="http://schemas.openxmlformats.org/drawingml/2006/main">
              <a:ext uri="{FF2B5EF4-FFF2-40B4-BE49-F238E27FC236}">
                <a16:creationId xmlns:a16="http://schemas.microsoft.com/office/drawing/2014/main" id="{E9FACD1E-8D31-423A-8EB7-D9A135E914DF}"/>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٢٣</a:t>
            </a:r>
          </a:p>
        </p:txBody>
      </p:sp>
      <p:sp>
        <p:nvSpPr>
          <p:cNvPr id="26" name="text-480">
            <a:extLst xmlns:a="http://schemas.openxmlformats.org/drawingml/2006/main">
              <a:ext uri="{FF2B5EF4-FFF2-40B4-BE49-F238E27FC236}">
                <a16:creationId xmlns:a16="http://schemas.microsoft.com/office/drawing/2014/main" id="{1C8D5CAC-FB89-4F7A-81DD-119ACF583CE8}"/>
              </a:ext>
            </a:extLst>
          </p:cNvPr>
          <p:cNvSpPr>
            <a:spLocks xmlns:a="http://schemas.openxmlformats.org/drawingml/2006/main" noGrp="1"/>
          </p:cNvSpPr>
          <p:nvPr/>
        </p:nvSpPr>
        <p:spPr>
          <a:xfrm xmlns:a="http://schemas.openxmlformats.org/drawingml/2006/main">
            <a:off x="4641190" y="2714625"/>
            <a:ext cx="5404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مثالًا</a:t>
            </a:r>
          </a:p>
        </p:txBody>
      </p:sp>
      <p:sp>
        <p:nvSpPr>
          <p:cNvPr id="27" name="text-481">
            <a:extLst xmlns:a="http://schemas.openxmlformats.org/drawingml/2006/main">
              <a:ext uri="{FF2B5EF4-FFF2-40B4-BE49-F238E27FC236}">
                <a16:creationId xmlns:a16="http://schemas.microsoft.com/office/drawing/2014/main" id="{F91431FD-5E19-4FD4-9C86-A1A706C2C864}"/>
              </a:ext>
            </a:extLst>
          </p:cNvPr>
          <p:cNvSpPr>
            <a:spLocks xmlns:a="http://schemas.openxmlformats.org/drawingml/2006/main" noGrp="1"/>
          </p:cNvSpPr>
          <p:nvPr/>
        </p:nvSpPr>
        <p:spPr>
          <a:xfrm xmlns:a="http://schemas.openxmlformats.org/drawingml/2006/main">
            <a:off x="3764031" y="2714625"/>
            <a:ext cx="80991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منتقى</a:t>
            </a:r>
          </a:p>
        </p:txBody>
      </p:sp>
      <p:sp>
        <p:nvSpPr>
          <p:cNvPr id="28" name="text-482">
            <a:extLst xmlns:a="http://schemas.openxmlformats.org/drawingml/2006/main">
              <a:ext uri="{FF2B5EF4-FFF2-40B4-BE49-F238E27FC236}">
                <a16:creationId xmlns:a16="http://schemas.microsoft.com/office/drawing/2014/main" id="{EF6FE336-3D40-425E-A62C-8091FAA72B02}"/>
              </a:ext>
            </a:extLst>
          </p:cNvPr>
          <p:cNvSpPr>
            <a:spLocks xmlns:a="http://schemas.openxmlformats.org/drawingml/2006/main" noGrp="1"/>
          </p:cNvSpPr>
          <p:nvPr/>
        </p:nvSpPr>
        <p:spPr>
          <a:xfrm xmlns:a="http://schemas.openxmlformats.org/drawingml/2006/main">
            <a:off x="3299415" y="2714625"/>
            <a:ext cx="3973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a:t>
            </a:r>
          </a:p>
        </p:txBody>
      </p:sp>
      <p:sp>
        <p:nvSpPr>
          <p:cNvPr id="29" name="text-483">
            <a:extLst xmlns:a="http://schemas.openxmlformats.org/drawingml/2006/main">
              <a:ext uri="{FF2B5EF4-FFF2-40B4-BE49-F238E27FC236}">
                <a16:creationId xmlns:a16="http://schemas.microsoft.com/office/drawing/2014/main" id="{5AAACDBF-6F03-49B6-84F1-2324D5B8703A}"/>
              </a:ext>
            </a:extLst>
          </p:cNvPr>
          <p:cNvSpPr>
            <a:spLocks xmlns:a="http://schemas.openxmlformats.org/drawingml/2006/main" noGrp="1"/>
          </p:cNvSpPr>
          <p:nvPr/>
        </p:nvSpPr>
        <p:spPr>
          <a:xfrm xmlns:a="http://schemas.openxmlformats.org/drawingml/2006/main">
            <a:off x="2271662" y="2714625"/>
            <a:ext cx="96050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تخصيص</a:t>
            </a:r>
          </a:p>
        </p:txBody>
      </p:sp>
      <p:sp>
        <p:nvSpPr>
          <p:cNvPr id="30" name="text-484">
            <a:extLst xmlns:a="http://schemas.openxmlformats.org/drawingml/2006/main">
              <a:ext uri="{FF2B5EF4-FFF2-40B4-BE49-F238E27FC236}">
                <a16:creationId xmlns:a16="http://schemas.microsoft.com/office/drawing/2014/main" id="{3B5C93DB-6412-4416-88B2-D4C6267360EC}"/>
              </a:ext>
            </a:extLst>
          </p:cNvPr>
          <p:cNvSpPr>
            <a:spLocks xmlns:a="http://schemas.openxmlformats.org/drawingml/2006/main" noGrp="1"/>
          </p:cNvSpPr>
          <p:nvPr/>
        </p:nvSpPr>
        <p:spPr>
          <a:xfrm xmlns:a="http://schemas.openxmlformats.org/drawingml/2006/main">
            <a:off x="1654685" y="2714625"/>
            <a:ext cx="54973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النية</a:t>
            </a:r>
          </a:p>
        </p:txBody>
      </p:sp>
      <p:sp>
        <p:nvSpPr>
          <p:cNvPr id="31" name="text-485">
            <a:extLst xmlns:a="http://schemas.openxmlformats.org/drawingml/2006/main">
              <a:ext uri="{FF2B5EF4-FFF2-40B4-BE49-F238E27FC236}">
                <a16:creationId xmlns:a16="http://schemas.microsoft.com/office/drawing/2014/main" id="{3E41423E-2D09-4ABF-9000-62037DA62C3A}"/>
              </a:ext>
            </a:extLst>
          </p:cNvPr>
          <p:cNvSpPr>
            <a:spLocks xmlns:a="http://schemas.openxmlformats.org/drawingml/2006/main" noGrp="1"/>
          </p:cNvSpPr>
          <p:nvPr/>
        </p:nvSpPr>
        <p:spPr>
          <a:xfrm xmlns:a="http://schemas.openxmlformats.org/drawingml/2006/main">
            <a:off x="4863992" y="3362325"/>
            <a:ext cx="3176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a:t>
            </a:r>
          </a:p>
        </p:txBody>
      </p:sp>
      <p:sp>
        <p:nvSpPr>
          <p:cNvPr id="32" name="text-486">
            <a:extLst xmlns:a="http://schemas.openxmlformats.org/drawingml/2006/main">
              <a:ext uri="{FF2B5EF4-FFF2-40B4-BE49-F238E27FC236}">
                <a16:creationId xmlns:a16="http://schemas.microsoft.com/office/drawing/2014/main" id="{A66E3668-EFBC-4083-937B-1755BAD2878B}"/>
              </a:ext>
            </a:extLst>
          </p:cNvPr>
          <p:cNvSpPr>
            <a:spLocks xmlns:a="http://schemas.openxmlformats.org/drawingml/2006/main" noGrp="1"/>
          </p:cNvSpPr>
          <p:nvPr/>
        </p:nvSpPr>
        <p:spPr>
          <a:xfrm xmlns:a="http://schemas.openxmlformats.org/drawingml/2006/main">
            <a:off x="4201816" y="3362325"/>
            <a:ext cx="6037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منشأ</a:t>
            </a:r>
          </a:p>
        </p:txBody>
      </p:sp>
      <p:sp>
        <p:nvSpPr>
          <p:cNvPr id="33" name="text-487">
            <a:extLst xmlns:a="http://schemas.openxmlformats.org/drawingml/2006/main">
              <a:ext uri="{FF2B5EF4-FFF2-40B4-BE49-F238E27FC236}">
                <a16:creationId xmlns:a16="http://schemas.microsoft.com/office/drawing/2014/main" id="{C327A89D-D2A8-4025-A278-6523E53F4A67}"/>
              </a:ext>
            </a:extLst>
          </p:cNvPr>
          <p:cNvSpPr>
            <a:spLocks xmlns:a="http://schemas.openxmlformats.org/drawingml/2006/main" noGrp="1"/>
          </p:cNvSpPr>
          <p:nvPr/>
        </p:nvSpPr>
        <p:spPr>
          <a:xfrm xmlns:a="http://schemas.openxmlformats.org/drawingml/2006/main">
            <a:off x="3565540" y="3362325"/>
            <a:ext cx="577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واضح</a:t>
            </a:r>
          </a:p>
        </p:txBody>
      </p:sp>
      <p:sp>
        <p:nvSpPr>
          <p:cNvPr id="34" name="text-488">
            <a:extLst xmlns:a="http://schemas.openxmlformats.org/drawingml/2006/main">
              <a:ext uri="{FF2B5EF4-FFF2-40B4-BE49-F238E27FC236}">
                <a16:creationId xmlns:a16="http://schemas.microsoft.com/office/drawing/2014/main" id="{0053F301-6DF1-4D31-9182-3A144DBC0294}"/>
              </a:ext>
            </a:extLst>
          </p:cNvPr>
          <p:cNvSpPr>
            <a:spLocks xmlns:a="http://schemas.openxmlformats.org/drawingml/2006/main" noGrp="1"/>
          </p:cNvSpPr>
          <p:nvPr/>
        </p:nvSpPr>
        <p:spPr>
          <a:xfrm xmlns:a="http://schemas.openxmlformats.org/drawingml/2006/main">
            <a:off x="2876286" y="3362325"/>
            <a:ext cx="6308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ونتائج</a:t>
            </a:r>
          </a:p>
        </p:txBody>
      </p:sp>
      <p:sp>
        <p:nvSpPr>
          <p:cNvPr id="35" name="text-489">
            <a:extLst xmlns:a="http://schemas.openxmlformats.org/drawingml/2006/main">
              <a:ext uri="{FF2B5EF4-FFF2-40B4-BE49-F238E27FC236}">
                <a16:creationId xmlns:a16="http://schemas.microsoft.com/office/drawing/2014/main" id="{F24DCC1C-C02C-4AE5-AE6A-C5941B0A154F}"/>
              </a:ext>
            </a:extLst>
          </p:cNvPr>
          <p:cNvSpPr>
            <a:spLocks xmlns:a="http://schemas.openxmlformats.org/drawingml/2006/main" noGrp="1"/>
          </p:cNvSpPr>
          <p:nvPr/>
        </p:nvSpPr>
        <p:spPr>
          <a:xfrm xmlns:a="http://schemas.openxmlformats.org/drawingml/2006/main">
            <a:off x="2140333" y="3362325"/>
            <a:ext cx="6775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وحدود</a:t>
            </a:r>
          </a:p>
        </p:txBody>
      </p:sp>
      <p:sp>
        <p:nvSpPr>
          <p:cNvPr id="36" name="text-490">
            <a:extLst xmlns:a="http://schemas.openxmlformats.org/drawingml/2006/main">
              <a:ext uri="{FF2B5EF4-FFF2-40B4-BE49-F238E27FC236}">
                <a16:creationId xmlns:a16="http://schemas.microsoft.com/office/drawing/2014/main" id="{A4248C82-AE1A-4AF4-A167-8F3F44BCCA8F}"/>
              </a:ext>
            </a:extLst>
          </p:cNvPr>
          <p:cNvSpPr>
            <a:spLocks xmlns:a="http://schemas.openxmlformats.org/drawingml/2006/main" noGrp="1"/>
          </p:cNvSpPr>
          <p:nvPr/>
        </p:nvSpPr>
        <p:spPr>
          <a:xfrm xmlns:a="http://schemas.openxmlformats.org/drawingml/2006/main">
            <a:off x="1465011" y="3362325"/>
            <a:ext cx="6169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معلنة</a:t>
            </a:r>
          </a:p>
        </p:txBody>
      </p:sp>
      <p:sp>
        <p:nvSpPr>
          <p:cNvPr id="37" name="text-491">
            <a:extLst xmlns:a="http://schemas.openxmlformats.org/drawingml/2006/main">
              <a:ext uri="{FF2B5EF4-FFF2-40B4-BE49-F238E27FC236}">
                <a16:creationId xmlns:a16="http://schemas.microsoft.com/office/drawing/2014/main" id="{E30F4D10-40EC-474B-B31C-56446615CED9}"/>
              </a:ext>
            </a:extLst>
          </p:cNvPr>
          <p:cNvSpPr>
            <a:spLocks xmlns:a="http://schemas.openxmlformats.org/drawingml/2006/main" noGrp="1"/>
          </p:cNvSpPr>
          <p:nvPr/>
        </p:nvSpPr>
        <p:spPr>
          <a:xfrm xmlns:a="http://schemas.openxmlformats.org/drawingml/2006/main">
            <a:off x="10863140" y="4657725"/>
            <a:ext cx="71926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جودة</a:t>
            </a:r>
          </a:p>
        </p:txBody>
      </p:sp>
      <p:sp>
        <p:nvSpPr>
          <p:cNvPr id="38" name="text-492">
            <a:extLst xmlns:a="http://schemas.openxmlformats.org/drawingml/2006/main">
              <a:ext uri="{FF2B5EF4-FFF2-40B4-BE49-F238E27FC236}">
                <a16:creationId xmlns:a16="http://schemas.microsoft.com/office/drawing/2014/main" id="{B4B74CC7-B6AC-4B1C-9205-97DE0FE5C90B}"/>
              </a:ext>
            </a:extLst>
          </p:cNvPr>
          <p:cNvSpPr>
            <a:spLocks xmlns:a="http://schemas.openxmlformats.org/drawingml/2006/main" noGrp="1"/>
          </p:cNvSpPr>
          <p:nvPr/>
        </p:nvSpPr>
        <p:spPr>
          <a:xfrm xmlns:a="http://schemas.openxmlformats.org/drawingml/2006/main">
            <a:off x="9355501" y="4657725"/>
            <a:ext cx="142543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الاسترجاع</a:t>
            </a:r>
          </a:p>
        </p:txBody>
      </p:sp>
      <p:sp>
        <p:nvSpPr>
          <p:cNvPr id="39" name="text-493">
            <a:extLst xmlns:a="http://schemas.openxmlformats.org/drawingml/2006/main">
              <a:ext uri="{FF2B5EF4-FFF2-40B4-BE49-F238E27FC236}">
                <a16:creationId xmlns:a16="http://schemas.microsoft.com/office/drawing/2014/main" id="{688821D1-33CB-4913-BEAA-BA39288CDF32}"/>
              </a:ext>
            </a:extLst>
          </p:cNvPr>
          <p:cNvSpPr>
            <a:spLocks xmlns:a="http://schemas.openxmlformats.org/drawingml/2006/main" noGrp="1"/>
          </p:cNvSpPr>
          <p:nvPr/>
        </p:nvSpPr>
        <p:spPr>
          <a:xfrm xmlns:a="http://schemas.openxmlformats.org/drawingml/2006/main">
            <a:off x="8471531" y="4657725"/>
            <a:ext cx="8017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تُقاس</a:t>
            </a:r>
          </a:p>
        </p:txBody>
      </p:sp>
      <p:sp>
        <p:nvSpPr>
          <p:cNvPr id="40" name="text-494">
            <a:extLst xmlns:a="http://schemas.openxmlformats.org/drawingml/2006/main">
              <a:ext uri="{FF2B5EF4-FFF2-40B4-BE49-F238E27FC236}">
                <a16:creationId xmlns:a16="http://schemas.microsoft.com/office/drawing/2014/main" id="{4F68DDC3-9EC9-4597-8CE3-C8B59C4C55C2}"/>
              </a:ext>
            </a:extLst>
          </p:cNvPr>
          <p:cNvSpPr>
            <a:spLocks xmlns:a="http://schemas.openxmlformats.org/drawingml/2006/main" noGrp="1"/>
          </p:cNvSpPr>
          <p:nvPr/>
        </p:nvSpPr>
        <p:spPr>
          <a:xfrm xmlns:a="http://schemas.openxmlformats.org/drawingml/2006/main">
            <a:off x="7233394" y="4657725"/>
            <a:ext cx="115593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مستقلة</a:t>
            </a:r>
          </a:p>
        </p:txBody>
      </p:sp>
      <p:sp>
        <p:nvSpPr>
          <p:cNvPr id="41" name="text-495">
            <a:extLst xmlns:a="http://schemas.openxmlformats.org/drawingml/2006/main">
              <a:ext uri="{FF2B5EF4-FFF2-40B4-BE49-F238E27FC236}">
                <a16:creationId xmlns:a16="http://schemas.microsoft.com/office/drawing/2014/main" id="{44AE37EE-69D8-4D10-9239-86E43D7E76F0}"/>
              </a:ext>
            </a:extLst>
          </p:cNvPr>
          <p:cNvSpPr>
            <a:spLocks xmlns:a="http://schemas.openxmlformats.org/drawingml/2006/main" noGrp="1"/>
          </p:cNvSpPr>
          <p:nvPr/>
        </p:nvSpPr>
        <p:spPr>
          <a:xfrm xmlns:a="http://schemas.openxmlformats.org/drawingml/2006/main">
            <a:off x="6664251" y="4657725"/>
            <a:ext cx="48694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عن</a:t>
            </a:r>
          </a:p>
        </p:txBody>
      </p:sp>
      <p:sp>
        <p:nvSpPr>
          <p:cNvPr id="42" name="text-496">
            <a:extLst xmlns:a="http://schemas.openxmlformats.org/drawingml/2006/main">
              <a:ext uri="{FF2B5EF4-FFF2-40B4-BE49-F238E27FC236}">
                <a16:creationId xmlns:a16="http://schemas.microsoft.com/office/drawing/2014/main" id="{1EBAA56E-80F5-4D12-9C43-12DF82B9B145}"/>
              </a:ext>
            </a:extLst>
          </p:cNvPr>
          <p:cNvSpPr>
            <a:spLocks xmlns:a="http://schemas.openxmlformats.org/drawingml/2006/main" noGrp="1"/>
          </p:cNvSpPr>
          <p:nvPr/>
        </p:nvSpPr>
        <p:spPr>
          <a:xfrm xmlns:a="http://schemas.openxmlformats.org/drawingml/2006/main">
            <a:off x="5872699" y="4657725"/>
            <a:ext cx="70935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صحة</a:t>
            </a:r>
          </a:p>
        </p:txBody>
      </p:sp>
      <p:sp>
        <p:nvSpPr>
          <p:cNvPr id="43" name="text-497">
            <a:extLst xmlns:a="http://schemas.openxmlformats.org/drawingml/2006/main">
              <a:ext uri="{FF2B5EF4-FFF2-40B4-BE49-F238E27FC236}">
                <a16:creationId xmlns:a16="http://schemas.microsoft.com/office/drawing/2014/main" id="{A25DDB34-1940-4C70-8727-23D912362630}"/>
              </a:ext>
            </a:extLst>
          </p:cNvPr>
          <p:cNvSpPr>
            <a:spLocks xmlns:a="http://schemas.openxmlformats.org/drawingml/2006/main" noGrp="1"/>
          </p:cNvSpPr>
          <p:nvPr/>
        </p:nvSpPr>
        <p:spPr>
          <a:xfrm xmlns:a="http://schemas.openxmlformats.org/drawingml/2006/main">
            <a:off x="4853635" y="4657725"/>
            <a:ext cx="936863"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الجواب</a:t>
            </a:r>
          </a:p>
        </p:txBody>
      </p:sp>
      <p:sp>
        <p:nvSpPr>
          <p:cNvPr id="44" name="text-498">
            <a:extLst xmlns:a="http://schemas.openxmlformats.org/drawingml/2006/main">
              <a:ext uri="{FF2B5EF4-FFF2-40B4-BE49-F238E27FC236}">
                <a16:creationId xmlns:a16="http://schemas.microsoft.com/office/drawing/2014/main" id="{9627FF8E-8149-42CE-ADF6-50AB390CEC57}"/>
              </a:ext>
            </a:extLst>
          </p:cNvPr>
          <p:cNvSpPr>
            <a:spLocks xmlns:a="http://schemas.openxmlformats.org/drawingml/2006/main" noGrp="1"/>
          </p:cNvSpPr>
          <p:nvPr/>
        </p:nvSpPr>
        <p:spPr>
          <a:xfrm xmlns:a="http://schemas.openxmlformats.org/drawingml/2006/main">
            <a:off x="10741094" y="5353050"/>
            <a:ext cx="8413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المراجع</a:t>
            </a:r>
          </a:p>
        </p:txBody>
      </p:sp>
      <p:sp>
        <p:nvSpPr>
          <p:cNvPr id="45" name="text-499">
            <a:extLst xmlns:a="http://schemas.openxmlformats.org/drawingml/2006/main">
              <a:ext uri="{FF2B5EF4-FFF2-40B4-BE49-F238E27FC236}">
                <a16:creationId xmlns:a16="http://schemas.microsoft.com/office/drawing/2014/main" id="{754AAAF9-521C-4268-9608-3677CF04C9A1}"/>
              </a:ext>
            </a:extLst>
          </p:cNvPr>
          <p:cNvSpPr>
            <a:spLocks xmlns:a="http://schemas.openxmlformats.org/drawingml/2006/main" noGrp="1"/>
          </p:cNvSpPr>
          <p:nvPr/>
        </p:nvSpPr>
        <p:spPr>
          <a:xfrm xmlns:a="http://schemas.openxmlformats.org/drawingml/2006/main">
            <a:off x="9934200" y="5353050"/>
            <a:ext cx="7455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تشمل</a:t>
            </a:r>
          </a:p>
        </p:txBody>
      </p:sp>
      <p:sp>
        <p:nvSpPr>
          <p:cNvPr id="46" name="text-500">
            <a:extLst xmlns:a="http://schemas.openxmlformats.org/drawingml/2006/main">
              <a:ext uri="{FF2B5EF4-FFF2-40B4-BE49-F238E27FC236}">
                <a16:creationId xmlns:a16="http://schemas.microsoft.com/office/drawing/2014/main" id="{0A7DD926-0EB1-4E7D-9A0D-36AD58095848}"/>
              </a:ext>
            </a:extLst>
          </p:cNvPr>
          <p:cNvSpPr>
            <a:spLocks xmlns:a="http://schemas.openxmlformats.org/drawingml/2006/main" noGrp="1"/>
          </p:cNvSpPr>
          <p:nvPr/>
        </p:nvSpPr>
        <p:spPr>
          <a:xfrm xmlns:a="http://schemas.openxmlformats.org/drawingml/2006/main">
            <a:off x="9391901" y="5353050"/>
            <a:ext cx="48095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مِقْرأ</a:t>
            </a:r>
          </a:p>
        </p:txBody>
      </p:sp>
      <p:sp>
        <p:nvSpPr>
          <p:cNvPr id="47" name="text-501">
            <a:extLst xmlns:a="http://schemas.openxmlformats.org/drawingml/2006/main">
              <a:ext uri="{FF2B5EF4-FFF2-40B4-BE49-F238E27FC236}">
                <a16:creationId xmlns:a16="http://schemas.microsoft.com/office/drawing/2014/main" id="{5EC3C2A3-7CCB-4615-860D-120C6E5692B5}"/>
              </a:ext>
            </a:extLst>
          </p:cNvPr>
          <p:cNvSpPr>
            <a:spLocks xmlns:a="http://schemas.openxmlformats.org/drawingml/2006/main" noGrp="1"/>
          </p:cNvSpPr>
          <p:nvPr/>
        </p:nvSpPr>
        <p:spPr>
          <a:xfrm xmlns:a="http://schemas.openxmlformats.org/drawingml/2006/main">
            <a:off x="8546942" y="5353050"/>
            <a:ext cx="78361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للدكتور</a:t>
            </a:r>
          </a:p>
        </p:txBody>
      </p:sp>
      <p:sp>
        <p:nvSpPr>
          <p:cNvPr id="48" name="text-502">
            <a:extLst xmlns:a="http://schemas.openxmlformats.org/drawingml/2006/main">
              <a:ext uri="{FF2B5EF4-FFF2-40B4-BE49-F238E27FC236}">
                <a16:creationId xmlns:a16="http://schemas.microsoft.com/office/drawing/2014/main" id="{961931C0-FF65-44DB-89FE-5831584CFD14}"/>
              </a:ext>
            </a:extLst>
          </p:cNvPr>
          <p:cNvSpPr>
            <a:spLocks xmlns:a="http://schemas.openxmlformats.org/drawingml/2006/main" noGrp="1"/>
          </p:cNvSpPr>
          <p:nvPr/>
        </p:nvSpPr>
        <p:spPr>
          <a:xfrm xmlns:a="http://schemas.openxmlformats.org/drawingml/2006/main">
            <a:off x="7949311" y="5353050"/>
            <a:ext cx="5362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أيمن</a:t>
            </a:r>
          </a:p>
        </p:txBody>
      </p:sp>
      <p:sp>
        <p:nvSpPr>
          <p:cNvPr id="49" name="text-503">
            <a:extLst xmlns:a="http://schemas.openxmlformats.org/drawingml/2006/main">
              <a:ext uri="{FF2B5EF4-FFF2-40B4-BE49-F238E27FC236}">
                <a16:creationId xmlns:a16="http://schemas.microsoft.com/office/drawing/2014/main" id="{337FC1AF-9D92-4053-B7A1-97C2404E8FAD}"/>
              </a:ext>
            </a:extLst>
          </p:cNvPr>
          <p:cNvSpPr>
            <a:spLocks xmlns:a="http://schemas.openxmlformats.org/drawingml/2006/main" noGrp="1"/>
          </p:cNvSpPr>
          <p:nvPr/>
        </p:nvSpPr>
        <p:spPr>
          <a:xfrm xmlns:a="http://schemas.openxmlformats.org/drawingml/2006/main">
            <a:off x="7403284" y="5353050"/>
            <a:ext cx="4846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فاتح</a:t>
            </a:r>
          </a:p>
        </p:txBody>
      </p:sp>
      <p:sp>
        <p:nvSpPr>
          <p:cNvPr id="50" name="text-504">
            <a:extLst xmlns:a="http://schemas.openxmlformats.org/drawingml/2006/main">
              <a:ext uri="{FF2B5EF4-FFF2-40B4-BE49-F238E27FC236}">
                <a16:creationId xmlns:a16="http://schemas.microsoft.com/office/drawing/2014/main" id="{765B0577-15C0-4477-9608-A88AB743EE5E}"/>
              </a:ext>
            </a:extLst>
          </p:cNvPr>
          <p:cNvSpPr>
            <a:spLocks xmlns:a="http://schemas.openxmlformats.org/drawingml/2006/main" noGrp="1"/>
          </p:cNvSpPr>
          <p:nvPr/>
        </p:nvSpPr>
        <p:spPr>
          <a:xfrm xmlns:a="http://schemas.openxmlformats.org/drawingml/2006/main">
            <a:off x="6713825" y="5353050"/>
            <a:ext cx="6281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EDCA7E"/>
                </a:solidFill>
                <a:latin typeface="Tahoma"/>
                <a:ea typeface="Tahoma"/>
                <a:cs typeface="Tahoma"/>
              </a:defRPr>
            </a:pPr>
            <a:r>
              <a:rPr sz="2025" b="0">
                <a:solidFill>
                  <a:srgbClr val="EDCA7E"/>
                </a:solidFill>
                <a:latin typeface="Tahoma"/>
                <a:ea typeface="Tahoma"/>
                <a:cs typeface="Tahoma"/>
              </a:rPr>
              <a:t>العامر</a:t>
            </a:r>
          </a:p>
        </p:txBody>
      </p:sp>
      <p:sp>
        <p:nvSpPr>
          <p:cNvPr id="51" name="text-505">
            <a:extLst xmlns:a="http://schemas.openxmlformats.org/drawingml/2006/main">
              <a:ext uri="{FF2B5EF4-FFF2-40B4-BE49-F238E27FC236}">
                <a16:creationId xmlns:a16="http://schemas.microsoft.com/office/drawing/2014/main" id="{02184D93-8AFB-4D67-A69A-8E8C5336FB9C}"/>
              </a:ext>
            </a:extLst>
          </p:cNvPr>
          <p:cNvSpPr>
            <a:spLocks xmlns:a="http://schemas.openxmlformats.org/drawingml/2006/main" noGrp="1"/>
          </p:cNvSpPr>
          <p:nvPr/>
        </p:nvSpPr>
        <p:spPr>
          <a:xfrm xmlns:a="http://schemas.openxmlformats.org/drawingml/2006/main">
            <a:off x="11027960" y="5781675"/>
            <a:ext cx="55444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تغطية</a:t>
            </a:r>
          </a:p>
        </p:txBody>
      </p:sp>
      <p:sp>
        <p:nvSpPr>
          <p:cNvPr id="52" name="text-506">
            <a:extLst xmlns:a="http://schemas.openxmlformats.org/drawingml/2006/main">
              <a:ext uri="{FF2B5EF4-FFF2-40B4-BE49-F238E27FC236}">
                <a16:creationId xmlns:a16="http://schemas.microsoft.com/office/drawing/2014/main" id="{4521CC97-5200-40FB-9674-B724864A0FE6}"/>
              </a:ext>
            </a:extLst>
          </p:cNvPr>
          <p:cNvSpPr>
            <a:spLocks xmlns:a="http://schemas.openxmlformats.org/drawingml/2006/main" noGrp="1"/>
          </p:cNvSpPr>
          <p:nvPr/>
        </p:nvSpPr>
        <p:spPr>
          <a:xfrm xmlns:a="http://schemas.openxmlformats.org/drawingml/2006/main">
            <a:off x="10252113" y="5781675"/>
            <a:ext cx="72936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الفهرس</a:t>
            </a:r>
          </a:p>
        </p:txBody>
      </p:sp>
      <p:sp>
        <p:nvSpPr>
          <p:cNvPr id="53" name="text-507">
            <a:extLst xmlns:a="http://schemas.openxmlformats.org/drawingml/2006/main">
              <a:ext uri="{FF2B5EF4-FFF2-40B4-BE49-F238E27FC236}">
                <a16:creationId xmlns:a16="http://schemas.microsoft.com/office/drawing/2014/main" id="{442F58E0-2F3F-4E5F-B37A-30F6ACFAB4ED}"/>
              </a:ext>
            </a:extLst>
          </p:cNvPr>
          <p:cNvSpPr>
            <a:spLocks xmlns:a="http://schemas.openxmlformats.org/drawingml/2006/main" noGrp="1"/>
          </p:cNvSpPr>
          <p:nvPr/>
        </p:nvSpPr>
        <p:spPr>
          <a:xfrm xmlns:a="http://schemas.openxmlformats.org/drawingml/2006/main">
            <a:off x="9425740" y="5781675"/>
            <a:ext cx="77989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والحقوق</a:t>
            </a:r>
          </a:p>
        </p:txBody>
      </p:sp>
      <p:sp>
        <p:nvSpPr>
          <p:cNvPr id="54" name="text-508">
            <a:extLst xmlns:a="http://schemas.openxmlformats.org/drawingml/2006/main">
              <a:ext uri="{FF2B5EF4-FFF2-40B4-BE49-F238E27FC236}">
                <a16:creationId xmlns:a16="http://schemas.microsoft.com/office/drawing/2014/main" id="{D950C25B-A961-4563-8855-E702A81B4239}"/>
              </a:ext>
            </a:extLst>
          </p:cNvPr>
          <p:cNvSpPr>
            <a:spLocks xmlns:a="http://schemas.openxmlformats.org/drawingml/2006/main" noGrp="1"/>
          </p:cNvSpPr>
          <p:nvPr/>
        </p:nvSpPr>
        <p:spPr>
          <a:xfrm xmlns:a="http://schemas.openxmlformats.org/drawingml/2006/main">
            <a:off x="8851405" y="5781675"/>
            <a:ext cx="5278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معلنة</a:t>
            </a:r>
          </a:p>
        </p:txBody>
      </p:sp>
      <p:sp>
        <p:nvSpPr>
          <p:cNvPr id="55" name="text-509">
            <a:extLst xmlns:a="http://schemas.openxmlformats.org/drawingml/2006/main">
              <a:ext uri="{FF2B5EF4-FFF2-40B4-BE49-F238E27FC236}">
                <a16:creationId xmlns:a16="http://schemas.microsoft.com/office/drawing/2014/main" id="{853E4030-1ADF-46DB-BDD5-02212A180F88}"/>
              </a:ext>
            </a:extLst>
          </p:cNvPr>
          <p:cNvSpPr>
            <a:spLocks xmlns:a="http://schemas.openxmlformats.org/drawingml/2006/main" noGrp="1"/>
          </p:cNvSpPr>
          <p:nvPr/>
        </p:nvSpPr>
        <p:spPr>
          <a:xfrm xmlns:a="http://schemas.openxmlformats.org/drawingml/2006/main">
            <a:off x="846308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في</a:t>
            </a:r>
          </a:p>
        </p:txBody>
      </p:sp>
      <p:sp>
        <p:nvSpPr>
          <p:cNvPr id="56" name="text-510">
            <a:extLst xmlns:a="http://schemas.openxmlformats.org/drawingml/2006/main">
              <a:ext uri="{FF2B5EF4-FFF2-40B4-BE49-F238E27FC236}">
                <a16:creationId xmlns:a16="http://schemas.microsoft.com/office/drawing/2014/main" id="{452E1F42-88CA-4FD0-A894-A1D50FB1D7D0}"/>
              </a:ext>
            </a:extLst>
          </p:cNvPr>
          <p:cNvSpPr>
            <a:spLocks xmlns:a="http://schemas.openxmlformats.org/drawingml/2006/main" noGrp="1"/>
          </p:cNvSpPr>
          <p:nvPr/>
        </p:nvSpPr>
        <p:spPr>
          <a:xfrm xmlns:a="http://schemas.openxmlformats.org/drawingml/2006/main">
            <a:off x="7864123" y="5781675"/>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سجل</a:t>
            </a:r>
          </a:p>
        </p:txBody>
      </p:sp>
      <p:sp>
        <p:nvSpPr>
          <p:cNvPr id="57" name="text-511">
            <a:extLst xmlns:a="http://schemas.openxmlformats.org/drawingml/2006/main">
              <a:ext uri="{FF2B5EF4-FFF2-40B4-BE49-F238E27FC236}">
                <a16:creationId xmlns:a16="http://schemas.microsoft.com/office/drawing/2014/main" id="{B6637C52-CA6E-407A-8506-98EDF3D245FA}"/>
              </a:ext>
            </a:extLst>
          </p:cNvPr>
          <p:cNvSpPr>
            <a:spLocks xmlns:a="http://schemas.openxmlformats.org/drawingml/2006/main" noGrp="1"/>
          </p:cNvSpPr>
          <p:nvPr/>
        </p:nvSpPr>
        <p:spPr>
          <a:xfrm xmlns:a="http://schemas.openxmlformats.org/drawingml/2006/main">
            <a:off x="7127420" y="5781675"/>
            <a:ext cx="69022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المصادر</a:t>
            </a:r>
          </a:p>
        </p:txBody>
      </p:sp>
    </p:spTree>
    <p:extLst>
      <p:ext uri="{BB962C8B-B14F-4D97-AF65-F5344CB8AC3E}">
        <p14:creationId xmlns:p14="http://schemas.microsoft.com/office/powerpoint/2010/main" val="474764937"/>
      </p:ext>
    </p:extLst>
  </p:cSld>
</p:sld>
</file>

<file path=ppt/slides/slide1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6" name="text-512">
            <a:extLst xmlns:a="http://schemas.openxmlformats.org/drawingml/2006/main">
              <a:ext uri="{FF2B5EF4-FFF2-40B4-BE49-F238E27FC236}">
                <a16:creationId xmlns:a16="http://schemas.microsoft.com/office/drawing/2014/main" id="{A34BC600-5FC5-4BA1-84EE-B5BB97209289}"/>
              </a:ext>
            </a:extLst>
          </p:cNvPr>
          <p:cNvSpPr>
            <a:spLocks xmlns:a="http://schemas.openxmlformats.org/drawingml/2006/main" noGrp="1"/>
          </p:cNvSpPr>
          <p:nvPr/>
        </p:nvSpPr>
        <p:spPr>
          <a:xfrm xmlns:a="http://schemas.openxmlformats.org/drawingml/2006/main">
            <a:off x="10930722"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a:t>
            </a:r>
          </a:p>
        </p:txBody>
      </p:sp>
      <p:sp>
        <p:nvSpPr>
          <p:cNvPr id="2" name="text-513">
            <a:extLst xmlns:a="http://schemas.openxmlformats.org/drawingml/2006/main">
              <a:ext uri="{FF2B5EF4-FFF2-40B4-BE49-F238E27FC236}">
                <a16:creationId xmlns:a16="http://schemas.microsoft.com/office/drawing/2014/main" id="{70C469CB-9469-464A-93AA-AE349468D809}"/>
              </a:ext>
            </a:extLst>
          </p:cNvPr>
          <p:cNvSpPr>
            <a:spLocks xmlns:a="http://schemas.openxmlformats.org/drawingml/2006/main" noGrp="1"/>
          </p:cNvSpPr>
          <p:nvPr/>
        </p:nvSpPr>
        <p:spPr>
          <a:xfrm xmlns:a="http://schemas.openxmlformats.org/drawingml/2006/main">
            <a:off x="9793331" y="457200"/>
            <a:ext cx="103642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نخدم</a:t>
            </a:r>
          </a:p>
        </p:txBody>
      </p:sp>
      <p:sp>
        <p:nvSpPr>
          <p:cNvPr id="3" name="text-514">
            <a:extLst xmlns:a="http://schemas.openxmlformats.org/drawingml/2006/main">
              <a:ext uri="{FF2B5EF4-FFF2-40B4-BE49-F238E27FC236}">
                <a16:creationId xmlns:a16="http://schemas.microsoft.com/office/drawing/2014/main" id="{9CDF8615-52B0-4EB0-BB15-73435CD25770}"/>
              </a:ext>
            </a:extLst>
          </p:cNvPr>
          <p:cNvSpPr>
            <a:spLocks xmlns:a="http://schemas.openxmlformats.org/drawingml/2006/main" noGrp="1"/>
          </p:cNvSpPr>
          <p:nvPr/>
        </p:nvSpPr>
        <p:spPr>
          <a:xfrm xmlns:a="http://schemas.openxmlformats.org/drawingml/2006/main">
            <a:off x="902989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وما</a:t>
            </a:r>
          </a:p>
        </p:txBody>
      </p:sp>
      <p:sp>
        <p:nvSpPr>
          <p:cNvPr id="4" name="text-515">
            <a:extLst xmlns:a="http://schemas.openxmlformats.org/drawingml/2006/main">
              <a:ext uri="{FF2B5EF4-FFF2-40B4-BE49-F238E27FC236}">
                <a16:creationId xmlns:a16="http://schemas.microsoft.com/office/drawing/2014/main" id="{0D7BBF27-F308-4BC1-B400-EDF7C696C18A}"/>
              </a:ext>
            </a:extLst>
          </p:cNvPr>
          <p:cNvSpPr>
            <a:spLocks xmlns:a="http://schemas.openxmlformats.org/drawingml/2006/main" noGrp="1"/>
          </p:cNvSpPr>
          <p:nvPr/>
        </p:nvSpPr>
        <p:spPr>
          <a:xfrm xmlns:a="http://schemas.openxmlformats.org/drawingml/2006/main">
            <a:off x="7918948" y="457200"/>
            <a:ext cx="10099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النفع</a:t>
            </a:r>
          </a:p>
        </p:txBody>
      </p:sp>
      <p:sp>
        <p:nvSpPr>
          <p:cNvPr id="5" name="text-516">
            <a:extLst xmlns:a="http://schemas.openxmlformats.org/drawingml/2006/main">
              <a:ext uri="{FF2B5EF4-FFF2-40B4-BE49-F238E27FC236}">
                <a16:creationId xmlns:a16="http://schemas.microsoft.com/office/drawing/2014/main" id="{53C170D5-B887-46EE-97BD-A8C1E82B82D3}"/>
              </a:ext>
            </a:extLst>
          </p:cNvPr>
          <p:cNvSpPr>
            <a:spLocks xmlns:a="http://schemas.openxmlformats.org/drawingml/2006/main" noGrp="1"/>
          </p:cNvSpPr>
          <p:nvPr/>
        </p:nvSpPr>
        <p:spPr>
          <a:xfrm xmlns:a="http://schemas.openxmlformats.org/drawingml/2006/main">
            <a:off x="6845153" y="457200"/>
            <a:ext cx="97283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الذي</a:t>
            </a:r>
          </a:p>
        </p:txBody>
      </p:sp>
      <p:sp>
        <p:nvSpPr>
          <p:cNvPr id="6" name="text-517">
            <a:extLst xmlns:a="http://schemas.openxmlformats.org/drawingml/2006/main">
              <a:ext uri="{FF2B5EF4-FFF2-40B4-BE49-F238E27FC236}">
                <a16:creationId xmlns:a16="http://schemas.microsoft.com/office/drawing/2014/main" id="{B2EACAA2-DC78-4B18-9FE3-C0169AB50E47}"/>
              </a:ext>
            </a:extLst>
          </p:cNvPr>
          <p:cNvSpPr>
            <a:spLocks xmlns:a="http://schemas.openxmlformats.org/drawingml/2006/main" noGrp="1"/>
          </p:cNvSpPr>
          <p:nvPr/>
        </p:nvSpPr>
        <p:spPr>
          <a:xfrm xmlns:a="http://schemas.openxmlformats.org/drawingml/2006/main">
            <a:off x="5382250" y="457200"/>
            <a:ext cx="13619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نتحقق</a:t>
            </a:r>
          </a:p>
        </p:txBody>
      </p:sp>
      <p:sp>
        <p:nvSpPr>
          <p:cNvPr id="7" name="text-518">
            <a:extLst xmlns:a="http://schemas.openxmlformats.org/drawingml/2006/main">
              <a:ext uri="{FF2B5EF4-FFF2-40B4-BE49-F238E27FC236}">
                <a16:creationId xmlns:a16="http://schemas.microsoft.com/office/drawing/2014/main" id="{8629683C-1B72-4E7D-9674-8FCDD5B746A5}"/>
              </a:ext>
            </a:extLst>
          </p:cNvPr>
          <p:cNvSpPr>
            <a:spLocks xmlns:a="http://schemas.openxmlformats.org/drawingml/2006/main" noGrp="1"/>
          </p:cNvSpPr>
          <p:nvPr/>
        </p:nvSpPr>
        <p:spPr>
          <a:xfrm xmlns:a="http://schemas.openxmlformats.org/drawingml/2006/main">
            <a:off x="4299737" y="457200"/>
            <a:ext cx="9815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منه؟</a:t>
            </a:r>
          </a:p>
        </p:txBody>
      </p:sp>
      <p:sp>
        <p:nvSpPr>
          <p:cNvPr id="8" name="shape-519">
            <a:extLst xmlns:a="http://schemas.openxmlformats.org/drawingml/2006/main">
              <a:ext uri="{FF2B5EF4-FFF2-40B4-BE49-F238E27FC236}">
                <a16:creationId xmlns:a16="http://schemas.microsoft.com/office/drawing/2014/main" id="{88227EC0-C1C4-4051-B28A-C8F9B289C4F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9" name="text-520">
            <a:extLst xmlns:a="http://schemas.openxmlformats.org/drawingml/2006/main">
              <a:ext uri="{FF2B5EF4-FFF2-40B4-BE49-F238E27FC236}">
                <a16:creationId xmlns:a16="http://schemas.microsoft.com/office/drawing/2014/main" id="{DCC1E91A-AE51-494B-B38B-D27E6D4F35FC}"/>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0" name="text-521">
            <a:extLst xmlns:a="http://schemas.openxmlformats.org/drawingml/2006/main">
              <a:ext uri="{FF2B5EF4-FFF2-40B4-BE49-F238E27FC236}">
                <a16:creationId xmlns:a16="http://schemas.microsoft.com/office/drawing/2014/main" id="{6CD1AD2E-8023-4573-B600-D6165F624E9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1" name="text-522">
            <a:extLst xmlns:a="http://schemas.openxmlformats.org/drawingml/2006/main">
              <a:ext uri="{FF2B5EF4-FFF2-40B4-BE49-F238E27FC236}">
                <a16:creationId xmlns:a16="http://schemas.microsoft.com/office/drawing/2014/main" id="{84BED7B2-AF78-44A5-B553-0CE41D34552A}"/>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2" name="text-523">
            <a:extLst xmlns:a="http://schemas.openxmlformats.org/drawingml/2006/main">
              <a:ext uri="{FF2B5EF4-FFF2-40B4-BE49-F238E27FC236}">
                <a16:creationId xmlns:a16="http://schemas.microsoft.com/office/drawing/2014/main" id="{32ED7B60-7A0E-415E-8748-DCD7E2A451E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3" name="text-524">
            <a:extLst xmlns:a="http://schemas.openxmlformats.org/drawingml/2006/main">
              <a:ext uri="{FF2B5EF4-FFF2-40B4-BE49-F238E27FC236}">
                <a16:creationId xmlns:a16="http://schemas.microsoft.com/office/drawing/2014/main" id="{E061309C-1026-461D-89A1-E4715D0E872C}"/>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4" name="text-525">
            <a:extLst xmlns:a="http://schemas.openxmlformats.org/drawingml/2006/main">
              <a:ext uri="{FF2B5EF4-FFF2-40B4-BE49-F238E27FC236}">
                <a16:creationId xmlns:a16="http://schemas.microsoft.com/office/drawing/2014/main" id="{AC74D2D8-F302-4EB0-B24F-445A263B6A41}"/>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5" name="text-526">
            <a:extLst xmlns:a="http://schemas.openxmlformats.org/drawingml/2006/main">
              <a:ext uri="{FF2B5EF4-FFF2-40B4-BE49-F238E27FC236}">
                <a16:creationId xmlns:a16="http://schemas.microsoft.com/office/drawing/2014/main" id="{839C4772-64B4-4252-AB8A-89CA696F51A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13</a:t>
            </a:r>
          </a:p>
        </p:txBody>
      </p:sp>
      <p:sp>
        <p:nvSpPr>
          <p:cNvPr id="16" name="text-527">
            <a:extLst xmlns:a="http://schemas.openxmlformats.org/drawingml/2006/main">
              <a:ext uri="{FF2B5EF4-FFF2-40B4-BE49-F238E27FC236}">
                <a16:creationId xmlns:a16="http://schemas.microsoft.com/office/drawing/2014/main" id="{2039043C-84E9-4525-BE89-243DCA7BD1D4}"/>
              </a:ext>
            </a:extLst>
          </p:cNvPr>
          <p:cNvSpPr>
            <a:spLocks xmlns:a="http://schemas.openxmlformats.org/drawingml/2006/main" noGrp="1"/>
          </p:cNvSpPr>
          <p:nvPr/>
        </p:nvSpPr>
        <p:spPr>
          <a:xfrm xmlns:a="http://schemas.openxmlformats.org/drawingml/2006/main">
            <a:off x="10719725" y="1504950"/>
            <a:ext cx="862675"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طالب</a:t>
            </a:r>
          </a:p>
        </p:txBody>
      </p:sp>
      <p:sp>
        <p:nvSpPr>
          <p:cNvPr id="17" name="text-528">
            <a:extLst xmlns:a="http://schemas.openxmlformats.org/drawingml/2006/main">
              <a:ext uri="{FF2B5EF4-FFF2-40B4-BE49-F238E27FC236}">
                <a16:creationId xmlns:a16="http://schemas.microsoft.com/office/drawing/2014/main" id="{C9613145-7A6C-4363-A520-7323E6EEC2E7}"/>
              </a:ext>
            </a:extLst>
          </p:cNvPr>
          <p:cNvSpPr>
            <a:spLocks xmlns:a="http://schemas.openxmlformats.org/drawingml/2006/main" noGrp="1"/>
          </p:cNvSpPr>
          <p:nvPr/>
        </p:nvSpPr>
        <p:spPr>
          <a:xfrm xmlns:a="http://schemas.openxmlformats.org/drawingml/2006/main">
            <a:off x="9427872" y="1504950"/>
            <a:ext cx="121879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المعرفة</a:t>
            </a:r>
          </a:p>
        </p:txBody>
      </p:sp>
      <p:sp>
        <p:nvSpPr>
          <p:cNvPr id="18" name="text-529">
            <a:extLst xmlns:a="http://schemas.openxmlformats.org/drawingml/2006/main">
              <a:ext uri="{FF2B5EF4-FFF2-40B4-BE49-F238E27FC236}">
                <a16:creationId xmlns:a16="http://schemas.microsoft.com/office/drawing/2014/main" id="{A12ADC7C-0A6F-4ECB-97F0-AB14AEA9D5C1}"/>
              </a:ext>
            </a:extLst>
          </p:cNvPr>
          <p:cNvSpPr>
            <a:spLocks xmlns:a="http://schemas.openxmlformats.org/drawingml/2006/main" noGrp="1"/>
          </p:cNvSpPr>
          <p:nvPr/>
        </p:nvSpPr>
        <p:spPr>
          <a:xfrm xmlns:a="http://schemas.openxmlformats.org/drawingml/2006/main">
            <a:off x="8112542" y="1504950"/>
            <a:ext cx="124227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والباحث</a:t>
            </a:r>
          </a:p>
        </p:txBody>
      </p:sp>
      <p:sp>
        <p:nvSpPr>
          <p:cNvPr id="19" name="text-530">
            <a:extLst xmlns:a="http://schemas.openxmlformats.org/drawingml/2006/main">
              <a:ext uri="{FF2B5EF4-FFF2-40B4-BE49-F238E27FC236}">
                <a16:creationId xmlns:a16="http://schemas.microsoft.com/office/drawing/2014/main" id="{F8CFCF28-95A5-4AC1-A4DA-075633A4943F}"/>
              </a:ext>
            </a:extLst>
          </p:cNvPr>
          <p:cNvSpPr>
            <a:spLocks xmlns:a="http://schemas.openxmlformats.org/drawingml/2006/main" noGrp="1"/>
          </p:cNvSpPr>
          <p:nvPr/>
        </p:nvSpPr>
        <p:spPr>
          <a:xfrm xmlns:a="http://schemas.openxmlformats.org/drawingml/2006/main">
            <a:off x="6707958" y="1504950"/>
            <a:ext cx="133152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والمعرّف</a:t>
            </a:r>
          </a:p>
        </p:txBody>
      </p:sp>
      <p:sp>
        <p:nvSpPr>
          <p:cNvPr id="20" name="text-531">
            <a:extLst xmlns:a="http://schemas.openxmlformats.org/drawingml/2006/main">
              <a:ext uri="{FF2B5EF4-FFF2-40B4-BE49-F238E27FC236}">
                <a16:creationId xmlns:a16="http://schemas.microsoft.com/office/drawing/2014/main" id="{A7B266A9-9865-42FA-AC9A-DF9F0D2B23B6}"/>
              </a:ext>
            </a:extLst>
          </p:cNvPr>
          <p:cNvSpPr>
            <a:spLocks xmlns:a="http://schemas.openxmlformats.org/drawingml/2006/main" noGrp="1"/>
          </p:cNvSpPr>
          <p:nvPr/>
        </p:nvSpPr>
        <p:spPr>
          <a:xfrm xmlns:a="http://schemas.openxmlformats.org/drawingml/2006/main">
            <a:off x="5332499" y="1504950"/>
            <a:ext cx="13024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بالإسلام</a:t>
            </a:r>
          </a:p>
        </p:txBody>
      </p:sp>
      <p:sp>
        <p:nvSpPr>
          <p:cNvPr id="21" name="text-532">
            <a:extLst xmlns:a="http://schemas.openxmlformats.org/drawingml/2006/main">
              <a:ext uri="{FF2B5EF4-FFF2-40B4-BE49-F238E27FC236}">
                <a16:creationId xmlns:a16="http://schemas.microsoft.com/office/drawing/2014/main" id="{F706E4C8-31AE-470F-8352-0DB17A35808F}"/>
              </a:ext>
            </a:extLst>
          </p:cNvPr>
          <p:cNvSpPr>
            <a:spLocks xmlns:a="http://schemas.openxmlformats.org/drawingml/2006/main" noGrp="1"/>
          </p:cNvSpPr>
          <p:nvPr/>
        </p:nvSpPr>
        <p:spPr>
          <a:xfrm xmlns:a="http://schemas.openxmlformats.org/drawingml/2006/main">
            <a:off x="10890021" y="2181225"/>
            <a:ext cx="69237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جواب</a:t>
            </a:r>
          </a:p>
        </p:txBody>
      </p:sp>
      <p:sp>
        <p:nvSpPr>
          <p:cNvPr id="22" name="text-533">
            <a:extLst xmlns:a="http://schemas.openxmlformats.org/drawingml/2006/main">
              <a:ext uri="{FF2B5EF4-FFF2-40B4-BE49-F238E27FC236}">
                <a16:creationId xmlns:a16="http://schemas.microsoft.com/office/drawing/2014/main" id="{F2A096C5-1573-4F77-BDC9-1DDD5FA69340}"/>
              </a:ext>
            </a:extLst>
          </p:cNvPr>
          <p:cNvSpPr>
            <a:spLocks xmlns:a="http://schemas.openxmlformats.org/drawingml/2006/main" noGrp="1"/>
          </p:cNvSpPr>
          <p:nvPr/>
        </p:nvSpPr>
        <p:spPr>
          <a:xfrm xmlns:a="http://schemas.openxmlformats.org/drawingml/2006/main">
            <a:off x="10293925" y="2181225"/>
            <a:ext cx="52284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يبدو</a:t>
            </a:r>
          </a:p>
        </p:txBody>
      </p:sp>
      <p:sp>
        <p:nvSpPr>
          <p:cNvPr id="23" name="text-534">
            <a:extLst xmlns:a="http://schemas.openxmlformats.org/drawingml/2006/main">
              <a:ext uri="{FF2B5EF4-FFF2-40B4-BE49-F238E27FC236}">
                <a16:creationId xmlns:a16="http://schemas.microsoft.com/office/drawing/2014/main" id="{4E9FE869-5791-4097-BA11-45F2984F5B6F}"/>
              </a:ext>
            </a:extLst>
          </p:cNvPr>
          <p:cNvSpPr>
            <a:spLocks xmlns:a="http://schemas.openxmlformats.org/drawingml/2006/main" noGrp="1"/>
          </p:cNvSpPr>
          <p:nvPr/>
        </p:nvSpPr>
        <p:spPr>
          <a:xfrm xmlns:a="http://schemas.openxmlformats.org/drawingml/2006/main">
            <a:off x="9341600" y="2181225"/>
            <a:ext cx="87907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صحيحًا</a:t>
            </a:r>
          </a:p>
        </p:txBody>
      </p:sp>
      <p:sp>
        <p:nvSpPr>
          <p:cNvPr id="24" name="text-535">
            <a:extLst xmlns:a="http://schemas.openxmlformats.org/drawingml/2006/main">
              <a:ext uri="{FF2B5EF4-FFF2-40B4-BE49-F238E27FC236}">
                <a16:creationId xmlns:a16="http://schemas.microsoft.com/office/drawing/2014/main" id="{3F8C94F0-F3B3-449D-92AF-D2AFFDD8725B}"/>
              </a:ext>
            </a:extLst>
          </p:cNvPr>
          <p:cNvSpPr>
            <a:spLocks xmlns:a="http://schemas.openxmlformats.org/drawingml/2006/main" noGrp="1"/>
          </p:cNvSpPr>
          <p:nvPr/>
        </p:nvSpPr>
        <p:spPr>
          <a:xfrm xmlns:a="http://schemas.openxmlformats.org/drawingml/2006/main">
            <a:off x="8702042" y="2181225"/>
            <a:ext cx="56631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كيف</a:t>
            </a:r>
          </a:p>
        </p:txBody>
      </p:sp>
      <p:sp>
        <p:nvSpPr>
          <p:cNvPr id="25" name="text-536">
            <a:extLst xmlns:a="http://schemas.openxmlformats.org/drawingml/2006/main">
              <a:ext uri="{FF2B5EF4-FFF2-40B4-BE49-F238E27FC236}">
                <a16:creationId xmlns:a16="http://schemas.microsoft.com/office/drawing/2014/main" id="{40284315-A340-47FB-A5A3-C953E439420C}"/>
              </a:ext>
            </a:extLst>
          </p:cNvPr>
          <p:cNvSpPr>
            <a:spLocks xmlns:a="http://schemas.openxmlformats.org/drawingml/2006/main" noGrp="1"/>
          </p:cNvSpPr>
          <p:nvPr/>
        </p:nvSpPr>
        <p:spPr>
          <a:xfrm xmlns:a="http://schemas.openxmlformats.org/drawingml/2006/main">
            <a:off x="7768259" y="2181225"/>
            <a:ext cx="86053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نتحقق</a:t>
            </a:r>
          </a:p>
        </p:txBody>
      </p:sp>
      <p:sp>
        <p:nvSpPr>
          <p:cNvPr id="26" name="text-537">
            <a:extLst xmlns:a="http://schemas.openxmlformats.org/drawingml/2006/main">
              <a:ext uri="{FF2B5EF4-FFF2-40B4-BE49-F238E27FC236}">
                <a16:creationId xmlns:a16="http://schemas.microsoft.com/office/drawing/2014/main" id="{5FF20B61-64B8-40EB-90F3-C1D2D072A29A}"/>
              </a:ext>
            </a:extLst>
          </p:cNvPr>
          <p:cNvSpPr>
            <a:spLocks xmlns:a="http://schemas.openxmlformats.org/drawingml/2006/main" noGrp="1"/>
          </p:cNvSpPr>
          <p:nvPr/>
        </p:nvSpPr>
        <p:spPr>
          <a:xfrm xmlns:a="http://schemas.openxmlformats.org/drawingml/2006/main">
            <a:off x="7272919" y="2181225"/>
            <a:ext cx="42209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من</a:t>
            </a:r>
          </a:p>
        </p:txBody>
      </p:sp>
      <p:sp>
        <p:nvSpPr>
          <p:cNvPr id="27" name="text-538">
            <a:extLst xmlns:a="http://schemas.openxmlformats.org/drawingml/2006/main">
              <a:ext uri="{FF2B5EF4-FFF2-40B4-BE49-F238E27FC236}">
                <a16:creationId xmlns:a16="http://schemas.microsoft.com/office/drawing/2014/main" id="{63B0504D-9AA6-4CC5-A292-6359C39F141D}"/>
              </a:ext>
            </a:extLst>
          </p:cNvPr>
          <p:cNvSpPr>
            <a:spLocks xmlns:a="http://schemas.openxmlformats.org/drawingml/2006/main" noGrp="1"/>
          </p:cNvSpPr>
          <p:nvPr/>
        </p:nvSpPr>
        <p:spPr>
          <a:xfrm xmlns:a="http://schemas.openxmlformats.org/drawingml/2006/main">
            <a:off x="6668582" y="2181225"/>
            <a:ext cx="53109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نصّه</a:t>
            </a:r>
          </a:p>
        </p:txBody>
      </p:sp>
      <p:sp>
        <p:nvSpPr>
          <p:cNvPr id="28" name="text-539">
            <a:extLst xmlns:a="http://schemas.openxmlformats.org/drawingml/2006/main">
              <a:ext uri="{FF2B5EF4-FFF2-40B4-BE49-F238E27FC236}">
                <a16:creationId xmlns:a16="http://schemas.microsoft.com/office/drawing/2014/main" id="{0BC64B35-2A78-459F-BF09-1C0880341288}"/>
              </a:ext>
            </a:extLst>
          </p:cNvPr>
          <p:cNvSpPr>
            <a:spLocks xmlns:a="http://schemas.openxmlformats.org/drawingml/2006/main" noGrp="1"/>
          </p:cNvSpPr>
          <p:nvPr/>
        </p:nvSpPr>
        <p:spPr>
          <a:xfrm xmlns:a="http://schemas.openxmlformats.org/drawingml/2006/main">
            <a:off x="5670343" y="2181225"/>
            <a:ext cx="92499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1F5ED"/>
                </a:solidFill>
                <a:latin typeface="Tahoma"/>
                <a:ea typeface="Tahoma"/>
                <a:cs typeface="Tahoma"/>
              </a:defRPr>
            </a:pPr>
            <a:r>
              <a:rPr sz="2325" b="0">
                <a:solidFill>
                  <a:srgbClr val="F1F5ED"/>
                </a:solidFill>
                <a:latin typeface="Tahoma"/>
                <a:ea typeface="Tahoma"/>
                <a:cs typeface="Tahoma"/>
              </a:rPr>
              <a:t>ودليله؟</a:t>
            </a:r>
          </a:p>
        </p:txBody>
      </p:sp>
      <p:sp>
        <p:nvSpPr>
          <p:cNvPr id="29" name="shape-540">
            <a:extLst xmlns:a="http://schemas.openxmlformats.org/drawingml/2006/main">
              <a:ext uri="{FF2B5EF4-FFF2-40B4-BE49-F238E27FC236}">
                <a16:creationId xmlns:a16="http://schemas.microsoft.com/office/drawing/2014/main" id="{3891F28A-AFAB-4164-AA24-0CCD13135797}"/>
              </a:ext>
            </a:extLst>
          </p:cNvPr>
          <p:cNvSpPr>
            <a:spLocks xmlns:a="http://schemas.openxmlformats.org/drawingml/2006/main" noGrp="1"/>
          </p:cNvSpPr>
          <p:nvPr/>
        </p:nvSpPr>
        <p:spPr>
          <a:xfrm xmlns:a="http://schemas.openxmlformats.org/drawingml/2006/main">
            <a:off x="6238875" y="3038475"/>
            <a:ext cx="5343525" cy="1533525"/>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30" name="shape-541">
            <a:extLst xmlns:a="http://schemas.openxmlformats.org/drawingml/2006/main">
              <a:ext uri="{FF2B5EF4-FFF2-40B4-BE49-F238E27FC236}">
                <a16:creationId xmlns:a16="http://schemas.microsoft.com/office/drawing/2014/main" id="{919E588F-7255-4807-8527-DDE55DD6577C}"/>
              </a:ext>
            </a:extLst>
          </p:cNvPr>
          <p:cNvSpPr>
            <a:spLocks xmlns:a="http://schemas.openxmlformats.org/drawingml/2006/main" noGrp="1"/>
          </p:cNvSpPr>
          <p:nvPr/>
        </p:nvSpPr>
        <p:spPr>
          <a:xfrm xmlns:a="http://schemas.openxmlformats.org/drawingml/2006/main">
            <a:off x="609600" y="3038475"/>
            <a:ext cx="5343525" cy="1533525"/>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31" name="text-542">
            <a:extLst xmlns:a="http://schemas.openxmlformats.org/drawingml/2006/main">
              <a:ext uri="{FF2B5EF4-FFF2-40B4-BE49-F238E27FC236}">
                <a16:creationId xmlns:a16="http://schemas.microsoft.com/office/drawing/2014/main" id="{E70013AD-BD63-4B9E-BEBF-6E6A0F0A5804}"/>
              </a:ext>
            </a:extLst>
          </p:cNvPr>
          <p:cNvSpPr>
            <a:spLocks xmlns:a="http://schemas.openxmlformats.org/drawingml/2006/main" noGrp="1"/>
          </p:cNvSpPr>
          <p:nvPr/>
        </p:nvSpPr>
        <p:spPr>
          <a:xfrm xmlns:a="http://schemas.openxmlformats.org/drawingml/2006/main">
            <a:off x="10491384" y="3219450"/>
            <a:ext cx="90051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المثبت</a:t>
            </a:r>
          </a:p>
        </p:txBody>
      </p:sp>
      <p:sp>
        <p:nvSpPr>
          <p:cNvPr id="32" name="text-543">
            <a:extLst xmlns:a="http://schemas.openxmlformats.org/drawingml/2006/main">
              <a:ext uri="{FF2B5EF4-FFF2-40B4-BE49-F238E27FC236}">
                <a16:creationId xmlns:a16="http://schemas.microsoft.com/office/drawing/2014/main" id="{8A518735-BF25-4AF6-AAB1-466F0B4E022E}"/>
              </a:ext>
            </a:extLst>
          </p:cNvPr>
          <p:cNvSpPr>
            <a:spLocks xmlns:a="http://schemas.openxmlformats.org/drawingml/2006/main" noGrp="1"/>
          </p:cNvSpPr>
          <p:nvPr/>
        </p:nvSpPr>
        <p:spPr>
          <a:xfrm xmlns:a="http://schemas.openxmlformats.org/drawingml/2006/main">
            <a:off x="9926269" y="3219450"/>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في</a:t>
            </a:r>
          </a:p>
        </p:txBody>
      </p:sp>
      <p:sp>
        <p:nvSpPr>
          <p:cNvPr id="33" name="text-544">
            <a:extLst xmlns:a="http://schemas.openxmlformats.org/drawingml/2006/main">
              <a:ext uri="{FF2B5EF4-FFF2-40B4-BE49-F238E27FC236}">
                <a16:creationId xmlns:a16="http://schemas.microsoft.com/office/drawing/2014/main" id="{D5E473F8-E8C1-47F4-97F4-3FCBA2013E22}"/>
              </a:ext>
            </a:extLst>
          </p:cNvPr>
          <p:cNvSpPr>
            <a:spLocks xmlns:a="http://schemas.openxmlformats.org/drawingml/2006/main" noGrp="1"/>
          </p:cNvSpPr>
          <p:nvPr/>
        </p:nvSpPr>
        <p:spPr>
          <a:xfrm xmlns:a="http://schemas.openxmlformats.org/drawingml/2006/main">
            <a:off x="9086759" y="3219450"/>
            <a:ext cx="78045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العينة</a:t>
            </a:r>
          </a:p>
        </p:txBody>
      </p:sp>
      <p:sp>
        <p:nvSpPr>
          <p:cNvPr id="34" name="text-545">
            <a:extLst xmlns:a="http://schemas.openxmlformats.org/drawingml/2006/main">
              <a:ext uri="{FF2B5EF4-FFF2-40B4-BE49-F238E27FC236}">
                <a16:creationId xmlns:a16="http://schemas.microsoft.com/office/drawing/2014/main" id="{A0712835-0FE0-4470-BD23-B036410A2127}"/>
              </a:ext>
            </a:extLst>
          </p:cNvPr>
          <p:cNvSpPr>
            <a:spLocks xmlns:a="http://schemas.openxmlformats.org/drawingml/2006/main" noGrp="1"/>
          </p:cNvSpPr>
          <p:nvPr/>
        </p:nvSpPr>
        <p:spPr>
          <a:xfrm xmlns:a="http://schemas.openxmlformats.org/drawingml/2006/main">
            <a:off x="10966668" y="3867150"/>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فتح</a:t>
            </a:r>
          </a:p>
        </p:txBody>
      </p:sp>
      <p:sp>
        <p:nvSpPr>
          <p:cNvPr id="35" name="text-546">
            <a:extLst xmlns:a="http://schemas.openxmlformats.org/drawingml/2006/main">
              <a:ext uri="{FF2B5EF4-FFF2-40B4-BE49-F238E27FC236}">
                <a16:creationId xmlns:a16="http://schemas.microsoft.com/office/drawing/2014/main" id="{D9F9E48C-7CF5-4B40-B7DD-74B4D68CDA05}"/>
              </a:ext>
            </a:extLst>
          </p:cNvPr>
          <p:cNvSpPr>
            <a:spLocks xmlns:a="http://schemas.openxmlformats.org/drawingml/2006/main" noGrp="1"/>
          </p:cNvSpPr>
          <p:nvPr/>
        </p:nvSpPr>
        <p:spPr>
          <a:xfrm xmlns:a="http://schemas.openxmlformats.org/drawingml/2006/main">
            <a:off x="10124553" y="3867150"/>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المصدر</a:t>
            </a:r>
          </a:p>
        </p:txBody>
      </p:sp>
      <p:sp>
        <p:nvSpPr>
          <p:cNvPr id="36" name="text-547">
            <a:extLst xmlns:a="http://schemas.openxmlformats.org/drawingml/2006/main">
              <a:ext uri="{FF2B5EF4-FFF2-40B4-BE49-F238E27FC236}">
                <a16:creationId xmlns:a16="http://schemas.microsoft.com/office/drawing/2014/main" id="{62E19B61-6FC9-4745-8BE6-C0BA8FA72BE0}"/>
              </a:ext>
            </a:extLst>
          </p:cNvPr>
          <p:cNvSpPr>
            <a:spLocks xmlns:a="http://schemas.openxmlformats.org/drawingml/2006/main" noGrp="1"/>
          </p:cNvSpPr>
          <p:nvPr/>
        </p:nvSpPr>
        <p:spPr>
          <a:xfrm xmlns:a="http://schemas.openxmlformats.org/drawingml/2006/main">
            <a:off x="9154997" y="3867150"/>
            <a:ext cx="9082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ومطابقة</a:t>
            </a:r>
          </a:p>
        </p:txBody>
      </p:sp>
      <p:sp>
        <p:nvSpPr>
          <p:cNvPr id="37" name="text-548">
            <a:extLst xmlns:a="http://schemas.openxmlformats.org/drawingml/2006/main">
              <a:ext uri="{FF2B5EF4-FFF2-40B4-BE49-F238E27FC236}">
                <a16:creationId xmlns:a16="http://schemas.microsoft.com/office/drawing/2014/main" id="{72D21EEC-D9CF-4D8B-9691-3D0F171669E7}"/>
              </a:ext>
            </a:extLst>
          </p:cNvPr>
          <p:cNvSpPr>
            <a:spLocks xmlns:a="http://schemas.openxmlformats.org/drawingml/2006/main" noGrp="1"/>
          </p:cNvSpPr>
          <p:nvPr/>
        </p:nvSpPr>
        <p:spPr>
          <a:xfrm xmlns:a="http://schemas.openxmlformats.org/drawingml/2006/main">
            <a:off x="8626139" y="3867150"/>
            <a:ext cx="4675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نصه</a:t>
            </a:r>
          </a:p>
        </p:txBody>
      </p:sp>
      <p:sp>
        <p:nvSpPr>
          <p:cNvPr id="38" name="text-549">
            <a:extLst xmlns:a="http://schemas.openxmlformats.org/drawingml/2006/main">
              <a:ext uri="{FF2B5EF4-FFF2-40B4-BE49-F238E27FC236}">
                <a16:creationId xmlns:a16="http://schemas.microsoft.com/office/drawing/2014/main" id="{B28B3A99-2268-4F69-932B-5B93F3318826}"/>
              </a:ext>
            </a:extLst>
          </p:cNvPr>
          <p:cNvSpPr>
            <a:spLocks xmlns:a="http://schemas.openxmlformats.org/drawingml/2006/main" noGrp="1"/>
          </p:cNvSpPr>
          <p:nvPr/>
        </p:nvSpPr>
        <p:spPr>
          <a:xfrm xmlns:a="http://schemas.openxmlformats.org/drawingml/2006/main">
            <a:off x="5473903" y="3219450"/>
            <a:ext cx="28872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ما</a:t>
            </a:r>
          </a:p>
        </p:txBody>
      </p:sp>
      <p:sp>
        <p:nvSpPr>
          <p:cNvPr id="39" name="text-550">
            <a:extLst xmlns:a="http://schemas.openxmlformats.org/drawingml/2006/main">
              <a:ext uri="{FF2B5EF4-FFF2-40B4-BE49-F238E27FC236}">
                <a16:creationId xmlns:a16="http://schemas.microsoft.com/office/drawing/2014/main" id="{F5FBB506-C5DB-424B-83C3-5F19BDA3389E}"/>
              </a:ext>
            </a:extLst>
          </p:cNvPr>
          <p:cNvSpPr>
            <a:spLocks xmlns:a="http://schemas.openxmlformats.org/drawingml/2006/main" noGrp="1"/>
          </p:cNvSpPr>
          <p:nvPr/>
        </p:nvSpPr>
        <p:spPr>
          <a:xfrm xmlns:a="http://schemas.openxmlformats.org/drawingml/2006/main">
            <a:off x="4243193" y="3219450"/>
            <a:ext cx="11744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سنقيسه</a:t>
            </a:r>
          </a:p>
        </p:txBody>
      </p:sp>
      <p:sp>
        <p:nvSpPr>
          <p:cNvPr id="40" name="text-551">
            <a:extLst xmlns:a="http://schemas.openxmlformats.org/drawingml/2006/main">
              <a:ext uri="{FF2B5EF4-FFF2-40B4-BE49-F238E27FC236}">
                <a16:creationId xmlns:a16="http://schemas.microsoft.com/office/drawing/2014/main" id="{8ECA4148-3D2D-4B29-A52B-25B9DEC97A81}"/>
              </a:ext>
            </a:extLst>
          </p:cNvPr>
          <p:cNvSpPr>
            <a:spLocks xmlns:a="http://schemas.openxmlformats.org/drawingml/2006/main" noGrp="1"/>
          </p:cNvSpPr>
          <p:nvPr/>
        </p:nvSpPr>
        <p:spPr>
          <a:xfrm xmlns:a="http://schemas.openxmlformats.org/drawingml/2006/main">
            <a:off x="3808628" y="3219450"/>
            <a:ext cx="37827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مع</a:t>
            </a:r>
          </a:p>
        </p:txBody>
      </p:sp>
      <p:sp>
        <p:nvSpPr>
          <p:cNvPr id="41" name="text-552">
            <a:extLst xmlns:a="http://schemas.openxmlformats.org/drawingml/2006/main">
              <a:ext uri="{FF2B5EF4-FFF2-40B4-BE49-F238E27FC236}">
                <a16:creationId xmlns:a16="http://schemas.microsoft.com/office/drawing/2014/main" id="{181031E6-93FA-4A67-B413-CCB8182FB05E}"/>
              </a:ext>
            </a:extLst>
          </p:cNvPr>
          <p:cNvSpPr>
            <a:spLocks xmlns:a="http://schemas.openxmlformats.org/drawingml/2006/main" noGrp="1"/>
          </p:cNvSpPr>
          <p:nvPr/>
        </p:nvSpPr>
        <p:spPr>
          <a:xfrm xmlns:a="http://schemas.openxmlformats.org/drawingml/2006/main">
            <a:off x="2229128" y="3219450"/>
            <a:ext cx="152320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المستفيدين</a:t>
            </a:r>
          </a:p>
        </p:txBody>
      </p:sp>
      <p:sp>
        <p:nvSpPr>
          <p:cNvPr id="42" name="text-553">
            <a:extLst xmlns:a="http://schemas.openxmlformats.org/drawingml/2006/main">
              <a:ext uri="{FF2B5EF4-FFF2-40B4-BE49-F238E27FC236}">
                <a16:creationId xmlns:a16="http://schemas.microsoft.com/office/drawing/2014/main" id="{3B3A8B79-DB02-4CD8-A1DA-8807DDA70B21}"/>
              </a:ext>
            </a:extLst>
          </p:cNvPr>
          <p:cNvSpPr>
            <a:spLocks xmlns:a="http://schemas.openxmlformats.org/drawingml/2006/main" noGrp="1"/>
          </p:cNvSpPr>
          <p:nvPr/>
        </p:nvSpPr>
        <p:spPr>
          <a:xfrm xmlns:a="http://schemas.openxmlformats.org/drawingml/2006/main">
            <a:off x="5190820" y="3867150"/>
            <a:ext cx="57180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إتمام</a:t>
            </a:r>
          </a:p>
        </p:txBody>
      </p:sp>
      <p:sp>
        <p:nvSpPr>
          <p:cNvPr id="43" name="text-554">
            <a:extLst xmlns:a="http://schemas.openxmlformats.org/drawingml/2006/main">
              <a:ext uri="{FF2B5EF4-FFF2-40B4-BE49-F238E27FC236}">
                <a16:creationId xmlns:a16="http://schemas.microsoft.com/office/drawing/2014/main" id="{37A883FA-6C0A-4AF4-9899-7AFD9286AD1E}"/>
              </a:ext>
            </a:extLst>
          </p:cNvPr>
          <p:cNvSpPr>
            <a:spLocks xmlns:a="http://schemas.openxmlformats.org/drawingml/2006/main" noGrp="1"/>
          </p:cNvSpPr>
          <p:nvPr/>
        </p:nvSpPr>
        <p:spPr>
          <a:xfrm xmlns:a="http://schemas.openxmlformats.org/drawingml/2006/main">
            <a:off x="4333793" y="3867150"/>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المهمة</a:t>
            </a:r>
          </a:p>
        </p:txBody>
      </p:sp>
      <p:sp>
        <p:nvSpPr>
          <p:cNvPr id="44" name="text-555">
            <a:extLst xmlns:a="http://schemas.openxmlformats.org/drawingml/2006/main">
              <a:ext uri="{FF2B5EF4-FFF2-40B4-BE49-F238E27FC236}">
                <a16:creationId xmlns:a16="http://schemas.microsoft.com/office/drawing/2014/main" id="{CA511286-EC0C-41AD-8A39-9CE1C25A5647}"/>
              </a:ext>
            </a:extLst>
          </p:cNvPr>
          <p:cNvSpPr>
            <a:spLocks xmlns:a="http://schemas.openxmlformats.org/drawingml/2006/main" noGrp="1"/>
          </p:cNvSpPr>
          <p:nvPr/>
        </p:nvSpPr>
        <p:spPr>
          <a:xfrm xmlns:a="http://schemas.openxmlformats.org/drawingml/2006/main">
            <a:off x="3687599" y="3867150"/>
            <a:ext cx="5848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وفهم</a:t>
            </a:r>
          </a:p>
        </p:txBody>
      </p:sp>
      <p:sp>
        <p:nvSpPr>
          <p:cNvPr id="45" name="text-556">
            <a:extLst xmlns:a="http://schemas.openxmlformats.org/drawingml/2006/main">
              <a:ext uri="{FF2B5EF4-FFF2-40B4-BE49-F238E27FC236}">
                <a16:creationId xmlns:a16="http://schemas.microsoft.com/office/drawing/2014/main" id="{A3AAFE2A-DB39-465D-925F-294C002FFE38}"/>
              </a:ext>
            </a:extLst>
          </p:cNvPr>
          <p:cNvSpPr>
            <a:spLocks xmlns:a="http://schemas.openxmlformats.org/drawingml/2006/main" noGrp="1"/>
          </p:cNvSpPr>
          <p:nvPr/>
        </p:nvSpPr>
        <p:spPr>
          <a:xfrm xmlns:a="http://schemas.openxmlformats.org/drawingml/2006/main">
            <a:off x="2874426" y="3867150"/>
            <a:ext cx="7518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الجواب</a:t>
            </a:r>
          </a:p>
        </p:txBody>
      </p:sp>
      <p:sp>
        <p:nvSpPr>
          <p:cNvPr id="46" name="text-557">
            <a:extLst xmlns:a="http://schemas.openxmlformats.org/drawingml/2006/main">
              <a:ext uri="{FF2B5EF4-FFF2-40B4-BE49-F238E27FC236}">
                <a16:creationId xmlns:a16="http://schemas.microsoft.com/office/drawing/2014/main" id="{67FF90CC-D589-4BEB-96FD-097CAD72E211}"/>
              </a:ext>
            </a:extLst>
          </p:cNvPr>
          <p:cNvSpPr>
            <a:spLocks xmlns:a="http://schemas.openxmlformats.org/drawingml/2006/main" noGrp="1"/>
          </p:cNvSpPr>
          <p:nvPr/>
        </p:nvSpPr>
        <p:spPr>
          <a:xfrm xmlns:a="http://schemas.openxmlformats.org/drawingml/2006/main">
            <a:off x="10962915" y="4933950"/>
            <a:ext cx="61948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إضافة</a:t>
            </a:r>
          </a:p>
        </p:txBody>
      </p:sp>
      <p:sp>
        <p:nvSpPr>
          <p:cNvPr id="47" name="text-558">
            <a:extLst xmlns:a="http://schemas.openxmlformats.org/drawingml/2006/main">
              <a:ext uri="{FF2B5EF4-FFF2-40B4-BE49-F238E27FC236}">
                <a16:creationId xmlns:a16="http://schemas.microsoft.com/office/drawing/2014/main" id="{1C776B9A-041F-4D96-817F-FDC081C437CD}"/>
              </a:ext>
            </a:extLst>
          </p:cNvPr>
          <p:cNvSpPr>
            <a:spLocks xmlns:a="http://schemas.openxmlformats.org/drawingml/2006/main" noGrp="1"/>
          </p:cNvSpPr>
          <p:nvPr/>
        </p:nvSpPr>
        <p:spPr>
          <a:xfrm xmlns:a="http://schemas.openxmlformats.org/drawingml/2006/main">
            <a:off x="10108546" y="4933950"/>
            <a:ext cx="79598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التحدي</a:t>
            </a:r>
          </a:p>
        </p:txBody>
      </p:sp>
      <p:sp>
        <p:nvSpPr>
          <p:cNvPr id="48" name="text-559">
            <a:extLst xmlns:a="http://schemas.openxmlformats.org/drawingml/2006/main">
              <a:ext uri="{FF2B5EF4-FFF2-40B4-BE49-F238E27FC236}">
                <a16:creationId xmlns:a16="http://schemas.microsoft.com/office/drawing/2014/main" id="{643A46CC-BCE2-4868-8D54-24EE98BDEBAC}"/>
              </a:ext>
            </a:extLst>
          </p:cNvPr>
          <p:cNvSpPr>
            <a:spLocks xmlns:a="http://schemas.openxmlformats.org/drawingml/2006/main" noGrp="1"/>
          </p:cNvSpPr>
          <p:nvPr/>
        </p:nvSpPr>
        <p:spPr>
          <a:xfrm xmlns:a="http://schemas.openxmlformats.org/drawingml/2006/main">
            <a:off x="9288711" y="4933950"/>
            <a:ext cx="76144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مجلس</a:t>
            </a:r>
          </a:p>
        </p:txBody>
      </p:sp>
      <p:sp>
        <p:nvSpPr>
          <p:cNvPr id="49" name="text-560">
            <a:extLst xmlns:a="http://schemas.openxmlformats.org/drawingml/2006/main">
              <a:ext uri="{FF2B5EF4-FFF2-40B4-BE49-F238E27FC236}">
                <a16:creationId xmlns:a16="http://schemas.microsoft.com/office/drawing/2014/main" id="{1A519F55-DCBD-4426-B4E4-997456F22F81}"/>
              </a:ext>
            </a:extLst>
          </p:cNvPr>
          <p:cNvSpPr>
            <a:spLocks xmlns:a="http://schemas.openxmlformats.org/drawingml/2006/main" noGrp="1"/>
          </p:cNvSpPr>
          <p:nvPr/>
        </p:nvSpPr>
        <p:spPr>
          <a:xfrm xmlns:a="http://schemas.openxmlformats.org/drawingml/2006/main">
            <a:off x="8775462" y="4933950"/>
            <a:ext cx="4548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وبث</a:t>
            </a:r>
          </a:p>
        </p:txBody>
      </p:sp>
      <p:sp>
        <p:nvSpPr>
          <p:cNvPr id="50" name="text-561">
            <a:extLst xmlns:a="http://schemas.openxmlformats.org/drawingml/2006/main">
              <a:ext uri="{FF2B5EF4-FFF2-40B4-BE49-F238E27FC236}">
                <a16:creationId xmlns:a16="http://schemas.microsoft.com/office/drawing/2014/main" id="{5B475F37-4195-4398-8A65-069C8AD9EF5D}"/>
              </a:ext>
            </a:extLst>
          </p:cNvPr>
          <p:cNvSpPr>
            <a:spLocks xmlns:a="http://schemas.openxmlformats.org/drawingml/2006/main" noGrp="1"/>
          </p:cNvSpPr>
          <p:nvPr/>
        </p:nvSpPr>
        <p:spPr>
          <a:xfrm xmlns:a="http://schemas.openxmlformats.org/drawingml/2006/main">
            <a:off x="7957099" y="4933950"/>
            <a:ext cx="75997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ومراجع</a:t>
            </a:r>
          </a:p>
        </p:txBody>
      </p:sp>
      <p:sp>
        <p:nvSpPr>
          <p:cNvPr id="51" name="text-562">
            <a:extLst xmlns:a="http://schemas.openxmlformats.org/drawingml/2006/main">
              <a:ext uri="{FF2B5EF4-FFF2-40B4-BE49-F238E27FC236}">
                <a16:creationId xmlns:a16="http://schemas.microsoft.com/office/drawing/2014/main" id="{1DBCDA8D-9787-45CB-A2AF-9DD776DB0826}"/>
              </a:ext>
            </a:extLst>
          </p:cNvPr>
          <p:cNvSpPr>
            <a:spLocks xmlns:a="http://schemas.openxmlformats.org/drawingml/2006/main" noGrp="1"/>
          </p:cNvSpPr>
          <p:nvPr/>
        </p:nvSpPr>
        <p:spPr>
          <a:xfrm xmlns:a="http://schemas.openxmlformats.org/drawingml/2006/main">
            <a:off x="7231055" y="4933950"/>
            <a:ext cx="66765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وإحالة</a:t>
            </a:r>
          </a:p>
        </p:txBody>
      </p:sp>
      <p:sp>
        <p:nvSpPr>
          <p:cNvPr id="52" name="text-563">
            <a:extLst xmlns:a="http://schemas.openxmlformats.org/drawingml/2006/main">
              <a:ext uri="{FF2B5EF4-FFF2-40B4-BE49-F238E27FC236}">
                <a16:creationId xmlns:a16="http://schemas.microsoft.com/office/drawing/2014/main" id="{E4B0DA37-59DD-4138-B128-66FAB973FB73}"/>
              </a:ext>
            </a:extLst>
          </p:cNvPr>
          <p:cNvSpPr>
            <a:spLocks xmlns:a="http://schemas.openxmlformats.org/drawingml/2006/main" noGrp="1"/>
          </p:cNvSpPr>
          <p:nvPr/>
        </p:nvSpPr>
        <p:spPr>
          <a:xfrm xmlns:a="http://schemas.openxmlformats.org/drawingml/2006/main">
            <a:off x="6629313" y="4933950"/>
            <a:ext cx="54335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وأدلة</a:t>
            </a:r>
          </a:p>
        </p:txBody>
      </p:sp>
      <p:sp>
        <p:nvSpPr>
          <p:cNvPr id="53" name="text-564">
            <a:extLst xmlns:a="http://schemas.openxmlformats.org/drawingml/2006/main">
              <a:ext uri="{FF2B5EF4-FFF2-40B4-BE49-F238E27FC236}">
                <a16:creationId xmlns:a16="http://schemas.microsoft.com/office/drawing/2014/main" id="{F7CF8F5C-87B8-45F1-AF32-5622451E2C0E}"/>
              </a:ext>
            </a:extLst>
          </p:cNvPr>
          <p:cNvSpPr>
            <a:spLocks xmlns:a="http://schemas.openxmlformats.org/drawingml/2006/main" noGrp="1"/>
          </p:cNvSpPr>
          <p:nvPr/>
        </p:nvSpPr>
        <p:spPr>
          <a:xfrm xmlns:a="http://schemas.openxmlformats.org/drawingml/2006/main">
            <a:off x="6045329" y="4933950"/>
            <a:ext cx="5255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قابلة</a:t>
            </a:r>
          </a:p>
        </p:txBody>
      </p:sp>
      <p:sp>
        <p:nvSpPr>
          <p:cNvPr id="54" name="text-565">
            <a:extLst xmlns:a="http://schemas.openxmlformats.org/drawingml/2006/main">
              <a:ext uri="{FF2B5EF4-FFF2-40B4-BE49-F238E27FC236}">
                <a16:creationId xmlns:a16="http://schemas.microsoft.com/office/drawing/2014/main" id="{C5206ECA-0EB8-45CC-9282-452B86BEBE35}"/>
              </a:ext>
            </a:extLst>
          </p:cNvPr>
          <p:cNvSpPr>
            <a:spLocks xmlns:a="http://schemas.openxmlformats.org/drawingml/2006/main" noGrp="1"/>
          </p:cNvSpPr>
          <p:nvPr/>
        </p:nvSpPr>
        <p:spPr>
          <a:xfrm xmlns:a="http://schemas.openxmlformats.org/drawingml/2006/main">
            <a:off x="5188704" y="4933950"/>
            <a:ext cx="79823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للفحص</a:t>
            </a:r>
          </a:p>
        </p:txBody>
      </p:sp>
      <p:sp>
        <p:nvSpPr>
          <p:cNvPr id="55" name="text-566">
            <a:extLst xmlns:a="http://schemas.openxmlformats.org/drawingml/2006/main">
              <a:ext uri="{FF2B5EF4-FFF2-40B4-BE49-F238E27FC236}">
                <a16:creationId xmlns:a16="http://schemas.microsoft.com/office/drawing/2014/main" id="{FF00EEAC-1430-40EC-8CF6-99A72981C118}"/>
              </a:ext>
            </a:extLst>
          </p:cNvPr>
          <p:cNvSpPr>
            <a:spLocks xmlns:a="http://schemas.openxmlformats.org/drawingml/2006/main" noGrp="1"/>
          </p:cNvSpPr>
          <p:nvPr/>
        </p:nvSpPr>
        <p:spPr>
          <a:xfrm xmlns:a="http://schemas.openxmlformats.org/drawingml/2006/main">
            <a:off x="10867260" y="5562600"/>
            <a:ext cx="71514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النموذج</a:t>
            </a:r>
          </a:p>
        </p:txBody>
      </p:sp>
      <p:sp>
        <p:nvSpPr>
          <p:cNvPr id="56" name="text-567">
            <a:extLst xmlns:a="http://schemas.openxmlformats.org/drawingml/2006/main">
              <a:ext uri="{FF2B5EF4-FFF2-40B4-BE49-F238E27FC236}">
                <a16:creationId xmlns:a16="http://schemas.microsoft.com/office/drawing/2014/main" id="{5BB98ED1-E44F-460D-A6F5-288D6D77955E}"/>
              </a:ext>
            </a:extLst>
          </p:cNvPr>
          <p:cNvSpPr>
            <a:spLocks xmlns:a="http://schemas.openxmlformats.org/drawingml/2006/main" noGrp="1"/>
          </p:cNvSpPr>
          <p:nvPr/>
        </p:nvSpPr>
        <p:spPr>
          <a:xfrm xmlns:a="http://schemas.openxmlformats.org/drawingml/2006/main">
            <a:off x="10052847" y="5562600"/>
            <a:ext cx="76497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والبحوث</a:t>
            </a:r>
          </a:p>
        </p:txBody>
      </p:sp>
      <p:sp>
        <p:nvSpPr>
          <p:cNvPr id="57" name="text-568">
            <a:extLst xmlns:a="http://schemas.openxmlformats.org/drawingml/2006/main">
              <a:ext uri="{FF2B5EF4-FFF2-40B4-BE49-F238E27FC236}">
                <a16:creationId xmlns:a16="http://schemas.microsoft.com/office/drawing/2014/main" id="{AF71C3B2-EAFF-43B4-9D1F-535A3866640A}"/>
              </a:ext>
            </a:extLst>
          </p:cNvPr>
          <p:cNvSpPr>
            <a:spLocks xmlns:a="http://schemas.openxmlformats.org/drawingml/2006/main" noGrp="1"/>
          </p:cNvSpPr>
          <p:nvPr/>
        </p:nvSpPr>
        <p:spPr>
          <a:xfrm xmlns:a="http://schemas.openxmlformats.org/drawingml/2006/main">
            <a:off x="9576708" y="5562600"/>
            <a:ext cx="4267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أصل</a:t>
            </a:r>
          </a:p>
        </p:txBody>
      </p:sp>
      <p:sp>
        <p:nvSpPr>
          <p:cNvPr id="58" name="text-569">
            <a:extLst xmlns:a="http://schemas.openxmlformats.org/drawingml/2006/main">
              <a:ext uri="{FF2B5EF4-FFF2-40B4-BE49-F238E27FC236}">
                <a16:creationId xmlns:a16="http://schemas.microsoft.com/office/drawing/2014/main" id="{41393297-E325-40E9-AB79-503EAFC491EB}"/>
              </a:ext>
            </a:extLst>
          </p:cNvPr>
          <p:cNvSpPr>
            <a:spLocks xmlns:a="http://schemas.openxmlformats.org/drawingml/2006/main" noGrp="1"/>
          </p:cNvSpPr>
          <p:nvPr/>
        </p:nvSpPr>
        <p:spPr>
          <a:xfrm xmlns:a="http://schemas.openxmlformats.org/drawingml/2006/main">
            <a:off x="8937515" y="5562600"/>
            <a:ext cx="58975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سابق</a:t>
            </a:r>
          </a:p>
        </p:txBody>
      </p:sp>
      <p:sp>
        <p:nvSpPr>
          <p:cNvPr id="59" name="text-570">
            <a:extLst xmlns:a="http://schemas.openxmlformats.org/drawingml/2006/main">
              <a:ext uri="{FF2B5EF4-FFF2-40B4-BE49-F238E27FC236}">
                <a16:creationId xmlns:a16="http://schemas.microsoft.com/office/drawing/2014/main" id="{342EA3B4-2368-4D65-BD55-0D352FA0C35F}"/>
              </a:ext>
            </a:extLst>
          </p:cNvPr>
          <p:cNvSpPr>
            <a:spLocks xmlns:a="http://schemas.openxmlformats.org/drawingml/2006/main" noGrp="1"/>
          </p:cNvSpPr>
          <p:nvPr/>
        </p:nvSpPr>
        <p:spPr>
          <a:xfrm xmlns:a="http://schemas.openxmlformats.org/drawingml/2006/main">
            <a:off x="8770219" y="5562600"/>
            <a:ext cx="11786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a:t>
            </a:r>
          </a:p>
        </p:txBody>
      </p:sp>
      <p:sp>
        <p:nvSpPr>
          <p:cNvPr id="60" name="text-571">
            <a:extLst xmlns:a="http://schemas.openxmlformats.org/drawingml/2006/main">
              <a:ext uri="{FF2B5EF4-FFF2-40B4-BE49-F238E27FC236}">
                <a16:creationId xmlns:a16="http://schemas.microsoft.com/office/drawing/2014/main" id="{91AE41BA-079A-4203-B30D-1EFC98464063}"/>
              </a:ext>
            </a:extLst>
          </p:cNvPr>
          <p:cNvSpPr>
            <a:spLocks xmlns:a="http://schemas.openxmlformats.org/drawingml/2006/main" noGrp="1"/>
          </p:cNvSpPr>
          <p:nvPr/>
        </p:nvSpPr>
        <p:spPr>
          <a:xfrm xmlns:a="http://schemas.openxmlformats.org/drawingml/2006/main">
            <a:off x="8471066" y="5562600"/>
            <a:ext cx="24971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أثر</a:t>
            </a:r>
          </a:p>
        </p:txBody>
      </p:sp>
      <p:sp>
        <p:nvSpPr>
          <p:cNvPr id="61" name="text-572">
            <a:extLst xmlns:a="http://schemas.openxmlformats.org/drawingml/2006/main">
              <a:ext uri="{FF2B5EF4-FFF2-40B4-BE49-F238E27FC236}">
                <a16:creationId xmlns:a16="http://schemas.microsoft.com/office/drawing/2014/main" id="{411E3CC6-44D2-4E7C-BA54-4BCF07BD5521}"/>
              </a:ext>
            </a:extLst>
          </p:cNvPr>
          <p:cNvSpPr>
            <a:spLocks xmlns:a="http://schemas.openxmlformats.org/drawingml/2006/main" noGrp="1"/>
          </p:cNvSpPr>
          <p:nvPr/>
        </p:nvSpPr>
        <p:spPr>
          <a:xfrm xmlns:a="http://schemas.openxmlformats.org/drawingml/2006/main">
            <a:off x="7426984" y="5562600"/>
            <a:ext cx="9946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الاستخدام</a:t>
            </a:r>
          </a:p>
        </p:txBody>
      </p:sp>
      <p:sp>
        <p:nvSpPr>
          <p:cNvPr id="62" name="text-573">
            <a:extLst xmlns:a="http://schemas.openxmlformats.org/drawingml/2006/main">
              <a:ext uri="{FF2B5EF4-FFF2-40B4-BE49-F238E27FC236}">
                <a16:creationId xmlns:a16="http://schemas.microsoft.com/office/drawing/2014/main" id="{B2952E90-061F-464A-95CD-B55FAAC14888}"/>
              </a:ext>
            </a:extLst>
          </p:cNvPr>
          <p:cNvSpPr>
            <a:spLocks xmlns:a="http://schemas.openxmlformats.org/drawingml/2006/main" noGrp="1"/>
          </p:cNvSpPr>
          <p:nvPr/>
        </p:nvSpPr>
        <p:spPr>
          <a:xfrm xmlns:a="http://schemas.openxmlformats.org/drawingml/2006/main">
            <a:off x="6713719" y="5562600"/>
            <a:ext cx="66383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الواسع</a:t>
            </a:r>
          </a:p>
        </p:txBody>
      </p:sp>
      <p:sp>
        <p:nvSpPr>
          <p:cNvPr id="63" name="text-574">
            <a:extLst xmlns:a="http://schemas.openxmlformats.org/drawingml/2006/main">
              <a:ext uri="{FF2B5EF4-FFF2-40B4-BE49-F238E27FC236}">
                <a16:creationId xmlns:a16="http://schemas.microsoft.com/office/drawing/2014/main" id="{F7EF3FFE-5935-47FA-9D34-9079F71088DE}"/>
              </a:ext>
            </a:extLst>
          </p:cNvPr>
          <p:cNvSpPr>
            <a:spLocks xmlns:a="http://schemas.openxmlformats.org/drawingml/2006/main" noGrp="1"/>
          </p:cNvSpPr>
          <p:nvPr/>
        </p:nvSpPr>
        <p:spPr>
          <a:xfrm xmlns:a="http://schemas.openxmlformats.org/drawingml/2006/main">
            <a:off x="6407797" y="5562600"/>
            <a:ext cx="256487"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لم</a:t>
            </a:r>
          </a:p>
        </p:txBody>
      </p:sp>
      <p:sp>
        <p:nvSpPr>
          <p:cNvPr id="64" name="text-575">
            <a:extLst xmlns:a="http://schemas.openxmlformats.org/drawingml/2006/main">
              <a:ext uri="{FF2B5EF4-FFF2-40B4-BE49-F238E27FC236}">
                <a16:creationId xmlns:a16="http://schemas.microsoft.com/office/drawing/2014/main" id="{09C5A749-C47E-4CF7-8CEF-029E64C866EF}"/>
              </a:ext>
            </a:extLst>
          </p:cNvPr>
          <p:cNvSpPr>
            <a:spLocks xmlns:a="http://schemas.openxmlformats.org/drawingml/2006/main" noGrp="1"/>
          </p:cNvSpPr>
          <p:nvPr/>
        </p:nvSpPr>
        <p:spPr>
          <a:xfrm xmlns:a="http://schemas.openxmlformats.org/drawingml/2006/main">
            <a:off x="5851210" y="5562600"/>
            <a:ext cx="507152"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يُقَس</a:t>
            </a:r>
          </a:p>
        </p:txBody>
      </p:sp>
      <p:sp>
        <p:nvSpPr>
          <p:cNvPr id="65" name="text-576">
            <a:extLst xmlns:a="http://schemas.openxmlformats.org/drawingml/2006/main">
              <a:ext uri="{FF2B5EF4-FFF2-40B4-BE49-F238E27FC236}">
                <a16:creationId xmlns:a16="http://schemas.microsoft.com/office/drawing/2014/main" id="{FE044AD6-F8F3-40F7-8B4A-9A59B833938C}"/>
              </a:ext>
            </a:extLst>
          </p:cNvPr>
          <p:cNvSpPr>
            <a:spLocks xmlns:a="http://schemas.openxmlformats.org/drawingml/2006/main" noGrp="1"/>
          </p:cNvSpPr>
          <p:nvPr/>
        </p:nvSpPr>
        <p:spPr>
          <a:xfrm xmlns:a="http://schemas.openxmlformats.org/drawingml/2006/main">
            <a:off x="5468372" y="5562600"/>
            <a:ext cx="3334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بعد</a:t>
            </a:r>
          </a:p>
        </p:txBody>
      </p:sp>
    </p:spTree>
    <p:extLst>
      <p:ext uri="{BB962C8B-B14F-4D97-AF65-F5344CB8AC3E}">
        <p14:creationId xmlns:p14="http://schemas.microsoft.com/office/powerpoint/2010/main" val="1293860726"/>
      </p:ext>
    </p:extLst>
  </p:cSld>
</p:sld>
</file>

<file path=ppt/slides/slide1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74" name="text-577">
            <a:extLst xmlns:a="http://schemas.openxmlformats.org/drawingml/2006/main">
              <a:ext uri="{FF2B5EF4-FFF2-40B4-BE49-F238E27FC236}">
                <a16:creationId xmlns:a16="http://schemas.microsoft.com/office/drawing/2014/main" id="{C7131D22-2F61-48DA-8F38-60292820184A}"/>
              </a:ext>
            </a:extLst>
          </p:cNvPr>
          <p:cNvSpPr>
            <a:spLocks xmlns:a="http://schemas.openxmlformats.org/drawingml/2006/main" noGrp="1"/>
          </p:cNvSpPr>
          <p:nvPr/>
        </p:nvSpPr>
        <p:spPr>
          <a:xfrm xmlns:a="http://schemas.openxmlformats.org/drawingml/2006/main">
            <a:off x="10879607" y="457200"/>
            <a:ext cx="7027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أعد</a:t>
            </a:r>
          </a:p>
        </p:txBody>
      </p:sp>
      <p:sp>
        <p:nvSpPr>
          <p:cNvPr id="2" name="text-578">
            <a:extLst xmlns:a="http://schemas.openxmlformats.org/drawingml/2006/main">
              <a:ext uri="{FF2B5EF4-FFF2-40B4-BE49-F238E27FC236}">
                <a16:creationId xmlns:a16="http://schemas.microsoft.com/office/drawing/2014/main" id="{898259E4-617F-481E-8864-557826E33D87}"/>
              </a:ext>
            </a:extLst>
          </p:cNvPr>
          <p:cNvSpPr>
            <a:spLocks xmlns:a="http://schemas.openxmlformats.org/drawingml/2006/main" noGrp="1"/>
          </p:cNvSpPr>
          <p:nvPr/>
        </p:nvSpPr>
        <p:spPr>
          <a:xfrm xmlns:a="http://schemas.openxmlformats.org/drawingml/2006/main">
            <a:off x="9334980" y="457200"/>
            <a:ext cx="14436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التجربة</a:t>
            </a:r>
          </a:p>
        </p:txBody>
      </p:sp>
      <p:sp>
        <p:nvSpPr>
          <p:cNvPr id="3" name="text-579">
            <a:extLst xmlns:a="http://schemas.openxmlformats.org/drawingml/2006/main">
              <a:ext uri="{FF2B5EF4-FFF2-40B4-BE49-F238E27FC236}">
                <a16:creationId xmlns:a16="http://schemas.microsoft.com/office/drawing/2014/main" id="{3B9BCCA4-9C64-4CF2-856F-9BD883A7DEE9}"/>
              </a:ext>
            </a:extLst>
          </p:cNvPr>
          <p:cNvSpPr>
            <a:spLocks xmlns:a="http://schemas.openxmlformats.org/drawingml/2006/main" noGrp="1"/>
          </p:cNvSpPr>
          <p:nvPr/>
        </p:nvSpPr>
        <p:spPr>
          <a:xfrm xmlns:a="http://schemas.openxmlformats.org/drawingml/2006/main">
            <a:off x="7656622" y="457200"/>
            <a:ext cx="1577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وافحص</a:t>
            </a:r>
          </a:p>
        </p:txBody>
      </p:sp>
      <p:sp>
        <p:nvSpPr>
          <p:cNvPr id="4" name="text-580">
            <a:extLst xmlns:a="http://schemas.openxmlformats.org/drawingml/2006/main">
              <a:ext uri="{FF2B5EF4-FFF2-40B4-BE49-F238E27FC236}">
                <a16:creationId xmlns:a16="http://schemas.microsoft.com/office/drawing/2014/main" id="{B8AFC351-CA17-4E0E-9DC8-CC2E40A41059}"/>
              </a:ext>
            </a:extLst>
          </p:cNvPr>
          <p:cNvSpPr>
            <a:spLocks xmlns:a="http://schemas.openxmlformats.org/drawingml/2006/main" noGrp="1"/>
          </p:cNvSpPr>
          <p:nvPr/>
        </p:nvSpPr>
        <p:spPr>
          <a:xfrm xmlns:a="http://schemas.openxmlformats.org/drawingml/2006/main">
            <a:off x="6143991" y="457200"/>
            <a:ext cx="14116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النتيجة</a:t>
            </a:r>
          </a:p>
        </p:txBody>
      </p:sp>
      <p:sp>
        <p:nvSpPr>
          <p:cNvPr id="5" name="text-581">
            <a:extLst xmlns:a="http://schemas.openxmlformats.org/drawingml/2006/main">
              <a:ext uri="{FF2B5EF4-FFF2-40B4-BE49-F238E27FC236}">
                <a16:creationId xmlns:a16="http://schemas.microsoft.com/office/drawing/2014/main" id="{CC1ABF6B-C322-4B0B-91B5-391691AFCD6C}"/>
              </a:ext>
            </a:extLst>
          </p:cNvPr>
          <p:cNvSpPr>
            <a:spLocks xmlns:a="http://schemas.openxmlformats.org/drawingml/2006/main" noGrp="1"/>
          </p:cNvSpPr>
          <p:nvPr/>
        </p:nvSpPr>
        <p:spPr>
          <a:xfrm xmlns:a="http://schemas.openxmlformats.org/drawingml/2006/main">
            <a:off x="4582325" y="457200"/>
            <a:ext cx="14607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بنفسك</a:t>
            </a:r>
          </a:p>
        </p:txBody>
      </p:sp>
      <p:sp>
        <p:nvSpPr>
          <p:cNvPr id="6" name="shape-582">
            <a:extLst xmlns:a="http://schemas.openxmlformats.org/drawingml/2006/main">
              <a:ext uri="{FF2B5EF4-FFF2-40B4-BE49-F238E27FC236}">
                <a16:creationId xmlns:a16="http://schemas.microsoft.com/office/drawing/2014/main" id="{45E97E0D-EFEB-409D-BF49-1AF17538E26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583">
            <a:extLst xmlns:a="http://schemas.openxmlformats.org/drawingml/2006/main">
              <a:ext uri="{FF2B5EF4-FFF2-40B4-BE49-F238E27FC236}">
                <a16:creationId xmlns:a16="http://schemas.microsoft.com/office/drawing/2014/main" id="{ECF69E80-9578-448F-9808-C4F22AA7ABE9}"/>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584">
            <a:extLst xmlns:a="http://schemas.openxmlformats.org/drawingml/2006/main">
              <a:ext uri="{FF2B5EF4-FFF2-40B4-BE49-F238E27FC236}">
                <a16:creationId xmlns:a16="http://schemas.microsoft.com/office/drawing/2014/main" id="{954A41EB-D12E-4B98-8F9E-589DD755EE4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585">
            <a:extLst xmlns:a="http://schemas.openxmlformats.org/drawingml/2006/main">
              <a:ext uri="{FF2B5EF4-FFF2-40B4-BE49-F238E27FC236}">
                <a16:creationId xmlns:a16="http://schemas.microsoft.com/office/drawing/2014/main" id="{07CC4798-1AD9-4DF4-971A-A4CB525891C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586">
            <a:extLst xmlns:a="http://schemas.openxmlformats.org/drawingml/2006/main">
              <a:ext uri="{FF2B5EF4-FFF2-40B4-BE49-F238E27FC236}">
                <a16:creationId xmlns:a16="http://schemas.microsoft.com/office/drawing/2014/main" id="{2848542B-02FA-4DD9-9F15-16D9B7A2302C}"/>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587">
            <a:extLst xmlns:a="http://schemas.openxmlformats.org/drawingml/2006/main">
              <a:ext uri="{FF2B5EF4-FFF2-40B4-BE49-F238E27FC236}">
                <a16:creationId xmlns:a16="http://schemas.microsoft.com/office/drawing/2014/main" id="{37EC3A9F-C173-467D-AA64-FF8CB1BE2D89}"/>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588">
            <a:extLst xmlns:a="http://schemas.openxmlformats.org/drawingml/2006/main">
              <a:ext uri="{FF2B5EF4-FFF2-40B4-BE49-F238E27FC236}">
                <a16:creationId xmlns:a16="http://schemas.microsoft.com/office/drawing/2014/main" id="{3FD146EB-3C11-40E5-827E-9D4147553565}"/>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589">
            <a:extLst xmlns:a="http://schemas.openxmlformats.org/drawingml/2006/main">
              <a:ext uri="{FF2B5EF4-FFF2-40B4-BE49-F238E27FC236}">
                <a16:creationId xmlns:a16="http://schemas.microsoft.com/office/drawing/2014/main" id="{8E796410-D0E1-481D-A144-E8E238FAF8F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14</a:t>
            </a:r>
          </a:p>
        </p:txBody>
      </p:sp>
      <p:sp>
        <p:nvSpPr>
          <p:cNvPr id="14" name="text-590">
            <a:extLst xmlns:a="http://schemas.openxmlformats.org/drawingml/2006/main">
              <a:ext uri="{FF2B5EF4-FFF2-40B4-BE49-F238E27FC236}">
                <a16:creationId xmlns:a16="http://schemas.microsoft.com/office/drawing/2014/main" id="{1CC62038-5245-4BEA-91AF-27DB671B5BFF}"/>
              </a:ext>
            </a:extLst>
          </p:cNvPr>
          <p:cNvSpPr>
            <a:spLocks xmlns:a="http://schemas.openxmlformats.org/drawingml/2006/main" noGrp="1"/>
          </p:cNvSpPr>
          <p:nvPr/>
        </p:nvSpPr>
        <p:spPr>
          <a:xfrm xmlns:a="http://schemas.openxmlformats.org/drawingml/2006/main">
            <a:off x="10593126" y="1495425"/>
            <a:ext cx="98927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السؤال</a:t>
            </a:r>
          </a:p>
        </p:txBody>
      </p:sp>
      <p:sp>
        <p:nvSpPr>
          <p:cNvPr id="15" name="text-591">
            <a:extLst xmlns:a="http://schemas.openxmlformats.org/drawingml/2006/main">
              <a:ext uri="{FF2B5EF4-FFF2-40B4-BE49-F238E27FC236}">
                <a16:creationId xmlns:a16="http://schemas.microsoft.com/office/drawing/2014/main" id="{4CA2EEBC-5E8B-46DF-AFDA-DFD3ECB6576F}"/>
              </a:ext>
            </a:extLst>
          </p:cNvPr>
          <p:cNvSpPr>
            <a:spLocks xmlns:a="http://schemas.openxmlformats.org/drawingml/2006/main" noGrp="1"/>
          </p:cNvSpPr>
          <p:nvPr/>
        </p:nvSpPr>
        <p:spPr>
          <a:xfrm xmlns:a="http://schemas.openxmlformats.org/drawingml/2006/main">
            <a:off x="10028011" y="1495425"/>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في</a:t>
            </a:r>
          </a:p>
        </p:txBody>
      </p:sp>
      <p:sp>
        <p:nvSpPr>
          <p:cNvPr id="16" name="text-592">
            <a:extLst xmlns:a="http://schemas.openxmlformats.org/drawingml/2006/main">
              <a:ext uri="{FF2B5EF4-FFF2-40B4-BE49-F238E27FC236}">
                <a16:creationId xmlns:a16="http://schemas.microsoft.com/office/drawing/2014/main" id="{E6D243D5-D26E-4E57-9DB6-D0811CEFFBD7}"/>
              </a:ext>
            </a:extLst>
          </p:cNvPr>
          <p:cNvSpPr>
            <a:spLocks xmlns:a="http://schemas.openxmlformats.org/drawingml/2006/main" noGrp="1"/>
          </p:cNvSpPr>
          <p:nvPr/>
        </p:nvSpPr>
        <p:spPr>
          <a:xfrm xmlns:a="http://schemas.openxmlformats.org/drawingml/2006/main">
            <a:off x="9421193" y="1495425"/>
            <a:ext cx="54776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برق</a:t>
            </a:r>
          </a:p>
        </p:txBody>
      </p:sp>
      <p:sp>
        <p:nvSpPr>
          <p:cNvPr id="17" name="text-593">
            <a:extLst xmlns:a="http://schemas.openxmlformats.org/drawingml/2006/main">
              <a:ext uri="{FF2B5EF4-FFF2-40B4-BE49-F238E27FC236}">
                <a16:creationId xmlns:a16="http://schemas.microsoft.com/office/drawing/2014/main" id="{C6003D50-DE5C-4663-8B39-9E669F74D994}"/>
              </a:ext>
            </a:extLst>
          </p:cNvPr>
          <p:cNvSpPr>
            <a:spLocks xmlns:a="http://schemas.openxmlformats.org/drawingml/2006/main" noGrp="1"/>
          </p:cNvSpPr>
          <p:nvPr/>
        </p:nvSpPr>
        <p:spPr>
          <a:xfrm xmlns:a="http://schemas.openxmlformats.org/drawingml/2006/main">
            <a:off x="8574253" y="1495425"/>
            <a:ext cx="787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الفتى</a:t>
            </a:r>
          </a:p>
        </p:txBody>
      </p:sp>
      <p:sp>
        <p:nvSpPr>
          <p:cNvPr id="18" name="text-594">
            <a:extLst xmlns:a="http://schemas.openxmlformats.org/drawingml/2006/main">
              <a:ext uri="{FF2B5EF4-FFF2-40B4-BE49-F238E27FC236}">
                <a16:creationId xmlns:a16="http://schemas.microsoft.com/office/drawing/2014/main" id="{B42E1709-AB7B-4EBA-A055-4699B7C8A77A}"/>
              </a:ext>
            </a:extLst>
          </p:cNvPr>
          <p:cNvSpPr>
            <a:spLocks xmlns:a="http://schemas.openxmlformats.org/drawingml/2006/main" noGrp="1"/>
          </p:cNvSpPr>
          <p:nvPr/>
        </p:nvSpPr>
        <p:spPr>
          <a:xfrm xmlns:a="http://schemas.openxmlformats.org/drawingml/2006/main">
            <a:off x="5836067" y="1495425"/>
            <a:ext cx="298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ما</a:t>
            </a:r>
          </a:p>
        </p:txBody>
      </p:sp>
      <p:sp>
        <p:nvSpPr>
          <p:cNvPr id="19" name="text-595">
            <a:extLst xmlns:a="http://schemas.openxmlformats.org/drawingml/2006/main">
              <a:ext uri="{FF2B5EF4-FFF2-40B4-BE49-F238E27FC236}">
                <a16:creationId xmlns:a16="http://schemas.microsoft.com/office/drawing/2014/main" id="{DAE2EB39-E8F3-4E5B-AEBC-3F82D53A75B5}"/>
              </a:ext>
            </a:extLst>
          </p:cNvPr>
          <p:cNvSpPr>
            <a:spLocks xmlns:a="http://schemas.openxmlformats.org/drawingml/2006/main" noGrp="1"/>
          </p:cNvSpPr>
          <p:nvPr/>
        </p:nvSpPr>
        <p:spPr>
          <a:xfrm xmlns:a="http://schemas.openxmlformats.org/drawingml/2006/main">
            <a:off x="5130287" y="1495425"/>
            <a:ext cx="64672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الذي</a:t>
            </a:r>
          </a:p>
        </p:txBody>
      </p:sp>
      <p:sp>
        <p:nvSpPr>
          <p:cNvPr id="20" name="text-596">
            <a:extLst xmlns:a="http://schemas.openxmlformats.org/drawingml/2006/main">
              <a:ext uri="{FF2B5EF4-FFF2-40B4-BE49-F238E27FC236}">
                <a16:creationId xmlns:a16="http://schemas.microsoft.com/office/drawing/2014/main" id="{780E01C0-59B0-4B53-BD71-532AAF5201D7}"/>
              </a:ext>
            </a:extLst>
          </p:cNvPr>
          <p:cNvSpPr>
            <a:spLocks xmlns:a="http://schemas.openxmlformats.org/drawingml/2006/main" noGrp="1"/>
          </p:cNvSpPr>
          <p:nvPr/>
        </p:nvSpPr>
        <p:spPr>
          <a:xfrm xmlns:a="http://schemas.openxmlformats.org/drawingml/2006/main">
            <a:off x="3956152" y="1495425"/>
            <a:ext cx="111508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تفحصه؟</a:t>
            </a:r>
          </a:p>
        </p:txBody>
      </p:sp>
      <p:sp>
        <p:nvSpPr>
          <p:cNvPr id="21" name="shape-597">
            <a:extLst xmlns:a="http://schemas.openxmlformats.org/drawingml/2006/main">
              <a:ext uri="{FF2B5EF4-FFF2-40B4-BE49-F238E27FC236}">
                <a16:creationId xmlns:a16="http://schemas.microsoft.com/office/drawing/2014/main" id="{09A92EFB-72FB-4263-952C-31B112523AA5}"/>
              </a:ext>
            </a:extLst>
          </p:cNvPr>
          <p:cNvSpPr>
            <a:spLocks xmlns:a="http://schemas.openxmlformats.org/drawingml/2006/main" noGrp="1"/>
          </p:cNvSpPr>
          <p:nvPr/>
        </p:nvSpPr>
        <p:spPr>
          <a:xfrm xmlns:a="http://schemas.openxmlformats.org/drawingml/2006/main">
            <a:off x="609600" y="201930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22" name="text-598">
            <a:extLst xmlns:a="http://schemas.openxmlformats.org/drawingml/2006/main">
              <a:ext uri="{FF2B5EF4-FFF2-40B4-BE49-F238E27FC236}">
                <a16:creationId xmlns:a16="http://schemas.microsoft.com/office/drawing/2014/main" id="{96F28483-0D4F-429C-B0E9-E64D580F4CA1}"/>
              </a:ext>
            </a:extLst>
          </p:cNvPr>
          <p:cNvSpPr>
            <a:spLocks xmlns:a="http://schemas.openxmlformats.org/drawingml/2006/main" noGrp="1"/>
          </p:cNvSpPr>
          <p:nvPr/>
        </p:nvSpPr>
        <p:spPr>
          <a:xfrm xmlns:a="http://schemas.openxmlformats.org/drawingml/2006/main">
            <a:off x="11061513" y="2257425"/>
            <a:ext cx="520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لماذا</a:t>
            </a:r>
          </a:p>
        </p:txBody>
      </p:sp>
      <p:sp>
        <p:nvSpPr>
          <p:cNvPr id="23" name="text-599">
            <a:extLst xmlns:a="http://schemas.openxmlformats.org/drawingml/2006/main">
              <a:ext uri="{FF2B5EF4-FFF2-40B4-BE49-F238E27FC236}">
                <a16:creationId xmlns:a16="http://schemas.microsoft.com/office/drawing/2014/main" id="{DD1BEF0F-1663-4275-A9EA-CA9ACC192DEE}"/>
              </a:ext>
            </a:extLst>
          </p:cNvPr>
          <p:cNvSpPr>
            <a:spLocks xmlns:a="http://schemas.openxmlformats.org/drawingml/2006/main" noGrp="1"/>
          </p:cNvSpPr>
          <p:nvPr/>
        </p:nvSpPr>
        <p:spPr>
          <a:xfrm xmlns:a="http://schemas.openxmlformats.org/drawingml/2006/main">
            <a:off x="10541691" y="2257425"/>
            <a:ext cx="4614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يعبد</a:t>
            </a:r>
          </a:p>
        </p:txBody>
      </p:sp>
      <p:sp>
        <p:nvSpPr>
          <p:cNvPr id="24" name="text-600">
            <a:extLst xmlns:a="http://schemas.openxmlformats.org/drawingml/2006/main">
              <a:ext uri="{FF2B5EF4-FFF2-40B4-BE49-F238E27FC236}">
                <a16:creationId xmlns:a16="http://schemas.microsoft.com/office/drawing/2014/main" id="{F3E1AF6B-4D44-4108-9B32-51FDC7868DE1}"/>
              </a:ext>
            </a:extLst>
          </p:cNvPr>
          <p:cNvSpPr>
            <a:spLocks xmlns:a="http://schemas.openxmlformats.org/drawingml/2006/main" noGrp="1"/>
          </p:cNvSpPr>
          <p:nvPr/>
        </p:nvSpPr>
        <p:spPr>
          <a:xfrm xmlns:a="http://schemas.openxmlformats.org/drawingml/2006/main">
            <a:off x="9360134" y="2257425"/>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المسلمون</a:t>
            </a:r>
          </a:p>
        </p:txBody>
      </p:sp>
      <p:sp>
        <p:nvSpPr>
          <p:cNvPr id="25" name="text-601">
            <a:extLst xmlns:a="http://schemas.openxmlformats.org/drawingml/2006/main">
              <a:ext uri="{FF2B5EF4-FFF2-40B4-BE49-F238E27FC236}">
                <a16:creationId xmlns:a16="http://schemas.microsoft.com/office/drawing/2014/main" id="{4BA27672-7B23-4EF9-927B-C5A2195B4975}"/>
              </a:ext>
            </a:extLst>
          </p:cNvPr>
          <p:cNvSpPr>
            <a:spLocks xmlns:a="http://schemas.openxmlformats.org/drawingml/2006/main" noGrp="1"/>
          </p:cNvSpPr>
          <p:nvPr/>
        </p:nvSpPr>
        <p:spPr>
          <a:xfrm xmlns:a="http://schemas.openxmlformats.org/drawingml/2006/main">
            <a:off x="8514595" y="2257425"/>
            <a:ext cx="78715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الكعبة؟</a:t>
            </a:r>
          </a:p>
        </p:txBody>
      </p:sp>
      <p:sp>
        <p:nvSpPr>
          <p:cNvPr id="26" name="text-602">
            <a:extLst xmlns:a="http://schemas.openxmlformats.org/drawingml/2006/main">
              <a:ext uri="{FF2B5EF4-FFF2-40B4-BE49-F238E27FC236}">
                <a16:creationId xmlns:a16="http://schemas.microsoft.com/office/drawing/2014/main" id="{9DD7702A-50F6-437B-A075-C3768D702252}"/>
              </a:ext>
            </a:extLst>
          </p:cNvPr>
          <p:cNvSpPr>
            <a:spLocks xmlns:a="http://schemas.openxmlformats.org/drawingml/2006/main" noGrp="1"/>
          </p:cNvSpPr>
          <p:nvPr/>
        </p:nvSpPr>
        <p:spPr>
          <a:xfrm xmlns:a="http://schemas.openxmlformats.org/drawingml/2006/main">
            <a:off x="5203694" y="2257425"/>
            <a:ext cx="6922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تصحيح</a:t>
            </a:r>
          </a:p>
        </p:txBody>
      </p:sp>
      <p:sp>
        <p:nvSpPr>
          <p:cNvPr id="27" name="text-603">
            <a:extLst xmlns:a="http://schemas.openxmlformats.org/drawingml/2006/main">
              <a:ext uri="{FF2B5EF4-FFF2-40B4-BE49-F238E27FC236}">
                <a16:creationId xmlns:a16="http://schemas.microsoft.com/office/drawing/2014/main" id="{38BE3052-597B-4480-8F43-86691AFC4855}"/>
              </a:ext>
            </a:extLst>
          </p:cNvPr>
          <p:cNvSpPr>
            <a:spLocks xmlns:a="http://schemas.openxmlformats.org/drawingml/2006/main" noGrp="1"/>
          </p:cNvSpPr>
          <p:nvPr/>
        </p:nvSpPr>
        <p:spPr>
          <a:xfrm xmlns:a="http://schemas.openxmlformats.org/drawingml/2006/main">
            <a:off x="4377204" y="2257425"/>
            <a:ext cx="77410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الفرضية</a:t>
            </a:r>
          </a:p>
        </p:txBody>
      </p:sp>
      <p:sp>
        <p:nvSpPr>
          <p:cNvPr id="28" name="text-604">
            <a:extLst xmlns:a="http://schemas.openxmlformats.org/drawingml/2006/main">
              <a:ext uri="{FF2B5EF4-FFF2-40B4-BE49-F238E27FC236}">
                <a16:creationId xmlns:a16="http://schemas.microsoft.com/office/drawing/2014/main" id="{AB09D6F5-A5D1-4E4D-A08C-31D6B54142F7}"/>
              </a:ext>
            </a:extLst>
          </p:cNvPr>
          <p:cNvSpPr>
            <a:spLocks xmlns:a="http://schemas.openxmlformats.org/drawingml/2006/main" noGrp="1"/>
          </p:cNvSpPr>
          <p:nvPr/>
        </p:nvSpPr>
        <p:spPr>
          <a:xfrm xmlns:a="http://schemas.openxmlformats.org/drawingml/2006/main">
            <a:off x="3844448" y="2257425"/>
            <a:ext cx="48036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وفتح</a:t>
            </a:r>
          </a:p>
        </p:txBody>
      </p:sp>
      <p:sp>
        <p:nvSpPr>
          <p:cNvPr id="29" name="text-605">
            <a:extLst xmlns:a="http://schemas.openxmlformats.org/drawingml/2006/main">
              <a:ext uri="{FF2B5EF4-FFF2-40B4-BE49-F238E27FC236}">
                <a16:creationId xmlns:a16="http://schemas.microsoft.com/office/drawing/2014/main" id="{0CC0DB57-13F4-4F0F-9550-70CA51A6A413}"/>
              </a:ext>
            </a:extLst>
          </p:cNvPr>
          <p:cNvSpPr>
            <a:spLocks xmlns:a="http://schemas.openxmlformats.org/drawingml/2006/main" noGrp="1"/>
          </p:cNvSpPr>
          <p:nvPr/>
        </p:nvSpPr>
        <p:spPr>
          <a:xfrm xmlns:a="http://schemas.openxmlformats.org/drawingml/2006/main">
            <a:off x="3093795" y="2257425"/>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المصدر</a:t>
            </a:r>
          </a:p>
        </p:txBody>
      </p:sp>
      <p:sp>
        <p:nvSpPr>
          <p:cNvPr id="30" name="text-606">
            <a:extLst xmlns:a="http://schemas.openxmlformats.org/drawingml/2006/main">
              <a:ext uri="{FF2B5EF4-FFF2-40B4-BE49-F238E27FC236}">
                <a16:creationId xmlns:a16="http://schemas.microsoft.com/office/drawing/2014/main" id="{561AFB3E-0BBE-4732-A478-C14DB568BC64}"/>
              </a:ext>
            </a:extLst>
          </p:cNvPr>
          <p:cNvSpPr>
            <a:spLocks xmlns:a="http://schemas.openxmlformats.org/drawingml/2006/main" noGrp="1"/>
          </p:cNvSpPr>
          <p:nvPr/>
        </p:nvSpPr>
        <p:spPr>
          <a:xfrm xmlns:a="http://schemas.openxmlformats.org/drawingml/2006/main">
            <a:off x="2330192" y="2257425"/>
            <a:ext cx="71121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٩٢٩٢٣</a:t>
            </a:r>
          </a:p>
        </p:txBody>
      </p:sp>
      <p:sp>
        <p:nvSpPr>
          <p:cNvPr id="31" name="text-607">
            <a:extLst xmlns:a="http://schemas.openxmlformats.org/drawingml/2006/main">
              <a:ext uri="{FF2B5EF4-FFF2-40B4-BE49-F238E27FC236}">
                <a16:creationId xmlns:a16="http://schemas.microsoft.com/office/drawing/2014/main" id="{97F773FE-2BE8-45F4-A7B3-9E311D455A92}"/>
              </a:ext>
            </a:extLst>
          </p:cNvPr>
          <p:cNvSpPr>
            <a:spLocks xmlns:a="http://schemas.openxmlformats.org/drawingml/2006/main" noGrp="1"/>
          </p:cNvSpPr>
          <p:nvPr/>
        </p:nvSpPr>
        <p:spPr>
          <a:xfrm xmlns:a="http://schemas.openxmlformats.org/drawingml/2006/main">
            <a:off x="11041205" y="3124200"/>
            <a:ext cx="5411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أكمل</a:t>
            </a:r>
          </a:p>
        </p:txBody>
      </p:sp>
      <p:sp>
        <p:nvSpPr>
          <p:cNvPr id="32" name="text-608">
            <a:extLst xmlns:a="http://schemas.openxmlformats.org/drawingml/2006/main">
              <a:ext uri="{FF2B5EF4-FFF2-40B4-BE49-F238E27FC236}">
                <a16:creationId xmlns:a16="http://schemas.microsoft.com/office/drawing/2014/main" id="{B9E6F5EB-4BBA-4F91-9D59-8042C6C13763}"/>
              </a:ext>
            </a:extLst>
          </p:cNvPr>
          <p:cNvSpPr>
            <a:spLocks xmlns:a="http://schemas.openxmlformats.org/drawingml/2006/main" noGrp="1"/>
          </p:cNvSpPr>
          <p:nvPr/>
        </p:nvSpPr>
        <p:spPr>
          <a:xfrm xmlns:a="http://schemas.openxmlformats.org/drawingml/2006/main">
            <a:off x="10529827" y="3124200"/>
            <a:ext cx="4560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الآية</a:t>
            </a:r>
          </a:p>
        </p:txBody>
      </p:sp>
      <p:sp>
        <p:nvSpPr>
          <p:cNvPr id="33" name="text-609">
            <a:extLst xmlns:a="http://schemas.openxmlformats.org/drawingml/2006/main">
              <a:ext uri="{FF2B5EF4-FFF2-40B4-BE49-F238E27FC236}">
                <a16:creationId xmlns:a16="http://schemas.microsoft.com/office/drawing/2014/main" id="{86A404D3-790F-4710-AFAA-E203E9A8F064}"/>
              </a:ext>
            </a:extLst>
          </p:cNvPr>
          <p:cNvSpPr>
            <a:spLocks xmlns:a="http://schemas.openxmlformats.org/drawingml/2006/main" noGrp="1"/>
          </p:cNvSpPr>
          <p:nvPr/>
        </p:nvSpPr>
        <p:spPr>
          <a:xfrm xmlns:a="http://schemas.openxmlformats.org/drawingml/2006/main">
            <a:off x="10214860" y="3124200"/>
            <a:ext cx="2596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إن</a:t>
            </a:r>
          </a:p>
        </p:txBody>
      </p:sp>
      <p:sp>
        <p:nvSpPr>
          <p:cNvPr id="34" name="text-610">
            <a:extLst xmlns:a="http://schemas.openxmlformats.org/drawingml/2006/main">
              <a:ext uri="{FF2B5EF4-FFF2-40B4-BE49-F238E27FC236}">
                <a16:creationId xmlns:a16="http://schemas.microsoft.com/office/drawing/2014/main" id="{53BA62D5-DB1E-4937-9D58-B13EACFFDE08}"/>
              </a:ext>
            </a:extLst>
          </p:cNvPr>
          <p:cNvSpPr>
            <a:spLocks xmlns:a="http://schemas.openxmlformats.org/drawingml/2006/main" noGrp="1"/>
          </p:cNvSpPr>
          <p:nvPr/>
        </p:nvSpPr>
        <p:spPr>
          <a:xfrm xmlns:a="http://schemas.openxmlformats.org/drawingml/2006/main">
            <a:off x="9828765" y="3124200"/>
            <a:ext cx="33075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الله</a:t>
            </a:r>
          </a:p>
        </p:txBody>
      </p:sp>
      <p:sp>
        <p:nvSpPr>
          <p:cNvPr id="35" name="text-611">
            <a:extLst xmlns:a="http://schemas.openxmlformats.org/drawingml/2006/main">
              <a:ext uri="{FF2B5EF4-FFF2-40B4-BE49-F238E27FC236}">
                <a16:creationId xmlns:a16="http://schemas.microsoft.com/office/drawing/2014/main" id="{1B96174E-834C-45A7-9F99-E28953CDA116}"/>
              </a:ext>
            </a:extLst>
          </p:cNvPr>
          <p:cNvSpPr>
            <a:spLocks xmlns:a="http://schemas.openxmlformats.org/drawingml/2006/main" noGrp="1"/>
          </p:cNvSpPr>
          <p:nvPr/>
        </p:nvSpPr>
        <p:spPr>
          <a:xfrm xmlns:a="http://schemas.openxmlformats.org/drawingml/2006/main">
            <a:off x="9366833" y="3124200"/>
            <a:ext cx="40659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يأمر</a:t>
            </a:r>
          </a:p>
        </p:txBody>
      </p:sp>
      <p:sp>
        <p:nvSpPr>
          <p:cNvPr id="36" name="text-612">
            <a:extLst xmlns:a="http://schemas.openxmlformats.org/drawingml/2006/main">
              <a:ext uri="{FF2B5EF4-FFF2-40B4-BE49-F238E27FC236}">
                <a16:creationId xmlns:a16="http://schemas.microsoft.com/office/drawing/2014/main" id="{6BDEE9BF-9515-467D-862E-C2FA8A0D09D6}"/>
              </a:ext>
            </a:extLst>
          </p:cNvPr>
          <p:cNvSpPr>
            <a:spLocks xmlns:a="http://schemas.openxmlformats.org/drawingml/2006/main" noGrp="1"/>
          </p:cNvSpPr>
          <p:nvPr/>
        </p:nvSpPr>
        <p:spPr>
          <a:xfrm xmlns:a="http://schemas.openxmlformats.org/drawingml/2006/main">
            <a:off x="8652274" y="3124200"/>
            <a:ext cx="65921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بالعدل</a:t>
            </a:r>
          </a:p>
        </p:txBody>
      </p:sp>
      <p:sp>
        <p:nvSpPr>
          <p:cNvPr id="37" name="text-613">
            <a:extLst xmlns:a="http://schemas.openxmlformats.org/drawingml/2006/main">
              <a:ext uri="{FF2B5EF4-FFF2-40B4-BE49-F238E27FC236}">
                <a16:creationId xmlns:a16="http://schemas.microsoft.com/office/drawing/2014/main" id="{241FDB77-D1B2-4DEA-BB2A-6716DD9DFDA3}"/>
              </a:ext>
            </a:extLst>
          </p:cNvPr>
          <p:cNvSpPr>
            <a:spLocks xmlns:a="http://schemas.openxmlformats.org/drawingml/2006/main" noGrp="1"/>
          </p:cNvSpPr>
          <p:nvPr/>
        </p:nvSpPr>
        <p:spPr>
          <a:xfrm xmlns:a="http://schemas.openxmlformats.org/drawingml/2006/main">
            <a:off x="7591199" y="3124200"/>
            <a:ext cx="100573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والإحسان</a:t>
            </a:r>
          </a:p>
        </p:txBody>
      </p:sp>
      <p:sp>
        <p:nvSpPr>
          <p:cNvPr id="38" name="text-614">
            <a:extLst xmlns:a="http://schemas.openxmlformats.org/drawingml/2006/main">
              <a:ext uri="{FF2B5EF4-FFF2-40B4-BE49-F238E27FC236}">
                <a16:creationId xmlns:a16="http://schemas.microsoft.com/office/drawing/2014/main" id="{52B03A2E-2D69-47BF-A847-5128AD8B7C6E}"/>
              </a:ext>
            </a:extLst>
          </p:cNvPr>
          <p:cNvSpPr>
            <a:spLocks xmlns:a="http://schemas.openxmlformats.org/drawingml/2006/main" noGrp="1"/>
          </p:cNvSpPr>
          <p:nvPr/>
        </p:nvSpPr>
        <p:spPr>
          <a:xfrm xmlns:a="http://schemas.openxmlformats.org/drawingml/2006/main">
            <a:off x="5358213" y="3124200"/>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النص</a:t>
            </a:r>
          </a:p>
        </p:txBody>
      </p:sp>
      <p:sp>
        <p:nvSpPr>
          <p:cNvPr id="39" name="text-615">
            <a:extLst xmlns:a="http://schemas.openxmlformats.org/drawingml/2006/main">
              <a:ext uri="{FF2B5EF4-FFF2-40B4-BE49-F238E27FC236}">
                <a16:creationId xmlns:a16="http://schemas.microsoft.com/office/drawing/2014/main" id="{75BE38F1-B736-4FC0-8C03-F509EADEB1DF}"/>
              </a:ext>
            </a:extLst>
          </p:cNvPr>
          <p:cNvSpPr>
            <a:spLocks xmlns:a="http://schemas.openxmlformats.org/drawingml/2006/main" noGrp="1"/>
          </p:cNvSpPr>
          <p:nvPr/>
        </p:nvSpPr>
        <p:spPr>
          <a:xfrm xmlns:a="http://schemas.openxmlformats.org/drawingml/2006/main">
            <a:off x="4631195" y="3124200"/>
            <a:ext cx="67167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الكامل</a:t>
            </a:r>
          </a:p>
        </p:txBody>
      </p:sp>
      <p:sp>
        <p:nvSpPr>
          <p:cNvPr id="40" name="text-616">
            <a:extLst xmlns:a="http://schemas.openxmlformats.org/drawingml/2006/main">
              <a:ext uri="{FF2B5EF4-FFF2-40B4-BE49-F238E27FC236}">
                <a16:creationId xmlns:a16="http://schemas.microsoft.com/office/drawing/2014/main" id="{9BF343B9-FE5D-4366-98BB-269DAC81797E}"/>
              </a:ext>
            </a:extLst>
          </p:cNvPr>
          <p:cNvSpPr>
            <a:spLocks xmlns:a="http://schemas.openxmlformats.org/drawingml/2006/main" noGrp="1"/>
          </p:cNvSpPr>
          <p:nvPr/>
        </p:nvSpPr>
        <p:spPr>
          <a:xfrm xmlns:a="http://schemas.openxmlformats.org/drawingml/2006/main">
            <a:off x="3646056" y="3124200"/>
            <a:ext cx="9297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ومطابقته</a:t>
            </a:r>
          </a:p>
        </p:txBody>
      </p:sp>
      <p:sp>
        <p:nvSpPr>
          <p:cNvPr id="41" name="text-617">
            <a:extLst xmlns:a="http://schemas.openxmlformats.org/drawingml/2006/main">
              <a:ext uri="{FF2B5EF4-FFF2-40B4-BE49-F238E27FC236}">
                <a16:creationId xmlns:a16="http://schemas.microsoft.com/office/drawing/2014/main" id="{37E0AEEC-DE1E-417A-9D4E-9E2048EDB1C2}"/>
              </a:ext>
            </a:extLst>
          </p:cNvPr>
          <p:cNvSpPr>
            <a:spLocks xmlns:a="http://schemas.openxmlformats.org/drawingml/2006/main" noGrp="1"/>
          </p:cNvSpPr>
          <p:nvPr/>
        </p:nvSpPr>
        <p:spPr>
          <a:xfrm xmlns:a="http://schemas.openxmlformats.org/drawingml/2006/main">
            <a:off x="2967306" y="3124200"/>
            <a:ext cx="6234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للنحل</a:t>
            </a:r>
          </a:p>
        </p:txBody>
      </p:sp>
      <p:sp>
        <p:nvSpPr>
          <p:cNvPr id="42" name="text-618">
            <a:extLst xmlns:a="http://schemas.openxmlformats.org/drawingml/2006/main">
              <a:ext uri="{FF2B5EF4-FFF2-40B4-BE49-F238E27FC236}">
                <a16:creationId xmlns:a16="http://schemas.microsoft.com/office/drawing/2014/main" id="{A0C312E1-F15D-4D49-876A-0D64B6EC2F0B}"/>
              </a:ext>
            </a:extLst>
          </p:cNvPr>
          <p:cNvSpPr>
            <a:spLocks xmlns:a="http://schemas.openxmlformats.org/drawingml/2006/main" noGrp="1"/>
          </p:cNvSpPr>
          <p:nvPr/>
        </p:nvSpPr>
        <p:spPr>
          <a:xfrm xmlns:a="http://schemas.openxmlformats.org/drawingml/2006/main">
            <a:off x="2593376" y="31242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٩٠</a:t>
            </a:r>
          </a:p>
        </p:txBody>
      </p:sp>
      <p:sp>
        <p:nvSpPr>
          <p:cNvPr id="43" name="text-619">
            <a:extLst xmlns:a="http://schemas.openxmlformats.org/drawingml/2006/main">
              <a:ext uri="{FF2B5EF4-FFF2-40B4-BE49-F238E27FC236}">
                <a16:creationId xmlns:a16="http://schemas.microsoft.com/office/drawing/2014/main" id="{30C6DE68-B822-4314-BE0A-6C291AD77107}"/>
              </a:ext>
            </a:extLst>
          </p:cNvPr>
          <p:cNvSpPr>
            <a:spLocks xmlns:a="http://schemas.openxmlformats.org/drawingml/2006/main" noGrp="1"/>
          </p:cNvSpPr>
          <p:nvPr/>
        </p:nvSpPr>
        <p:spPr>
          <a:xfrm xmlns:a="http://schemas.openxmlformats.org/drawingml/2006/main">
            <a:off x="11338765" y="3990975"/>
            <a:ext cx="24363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ما</a:t>
            </a:r>
          </a:p>
        </p:txBody>
      </p:sp>
      <p:sp>
        <p:nvSpPr>
          <p:cNvPr id="44" name="text-620">
            <a:extLst xmlns:a="http://schemas.openxmlformats.org/drawingml/2006/main">
              <a:ext uri="{FF2B5EF4-FFF2-40B4-BE49-F238E27FC236}">
                <a16:creationId xmlns:a16="http://schemas.microsoft.com/office/drawing/2014/main" id="{B53D3EFC-7B79-4923-8802-9EC076234597}"/>
              </a:ext>
            </a:extLst>
          </p:cNvPr>
          <p:cNvSpPr>
            <a:spLocks xmlns:a="http://schemas.openxmlformats.org/drawingml/2006/main" noGrp="1"/>
          </p:cNvSpPr>
          <p:nvPr/>
        </p:nvSpPr>
        <p:spPr>
          <a:xfrm xmlns:a="http://schemas.openxmlformats.org/drawingml/2006/main">
            <a:off x="10652258" y="399097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الفرق</a:t>
            </a:r>
          </a:p>
        </p:txBody>
      </p:sp>
      <p:sp>
        <p:nvSpPr>
          <p:cNvPr id="45" name="text-621">
            <a:extLst xmlns:a="http://schemas.openxmlformats.org/drawingml/2006/main">
              <a:ext uri="{FF2B5EF4-FFF2-40B4-BE49-F238E27FC236}">
                <a16:creationId xmlns:a16="http://schemas.microsoft.com/office/drawing/2014/main" id="{982B2BCB-C274-4590-AFD4-967D6D6FA2F4}"/>
              </a:ext>
            </a:extLst>
          </p:cNvPr>
          <p:cNvSpPr>
            <a:spLocks xmlns:a="http://schemas.openxmlformats.org/drawingml/2006/main" noGrp="1"/>
          </p:cNvSpPr>
          <p:nvPr/>
        </p:nvSpPr>
        <p:spPr>
          <a:xfrm xmlns:a="http://schemas.openxmlformats.org/drawingml/2006/main">
            <a:off x="10202779" y="3990975"/>
            <a:ext cx="3910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بين</a:t>
            </a:r>
          </a:p>
        </p:txBody>
      </p:sp>
      <p:sp>
        <p:nvSpPr>
          <p:cNvPr id="46" name="text-622">
            <a:extLst xmlns:a="http://schemas.openxmlformats.org/drawingml/2006/main">
              <a:ext uri="{FF2B5EF4-FFF2-40B4-BE49-F238E27FC236}">
                <a16:creationId xmlns:a16="http://schemas.microsoft.com/office/drawing/2014/main" id="{F661F94E-FA58-4665-B85B-734B11B8BEDD}"/>
              </a:ext>
            </a:extLst>
          </p:cNvPr>
          <p:cNvSpPr>
            <a:spLocks xmlns:a="http://schemas.openxmlformats.org/drawingml/2006/main" noGrp="1"/>
          </p:cNvSpPr>
          <p:nvPr/>
        </p:nvSpPr>
        <p:spPr>
          <a:xfrm xmlns:a="http://schemas.openxmlformats.org/drawingml/2006/main">
            <a:off x="9424738" y="3990975"/>
            <a:ext cx="71965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النفس</a:t>
            </a:r>
          </a:p>
        </p:txBody>
      </p:sp>
      <p:sp>
        <p:nvSpPr>
          <p:cNvPr id="47" name="text-623">
            <a:extLst xmlns:a="http://schemas.openxmlformats.org/drawingml/2006/main">
              <a:ext uri="{FF2B5EF4-FFF2-40B4-BE49-F238E27FC236}">
                <a16:creationId xmlns:a16="http://schemas.microsoft.com/office/drawing/2014/main" id="{8C04C1BE-2318-4771-AB4C-0A5CC81AAF00}"/>
              </a:ext>
            </a:extLst>
          </p:cNvPr>
          <p:cNvSpPr>
            <a:spLocks xmlns:a="http://schemas.openxmlformats.org/drawingml/2006/main" noGrp="1"/>
          </p:cNvSpPr>
          <p:nvPr/>
        </p:nvSpPr>
        <p:spPr>
          <a:xfrm xmlns:a="http://schemas.openxmlformats.org/drawingml/2006/main">
            <a:off x="8599801" y="3990975"/>
            <a:ext cx="7665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والروح؟</a:t>
            </a:r>
          </a:p>
        </p:txBody>
      </p:sp>
      <p:sp>
        <p:nvSpPr>
          <p:cNvPr id="48" name="text-624">
            <a:extLst xmlns:a="http://schemas.openxmlformats.org/drawingml/2006/main">
              <a:ext uri="{FF2B5EF4-FFF2-40B4-BE49-F238E27FC236}">
                <a16:creationId xmlns:a16="http://schemas.microsoft.com/office/drawing/2014/main" id="{F4042036-A7C5-4C2E-A994-767FA899C9D3}"/>
              </a:ext>
            </a:extLst>
          </p:cNvPr>
          <p:cNvSpPr>
            <a:spLocks xmlns:a="http://schemas.openxmlformats.org/drawingml/2006/main" noGrp="1"/>
          </p:cNvSpPr>
          <p:nvPr/>
        </p:nvSpPr>
        <p:spPr>
          <a:xfrm xmlns:a="http://schemas.openxmlformats.org/drawingml/2006/main">
            <a:off x="5363119" y="3990975"/>
            <a:ext cx="53285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قرائن</a:t>
            </a:r>
          </a:p>
        </p:txBody>
      </p:sp>
      <p:sp>
        <p:nvSpPr>
          <p:cNvPr id="49" name="text-625">
            <a:extLst xmlns:a="http://schemas.openxmlformats.org/drawingml/2006/main">
              <a:ext uri="{FF2B5EF4-FFF2-40B4-BE49-F238E27FC236}">
                <a16:creationId xmlns:a16="http://schemas.microsoft.com/office/drawing/2014/main" id="{3512FEB5-735A-4116-A1FB-FD28D731B758}"/>
              </a:ext>
            </a:extLst>
          </p:cNvPr>
          <p:cNvSpPr>
            <a:spLocks xmlns:a="http://schemas.openxmlformats.org/drawingml/2006/main" noGrp="1"/>
          </p:cNvSpPr>
          <p:nvPr/>
        </p:nvSpPr>
        <p:spPr>
          <a:xfrm xmlns:a="http://schemas.openxmlformats.org/drawingml/2006/main">
            <a:off x="4280470" y="3990975"/>
            <a:ext cx="10302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الاستعمال</a:t>
            </a:r>
          </a:p>
        </p:txBody>
      </p:sp>
      <p:sp>
        <p:nvSpPr>
          <p:cNvPr id="50" name="text-626">
            <a:extLst xmlns:a="http://schemas.openxmlformats.org/drawingml/2006/main">
              <a:ext uri="{FF2B5EF4-FFF2-40B4-BE49-F238E27FC236}">
                <a16:creationId xmlns:a16="http://schemas.microsoft.com/office/drawing/2014/main" id="{4E0F7E3D-8B2A-49F7-A1AE-D113C1FCAA18}"/>
              </a:ext>
            </a:extLst>
          </p:cNvPr>
          <p:cNvSpPr>
            <a:spLocks xmlns:a="http://schemas.openxmlformats.org/drawingml/2006/main" noGrp="1"/>
          </p:cNvSpPr>
          <p:nvPr/>
        </p:nvSpPr>
        <p:spPr>
          <a:xfrm xmlns:a="http://schemas.openxmlformats.org/drawingml/2006/main">
            <a:off x="3185166" y="3990975"/>
            <a:ext cx="104291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وشواهدها</a:t>
            </a:r>
          </a:p>
        </p:txBody>
      </p:sp>
      <p:sp>
        <p:nvSpPr>
          <p:cNvPr id="51" name="text-627">
            <a:extLst xmlns:a="http://schemas.openxmlformats.org/drawingml/2006/main">
              <a:ext uri="{FF2B5EF4-FFF2-40B4-BE49-F238E27FC236}">
                <a16:creationId xmlns:a16="http://schemas.microsoft.com/office/drawing/2014/main" id="{701B8AB4-16AF-4F18-B925-2FB9BA8245BF}"/>
              </a:ext>
            </a:extLst>
          </p:cNvPr>
          <p:cNvSpPr>
            <a:spLocks xmlns:a="http://schemas.openxmlformats.org/drawingml/2006/main" noGrp="1"/>
          </p:cNvSpPr>
          <p:nvPr/>
        </p:nvSpPr>
        <p:spPr>
          <a:xfrm xmlns:a="http://schemas.openxmlformats.org/drawingml/2006/main">
            <a:off x="2276560" y="3990975"/>
            <a:ext cx="85621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78DAC1"/>
                </a:solidFill>
                <a:latin typeface="Tahoma"/>
                <a:ea typeface="Tahoma"/>
                <a:cs typeface="Tahoma"/>
              </a:defRPr>
            </a:pPr>
            <a:r>
              <a:rPr sz="1800" b="0">
                <a:solidFill>
                  <a:srgbClr val="78DAC1"/>
                </a:solidFill>
                <a:latin typeface="Tahoma"/>
                <a:ea typeface="Tahoma"/>
                <a:cs typeface="Tahoma"/>
              </a:rPr>
              <a:t>وحدودها</a:t>
            </a:r>
          </a:p>
        </p:txBody>
      </p:sp>
      <p:sp>
        <p:nvSpPr>
          <p:cNvPr id="52" name="text-628">
            <a:extLst xmlns:a="http://schemas.openxmlformats.org/drawingml/2006/main">
              <a:ext uri="{FF2B5EF4-FFF2-40B4-BE49-F238E27FC236}">
                <a16:creationId xmlns:a16="http://schemas.microsoft.com/office/drawing/2014/main" id="{5A8EE22F-D78C-4845-8BAD-F8A44DC44199}"/>
              </a:ext>
            </a:extLst>
          </p:cNvPr>
          <p:cNvSpPr>
            <a:spLocks xmlns:a="http://schemas.openxmlformats.org/drawingml/2006/main" noGrp="1"/>
          </p:cNvSpPr>
          <p:nvPr/>
        </p:nvSpPr>
        <p:spPr>
          <a:xfrm xmlns:a="http://schemas.openxmlformats.org/drawingml/2006/main">
            <a:off x="11106741" y="4981575"/>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٣٦٨</a:t>
            </a:r>
          </a:p>
        </p:txBody>
      </p:sp>
      <p:sp>
        <p:nvSpPr>
          <p:cNvPr id="53" name="text-629">
            <a:extLst xmlns:a="http://schemas.openxmlformats.org/drawingml/2006/main">
              <a:ext uri="{FF2B5EF4-FFF2-40B4-BE49-F238E27FC236}">
                <a16:creationId xmlns:a16="http://schemas.microsoft.com/office/drawing/2014/main" id="{72B65231-F567-4341-B19D-50439DDE39D4}"/>
              </a:ext>
            </a:extLst>
          </p:cNvPr>
          <p:cNvSpPr>
            <a:spLocks xmlns:a="http://schemas.openxmlformats.org/drawingml/2006/main" noGrp="1"/>
          </p:cNvSpPr>
          <p:nvPr/>
        </p:nvSpPr>
        <p:spPr>
          <a:xfrm xmlns:a="http://schemas.openxmlformats.org/drawingml/2006/main">
            <a:off x="10372161" y="4981575"/>
            <a:ext cx="6761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اختبارًا</a:t>
            </a:r>
          </a:p>
        </p:txBody>
      </p:sp>
      <p:sp>
        <p:nvSpPr>
          <p:cNvPr id="54" name="text-630">
            <a:extLst xmlns:a="http://schemas.openxmlformats.org/drawingml/2006/main">
              <a:ext uri="{FF2B5EF4-FFF2-40B4-BE49-F238E27FC236}">
                <a16:creationId xmlns:a16="http://schemas.microsoft.com/office/drawing/2014/main" id="{9053439D-B370-44E6-A4EB-122369C4A621}"/>
              </a:ext>
            </a:extLst>
          </p:cNvPr>
          <p:cNvSpPr>
            <a:spLocks xmlns:a="http://schemas.openxmlformats.org/drawingml/2006/main" noGrp="1"/>
          </p:cNvSpPr>
          <p:nvPr/>
        </p:nvSpPr>
        <p:spPr>
          <a:xfrm xmlns:a="http://schemas.openxmlformats.org/drawingml/2006/main">
            <a:off x="9717539" y="4981575"/>
            <a:ext cx="5962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محليًا</a:t>
            </a:r>
          </a:p>
        </p:txBody>
      </p:sp>
      <p:sp>
        <p:nvSpPr>
          <p:cNvPr id="55" name="text-631">
            <a:extLst xmlns:a="http://schemas.openxmlformats.org/drawingml/2006/main">
              <a:ext uri="{FF2B5EF4-FFF2-40B4-BE49-F238E27FC236}">
                <a16:creationId xmlns:a16="http://schemas.microsoft.com/office/drawing/2014/main" id="{81D7774E-EBD5-49B8-97BA-0EA024D0D31E}"/>
              </a:ext>
            </a:extLst>
          </p:cNvPr>
          <p:cNvSpPr>
            <a:spLocks xmlns:a="http://schemas.openxmlformats.org/drawingml/2006/main" noGrp="1"/>
          </p:cNvSpPr>
          <p:nvPr/>
        </p:nvSpPr>
        <p:spPr>
          <a:xfrm xmlns:a="http://schemas.openxmlformats.org/drawingml/2006/main">
            <a:off x="9530890"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a:t>
            </a:r>
          </a:p>
        </p:txBody>
      </p:sp>
      <p:sp>
        <p:nvSpPr>
          <p:cNvPr id="56" name="text-632">
            <a:extLst xmlns:a="http://schemas.openxmlformats.org/drawingml/2006/main">
              <a:ext uri="{FF2B5EF4-FFF2-40B4-BE49-F238E27FC236}">
                <a16:creationId xmlns:a16="http://schemas.microsoft.com/office/drawing/2014/main" id="{AEA02231-EEF2-4969-BD76-D3E02674ED68}"/>
              </a:ext>
            </a:extLst>
          </p:cNvPr>
          <p:cNvSpPr>
            <a:spLocks xmlns:a="http://schemas.openxmlformats.org/drawingml/2006/main" noGrp="1"/>
          </p:cNvSpPr>
          <p:nvPr/>
        </p:nvSpPr>
        <p:spPr>
          <a:xfrm xmlns:a="http://schemas.openxmlformats.org/drawingml/2006/main">
            <a:off x="9142728"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٦٠</a:t>
            </a:r>
          </a:p>
        </p:txBody>
      </p:sp>
      <p:sp>
        <p:nvSpPr>
          <p:cNvPr id="57" name="text-633">
            <a:extLst xmlns:a="http://schemas.openxmlformats.org/drawingml/2006/main">
              <a:ext uri="{FF2B5EF4-FFF2-40B4-BE49-F238E27FC236}">
                <a16:creationId xmlns:a16="http://schemas.microsoft.com/office/drawing/2014/main" id="{2878B6A1-FF1F-43BE-B8EA-970081C4E165}"/>
              </a:ext>
            </a:extLst>
          </p:cNvPr>
          <p:cNvSpPr>
            <a:spLocks xmlns:a="http://schemas.openxmlformats.org/drawingml/2006/main" noGrp="1"/>
          </p:cNvSpPr>
          <p:nvPr/>
        </p:nvSpPr>
        <p:spPr>
          <a:xfrm xmlns:a="http://schemas.openxmlformats.org/drawingml/2006/main">
            <a:off x="8471232" y="4981575"/>
            <a:ext cx="6131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فحص</a:t>
            </a:r>
          </a:p>
        </p:txBody>
      </p:sp>
      <p:sp>
        <p:nvSpPr>
          <p:cNvPr id="58" name="text-634">
            <a:extLst xmlns:a="http://schemas.openxmlformats.org/drawingml/2006/main">
              <a:ext uri="{FF2B5EF4-FFF2-40B4-BE49-F238E27FC236}">
                <a16:creationId xmlns:a16="http://schemas.microsoft.com/office/drawing/2014/main" id="{938B3B52-E18F-4EF7-B854-5C6AAB467197}"/>
              </a:ext>
            </a:extLst>
          </p:cNvPr>
          <p:cNvSpPr>
            <a:spLocks xmlns:a="http://schemas.openxmlformats.org/drawingml/2006/main" noGrp="1"/>
          </p:cNvSpPr>
          <p:nvPr/>
        </p:nvSpPr>
        <p:spPr>
          <a:xfrm xmlns:a="http://schemas.openxmlformats.org/drawingml/2006/main">
            <a:off x="7635504" y="4981575"/>
            <a:ext cx="77734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تشغيل</a:t>
            </a:r>
          </a:p>
        </p:txBody>
      </p:sp>
      <p:sp>
        <p:nvSpPr>
          <p:cNvPr id="59" name="text-635">
            <a:extLst xmlns:a="http://schemas.openxmlformats.org/drawingml/2006/main">
              <a:ext uri="{FF2B5EF4-FFF2-40B4-BE49-F238E27FC236}">
                <a16:creationId xmlns:a16="http://schemas.microsoft.com/office/drawing/2014/main" id="{716EC69A-37CB-4654-BEB3-4A1D9C1A04C1}"/>
              </a:ext>
            </a:extLst>
          </p:cNvPr>
          <p:cNvSpPr>
            <a:spLocks xmlns:a="http://schemas.openxmlformats.org/drawingml/2006/main" noGrp="1"/>
          </p:cNvSpPr>
          <p:nvPr/>
        </p:nvSpPr>
        <p:spPr>
          <a:xfrm xmlns:a="http://schemas.openxmlformats.org/drawingml/2006/main">
            <a:off x="7448855"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a:t>
            </a:r>
          </a:p>
        </p:txBody>
      </p:sp>
      <p:sp>
        <p:nvSpPr>
          <p:cNvPr id="60" name="text-636">
            <a:extLst xmlns:a="http://schemas.openxmlformats.org/drawingml/2006/main">
              <a:ext uri="{FF2B5EF4-FFF2-40B4-BE49-F238E27FC236}">
                <a16:creationId xmlns:a16="http://schemas.microsoft.com/office/drawing/2014/main" id="{DDE4AB26-BA75-4920-8931-D8BCE5BCA870}"/>
              </a:ext>
            </a:extLst>
          </p:cNvPr>
          <p:cNvSpPr>
            <a:spLocks xmlns:a="http://schemas.openxmlformats.org/drawingml/2006/main" noGrp="1"/>
          </p:cNvSpPr>
          <p:nvPr/>
        </p:nvSpPr>
        <p:spPr>
          <a:xfrm xmlns:a="http://schemas.openxmlformats.org/drawingml/2006/main">
            <a:off x="7060693"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٢٨</a:t>
            </a:r>
          </a:p>
        </p:txBody>
      </p:sp>
      <p:sp>
        <p:nvSpPr>
          <p:cNvPr id="61" name="text-637">
            <a:extLst xmlns:a="http://schemas.openxmlformats.org/drawingml/2006/main">
              <a:ext uri="{FF2B5EF4-FFF2-40B4-BE49-F238E27FC236}">
                <a16:creationId xmlns:a16="http://schemas.microsoft.com/office/drawing/2014/main" id="{BAB03825-EDC8-4327-B420-8BE30670ECB3}"/>
              </a:ext>
            </a:extLst>
          </p:cNvPr>
          <p:cNvSpPr>
            <a:spLocks xmlns:a="http://schemas.openxmlformats.org/drawingml/2006/main" noGrp="1"/>
          </p:cNvSpPr>
          <p:nvPr/>
        </p:nvSpPr>
        <p:spPr>
          <a:xfrm xmlns:a="http://schemas.openxmlformats.org/drawingml/2006/main">
            <a:off x="6414901" y="4981575"/>
            <a:ext cx="587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فحصًا</a:t>
            </a:r>
          </a:p>
        </p:txBody>
      </p:sp>
      <p:sp>
        <p:nvSpPr>
          <p:cNvPr id="62" name="text-638">
            <a:extLst xmlns:a="http://schemas.openxmlformats.org/drawingml/2006/main">
              <a:ext uri="{FF2B5EF4-FFF2-40B4-BE49-F238E27FC236}">
                <a16:creationId xmlns:a16="http://schemas.microsoft.com/office/drawing/2014/main" id="{017D637E-A5A8-437F-A05C-4E0C35528A92}"/>
              </a:ext>
            </a:extLst>
          </p:cNvPr>
          <p:cNvSpPr>
            <a:spLocks xmlns:a="http://schemas.openxmlformats.org/drawingml/2006/main" noGrp="1"/>
          </p:cNvSpPr>
          <p:nvPr/>
        </p:nvSpPr>
        <p:spPr>
          <a:xfrm xmlns:a="http://schemas.openxmlformats.org/drawingml/2006/main">
            <a:off x="5886249" y="4981575"/>
            <a:ext cx="47026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EDCA7E"/>
                </a:solidFill>
                <a:latin typeface="Tahoma"/>
                <a:ea typeface="Tahoma"/>
                <a:cs typeface="Tahoma"/>
              </a:defRPr>
            </a:pPr>
            <a:r>
              <a:rPr sz="1950" b="0">
                <a:solidFill>
                  <a:srgbClr val="EDCA7E"/>
                </a:solidFill>
                <a:latin typeface="Tahoma"/>
                <a:ea typeface="Tahoma"/>
                <a:cs typeface="Tahoma"/>
              </a:rPr>
              <a:t>عامًا</a:t>
            </a:r>
          </a:p>
        </p:txBody>
      </p:sp>
      <p:sp>
        <p:nvSpPr>
          <p:cNvPr id="63" name="text-639">
            <a:extLst xmlns:a="http://schemas.openxmlformats.org/drawingml/2006/main">
              <a:ext uri="{FF2B5EF4-FFF2-40B4-BE49-F238E27FC236}">
                <a16:creationId xmlns:a16="http://schemas.microsoft.com/office/drawing/2014/main" id="{0162E547-AAB2-4463-8AF0-92241CF4A21C}"/>
              </a:ext>
            </a:extLst>
          </p:cNvPr>
          <p:cNvSpPr>
            <a:spLocks xmlns:a="http://schemas.openxmlformats.org/drawingml/2006/main" noGrp="1"/>
          </p:cNvSpPr>
          <p:nvPr/>
        </p:nvSpPr>
        <p:spPr>
          <a:xfrm xmlns:a="http://schemas.openxmlformats.org/drawingml/2006/main">
            <a:off x="11247917" y="5638800"/>
            <a:ext cx="33448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كرر</a:t>
            </a:r>
          </a:p>
        </p:txBody>
      </p:sp>
      <p:sp>
        <p:nvSpPr>
          <p:cNvPr id="64" name="text-640">
            <a:extLst xmlns:a="http://schemas.openxmlformats.org/drawingml/2006/main">
              <a:ext uri="{FF2B5EF4-FFF2-40B4-BE49-F238E27FC236}">
                <a16:creationId xmlns:a16="http://schemas.microsoft.com/office/drawing/2014/main" id="{D933A335-DCA1-4D36-A696-77E3C6671C22}"/>
              </a:ext>
            </a:extLst>
          </p:cNvPr>
          <p:cNvSpPr>
            <a:spLocks xmlns:a="http://schemas.openxmlformats.org/drawingml/2006/main" noGrp="1"/>
          </p:cNvSpPr>
          <p:nvPr/>
        </p:nvSpPr>
        <p:spPr>
          <a:xfrm xmlns:a="http://schemas.openxmlformats.org/drawingml/2006/main">
            <a:off x="10690340" y="5638800"/>
            <a:ext cx="50519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بصيغ</a:t>
            </a:r>
          </a:p>
        </p:txBody>
      </p:sp>
      <p:sp>
        <p:nvSpPr>
          <p:cNvPr id="65" name="text-641">
            <a:extLst xmlns:a="http://schemas.openxmlformats.org/drawingml/2006/main">
              <a:ext uri="{FF2B5EF4-FFF2-40B4-BE49-F238E27FC236}">
                <a16:creationId xmlns:a16="http://schemas.microsoft.com/office/drawing/2014/main" id="{3C7BA5E4-2268-4DB2-9E21-274A04AC39CF}"/>
              </a:ext>
            </a:extLst>
          </p:cNvPr>
          <p:cNvSpPr>
            <a:spLocks xmlns:a="http://schemas.openxmlformats.org/drawingml/2006/main" noGrp="1"/>
          </p:cNvSpPr>
          <p:nvPr/>
        </p:nvSpPr>
        <p:spPr>
          <a:xfrm xmlns:a="http://schemas.openxmlformats.org/drawingml/2006/main">
            <a:off x="10010717" y="5638800"/>
            <a:ext cx="6272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جديدة</a:t>
            </a:r>
          </a:p>
        </p:txBody>
      </p:sp>
      <p:sp>
        <p:nvSpPr>
          <p:cNvPr id="66" name="text-642">
            <a:extLst xmlns:a="http://schemas.openxmlformats.org/drawingml/2006/main">
              <a:ext uri="{FF2B5EF4-FFF2-40B4-BE49-F238E27FC236}">
                <a16:creationId xmlns:a16="http://schemas.microsoft.com/office/drawing/2014/main" id="{C6D9FC55-EC33-41EA-938A-182F74756D85}"/>
              </a:ext>
            </a:extLst>
          </p:cNvPr>
          <p:cNvSpPr>
            <a:spLocks xmlns:a="http://schemas.openxmlformats.org/drawingml/2006/main" noGrp="1"/>
          </p:cNvSpPr>
          <p:nvPr/>
        </p:nvSpPr>
        <p:spPr>
          <a:xfrm xmlns:a="http://schemas.openxmlformats.org/drawingml/2006/main">
            <a:off x="9260849" y="5638800"/>
            <a:ext cx="69748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وسجّل</a:t>
            </a:r>
          </a:p>
        </p:txBody>
      </p:sp>
      <p:sp>
        <p:nvSpPr>
          <p:cNvPr id="67" name="text-643">
            <a:extLst xmlns:a="http://schemas.openxmlformats.org/drawingml/2006/main">
              <a:ext uri="{FF2B5EF4-FFF2-40B4-BE49-F238E27FC236}">
                <a16:creationId xmlns:a16="http://schemas.microsoft.com/office/drawing/2014/main" id="{D94696FB-7308-4FD3-96B0-DB49DC8289BF}"/>
              </a:ext>
            </a:extLst>
          </p:cNvPr>
          <p:cNvSpPr>
            <a:spLocks xmlns:a="http://schemas.openxmlformats.org/drawingml/2006/main" noGrp="1"/>
          </p:cNvSpPr>
          <p:nvPr/>
        </p:nvSpPr>
        <p:spPr>
          <a:xfrm xmlns:a="http://schemas.openxmlformats.org/drawingml/2006/main">
            <a:off x="8421801" y="5638800"/>
            <a:ext cx="7866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الإخفاق</a:t>
            </a:r>
          </a:p>
        </p:txBody>
      </p:sp>
      <p:sp>
        <p:nvSpPr>
          <p:cNvPr id="68" name="text-644">
            <a:extLst xmlns:a="http://schemas.openxmlformats.org/drawingml/2006/main">
              <a:ext uri="{FF2B5EF4-FFF2-40B4-BE49-F238E27FC236}">
                <a16:creationId xmlns:a16="http://schemas.microsoft.com/office/drawing/2014/main" id="{569A1478-93E1-4614-BE25-7881C297DF41}"/>
              </a:ext>
            </a:extLst>
          </p:cNvPr>
          <p:cNvSpPr>
            <a:spLocks xmlns:a="http://schemas.openxmlformats.org/drawingml/2006/main" noGrp="1"/>
          </p:cNvSpPr>
          <p:nvPr/>
        </p:nvSpPr>
        <p:spPr>
          <a:xfrm xmlns:a="http://schemas.openxmlformats.org/drawingml/2006/main">
            <a:off x="8248118" y="563880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69" name="text-645">
            <a:extLst xmlns:a="http://schemas.openxmlformats.org/drawingml/2006/main">
              <a:ext uri="{FF2B5EF4-FFF2-40B4-BE49-F238E27FC236}">
                <a16:creationId xmlns:a16="http://schemas.microsoft.com/office/drawing/2014/main" id="{8B057D57-6FC4-4FE1-9BFA-D7BCF804C3C5}"/>
              </a:ext>
            </a:extLst>
          </p:cNvPr>
          <p:cNvSpPr>
            <a:spLocks xmlns:a="http://schemas.openxmlformats.org/drawingml/2006/main" noGrp="1"/>
          </p:cNvSpPr>
          <p:nvPr/>
        </p:nvSpPr>
        <p:spPr>
          <a:xfrm xmlns:a="http://schemas.openxmlformats.org/drawingml/2006/main">
            <a:off x="7522385" y="5638800"/>
            <a:ext cx="67334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الأعداد</a:t>
            </a:r>
          </a:p>
        </p:txBody>
      </p:sp>
      <p:sp>
        <p:nvSpPr>
          <p:cNvPr id="70" name="text-646">
            <a:extLst xmlns:a="http://schemas.openxmlformats.org/drawingml/2006/main">
              <a:ext uri="{FF2B5EF4-FFF2-40B4-BE49-F238E27FC236}">
                <a16:creationId xmlns:a16="http://schemas.microsoft.com/office/drawing/2014/main" id="{E071B8F9-6DDB-4AE8-B101-3E51ACF98B98}"/>
              </a:ext>
            </a:extLst>
          </p:cNvPr>
          <p:cNvSpPr>
            <a:spLocks xmlns:a="http://schemas.openxmlformats.org/drawingml/2006/main" noGrp="1"/>
          </p:cNvSpPr>
          <p:nvPr/>
        </p:nvSpPr>
        <p:spPr>
          <a:xfrm xmlns:a="http://schemas.openxmlformats.org/drawingml/2006/main">
            <a:off x="7288562" y="5638800"/>
            <a:ext cx="18143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لا</a:t>
            </a:r>
          </a:p>
        </p:txBody>
      </p:sp>
      <p:sp>
        <p:nvSpPr>
          <p:cNvPr id="71" name="text-647">
            <a:extLst xmlns:a="http://schemas.openxmlformats.org/drawingml/2006/main">
              <a:ext uri="{FF2B5EF4-FFF2-40B4-BE49-F238E27FC236}">
                <a16:creationId xmlns:a16="http://schemas.microsoft.com/office/drawing/2014/main" id="{B57FF68F-3AD3-4E6B-92E3-606F9FC62296}"/>
              </a:ext>
            </a:extLst>
          </p:cNvPr>
          <p:cNvSpPr>
            <a:spLocks xmlns:a="http://schemas.openxmlformats.org/drawingml/2006/main" noGrp="1"/>
          </p:cNvSpPr>
          <p:nvPr/>
        </p:nvSpPr>
        <p:spPr>
          <a:xfrm xmlns:a="http://schemas.openxmlformats.org/drawingml/2006/main">
            <a:off x="6701062" y="5638800"/>
            <a:ext cx="53511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تعني</a:t>
            </a:r>
          </a:p>
        </p:txBody>
      </p:sp>
      <p:sp>
        <p:nvSpPr>
          <p:cNvPr id="72" name="text-648">
            <a:extLst xmlns:a="http://schemas.openxmlformats.org/drawingml/2006/main">
              <a:ext uri="{FF2B5EF4-FFF2-40B4-BE49-F238E27FC236}">
                <a16:creationId xmlns:a16="http://schemas.microsoft.com/office/drawing/2014/main" id="{BFCDBDFB-D71F-4663-955F-AD98E1C1EB3C}"/>
              </a:ext>
            </a:extLst>
          </p:cNvPr>
          <p:cNvSpPr>
            <a:spLocks xmlns:a="http://schemas.openxmlformats.org/drawingml/2006/main" noGrp="1"/>
          </p:cNvSpPr>
          <p:nvPr/>
        </p:nvSpPr>
        <p:spPr>
          <a:xfrm xmlns:a="http://schemas.openxmlformats.org/drawingml/2006/main">
            <a:off x="6268670" y="5638800"/>
            <a:ext cx="38000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دقة</a:t>
            </a:r>
          </a:p>
        </p:txBody>
      </p:sp>
      <p:sp>
        <p:nvSpPr>
          <p:cNvPr id="73" name="text-649">
            <a:extLst xmlns:a="http://schemas.openxmlformats.org/drawingml/2006/main">
              <a:ext uri="{FF2B5EF4-FFF2-40B4-BE49-F238E27FC236}">
                <a16:creationId xmlns:a16="http://schemas.microsoft.com/office/drawing/2014/main" id="{E29365E9-7E22-4A4B-8599-D45F4AB018B3}"/>
              </a:ext>
            </a:extLst>
          </p:cNvPr>
          <p:cNvSpPr>
            <a:spLocks xmlns:a="http://schemas.openxmlformats.org/drawingml/2006/main" noGrp="1"/>
          </p:cNvSpPr>
          <p:nvPr/>
        </p:nvSpPr>
        <p:spPr>
          <a:xfrm xmlns:a="http://schemas.openxmlformats.org/drawingml/2006/main">
            <a:off x="5595130" y="5638800"/>
            <a:ext cx="62115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علمية</a:t>
            </a:r>
          </a:p>
        </p:txBody>
      </p:sp>
    </p:spTree>
    <p:extLst>
      <p:ext uri="{BB962C8B-B14F-4D97-AF65-F5344CB8AC3E}">
        <p14:creationId xmlns:p14="http://schemas.microsoft.com/office/powerpoint/2010/main" val="1976464968"/>
      </p:ext>
    </p:extLst>
  </p:cSld>
</p:sld>
</file>

<file path=ppt/slides/slide1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78" name="text-650">
            <a:extLst xmlns:a="http://schemas.openxmlformats.org/drawingml/2006/main">
              <a:ext uri="{FF2B5EF4-FFF2-40B4-BE49-F238E27FC236}">
                <a16:creationId xmlns:a16="http://schemas.microsoft.com/office/drawing/2014/main" id="{1D98C0A0-7634-4ABF-9917-029EB388237F}"/>
              </a:ext>
            </a:extLst>
          </p:cNvPr>
          <p:cNvSpPr>
            <a:spLocks xmlns:a="http://schemas.openxmlformats.org/drawingml/2006/main" noGrp="1"/>
          </p:cNvSpPr>
          <p:nvPr/>
        </p:nvSpPr>
        <p:spPr>
          <a:xfrm xmlns:a="http://schemas.openxmlformats.org/drawingml/2006/main">
            <a:off x="9956963" y="457200"/>
            <a:ext cx="16254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استمرار</a:t>
            </a:r>
          </a:p>
        </p:txBody>
      </p:sp>
      <p:sp>
        <p:nvSpPr>
          <p:cNvPr id="2" name="text-651">
            <a:extLst xmlns:a="http://schemas.openxmlformats.org/drawingml/2006/main">
              <a:ext uri="{FF2B5EF4-FFF2-40B4-BE49-F238E27FC236}">
                <a16:creationId xmlns:a16="http://schemas.microsoft.com/office/drawing/2014/main" id="{0E535EC9-9C84-45DC-8F06-0AA3E31A58B2}"/>
              </a:ext>
            </a:extLst>
          </p:cNvPr>
          <p:cNvSpPr>
            <a:spLocks xmlns:a="http://schemas.openxmlformats.org/drawingml/2006/main" noGrp="1"/>
          </p:cNvSpPr>
          <p:nvPr/>
        </p:nvSpPr>
        <p:spPr>
          <a:xfrm xmlns:a="http://schemas.openxmlformats.org/drawingml/2006/main">
            <a:off x="8492376" y="457200"/>
            <a:ext cx="13636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واقعي</a:t>
            </a:r>
          </a:p>
        </p:txBody>
      </p:sp>
      <p:sp>
        <p:nvSpPr>
          <p:cNvPr id="3" name="text-652">
            <a:extLst xmlns:a="http://schemas.openxmlformats.org/drawingml/2006/main">
              <a:ext uri="{FF2B5EF4-FFF2-40B4-BE49-F238E27FC236}">
                <a16:creationId xmlns:a16="http://schemas.microsoft.com/office/drawing/2014/main" id="{0CB808E1-C63C-43B2-A208-988829EA06C3}"/>
              </a:ext>
            </a:extLst>
          </p:cNvPr>
          <p:cNvSpPr>
            <a:spLocks xmlns:a="http://schemas.openxmlformats.org/drawingml/2006/main" noGrp="1"/>
          </p:cNvSpPr>
          <p:nvPr/>
        </p:nvSpPr>
        <p:spPr>
          <a:xfrm xmlns:a="http://schemas.openxmlformats.org/drawingml/2006/main">
            <a:off x="6987075" y="457200"/>
            <a:ext cx="14043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وتوسّع</a:t>
            </a:r>
          </a:p>
        </p:txBody>
      </p:sp>
      <p:sp>
        <p:nvSpPr>
          <p:cNvPr id="4" name="text-653">
            <a:extLst xmlns:a="http://schemas.openxmlformats.org/drawingml/2006/main">
              <a:ext uri="{FF2B5EF4-FFF2-40B4-BE49-F238E27FC236}">
                <a16:creationId xmlns:a16="http://schemas.microsoft.com/office/drawing/2014/main" id="{E5ECD3AF-5010-4D16-9315-C36BB3FE44AB}"/>
              </a:ext>
            </a:extLst>
          </p:cNvPr>
          <p:cNvSpPr>
            <a:spLocks xmlns:a="http://schemas.openxmlformats.org/drawingml/2006/main" noGrp="1"/>
          </p:cNvSpPr>
          <p:nvPr/>
        </p:nvSpPr>
        <p:spPr>
          <a:xfrm xmlns:a="http://schemas.openxmlformats.org/drawingml/2006/main">
            <a:off x="5944682"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تحت</a:t>
            </a:r>
          </a:p>
        </p:txBody>
      </p:sp>
      <p:sp>
        <p:nvSpPr>
          <p:cNvPr id="5" name="text-654">
            <a:extLst xmlns:a="http://schemas.openxmlformats.org/drawingml/2006/main">
              <a:ext uri="{FF2B5EF4-FFF2-40B4-BE49-F238E27FC236}">
                <a16:creationId xmlns:a16="http://schemas.microsoft.com/office/drawing/2014/main" id="{376BB105-5291-4CEE-816A-7944703F3DB5}"/>
              </a:ext>
            </a:extLst>
          </p:cNvPr>
          <p:cNvSpPr>
            <a:spLocks xmlns:a="http://schemas.openxmlformats.org/drawingml/2006/main" noGrp="1"/>
          </p:cNvSpPr>
          <p:nvPr/>
        </p:nvSpPr>
        <p:spPr>
          <a:xfrm xmlns:a="http://schemas.openxmlformats.org/drawingml/2006/main">
            <a:off x="4047698" y="457200"/>
            <a:ext cx="17960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المراجعة</a:t>
            </a:r>
          </a:p>
        </p:txBody>
      </p:sp>
      <p:sp>
        <p:nvSpPr>
          <p:cNvPr id="6" name="shape-655">
            <a:extLst xmlns:a="http://schemas.openxmlformats.org/drawingml/2006/main">
              <a:ext uri="{FF2B5EF4-FFF2-40B4-BE49-F238E27FC236}">
                <a16:creationId xmlns:a16="http://schemas.microsoft.com/office/drawing/2014/main" id="{8FC046DF-73D3-458D-9783-BD0D7FF28F8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656">
            <a:extLst xmlns:a="http://schemas.openxmlformats.org/drawingml/2006/main">
              <a:ext uri="{FF2B5EF4-FFF2-40B4-BE49-F238E27FC236}">
                <a16:creationId xmlns:a16="http://schemas.microsoft.com/office/drawing/2014/main" id="{0C0A93A8-1587-4D5F-B757-B05ADEBCBBB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657">
            <a:extLst xmlns:a="http://schemas.openxmlformats.org/drawingml/2006/main">
              <a:ext uri="{FF2B5EF4-FFF2-40B4-BE49-F238E27FC236}">
                <a16:creationId xmlns:a16="http://schemas.microsoft.com/office/drawing/2014/main" id="{37500AD1-3378-4F53-B914-A3868B0C3DEE}"/>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658">
            <a:extLst xmlns:a="http://schemas.openxmlformats.org/drawingml/2006/main">
              <a:ext uri="{FF2B5EF4-FFF2-40B4-BE49-F238E27FC236}">
                <a16:creationId xmlns:a16="http://schemas.microsoft.com/office/drawing/2014/main" id="{10D88D67-2D17-46C5-8AC5-CB1354BDF174}"/>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659">
            <a:extLst xmlns:a="http://schemas.openxmlformats.org/drawingml/2006/main">
              <a:ext uri="{FF2B5EF4-FFF2-40B4-BE49-F238E27FC236}">
                <a16:creationId xmlns:a16="http://schemas.microsoft.com/office/drawing/2014/main" id="{B8E2FB0D-4085-4F65-B7DD-784BAD8F560C}"/>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660">
            <a:extLst xmlns:a="http://schemas.openxmlformats.org/drawingml/2006/main">
              <a:ext uri="{FF2B5EF4-FFF2-40B4-BE49-F238E27FC236}">
                <a16:creationId xmlns:a16="http://schemas.microsoft.com/office/drawing/2014/main" id="{3693D7AC-1954-48EF-ADFB-F081D1C42BE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661">
            <a:extLst xmlns:a="http://schemas.openxmlformats.org/drawingml/2006/main">
              <a:ext uri="{FF2B5EF4-FFF2-40B4-BE49-F238E27FC236}">
                <a16:creationId xmlns:a16="http://schemas.microsoft.com/office/drawing/2014/main" id="{486C56AD-2FF4-432F-A0C0-6A38AB5D414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662">
            <a:extLst xmlns:a="http://schemas.openxmlformats.org/drawingml/2006/main">
              <a:ext uri="{FF2B5EF4-FFF2-40B4-BE49-F238E27FC236}">
                <a16:creationId xmlns:a16="http://schemas.microsoft.com/office/drawing/2014/main" id="{33BB713E-3220-4C30-9862-AB049AB047E8}"/>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15</a:t>
            </a:r>
          </a:p>
        </p:txBody>
      </p:sp>
      <p:sp>
        <p:nvSpPr>
          <p:cNvPr id="14" name="text-663">
            <a:extLst xmlns:a="http://schemas.openxmlformats.org/drawingml/2006/main">
              <a:ext uri="{FF2B5EF4-FFF2-40B4-BE49-F238E27FC236}">
                <a16:creationId xmlns:a16="http://schemas.microsoft.com/office/drawing/2014/main" id="{A7FED044-DB5F-41E2-827B-0A80DBF74FC3}"/>
              </a:ext>
            </a:extLst>
          </p:cNvPr>
          <p:cNvSpPr>
            <a:spLocks xmlns:a="http://schemas.openxmlformats.org/drawingml/2006/main" noGrp="1"/>
          </p:cNvSpPr>
          <p:nvPr/>
        </p:nvSpPr>
        <p:spPr>
          <a:xfrm xmlns:a="http://schemas.openxmlformats.org/drawingml/2006/main">
            <a:off x="10330320" y="1390650"/>
            <a:ext cx="125208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١٬٤٥٠</a:t>
            </a:r>
          </a:p>
        </p:txBody>
      </p:sp>
      <p:sp>
        <p:nvSpPr>
          <p:cNvPr id="15" name="text-664">
            <a:extLst xmlns:a="http://schemas.openxmlformats.org/drawingml/2006/main">
              <a:ext uri="{FF2B5EF4-FFF2-40B4-BE49-F238E27FC236}">
                <a16:creationId xmlns:a16="http://schemas.microsoft.com/office/drawing/2014/main" id="{1FFD2F72-EFC9-4BD4-9655-54CF56C72864}"/>
              </a:ext>
            </a:extLst>
          </p:cNvPr>
          <p:cNvSpPr>
            <a:spLocks xmlns:a="http://schemas.openxmlformats.org/drawingml/2006/main" noGrp="1"/>
          </p:cNvSpPr>
          <p:nvPr/>
        </p:nvSpPr>
        <p:spPr>
          <a:xfrm xmlns:a="http://schemas.openxmlformats.org/drawingml/2006/main">
            <a:off x="9413138" y="1390650"/>
            <a:ext cx="81621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ريالًا</a:t>
            </a:r>
          </a:p>
        </p:txBody>
      </p:sp>
      <p:sp>
        <p:nvSpPr>
          <p:cNvPr id="16" name="text-665">
            <a:extLst xmlns:a="http://schemas.openxmlformats.org/drawingml/2006/main">
              <a:ext uri="{FF2B5EF4-FFF2-40B4-BE49-F238E27FC236}">
                <a16:creationId xmlns:a16="http://schemas.microsoft.com/office/drawing/2014/main" id="{7223F9E8-10D0-44D1-AF3A-3DDBF19B90A2}"/>
              </a:ext>
            </a:extLst>
          </p:cNvPr>
          <p:cNvSpPr>
            <a:spLocks xmlns:a="http://schemas.openxmlformats.org/drawingml/2006/main" noGrp="1"/>
          </p:cNvSpPr>
          <p:nvPr/>
        </p:nvSpPr>
        <p:spPr>
          <a:xfrm xmlns:a="http://schemas.openxmlformats.org/drawingml/2006/main">
            <a:off x="8052961" y="1390650"/>
            <a:ext cx="125921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شهريًا</a:t>
            </a:r>
          </a:p>
        </p:txBody>
      </p:sp>
      <p:sp>
        <p:nvSpPr>
          <p:cNvPr id="17" name="text-666">
            <a:extLst xmlns:a="http://schemas.openxmlformats.org/drawingml/2006/main">
              <a:ext uri="{FF2B5EF4-FFF2-40B4-BE49-F238E27FC236}">
                <a16:creationId xmlns:a16="http://schemas.microsoft.com/office/drawing/2014/main" id="{B7ADB1FB-7B51-4240-8AB1-32D60143CEF0}"/>
              </a:ext>
            </a:extLst>
          </p:cNvPr>
          <p:cNvSpPr>
            <a:spLocks xmlns:a="http://schemas.openxmlformats.org/drawingml/2006/main" noGrp="1"/>
          </p:cNvSpPr>
          <p:nvPr/>
        </p:nvSpPr>
        <p:spPr>
          <a:xfrm xmlns:a="http://schemas.openxmlformats.org/drawingml/2006/main">
            <a:off x="11066516" y="2095500"/>
            <a:ext cx="51588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مثال</a:t>
            </a:r>
          </a:p>
        </p:txBody>
      </p:sp>
      <p:sp>
        <p:nvSpPr>
          <p:cNvPr id="18" name="text-667">
            <a:extLst xmlns:a="http://schemas.openxmlformats.org/drawingml/2006/main">
              <a:ext uri="{FF2B5EF4-FFF2-40B4-BE49-F238E27FC236}">
                <a16:creationId xmlns:a16="http://schemas.microsoft.com/office/drawing/2014/main" id="{E45C62B8-24C4-42FC-B15A-0053198AAD59}"/>
              </a:ext>
            </a:extLst>
          </p:cNvPr>
          <p:cNvSpPr>
            <a:spLocks xmlns:a="http://schemas.openxmlformats.org/drawingml/2006/main" noGrp="1"/>
          </p:cNvSpPr>
          <p:nvPr/>
        </p:nvSpPr>
        <p:spPr>
          <a:xfrm xmlns:a="http://schemas.openxmlformats.org/drawingml/2006/main">
            <a:off x="9982665" y="2095500"/>
            <a:ext cx="102251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تخطيطي</a:t>
            </a:r>
          </a:p>
        </p:txBody>
      </p:sp>
      <p:sp>
        <p:nvSpPr>
          <p:cNvPr id="19" name="text-668">
            <a:extLst xmlns:a="http://schemas.openxmlformats.org/drawingml/2006/main">
              <a:ext uri="{FF2B5EF4-FFF2-40B4-BE49-F238E27FC236}">
                <a16:creationId xmlns:a16="http://schemas.microsoft.com/office/drawing/2014/main" id="{5D56FCA2-4FBB-47F4-BEC3-EDA273CEDAFE}"/>
              </a:ext>
            </a:extLst>
          </p:cNvPr>
          <p:cNvSpPr>
            <a:spLocks xmlns:a="http://schemas.openxmlformats.org/drawingml/2006/main" noGrp="1"/>
          </p:cNvSpPr>
          <p:nvPr/>
        </p:nvSpPr>
        <p:spPr>
          <a:xfrm xmlns:a="http://schemas.openxmlformats.org/drawingml/2006/main">
            <a:off x="9454592" y="2095500"/>
            <a:ext cx="4667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فقط</a:t>
            </a:r>
          </a:p>
        </p:txBody>
      </p:sp>
      <p:sp>
        <p:nvSpPr>
          <p:cNvPr id="20" name="text-669">
            <a:extLst xmlns:a="http://schemas.openxmlformats.org/drawingml/2006/main">
              <a:ext uri="{FF2B5EF4-FFF2-40B4-BE49-F238E27FC236}">
                <a16:creationId xmlns:a16="http://schemas.microsoft.com/office/drawing/2014/main" id="{0B71B085-2EA9-4B88-8E92-55EBF31E8FD0}"/>
              </a:ext>
            </a:extLst>
          </p:cNvPr>
          <p:cNvSpPr>
            <a:spLocks xmlns:a="http://schemas.openxmlformats.org/drawingml/2006/main" noGrp="1"/>
          </p:cNvSpPr>
          <p:nvPr/>
        </p:nvSpPr>
        <p:spPr>
          <a:xfrm xmlns:a="http://schemas.openxmlformats.org/drawingml/2006/main">
            <a:off x="8961936" y="2095500"/>
            <a:ext cx="4313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قبل</a:t>
            </a:r>
          </a:p>
        </p:txBody>
      </p:sp>
      <p:sp>
        <p:nvSpPr>
          <p:cNvPr id="21" name="text-670">
            <a:extLst xmlns:a="http://schemas.openxmlformats.org/drawingml/2006/main">
              <a:ext uri="{FF2B5EF4-FFF2-40B4-BE49-F238E27FC236}">
                <a16:creationId xmlns:a16="http://schemas.microsoft.com/office/drawing/2014/main" id="{BC6F2546-A06E-45D5-AAF3-845101A9EED8}"/>
              </a:ext>
            </a:extLst>
          </p:cNvPr>
          <p:cNvSpPr>
            <a:spLocks xmlns:a="http://schemas.openxmlformats.org/drawingml/2006/main" noGrp="1"/>
          </p:cNvSpPr>
          <p:nvPr/>
        </p:nvSpPr>
        <p:spPr>
          <a:xfrm xmlns:a="http://schemas.openxmlformats.org/drawingml/2006/main">
            <a:off x="7755745" y="2095500"/>
            <a:ext cx="114485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الاحتياطي</a:t>
            </a:r>
          </a:p>
        </p:txBody>
      </p:sp>
      <p:sp>
        <p:nvSpPr>
          <p:cNvPr id="22" name="text-671">
            <a:extLst xmlns:a="http://schemas.openxmlformats.org/drawingml/2006/main">
              <a:ext uri="{FF2B5EF4-FFF2-40B4-BE49-F238E27FC236}">
                <a16:creationId xmlns:a16="http://schemas.microsoft.com/office/drawing/2014/main" id="{343E8267-2BDA-4C41-B6AD-4409BA12185F}"/>
              </a:ext>
            </a:extLst>
          </p:cNvPr>
          <p:cNvSpPr>
            <a:spLocks xmlns:a="http://schemas.openxmlformats.org/drawingml/2006/main" noGrp="1"/>
          </p:cNvSpPr>
          <p:nvPr/>
        </p:nvSpPr>
        <p:spPr>
          <a:xfrm xmlns:a="http://schemas.openxmlformats.org/drawingml/2006/main">
            <a:off x="6774710" y="2095500"/>
            <a:ext cx="9196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والضريبة</a:t>
            </a:r>
          </a:p>
        </p:txBody>
      </p:sp>
      <p:sp>
        <p:nvSpPr>
          <p:cNvPr id="23" name="text-672">
            <a:extLst xmlns:a="http://schemas.openxmlformats.org/drawingml/2006/main">
              <a:ext uri="{FF2B5EF4-FFF2-40B4-BE49-F238E27FC236}">
                <a16:creationId xmlns:a16="http://schemas.microsoft.com/office/drawing/2014/main" id="{4BC8399B-157C-479D-BF31-A6DDF4185309}"/>
              </a:ext>
            </a:extLst>
          </p:cNvPr>
          <p:cNvSpPr>
            <a:spLocks xmlns:a="http://schemas.openxmlformats.org/drawingml/2006/main" noGrp="1"/>
          </p:cNvSpPr>
          <p:nvPr/>
        </p:nvSpPr>
        <p:spPr>
          <a:xfrm xmlns:a="http://schemas.openxmlformats.org/drawingml/2006/main">
            <a:off x="11106741"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٥٠٠</a:t>
            </a:r>
          </a:p>
        </p:txBody>
      </p:sp>
      <p:sp>
        <p:nvSpPr>
          <p:cNvPr id="24" name="text-673">
            <a:extLst xmlns:a="http://schemas.openxmlformats.org/drawingml/2006/main">
              <a:ext uri="{FF2B5EF4-FFF2-40B4-BE49-F238E27FC236}">
                <a16:creationId xmlns:a16="http://schemas.microsoft.com/office/drawing/2014/main" id="{AAEB34D2-6EB0-4E72-AAF4-6712D9347ECC}"/>
              </a:ext>
            </a:extLst>
          </p:cNvPr>
          <p:cNvSpPr>
            <a:spLocks xmlns:a="http://schemas.openxmlformats.org/drawingml/2006/main" noGrp="1"/>
          </p:cNvSpPr>
          <p:nvPr/>
        </p:nvSpPr>
        <p:spPr>
          <a:xfrm xmlns:a="http://schemas.openxmlformats.org/drawingml/2006/main">
            <a:off x="10209008" y="2571750"/>
            <a:ext cx="83934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للطلبات</a:t>
            </a:r>
          </a:p>
        </p:txBody>
      </p:sp>
      <p:sp>
        <p:nvSpPr>
          <p:cNvPr id="25" name="text-674">
            <a:extLst xmlns:a="http://schemas.openxmlformats.org/drawingml/2006/main">
              <a:ext uri="{FF2B5EF4-FFF2-40B4-BE49-F238E27FC236}">
                <a16:creationId xmlns:a16="http://schemas.microsoft.com/office/drawing/2014/main" id="{45E1EFED-1EE7-456C-91C0-03842A59A521}"/>
              </a:ext>
            </a:extLst>
          </p:cNvPr>
          <p:cNvSpPr>
            <a:spLocks xmlns:a="http://schemas.openxmlformats.org/drawingml/2006/main" noGrp="1"/>
          </p:cNvSpPr>
          <p:nvPr/>
        </p:nvSpPr>
        <p:spPr>
          <a:xfrm xmlns:a="http://schemas.openxmlformats.org/drawingml/2006/main">
            <a:off x="9926901" y="2571750"/>
            <a:ext cx="22371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a:t>
            </a:r>
          </a:p>
        </p:txBody>
      </p:sp>
      <p:sp>
        <p:nvSpPr>
          <p:cNvPr id="26" name="text-675">
            <a:extLst xmlns:a="http://schemas.openxmlformats.org/drawingml/2006/main">
              <a:ext uri="{FF2B5EF4-FFF2-40B4-BE49-F238E27FC236}">
                <a16:creationId xmlns:a16="http://schemas.microsoft.com/office/drawing/2014/main" id="{AF45075A-27C0-4C80-A38A-6E067CA9CFB5}"/>
              </a:ext>
            </a:extLst>
          </p:cNvPr>
          <p:cNvSpPr>
            <a:spLocks xmlns:a="http://schemas.openxmlformats.org/drawingml/2006/main" noGrp="1"/>
          </p:cNvSpPr>
          <p:nvPr/>
        </p:nvSpPr>
        <p:spPr>
          <a:xfrm xmlns:a="http://schemas.openxmlformats.org/drawingml/2006/main">
            <a:off x="9392853"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١٥٠</a:t>
            </a:r>
          </a:p>
        </p:txBody>
      </p:sp>
      <p:sp>
        <p:nvSpPr>
          <p:cNvPr id="27" name="text-676">
            <a:extLst xmlns:a="http://schemas.openxmlformats.org/drawingml/2006/main">
              <a:ext uri="{FF2B5EF4-FFF2-40B4-BE49-F238E27FC236}">
                <a16:creationId xmlns:a16="http://schemas.microsoft.com/office/drawing/2014/main" id="{8173F834-5ED4-4BFB-A889-3CA2583A4FB4}"/>
              </a:ext>
            </a:extLst>
          </p:cNvPr>
          <p:cNvSpPr>
            <a:spLocks xmlns:a="http://schemas.openxmlformats.org/drawingml/2006/main" noGrp="1"/>
          </p:cNvSpPr>
          <p:nvPr/>
        </p:nvSpPr>
        <p:spPr>
          <a:xfrm xmlns:a="http://schemas.openxmlformats.org/drawingml/2006/main">
            <a:off x="8181864" y="2571750"/>
            <a:ext cx="11526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للاستضافة</a:t>
            </a:r>
          </a:p>
        </p:txBody>
      </p:sp>
      <p:sp>
        <p:nvSpPr>
          <p:cNvPr id="28" name="text-677">
            <a:extLst xmlns:a="http://schemas.openxmlformats.org/drawingml/2006/main">
              <a:ext uri="{FF2B5EF4-FFF2-40B4-BE49-F238E27FC236}">
                <a16:creationId xmlns:a16="http://schemas.microsoft.com/office/drawing/2014/main" id="{A9C865C6-1D7C-4A31-82E9-9208EBA85987}"/>
              </a:ext>
            </a:extLst>
          </p:cNvPr>
          <p:cNvSpPr>
            <a:spLocks xmlns:a="http://schemas.openxmlformats.org/drawingml/2006/main" noGrp="1"/>
          </p:cNvSpPr>
          <p:nvPr/>
        </p:nvSpPr>
        <p:spPr>
          <a:xfrm xmlns:a="http://schemas.openxmlformats.org/drawingml/2006/main">
            <a:off x="7899756" y="2571750"/>
            <a:ext cx="22371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a:t>
            </a:r>
          </a:p>
        </p:txBody>
      </p:sp>
      <p:sp>
        <p:nvSpPr>
          <p:cNvPr id="29" name="text-678">
            <a:extLst xmlns:a="http://schemas.openxmlformats.org/drawingml/2006/main">
              <a:ext uri="{FF2B5EF4-FFF2-40B4-BE49-F238E27FC236}">
                <a16:creationId xmlns:a16="http://schemas.microsoft.com/office/drawing/2014/main" id="{20D3E72E-FE2A-44E9-A6DC-8B57C09E67F2}"/>
              </a:ext>
            </a:extLst>
          </p:cNvPr>
          <p:cNvSpPr>
            <a:spLocks xmlns:a="http://schemas.openxmlformats.org/drawingml/2006/main" noGrp="1"/>
          </p:cNvSpPr>
          <p:nvPr/>
        </p:nvSpPr>
        <p:spPr>
          <a:xfrm xmlns:a="http://schemas.openxmlformats.org/drawingml/2006/main">
            <a:off x="7365708"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٨٠٠</a:t>
            </a:r>
          </a:p>
        </p:txBody>
      </p:sp>
      <p:sp>
        <p:nvSpPr>
          <p:cNvPr id="30" name="text-679">
            <a:extLst xmlns:a="http://schemas.openxmlformats.org/drawingml/2006/main">
              <a:ext uri="{FF2B5EF4-FFF2-40B4-BE49-F238E27FC236}">
                <a16:creationId xmlns:a16="http://schemas.microsoft.com/office/drawing/2014/main" id="{9B74853E-A404-4482-B060-B42430E63A16}"/>
              </a:ext>
            </a:extLst>
          </p:cNvPr>
          <p:cNvSpPr>
            <a:spLocks xmlns:a="http://schemas.openxmlformats.org/drawingml/2006/main" noGrp="1"/>
          </p:cNvSpPr>
          <p:nvPr/>
        </p:nvSpPr>
        <p:spPr>
          <a:xfrm xmlns:a="http://schemas.openxmlformats.org/drawingml/2006/main">
            <a:off x="6437072" y="2571750"/>
            <a:ext cx="8702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لمراجعة</a:t>
            </a:r>
          </a:p>
        </p:txBody>
      </p:sp>
      <p:sp>
        <p:nvSpPr>
          <p:cNvPr id="31" name="text-680">
            <a:extLst xmlns:a="http://schemas.openxmlformats.org/drawingml/2006/main">
              <a:ext uri="{FF2B5EF4-FFF2-40B4-BE49-F238E27FC236}">
                <a16:creationId xmlns:a16="http://schemas.microsoft.com/office/drawing/2014/main" id="{9D8EDA35-383F-46F7-BDDE-014C636D213F}"/>
              </a:ext>
            </a:extLst>
          </p:cNvPr>
          <p:cNvSpPr>
            <a:spLocks xmlns:a="http://schemas.openxmlformats.org/drawingml/2006/main" noGrp="1"/>
          </p:cNvSpPr>
          <p:nvPr/>
        </p:nvSpPr>
        <p:spPr>
          <a:xfrm xmlns:a="http://schemas.openxmlformats.org/drawingml/2006/main">
            <a:off x="5453888" y="2571750"/>
            <a:ext cx="9247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المحتوى</a:t>
            </a:r>
          </a:p>
        </p:txBody>
      </p:sp>
      <p:sp>
        <p:nvSpPr>
          <p:cNvPr id="32" name="text-681">
            <a:extLst xmlns:a="http://schemas.openxmlformats.org/drawingml/2006/main">
              <a:ext uri="{FF2B5EF4-FFF2-40B4-BE49-F238E27FC236}">
                <a16:creationId xmlns:a16="http://schemas.microsoft.com/office/drawing/2014/main" id="{1F9249F1-B48A-4B6F-B324-E1F95E4614D0}"/>
              </a:ext>
            </a:extLst>
          </p:cNvPr>
          <p:cNvSpPr>
            <a:spLocks xmlns:a="http://schemas.openxmlformats.org/drawingml/2006/main" noGrp="1"/>
          </p:cNvSpPr>
          <p:nvPr/>
        </p:nvSpPr>
        <p:spPr>
          <a:xfrm xmlns:a="http://schemas.openxmlformats.org/drawingml/2006/main">
            <a:off x="10960168" y="3086100"/>
            <a:ext cx="62223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يفترض</a:t>
            </a:r>
          </a:p>
        </p:txBody>
      </p:sp>
      <p:sp>
        <p:nvSpPr>
          <p:cNvPr id="33" name="text-682">
            <a:extLst xmlns:a="http://schemas.openxmlformats.org/drawingml/2006/main">
              <a:ext uri="{FF2B5EF4-FFF2-40B4-BE49-F238E27FC236}">
                <a16:creationId xmlns:a16="http://schemas.microsoft.com/office/drawing/2014/main" id="{7262013F-C810-462A-8473-0F76CEFF666F}"/>
              </a:ext>
            </a:extLst>
          </p:cNvPr>
          <p:cNvSpPr>
            <a:spLocks xmlns:a="http://schemas.openxmlformats.org/drawingml/2006/main" noGrp="1"/>
          </p:cNvSpPr>
          <p:nvPr/>
        </p:nvSpPr>
        <p:spPr>
          <a:xfrm xmlns:a="http://schemas.openxmlformats.org/drawingml/2006/main">
            <a:off x="10182162" y="3086100"/>
            <a:ext cx="73152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١٠٬٠٠٠</a:t>
            </a:r>
          </a:p>
        </p:txBody>
      </p:sp>
      <p:sp>
        <p:nvSpPr>
          <p:cNvPr id="34" name="text-683">
            <a:extLst xmlns:a="http://schemas.openxmlformats.org/drawingml/2006/main">
              <a:ext uri="{FF2B5EF4-FFF2-40B4-BE49-F238E27FC236}">
                <a16:creationId xmlns:a16="http://schemas.microsoft.com/office/drawing/2014/main" id="{5A1C8C32-7951-4F67-933D-080254C10488}"/>
              </a:ext>
            </a:extLst>
          </p:cNvPr>
          <p:cNvSpPr>
            <a:spLocks xmlns:a="http://schemas.openxmlformats.org/drawingml/2006/main" noGrp="1"/>
          </p:cNvSpPr>
          <p:nvPr/>
        </p:nvSpPr>
        <p:spPr>
          <a:xfrm xmlns:a="http://schemas.openxmlformats.org/drawingml/2006/main">
            <a:off x="9674148" y="3086100"/>
            <a:ext cx="46153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طلب</a:t>
            </a:r>
          </a:p>
        </p:txBody>
      </p:sp>
      <p:sp>
        <p:nvSpPr>
          <p:cNvPr id="35" name="text-684">
            <a:extLst xmlns:a="http://schemas.openxmlformats.org/drawingml/2006/main">
              <a:ext uri="{FF2B5EF4-FFF2-40B4-BE49-F238E27FC236}">
                <a16:creationId xmlns:a16="http://schemas.microsoft.com/office/drawing/2014/main" id="{80F95D1A-539A-4211-89E1-25E80DF5579C}"/>
              </a:ext>
            </a:extLst>
          </p:cNvPr>
          <p:cNvSpPr>
            <a:spLocks xmlns:a="http://schemas.openxmlformats.org/drawingml/2006/main" noGrp="1"/>
          </p:cNvSpPr>
          <p:nvPr/>
        </p:nvSpPr>
        <p:spPr>
          <a:xfrm xmlns:a="http://schemas.openxmlformats.org/drawingml/2006/main">
            <a:off x="9376182" y="3086100"/>
            <a:ext cx="2514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و٨</a:t>
            </a:r>
          </a:p>
        </p:txBody>
      </p:sp>
      <p:sp>
        <p:nvSpPr>
          <p:cNvPr id="36" name="text-685">
            <a:extLst xmlns:a="http://schemas.openxmlformats.org/drawingml/2006/main">
              <a:ext uri="{FF2B5EF4-FFF2-40B4-BE49-F238E27FC236}">
                <a16:creationId xmlns:a16="http://schemas.microsoft.com/office/drawing/2014/main" id="{BC6EA965-9F0D-4289-B339-9001250A67CA}"/>
              </a:ext>
            </a:extLst>
          </p:cNvPr>
          <p:cNvSpPr>
            <a:spLocks xmlns:a="http://schemas.openxmlformats.org/drawingml/2006/main" noGrp="1"/>
          </p:cNvSpPr>
          <p:nvPr/>
        </p:nvSpPr>
        <p:spPr>
          <a:xfrm xmlns:a="http://schemas.openxmlformats.org/drawingml/2006/main">
            <a:off x="8650174" y="3086100"/>
            <a:ext cx="6795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ساعات</a:t>
            </a:r>
          </a:p>
        </p:txBody>
      </p:sp>
      <p:sp>
        <p:nvSpPr>
          <p:cNvPr id="37" name="text-686">
            <a:extLst xmlns:a="http://schemas.openxmlformats.org/drawingml/2006/main">
              <a:ext uri="{FF2B5EF4-FFF2-40B4-BE49-F238E27FC236}">
                <a16:creationId xmlns:a16="http://schemas.microsoft.com/office/drawing/2014/main" id="{17BBB229-F02E-426A-90DF-62C9C6B8B7E6}"/>
              </a:ext>
            </a:extLst>
          </p:cNvPr>
          <p:cNvSpPr>
            <a:spLocks xmlns:a="http://schemas.openxmlformats.org/drawingml/2006/main" noGrp="1"/>
          </p:cNvSpPr>
          <p:nvPr/>
        </p:nvSpPr>
        <p:spPr>
          <a:xfrm xmlns:a="http://schemas.openxmlformats.org/drawingml/2006/main">
            <a:off x="7943099" y="3086100"/>
            <a:ext cx="66059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مراجعة</a:t>
            </a:r>
          </a:p>
        </p:txBody>
      </p:sp>
      <p:sp>
        <p:nvSpPr>
          <p:cNvPr id="38" name="text-687">
            <a:extLst xmlns:a="http://schemas.openxmlformats.org/drawingml/2006/main">
              <a:ext uri="{FF2B5EF4-FFF2-40B4-BE49-F238E27FC236}">
                <a16:creationId xmlns:a16="http://schemas.microsoft.com/office/drawing/2014/main" id="{AA2BCBB1-B9EF-42A0-9E1D-91DDEF7EBF0F}"/>
              </a:ext>
            </a:extLst>
          </p:cNvPr>
          <p:cNvSpPr>
            <a:spLocks xmlns:a="http://schemas.openxmlformats.org/drawingml/2006/main" noGrp="1"/>
          </p:cNvSpPr>
          <p:nvPr/>
        </p:nvSpPr>
        <p:spPr>
          <a:xfrm xmlns:a="http://schemas.openxmlformats.org/drawingml/2006/main">
            <a:off x="7314119" y="3086100"/>
            <a:ext cx="58249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شهريًا</a:t>
            </a:r>
          </a:p>
        </p:txBody>
      </p:sp>
      <p:sp>
        <p:nvSpPr>
          <p:cNvPr id="39" name="text-688">
            <a:extLst xmlns:a="http://schemas.openxmlformats.org/drawingml/2006/main">
              <a:ext uri="{FF2B5EF4-FFF2-40B4-BE49-F238E27FC236}">
                <a16:creationId xmlns:a16="http://schemas.microsoft.com/office/drawing/2014/main" id="{8D795F61-266E-4DBF-95E6-711A08F89C56}"/>
              </a:ext>
            </a:extLst>
          </p:cNvPr>
          <p:cNvSpPr>
            <a:spLocks xmlns:a="http://schemas.openxmlformats.org/drawingml/2006/main" noGrp="1"/>
          </p:cNvSpPr>
          <p:nvPr/>
        </p:nvSpPr>
        <p:spPr>
          <a:xfrm xmlns:a="http://schemas.openxmlformats.org/drawingml/2006/main">
            <a:off x="10688018" y="3648075"/>
            <a:ext cx="89438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التشغيل</a:t>
            </a:r>
          </a:p>
        </p:txBody>
      </p:sp>
      <p:sp>
        <p:nvSpPr>
          <p:cNvPr id="40" name="text-689">
            <a:extLst xmlns:a="http://schemas.openxmlformats.org/drawingml/2006/main">
              <a:ext uri="{FF2B5EF4-FFF2-40B4-BE49-F238E27FC236}">
                <a16:creationId xmlns:a16="http://schemas.microsoft.com/office/drawing/2014/main" id="{9DAB0489-5815-48F5-BF83-529FC4196168}"/>
              </a:ext>
            </a:extLst>
          </p:cNvPr>
          <p:cNvSpPr>
            <a:spLocks xmlns:a="http://schemas.openxmlformats.org/drawingml/2006/main" noGrp="1"/>
          </p:cNvSpPr>
          <p:nvPr/>
        </p:nvSpPr>
        <p:spPr>
          <a:xfrm xmlns:a="http://schemas.openxmlformats.org/drawingml/2006/main">
            <a:off x="9746831" y="3648075"/>
            <a:ext cx="8858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لمسؤول</a:t>
            </a:r>
          </a:p>
        </p:txBody>
      </p:sp>
      <p:sp>
        <p:nvSpPr>
          <p:cNvPr id="41" name="text-690">
            <a:extLst xmlns:a="http://schemas.openxmlformats.org/drawingml/2006/main">
              <a:ext uri="{FF2B5EF4-FFF2-40B4-BE49-F238E27FC236}">
                <a16:creationId xmlns:a16="http://schemas.microsoft.com/office/drawing/2014/main" id="{6A91693C-0215-470E-BD9E-A91A39B5E0E6}"/>
              </a:ext>
            </a:extLst>
          </p:cNvPr>
          <p:cNvSpPr>
            <a:spLocks xmlns:a="http://schemas.openxmlformats.org/drawingml/2006/main" noGrp="1"/>
          </p:cNvSpPr>
          <p:nvPr/>
        </p:nvSpPr>
        <p:spPr>
          <a:xfrm xmlns:a="http://schemas.openxmlformats.org/drawingml/2006/main">
            <a:off x="8876281" y="3648075"/>
            <a:ext cx="8152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التطبيق</a:t>
            </a:r>
          </a:p>
        </p:txBody>
      </p:sp>
      <p:sp>
        <p:nvSpPr>
          <p:cNvPr id="42" name="text-691">
            <a:extLst xmlns:a="http://schemas.openxmlformats.org/drawingml/2006/main">
              <a:ext uri="{FF2B5EF4-FFF2-40B4-BE49-F238E27FC236}">
                <a16:creationId xmlns:a16="http://schemas.microsoft.com/office/drawing/2014/main" id="{16022C0C-9151-43E1-832D-2F9E73095B86}"/>
              </a:ext>
            </a:extLst>
          </p:cNvPr>
          <p:cNvSpPr>
            <a:spLocks xmlns:a="http://schemas.openxmlformats.org/drawingml/2006/main" noGrp="1"/>
          </p:cNvSpPr>
          <p:nvPr/>
        </p:nvSpPr>
        <p:spPr>
          <a:xfrm xmlns:a="http://schemas.openxmlformats.org/drawingml/2006/main">
            <a:off x="8696114" y="36480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a:t>
            </a:r>
          </a:p>
        </p:txBody>
      </p:sp>
      <p:sp>
        <p:nvSpPr>
          <p:cNvPr id="43" name="text-692">
            <a:extLst xmlns:a="http://schemas.openxmlformats.org/drawingml/2006/main">
              <a:ext uri="{FF2B5EF4-FFF2-40B4-BE49-F238E27FC236}">
                <a16:creationId xmlns:a16="http://schemas.microsoft.com/office/drawing/2014/main" id="{5F470CD6-49D1-477D-A349-16DEE9AA4009}"/>
              </a:ext>
            </a:extLst>
          </p:cNvPr>
          <p:cNvSpPr>
            <a:spLocks xmlns:a="http://schemas.openxmlformats.org/drawingml/2006/main" noGrp="1"/>
          </p:cNvSpPr>
          <p:nvPr/>
        </p:nvSpPr>
        <p:spPr>
          <a:xfrm xmlns:a="http://schemas.openxmlformats.org/drawingml/2006/main">
            <a:off x="7750119" y="3648075"/>
            <a:ext cx="89065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المحتوى</a:t>
            </a:r>
          </a:p>
        </p:txBody>
      </p:sp>
      <p:sp>
        <p:nvSpPr>
          <p:cNvPr id="44" name="text-693">
            <a:extLst xmlns:a="http://schemas.openxmlformats.org/drawingml/2006/main">
              <a:ext uri="{FF2B5EF4-FFF2-40B4-BE49-F238E27FC236}">
                <a16:creationId xmlns:a16="http://schemas.microsoft.com/office/drawing/2014/main" id="{7798EBDF-F00C-4F41-AFAC-3D47DE5A9291}"/>
              </a:ext>
            </a:extLst>
          </p:cNvPr>
          <p:cNvSpPr>
            <a:spLocks xmlns:a="http://schemas.openxmlformats.org/drawingml/2006/main" noGrp="1"/>
          </p:cNvSpPr>
          <p:nvPr/>
        </p:nvSpPr>
        <p:spPr>
          <a:xfrm xmlns:a="http://schemas.openxmlformats.org/drawingml/2006/main">
            <a:off x="6972085" y="3648075"/>
            <a:ext cx="7226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لمراجع</a:t>
            </a:r>
          </a:p>
        </p:txBody>
      </p:sp>
      <p:sp>
        <p:nvSpPr>
          <p:cNvPr id="45" name="text-694">
            <a:extLst xmlns:a="http://schemas.openxmlformats.org/drawingml/2006/main">
              <a:ext uri="{FF2B5EF4-FFF2-40B4-BE49-F238E27FC236}">
                <a16:creationId xmlns:a16="http://schemas.microsoft.com/office/drawing/2014/main" id="{47658A0E-5D3C-46D1-8FFA-8E90B6219B11}"/>
              </a:ext>
            </a:extLst>
          </p:cNvPr>
          <p:cNvSpPr>
            <a:spLocks xmlns:a="http://schemas.openxmlformats.org/drawingml/2006/main" noGrp="1"/>
          </p:cNvSpPr>
          <p:nvPr/>
        </p:nvSpPr>
        <p:spPr>
          <a:xfrm xmlns:a="http://schemas.openxmlformats.org/drawingml/2006/main">
            <a:off x="6302557" y="3648075"/>
            <a:ext cx="6141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مؤهل</a:t>
            </a:r>
          </a:p>
        </p:txBody>
      </p:sp>
      <p:sp>
        <p:nvSpPr>
          <p:cNvPr id="46" name="text-695">
            <a:extLst xmlns:a="http://schemas.openxmlformats.org/drawingml/2006/main">
              <a:ext uri="{FF2B5EF4-FFF2-40B4-BE49-F238E27FC236}">
                <a16:creationId xmlns:a16="http://schemas.microsoft.com/office/drawing/2014/main" id="{284EB0AA-360C-4406-9AE3-A82DAFC390E7}"/>
              </a:ext>
            </a:extLst>
          </p:cNvPr>
          <p:cNvSpPr>
            <a:spLocks xmlns:a="http://schemas.openxmlformats.org/drawingml/2006/main" noGrp="1"/>
          </p:cNvSpPr>
          <p:nvPr/>
        </p:nvSpPr>
        <p:spPr>
          <a:xfrm xmlns:a="http://schemas.openxmlformats.org/drawingml/2006/main">
            <a:off x="5504411" y="3648075"/>
            <a:ext cx="74280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تسمّيه</a:t>
            </a:r>
          </a:p>
        </p:txBody>
      </p:sp>
      <p:sp>
        <p:nvSpPr>
          <p:cNvPr id="47" name="text-696">
            <a:extLst xmlns:a="http://schemas.openxmlformats.org/drawingml/2006/main">
              <a:ext uri="{FF2B5EF4-FFF2-40B4-BE49-F238E27FC236}">
                <a16:creationId xmlns:a16="http://schemas.microsoft.com/office/drawing/2014/main" id="{FE1CA48A-25B5-4644-A131-E8182EEB90EA}"/>
              </a:ext>
            </a:extLst>
          </p:cNvPr>
          <p:cNvSpPr>
            <a:spLocks xmlns:a="http://schemas.openxmlformats.org/drawingml/2006/main" noGrp="1"/>
          </p:cNvSpPr>
          <p:nvPr/>
        </p:nvSpPr>
        <p:spPr>
          <a:xfrm xmlns:a="http://schemas.openxmlformats.org/drawingml/2006/main">
            <a:off x="4840475" y="3648075"/>
            <a:ext cx="6085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78DAC1"/>
                </a:solidFill>
                <a:latin typeface="Tahoma"/>
                <a:ea typeface="Tahoma"/>
                <a:cs typeface="Tahoma"/>
              </a:defRPr>
            </a:pPr>
            <a:r>
              <a:rPr sz="1875" b="0">
                <a:solidFill>
                  <a:srgbClr val="78DAC1"/>
                </a:solidFill>
                <a:latin typeface="Tahoma"/>
                <a:ea typeface="Tahoma"/>
                <a:cs typeface="Tahoma"/>
              </a:rPr>
              <a:t>الجهة</a:t>
            </a:r>
          </a:p>
        </p:txBody>
      </p:sp>
      <p:sp>
        <p:nvSpPr>
          <p:cNvPr id="48" name="text-697">
            <a:extLst xmlns:a="http://schemas.openxmlformats.org/drawingml/2006/main">
              <a:ext uri="{FF2B5EF4-FFF2-40B4-BE49-F238E27FC236}">
                <a16:creationId xmlns:a16="http://schemas.microsoft.com/office/drawing/2014/main" id="{987353C6-2924-488D-9517-4D0228ECE405}"/>
              </a:ext>
            </a:extLst>
          </p:cNvPr>
          <p:cNvSpPr>
            <a:spLocks xmlns:a="http://schemas.openxmlformats.org/drawingml/2006/main" noGrp="1"/>
          </p:cNvSpPr>
          <p:nvPr/>
        </p:nvSpPr>
        <p:spPr>
          <a:xfrm xmlns:a="http://schemas.openxmlformats.org/drawingml/2006/main">
            <a:off x="10797015" y="4295775"/>
            <a:ext cx="7853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الخطوة</a:t>
            </a:r>
          </a:p>
        </p:txBody>
      </p:sp>
      <p:sp>
        <p:nvSpPr>
          <p:cNvPr id="49" name="text-698">
            <a:extLst xmlns:a="http://schemas.openxmlformats.org/drawingml/2006/main">
              <a:ext uri="{FF2B5EF4-FFF2-40B4-BE49-F238E27FC236}">
                <a16:creationId xmlns:a16="http://schemas.microsoft.com/office/drawing/2014/main" id="{9C9DE1C2-578C-4063-81D3-0FC2D7BC2046}"/>
              </a:ext>
            </a:extLst>
          </p:cNvPr>
          <p:cNvSpPr>
            <a:spLocks xmlns:a="http://schemas.openxmlformats.org/drawingml/2006/main" noGrp="1"/>
          </p:cNvSpPr>
          <p:nvPr/>
        </p:nvSpPr>
        <p:spPr>
          <a:xfrm xmlns:a="http://schemas.openxmlformats.org/drawingml/2006/main">
            <a:off x="10068411" y="4295775"/>
            <a:ext cx="66726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التالية</a:t>
            </a:r>
          </a:p>
        </p:txBody>
      </p:sp>
      <p:sp>
        <p:nvSpPr>
          <p:cNvPr id="50" name="text-699">
            <a:extLst xmlns:a="http://schemas.openxmlformats.org/drawingml/2006/main">
              <a:ext uri="{FF2B5EF4-FFF2-40B4-BE49-F238E27FC236}">
                <a16:creationId xmlns:a16="http://schemas.microsoft.com/office/drawing/2014/main" id="{5E5D97A3-2202-4581-8187-C4E61DB3215F}"/>
              </a:ext>
            </a:extLst>
          </p:cNvPr>
          <p:cNvSpPr>
            <a:spLocks xmlns:a="http://schemas.openxmlformats.org/drawingml/2006/main" noGrp="1"/>
          </p:cNvSpPr>
          <p:nvPr/>
        </p:nvSpPr>
        <p:spPr>
          <a:xfrm xmlns:a="http://schemas.openxmlformats.org/drawingml/2006/main">
            <a:off x="9377970" y="4295775"/>
            <a:ext cx="62910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تجربة</a:t>
            </a:r>
          </a:p>
        </p:txBody>
      </p:sp>
      <p:sp>
        <p:nvSpPr>
          <p:cNvPr id="51" name="text-700">
            <a:extLst xmlns:a="http://schemas.openxmlformats.org/drawingml/2006/main">
              <a:ext uri="{FF2B5EF4-FFF2-40B4-BE49-F238E27FC236}">
                <a16:creationId xmlns:a16="http://schemas.microsoft.com/office/drawing/2014/main" id="{320CEE3C-B551-4ACA-B917-39E33FAFD061}"/>
              </a:ext>
            </a:extLst>
          </p:cNvPr>
          <p:cNvSpPr>
            <a:spLocks xmlns:a="http://schemas.openxmlformats.org/drawingml/2006/main" noGrp="1"/>
          </p:cNvSpPr>
          <p:nvPr/>
        </p:nvSpPr>
        <p:spPr>
          <a:xfrm xmlns:a="http://schemas.openxmlformats.org/drawingml/2006/main">
            <a:off x="8621601" y="4295775"/>
            <a:ext cx="69502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صغيرة</a:t>
            </a:r>
          </a:p>
        </p:txBody>
      </p:sp>
      <p:sp>
        <p:nvSpPr>
          <p:cNvPr id="52" name="text-701">
            <a:extLst xmlns:a="http://schemas.openxmlformats.org/drawingml/2006/main">
              <a:ext uri="{FF2B5EF4-FFF2-40B4-BE49-F238E27FC236}">
                <a16:creationId xmlns:a16="http://schemas.microsoft.com/office/drawing/2014/main" id="{35419B18-B27D-4754-9937-6A9B386F868E}"/>
              </a:ext>
            </a:extLst>
          </p:cNvPr>
          <p:cNvSpPr>
            <a:spLocks xmlns:a="http://schemas.openxmlformats.org/drawingml/2006/main" noGrp="1"/>
          </p:cNvSpPr>
          <p:nvPr/>
        </p:nvSpPr>
        <p:spPr>
          <a:xfrm xmlns:a="http://schemas.openxmlformats.org/drawingml/2006/main">
            <a:off x="7811175" y="4295775"/>
            <a:ext cx="7490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وقياس</a:t>
            </a:r>
          </a:p>
        </p:txBody>
      </p:sp>
      <p:sp>
        <p:nvSpPr>
          <p:cNvPr id="53" name="text-702">
            <a:extLst xmlns:a="http://schemas.openxmlformats.org/drawingml/2006/main">
              <a:ext uri="{FF2B5EF4-FFF2-40B4-BE49-F238E27FC236}">
                <a16:creationId xmlns:a16="http://schemas.microsoft.com/office/drawing/2014/main" id="{93383E1C-6B2A-4E8B-855F-664952B131E1}"/>
              </a:ext>
            </a:extLst>
          </p:cNvPr>
          <p:cNvSpPr>
            <a:spLocks xmlns:a="http://schemas.openxmlformats.org/drawingml/2006/main" noGrp="1"/>
          </p:cNvSpPr>
          <p:nvPr/>
        </p:nvSpPr>
        <p:spPr>
          <a:xfrm xmlns:a="http://schemas.openxmlformats.org/drawingml/2006/main">
            <a:off x="7112396" y="4295775"/>
            <a:ext cx="63743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الفهم</a:t>
            </a:r>
          </a:p>
        </p:txBody>
      </p:sp>
      <p:sp>
        <p:nvSpPr>
          <p:cNvPr id="54" name="text-703">
            <a:extLst xmlns:a="http://schemas.openxmlformats.org/drawingml/2006/main">
              <a:ext uri="{FF2B5EF4-FFF2-40B4-BE49-F238E27FC236}">
                <a16:creationId xmlns:a16="http://schemas.microsoft.com/office/drawing/2014/main" id="{AB47AE00-87E4-4798-A8FD-D867C74652FC}"/>
              </a:ext>
            </a:extLst>
          </p:cNvPr>
          <p:cNvSpPr>
            <a:spLocks xmlns:a="http://schemas.openxmlformats.org/drawingml/2006/main" noGrp="1"/>
          </p:cNvSpPr>
          <p:nvPr/>
        </p:nvSpPr>
        <p:spPr>
          <a:xfrm xmlns:a="http://schemas.openxmlformats.org/drawingml/2006/main">
            <a:off x="6368879" y="4295775"/>
            <a:ext cx="68217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وإتمام</a:t>
            </a:r>
          </a:p>
        </p:txBody>
      </p:sp>
      <p:sp>
        <p:nvSpPr>
          <p:cNvPr id="55" name="text-704">
            <a:extLst xmlns:a="http://schemas.openxmlformats.org/drawingml/2006/main">
              <a:ext uri="{FF2B5EF4-FFF2-40B4-BE49-F238E27FC236}">
                <a16:creationId xmlns:a16="http://schemas.microsoft.com/office/drawing/2014/main" id="{B5A10793-6E0D-4EB7-9845-8ADD9C8C25A7}"/>
              </a:ext>
            </a:extLst>
          </p:cNvPr>
          <p:cNvSpPr>
            <a:spLocks xmlns:a="http://schemas.openxmlformats.org/drawingml/2006/main" noGrp="1"/>
          </p:cNvSpPr>
          <p:nvPr/>
        </p:nvSpPr>
        <p:spPr>
          <a:xfrm xmlns:a="http://schemas.openxmlformats.org/drawingml/2006/main">
            <a:off x="5511852" y="4295775"/>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المهمة</a:t>
            </a:r>
          </a:p>
        </p:txBody>
      </p:sp>
      <p:sp>
        <p:nvSpPr>
          <p:cNvPr id="56" name="text-705">
            <a:extLst xmlns:a="http://schemas.openxmlformats.org/drawingml/2006/main">
              <a:ext uri="{FF2B5EF4-FFF2-40B4-BE49-F238E27FC236}">
                <a16:creationId xmlns:a16="http://schemas.microsoft.com/office/drawing/2014/main" id="{B948E4D5-3BCE-421F-B102-12EBC0268BF8}"/>
              </a:ext>
            </a:extLst>
          </p:cNvPr>
          <p:cNvSpPr>
            <a:spLocks xmlns:a="http://schemas.openxmlformats.org/drawingml/2006/main" noGrp="1"/>
          </p:cNvSpPr>
          <p:nvPr/>
        </p:nvSpPr>
        <p:spPr>
          <a:xfrm xmlns:a="http://schemas.openxmlformats.org/drawingml/2006/main">
            <a:off x="10808592" y="4924425"/>
            <a:ext cx="7738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مراجعة</a:t>
            </a:r>
          </a:p>
        </p:txBody>
      </p:sp>
      <p:sp>
        <p:nvSpPr>
          <p:cNvPr id="57" name="text-706">
            <a:extLst xmlns:a="http://schemas.openxmlformats.org/drawingml/2006/main">
              <a:ext uri="{FF2B5EF4-FFF2-40B4-BE49-F238E27FC236}">
                <a16:creationId xmlns:a16="http://schemas.microsoft.com/office/drawing/2014/main" id="{6A13E96F-5A83-4FE1-9131-3E1F829E6D98}"/>
              </a:ext>
            </a:extLst>
          </p:cNvPr>
          <p:cNvSpPr>
            <a:spLocks xmlns:a="http://schemas.openxmlformats.org/drawingml/2006/main" noGrp="1"/>
          </p:cNvSpPr>
          <p:nvPr/>
        </p:nvSpPr>
        <p:spPr>
          <a:xfrm xmlns:a="http://schemas.openxmlformats.org/drawingml/2006/main">
            <a:off x="9810594" y="4924425"/>
            <a:ext cx="93961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أسبوعية</a:t>
            </a:r>
          </a:p>
        </p:txBody>
      </p:sp>
      <p:sp>
        <p:nvSpPr>
          <p:cNvPr id="58" name="text-707">
            <a:extLst xmlns:a="http://schemas.openxmlformats.org/drawingml/2006/main">
              <a:ext uri="{FF2B5EF4-FFF2-40B4-BE49-F238E27FC236}">
                <a16:creationId xmlns:a16="http://schemas.microsoft.com/office/drawing/2014/main" id="{9CA88C99-4BCC-4722-B8C7-34E35E2812A4}"/>
              </a:ext>
            </a:extLst>
          </p:cNvPr>
          <p:cNvSpPr>
            <a:spLocks xmlns:a="http://schemas.openxmlformats.org/drawingml/2006/main" noGrp="1"/>
          </p:cNvSpPr>
          <p:nvPr/>
        </p:nvSpPr>
        <p:spPr>
          <a:xfrm xmlns:a="http://schemas.openxmlformats.org/drawingml/2006/main">
            <a:off x="9623945" y="492442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a:t>
            </a:r>
          </a:p>
        </p:txBody>
      </p:sp>
      <p:sp>
        <p:nvSpPr>
          <p:cNvPr id="59" name="text-708">
            <a:extLst xmlns:a="http://schemas.openxmlformats.org/drawingml/2006/main">
              <a:ext uri="{FF2B5EF4-FFF2-40B4-BE49-F238E27FC236}">
                <a16:creationId xmlns:a16="http://schemas.microsoft.com/office/drawing/2014/main" id="{B5F1801A-FD48-40AD-83C8-E81284D29931}"/>
              </a:ext>
            </a:extLst>
          </p:cNvPr>
          <p:cNvSpPr>
            <a:spLocks xmlns:a="http://schemas.openxmlformats.org/drawingml/2006/main" noGrp="1"/>
          </p:cNvSpPr>
          <p:nvPr/>
        </p:nvSpPr>
        <p:spPr>
          <a:xfrm xmlns:a="http://schemas.openxmlformats.org/drawingml/2006/main">
            <a:off x="8926744" y="4924425"/>
            <a:ext cx="63881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امتناع</a:t>
            </a:r>
          </a:p>
        </p:txBody>
      </p:sp>
      <p:sp>
        <p:nvSpPr>
          <p:cNvPr id="60" name="text-709">
            <a:extLst xmlns:a="http://schemas.openxmlformats.org/drawingml/2006/main">
              <a:ext uri="{FF2B5EF4-FFF2-40B4-BE49-F238E27FC236}">
                <a16:creationId xmlns:a16="http://schemas.microsoft.com/office/drawing/2014/main" id="{945143A3-7FEA-4544-9526-036148E038FF}"/>
              </a:ext>
            </a:extLst>
          </p:cNvPr>
          <p:cNvSpPr>
            <a:spLocks xmlns:a="http://schemas.openxmlformats.org/drawingml/2006/main" noGrp="1"/>
          </p:cNvSpPr>
          <p:nvPr/>
        </p:nvSpPr>
        <p:spPr>
          <a:xfrm xmlns:a="http://schemas.openxmlformats.org/drawingml/2006/main">
            <a:off x="8662394" y="4924425"/>
            <a:ext cx="20596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أو</a:t>
            </a:r>
          </a:p>
        </p:txBody>
      </p:sp>
      <p:sp>
        <p:nvSpPr>
          <p:cNvPr id="61" name="text-710">
            <a:extLst xmlns:a="http://schemas.openxmlformats.org/drawingml/2006/main">
              <a:ext uri="{FF2B5EF4-FFF2-40B4-BE49-F238E27FC236}">
                <a16:creationId xmlns:a16="http://schemas.microsoft.com/office/drawing/2014/main" id="{046550FC-1A0F-4837-A106-355CAAD692C6}"/>
              </a:ext>
            </a:extLst>
          </p:cNvPr>
          <p:cNvSpPr>
            <a:spLocks xmlns:a="http://schemas.openxmlformats.org/drawingml/2006/main" noGrp="1"/>
          </p:cNvSpPr>
          <p:nvPr/>
        </p:nvSpPr>
        <p:spPr>
          <a:xfrm xmlns:a="http://schemas.openxmlformats.org/drawingml/2006/main">
            <a:off x="8042699" y="4924425"/>
            <a:ext cx="56130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إحالة</a:t>
            </a:r>
          </a:p>
        </p:txBody>
      </p:sp>
      <p:sp>
        <p:nvSpPr>
          <p:cNvPr id="62" name="text-711">
            <a:extLst xmlns:a="http://schemas.openxmlformats.org/drawingml/2006/main">
              <a:ext uri="{FF2B5EF4-FFF2-40B4-BE49-F238E27FC236}">
                <a16:creationId xmlns:a16="http://schemas.microsoft.com/office/drawing/2014/main" id="{63D61B73-6CF1-43E5-8829-E30FD780009A}"/>
              </a:ext>
            </a:extLst>
          </p:cNvPr>
          <p:cNvSpPr>
            <a:spLocks xmlns:a="http://schemas.openxmlformats.org/drawingml/2006/main" noGrp="1"/>
          </p:cNvSpPr>
          <p:nvPr/>
        </p:nvSpPr>
        <p:spPr>
          <a:xfrm xmlns:a="http://schemas.openxmlformats.org/drawingml/2006/main">
            <a:off x="7496486" y="4924425"/>
            <a:ext cx="48782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حين</a:t>
            </a:r>
          </a:p>
        </p:txBody>
      </p:sp>
      <p:sp>
        <p:nvSpPr>
          <p:cNvPr id="63" name="text-712">
            <a:extLst xmlns:a="http://schemas.openxmlformats.org/drawingml/2006/main">
              <a:ext uri="{FF2B5EF4-FFF2-40B4-BE49-F238E27FC236}">
                <a16:creationId xmlns:a16="http://schemas.microsoft.com/office/drawing/2014/main" id="{A3985984-9E51-4F04-A6D3-D28F26606C3C}"/>
              </a:ext>
            </a:extLst>
          </p:cNvPr>
          <p:cNvSpPr>
            <a:spLocks xmlns:a="http://schemas.openxmlformats.org/drawingml/2006/main" noGrp="1"/>
          </p:cNvSpPr>
          <p:nvPr/>
        </p:nvSpPr>
        <p:spPr>
          <a:xfrm xmlns:a="http://schemas.openxmlformats.org/drawingml/2006/main">
            <a:off x="7244693" y="4924425"/>
            <a:ext cx="193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لا</a:t>
            </a:r>
          </a:p>
        </p:txBody>
      </p:sp>
      <p:sp>
        <p:nvSpPr>
          <p:cNvPr id="64" name="text-713">
            <a:extLst xmlns:a="http://schemas.openxmlformats.org/drawingml/2006/main">
              <a:ext uri="{FF2B5EF4-FFF2-40B4-BE49-F238E27FC236}">
                <a16:creationId xmlns:a16="http://schemas.microsoft.com/office/drawing/2014/main" id="{FF25F5B7-27FE-4FDF-81B0-A5B5DB0C8CFE}"/>
              </a:ext>
            </a:extLst>
          </p:cNvPr>
          <p:cNvSpPr>
            <a:spLocks xmlns:a="http://schemas.openxmlformats.org/drawingml/2006/main" noGrp="1"/>
          </p:cNvSpPr>
          <p:nvPr/>
        </p:nvSpPr>
        <p:spPr>
          <a:xfrm xmlns:a="http://schemas.openxmlformats.org/drawingml/2006/main">
            <a:off x="6558186" y="492442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يكفي</a:t>
            </a:r>
          </a:p>
        </p:txBody>
      </p:sp>
      <p:sp>
        <p:nvSpPr>
          <p:cNvPr id="65" name="text-714">
            <a:extLst xmlns:a="http://schemas.openxmlformats.org/drawingml/2006/main">
              <a:ext uri="{FF2B5EF4-FFF2-40B4-BE49-F238E27FC236}">
                <a16:creationId xmlns:a16="http://schemas.microsoft.com/office/drawing/2014/main" id="{729C0A09-6E12-4240-B27E-4EB759957FCC}"/>
              </a:ext>
            </a:extLst>
          </p:cNvPr>
          <p:cNvSpPr>
            <a:spLocks xmlns:a="http://schemas.openxmlformats.org/drawingml/2006/main" noGrp="1"/>
          </p:cNvSpPr>
          <p:nvPr/>
        </p:nvSpPr>
        <p:spPr>
          <a:xfrm xmlns:a="http://schemas.openxmlformats.org/drawingml/2006/main">
            <a:off x="5843719" y="4924425"/>
            <a:ext cx="65607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الدليل</a:t>
            </a:r>
          </a:p>
        </p:txBody>
      </p:sp>
      <p:sp>
        <p:nvSpPr>
          <p:cNvPr id="66" name="text-715">
            <a:extLst xmlns:a="http://schemas.openxmlformats.org/drawingml/2006/main">
              <a:ext uri="{FF2B5EF4-FFF2-40B4-BE49-F238E27FC236}">
                <a16:creationId xmlns:a16="http://schemas.microsoft.com/office/drawing/2014/main" id="{149466DC-6B5C-47A6-97BB-1692AB99AC5F}"/>
              </a:ext>
            </a:extLst>
          </p:cNvPr>
          <p:cNvSpPr>
            <a:spLocks xmlns:a="http://schemas.openxmlformats.org/drawingml/2006/main" noGrp="1"/>
          </p:cNvSpPr>
          <p:nvPr/>
        </p:nvSpPr>
        <p:spPr>
          <a:xfrm xmlns:a="http://schemas.openxmlformats.org/drawingml/2006/main">
            <a:off x="11222802" y="5581650"/>
            <a:ext cx="35959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عند</a:t>
            </a:r>
          </a:p>
        </p:txBody>
      </p:sp>
      <p:sp>
        <p:nvSpPr>
          <p:cNvPr id="67" name="text-716">
            <a:extLst xmlns:a="http://schemas.openxmlformats.org/drawingml/2006/main">
              <a:ext uri="{FF2B5EF4-FFF2-40B4-BE49-F238E27FC236}">
                <a16:creationId xmlns:a16="http://schemas.microsoft.com/office/drawing/2014/main" id="{FFDB301E-A409-4F56-B1D3-4E11D53AAAAA}"/>
              </a:ext>
            </a:extLst>
          </p:cNvPr>
          <p:cNvSpPr>
            <a:spLocks xmlns:a="http://schemas.openxmlformats.org/drawingml/2006/main" noGrp="1"/>
          </p:cNvSpPr>
          <p:nvPr/>
        </p:nvSpPr>
        <p:spPr>
          <a:xfrm xmlns:a="http://schemas.openxmlformats.org/drawingml/2006/main">
            <a:off x="10665538" y="5581650"/>
            <a:ext cx="51078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تعطل</a:t>
            </a:r>
          </a:p>
        </p:txBody>
      </p:sp>
      <p:sp>
        <p:nvSpPr>
          <p:cNvPr id="68" name="text-717">
            <a:extLst xmlns:a="http://schemas.openxmlformats.org/drawingml/2006/main">
              <a:ext uri="{FF2B5EF4-FFF2-40B4-BE49-F238E27FC236}">
                <a16:creationId xmlns:a16="http://schemas.microsoft.com/office/drawing/2014/main" id="{97539C5A-5640-4169-858A-5BB139E5BA30}"/>
              </a:ext>
            </a:extLst>
          </p:cNvPr>
          <p:cNvSpPr>
            <a:spLocks xmlns:a="http://schemas.openxmlformats.org/drawingml/2006/main" noGrp="1"/>
          </p:cNvSpPr>
          <p:nvPr/>
        </p:nvSpPr>
        <p:spPr>
          <a:xfrm xmlns:a="http://schemas.openxmlformats.org/drawingml/2006/main">
            <a:off x="9969746" y="5581650"/>
            <a:ext cx="6493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الخدمة</a:t>
            </a:r>
          </a:p>
        </p:txBody>
      </p:sp>
      <p:sp>
        <p:nvSpPr>
          <p:cNvPr id="69" name="text-718">
            <a:extLst xmlns:a="http://schemas.openxmlformats.org/drawingml/2006/main">
              <a:ext uri="{FF2B5EF4-FFF2-40B4-BE49-F238E27FC236}">
                <a16:creationId xmlns:a16="http://schemas.microsoft.com/office/drawing/2014/main" id="{80E517F9-A0B1-46B9-981F-5CE82E3D94BA}"/>
              </a:ext>
            </a:extLst>
          </p:cNvPr>
          <p:cNvSpPr>
            <a:spLocks xmlns:a="http://schemas.openxmlformats.org/drawingml/2006/main" noGrp="1"/>
          </p:cNvSpPr>
          <p:nvPr/>
        </p:nvSpPr>
        <p:spPr>
          <a:xfrm xmlns:a="http://schemas.openxmlformats.org/drawingml/2006/main">
            <a:off x="9366666" y="5581650"/>
            <a:ext cx="55659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مصادر</a:t>
            </a:r>
          </a:p>
        </p:txBody>
      </p:sp>
      <p:sp>
        <p:nvSpPr>
          <p:cNvPr id="70" name="text-719">
            <a:extLst xmlns:a="http://schemas.openxmlformats.org/drawingml/2006/main">
              <a:ext uri="{FF2B5EF4-FFF2-40B4-BE49-F238E27FC236}">
                <a16:creationId xmlns:a16="http://schemas.microsoft.com/office/drawing/2014/main" id="{5B7E1FC5-5823-4FC3-8C76-41B6A969B92B}"/>
              </a:ext>
            </a:extLst>
          </p:cNvPr>
          <p:cNvSpPr>
            <a:spLocks xmlns:a="http://schemas.openxmlformats.org/drawingml/2006/main" noGrp="1"/>
          </p:cNvSpPr>
          <p:nvPr/>
        </p:nvSpPr>
        <p:spPr>
          <a:xfrm xmlns:a="http://schemas.openxmlformats.org/drawingml/2006/main">
            <a:off x="8629178" y="5581650"/>
            <a:ext cx="69100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مباشرة</a:t>
            </a:r>
          </a:p>
        </p:txBody>
      </p:sp>
      <p:sp>
        <p:nvSpPr>
          <p:cNvPr id="71" name="text-720">
            <a:extLst xmlns:a="http://schemas.openxmlformats.org/drawingml/2006/main">
              <a:ext uri="{FF2B5EF4-FFF2-40B4-BE49-F238E27FC236}">
                <a16:creationId xmlns:a16="http://schemas.microsoft.com/office/drawing/2014/main" id="{43A26E79-23BC-4A1C-A13C-60F06327DB09}"/>
              </a:ext>
            </a:extLst>
          </p:cNvPr>
          <p:cNvSpPr>
            <a:spLocks xmlns:a="http://schemas.openxmlformats.org/drawingml/2006/main" noGrp="1"/>
          </p:cNvSpPr>
          <p:nvPr/>
        </p:nvSpPr>
        <p:spPr>
          <a:xfrm xmlns:a="http://schemas.openxmlformats.org/drawingml/2006/main">
            <a:off x="8095755" y="5581650"/>
            <a:ext cx="48694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ومواد</a:t>
            </a:r>
          </a:p>
        </p:txBody>
      </p:sp>
      <p:sp>
        <p:nvSpPr>
          <p:cNvPr id="72" name="text-721">
            <a:extLst xmlns:a="http://schemas.openxmlformats.org/drawingml/2006/main">
              <a:ext uri="{FF2B5EF4-FFF2-40B4-BE49-F238E27FC236}">
                <a16:creationId xmlns:a16="http://schemas.microsoft.com/office/drawing/2014/main" id="{AFC610DF-E5ED-4C99-BA7C-2AC09EF27320}"/>
              </a:ext>
            </a:extLst>
          </p:cNvPr>
          <p:cNvSpPr>
            <a:spLocks xmlns:a="http://schemas.openxmlformats.org/drawingml/2006/main" noGrp="1"/>
          </p:cNvSpPr>
          <p:nvPr/>
        </p:nvSpPr>
        <p:spPr>
          <a:xfrm xmlns:a="http://schemas.openxmlformats.org/drawingml/2006/main">
            <a:off x="7280370" y="5581650"/>
            <a:ext cx="7689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محفوظة</a:t>
            </a:r>
          </a:p>
        </p:txBody>
      </p:sp>
      <p:sp>
        <p:nvSpPr>
          <p:cNvPr id="73" name="text-722">
            <a:extLst xmlns:a="http://schemas.openxmlformats.org/drawingml/2006/main">
              <a:ext uri="{FF2B5EF4-FFF2-40B4-BE49-F238E27FC236}">
                <a16:creationId xmlns:a16="http://schemas.microsoft.com/office/drawing/2014/main" id="{AB3A2CE6-E3B0-47E4-A677-D0D29B1D5EC9}"/>
              </a:ext>
            </a:extLst>
          </p:cNvPr>
          <p:cNvSpPr>
            <a:spLocks xmlns:a="http://schemas.openxmlformats.org/drawingml/2006/main" noGrp="1"/>
          </p:cNvSpPr>
          <p:nvPr/>
        </p:nvSpPr>
        <p:spPr>
          <a:xfrm xmlns:a="http://schemas.openxmlformats.org/drawingml/2006/main">
            <a:off x="7119460" y="55816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a:t>
            </a:r>
          </a:p>
        </p:txBody>
      </p:sp>
      <p:sp>
        <p:nvSpPr>
          <p:cNvPr id="74" name="text-723">
            <a:extLst xmlns:a="http://schemas.openxmlformats.org/drawingml/2006/main">
              <a:ext uri="{FF2B5EF4-FFF2-40B4-BE49-F238E27FC236}">
                <a16:creationId xmlns:a16="http://schemas.microsoft.com/office/drawing/2014/main" id="{F2BA6E4F-24CA-439C-B487-0466D377D9AC}"/>
              </a:ext>
            </a:extLst>
          </p:cNvPr>
          <p:cNvSpPr>
            <a:spLocks xmlns:a="http://schemas.openxmlformats.org/drawingml/2006/main" noGrp="1"/>
          </p:cNvSpPr>
          <p:nvPr/>
        </p:nvSpPr>
        <p:spPr>
          <a:xfrm xmlns:a="http://schemas.openxmlformats.org/drawingml/2006/main">
            <a:off x="6903414" y="5581650"/>
            <a:ext cx="16956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لا</a:t>
            </a:r>
          </a:p>
        </p:txBody>
      </p:sp>
      <p:sp>
        <p:nvSpPr>
          <p:cNvPr id="75" name="text-724">
            <a:extLst xmlns:a="http://schemas.openxmlformats.org/drawingml/2006/main">
              <a:ext uri="{FF2B5EF4-FFF2-40B4-BE49-F238E27FC236}">
                <a16:creationId xmlns:a16="http://schemas.microsoft.com/office/drawing/2014/main" id="{0B687A28-F079-42FD-9E50-F5C047B2E787}"/>
              </a:ext>
            </a:extLst>
          </p:cNvPr>
          <p:cNvSpPr>
            <a:spLocks xmlns:a="http://schemas.openxmlformats.org/drawingml/2006/main" noGrp="1"/>
          </p:cNvSpPr>
          <p:nvPr/>
        </p:nvSpPr>
        <p:spPr>
          <a:xfrm xmlns:a="http://schemas.openxmlformats.org/drawingml/2006/main">
            <a:off x="6354489" y="5581650"/>
            <a:ext cx="5024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جواب</a:t>
            </a:r>
          </a:p>
        </p:txBody>
      </p:sp>
      <p:sp>
        <p:nvSpPr>
          <p:cNvPr id="76" name="text-725">
            <a:extLst xmlns:a="http://schemas.openxmlformats.org/drawingml/2006/main">
              <a:ext uri="{FF2B5EF4-FFF2-40B4-BE49-F238E27FC236}">
                <a16:creationId xmlns:a16="http://schemas.microsoft.com/office/drawing/2014/main" id="{36C5CBB9-29B6-4CBE-822C-0B181F223B1A}"/>
              </a:ext>
            </a:extLst>
          </p:cNvPr>
          <p:cNvSpPr>
            <a:spLocks xmlns:a="http://schemas.openxmlformats.org/drawingml/2006/main" noGrp="1"/>
          </p:cNvSpPr>
          <p:nvPr/>
        </p:nvSpPr>
        <p:spPr>
          <a:xfrm xmlns:a="http://schemas.openxmlformats.org/drawingml/2006/main">
            <a:off x="5875221" y="5581650"/>
            <a:ext cx="432786"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بديل</a:t>
            </a:r>
          </a:p>
        </p:txBody>
      </p:sp>
      <p:sp>
        <p:nvSpPr>
          <p:cNvPr id="77" name="text-726">
            <a:extLst xmlns:a="http://schemas.openxmlformats.org/drawingml/2006/main">
              <a:ext uri="{FF2B5EF4-FFF2-40B4-BE49-F238E27FC236}">
                <a16:creationId xmlns:a16="http://schemas.microsoft.com/office/drawing/2014/main" id="{402C0FBF-BDAA-4AE0-9D1A-6D83CE259DE4}"/>
              </a:ext>
            </a:extLst>
          </p:cNvPr>
          <p:cNvSpPr>
            <a:spLocks xmlns:a="http://schemas.openxmlformats.org/drawingml/2006/main" noGrp="1"/>
          </p:cNvSpPr>
          <p:nvPr/>
        </p:nvSpPr>
        <p:spPr>
          <a:xfrm xmlns:a="http://schemas.openxmlformats.org/drawingml/2006/main">
            <a:off x="5190319" y="5581650"/>
            <a:ext cx="63842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B9CEC4"/>
                </a:solidFill>
                <a:latin typeface="Tahoma"/>
                <a:ea typeface="Tahoma"/>
                <a:cs typeface="Tahoma"/>
              </a:defRPr>
            </a:pPr>
            <a:r>
              <a:rPr sz="1650" b="0">
                <a:solidFill>
                  <a:srgbClr val="B9CEC4"/>
                </a:solidFill>
                <a:latin typeface="Tahoma"/>
                <a:ea typeface="Tahoma"/>
                <a:cs typeface="Tahoma"/>
              </a:rPr>
              <a:t>مختلق</a:t>
            </a:r>
          </a:p>
        </p:txBody>
      </p:sp>
    </p:spTree>
    <p:extLst>
      <p:ext uri="{BB962C8B-B14F-4D97-AF65-F5344CB8AC3E}">
        <p14:creationId xmlns:p14="http://schemas.microsoft.com/office/powerpoint/2010/main" val="1952263576"/>
      </p:ext>
    </p:extLst>
  </p:cSld>
</p:sld>
</file>

<file path=ppt/slides/slide1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727">
            <a:extLst xmlns:a="http://schemas.openxmlformats.org/drawingml/2006/main">
              <a:ext uri="{FF2B5EF4-FFF2-40B4-BE49-F238E27FC236}">
                <a16:creationId xmlns:a16="http://schemas.microsoft.com/office/drawing/2014/main" id="{83BDB0C5-0967-4401-8FE6-937D57F2BE83}"/>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جرّب</a:t>
            </a:r>
          </a:p>
        </p:txBody>
      </p:sp>
      <p:sp>
        <p:nvSpPr>
          <p:cNvPr id="2" name="text-728">
            <a:extLst xmlns:a="http://schemas.openxmlformats.org/drawingml/2006/main">
              <a:ext uri="{FF2B5EF4-FFF2-40B4-BE49-F238E27FC236}">
                <a16:creationId xmlns:a16="http://schemas.microsoft.com/office/drawing/2014/main" id="{84B74B75-9729-4525-9FC0-A266F53D442A}"/>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وافتح</a:t>
            </a:r>
          </a:p>
        </p:txBody>
      </p:sp>
      <p:sp>
        <p:nvSpPr>
          <p:cNvPr id="3" name="text-729">
            <a:extLst xmlns:a="http://schemas.openxmlformats.org/drawingml/2006/main">
              <a:ext uri="{FF2B5EF4-FFF2-40B4-BE49-F238E27FC236}">
                <a16:creationId xmlns:a16="http://schemas.microsoft.com/office/drawing/2014/main" id="{EE0DDB6E-E687-4E23-846A-F1849882D4E6}"/>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الدليل</a:t>
            </a:r>
          </a:p>
        </p:txBody>
      </p:sp>
      <p:sp>
        <p:nvSpPr>
          <p:cNvPr id="4" name="text-730">
            <a:extLst xmlns:a="http://schemas.openxmlformats.org/drawingml/2006/main">
              <a:ext uri="{FF2B5EF4-FFF2-40B4-BE49-F238E27FC236}">
                <a16:creationId xmlns:a16="http://schemas.microsoft.com/office/drawing/2014/main" id="{39C3982A-24A6-476D-9C32-B71B4DC11B98}"/>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وأعد</a:t>
            </a:r>
          </a:p>
        </p:txBody>
      </p:sp>
      <p:sp>
        <p:nvSpPr>
          <p:cNvPr id="5" name="text-731">
            <a:extLst xmlns:a="http://schemas.openxmlformats.org/drawingml/2006/main">
              <a:ext uri="{FF2B5EF4-FFF2-40B4-BE49-F238E27FC236}">
                <a16:creationId xmlns:a16="http://schemas.microsoft.com/office/drawing/2014/main" id="{A83399FE-ED19-4B23-A342-5855841D8466}"/>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الاختبار</a:t>
            </a:r>
          </a:p>
        </p:txBody>
      </p:sp>
      <p:sp>
        <p:nvSpPr>
          <p:cNvPr id="6" name="shape-732">
            <a:extLst xmlns:a="http://schemas.openxmlformats.org/drawingml/2006/main">
              <a:ext uri="{FF2B5EF4-FFF2-40B4-BE49-F238E27FC236}">
                <a16:creationId xmlns:a16="http://schemas.microsoft.com/office/drawing/2014/main" id="{7BBCA706-18FA-4C79-9746-2DDF325732F8}"/>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733">
            <a:extLst xmlns:a="http://schemas.openxmlformats.org/drawingml/2006/main">
              <a:ext uri="{FF2B5EF4-FFF2-40B4-BE49-F238E27FC236}">
                <a16:creationId xmlns:a16="http://schemas.microsoft.com/office/drawing/2014/main" id="{F24804CB-2035-4387-BA1C-A994D05D568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734">
            <a:extLst xmlns:a="http://schemas.openxmlformats.org/drawingml/2006/main">
              <a:ext uri="{FF2B5EF4-FFF2-40B4-BE49-F238E27FC236}">
                <a16:creationId xmlns:a16="http://schemas.microsoft.com/office/drawing/2014/main" id="{8D3F1635-500A-4D6F-806F-56EDA9C6BB99}"/>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735">
            <a:extLst xmlns:a="http://schemas.openxmlformats.org/drawingml/2006/main">
              <a:ext uri="{FF2B5EF4-FFF2-40B4-BE49-F238E27FC236}">
                <a16:creationId xmlns:a16="http://schemas.microsoft.com/office/drawing/2014/main" id="{86BDD33F-46F4-4F11-B370-6DF855323A5B}"/>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736">
            <a:extLst xmlns:a="http://schemas.openxmlformats.org/drawingml/2006/main">
              <a:ext uri="{FF2B5EF4-FFF2-40B4-BE49-F238E27FC236}">
                <a16:creationId xmlns:a16="http://schemas.microsoft.com/office/drawing/2014/main" id="{012970D1-A746-4C9E-95E7-11351F4BCB31}"/>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737">
            <a:extLst xmlns:a="http://schemas.openxmlformats.org/drawingml/2006/main">
              <a:ext uri="{FF2B5EF4-FFF2-40B4-BE49-F238E27FC236}">
                <a16:creationId xmlns:a16="http://schemas.microsoft.com/office/drawing/2014/main" id="{3BF3C974-44EF-436F-9C3B-D99DB898D53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738">
            <a:extLst xmlns:a="http://schemas.openxmlformats.org/drawingml/2006/main">
              <a:ext uri="{FF2B5EF4-FFF2-40B4-BE49-F238E27FC236}">
                <a16:creationId xmlns:a16="http://schemas.microsoft.com/office/drawing/2014/main" id="{9A8F96C5-E410-469D-A898-A3F6A2198667}"/>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739">
            <a:extLst xmlns:a="http://schemas.openxmlformats.org/drawingml/2006/main">
              <a:ext uri="{FF2B5EF4-FFF2-40B4-BE49-F238E27FC236}">
                <a16:creationId xmlns:a16="http://schemas.microsoft.com/office/drawing/2014/main" id="{6905DF5C-1EE2-4F81-AE51-E4C1C675F6F9}"/>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16</a:t>
            </a:r>
          </a:p>
        </p:txBody>
      </p:sp>
      <p:sp>
        <p:nvSpPr>
          <p:cNvPr id="14" name="text-740">
            <a:extLst xmlns:a="http://schemas.openxmlformats.org/drawingml/2006/main">
              <a:ext uri="{FF2B5EF4-FFF2-40B4-BE49-F238E27FC236}">
                <a16:creationId xmlns:a16="http://schemas.microsoft.com/office/drawing/2014/main" id="{999931CB-7677-435F-B24E-319B3E875DF7}"/>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EDCA7E"/>
                </a:solidFill>
                <a:latin typeface="Tahoma"/>
                <a:ea typeface="Tahoma"/>
                <a:cs typeface="Tahoma"/>
              </a:defRPr>
            </a:pPr>
            <a:r>
              <a:rPr sz="4050" b="1">
                <a:solidFill>
                  <a:srgbClr val="EDCA7E"/>
                </a:solidFill>
                <a:latin typeface="Tahoma"/>
                <a:ea typeface="Tahoma"/>
                <a:cs typeface="Tahoma"/>
              </a:rPr>
              <a:t>islamicaich.salsabeel.ai</a:t>
            </a:r>
          </a:p>
        </p:txBody>
      </p:sp>
      <p:sp>
        <p:nvSpPr>
          <p:cNvPr id="15" name="text-741">
            <a:extLst xmlns:a="http://schemas.openxmlformats.org/drawingml/2006/main">
              <a:ext uri="{FF2B5EF4-FFF2-40B4-BE49-F238E27FC236}">
                <a16:creationId xmlns:a16="http://schemas.microsoft.com/office/drawing/2014/main" id="{B888AF94-1586-46C3-BE07-44FD30ACA863}"/>
              </a:ext>
            </a:extLst>
          </p:cNvPr>
          <p:cNvSpPr>
            <a:spLocks xmlns:a="http://schemas.openxmlformats.org/drawingml/2006/main" noGrp="1"/>
          </p:cNvSpPr>
          <p:nvPr/>
        </p:nvSpPr>
        <p:spPr>
          <a:xfrm xmlns:a="http://schemas.openxmlformats.org/drawingml/2006/main">
            <a:off x="7180580" y="2828925"/>
            <a:ext cx="115672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المجلس</a:t>
            </a:r>
          </a:p>
        </p:txBody>
      </p:sp>
      <p:sp>
        <p:nvSpPr>
          <p:cNvPr id="16" name="text-742">
            <a:extLst xmlns:a="http://schemas.openxmlformats.org/drawingml/2006/main">
              <a:ext uri="{FF2B5EF4-FFF2-40B4-BE49-F238E27FC236}">
                <a16:creationId xmlns:a16="http://schemas.microsoft.com/office/drawing/2014/main" id="{8F8154C2-A03C-46D9-B319-2EE2ACA9AB42}"/>
              </a:ext>
            </a:extLst>
          </p:cNvPr>
          <p:cNvSpPr>
            <a:spLocks xmlns:a="http://schemas.openxmlformats.org/drawingml/2006/main" noGrp="1"/>
          </p:cNvSpPr>
          <p:nvPr/>
        </p:nvSpPr>
        <p:spPr>
          <a:xfrm xmlns:a="http://schemas.openxmlformats.org/drawingml/2006/main">
            <a:off x="6948836"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17" name="text-743">
            <a:extLst xmlns:a="http://schemas.openxmlformats.org/drawingml/2006/main">
              <a:ext uri="{FF2B5EF4-FFF2-40B4-BE49-F238E27FC236}">
                <a16:creationId xmlns:a16="http://schemas.microsoft.com/office/drawing/2014/main" id="{0DA91B8F-B111-4A71-9724-8A97B2E8B001}"/>
              </a:ext>
            </a:extLst>
          </p:cNvPr>
          <p:cNvSpPr>
            <a:spLocks xmlns:a="http://schemas.openxmlformats.org/drawingml/2006/main" noGrp="1"/>
          </p:cNvSpPr>
          <p:nvPr/>
        </p:nvSpPr>
        <p:spPr>
          <a:xfrm xmlns:a="http://schemas.openxmlformats.org/drawingml/2006/main">
            <a:off x="6241466" y="2828925"/>
            <a:ext cx="62821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دليل</a:t>
            </a:r>
          </a:p>
        </p:txBody>
      </p:sp>
      <p:sp>
        <p:nvSpPr>
          <p:cNvPr id="18" name="text-744">
            <a:extLst xmlns:a="http://schemas.openxmlformats.org/drawingml/2006/main">
              <a:ext uri="{FF2B5EF4-FFF2-40B4-BE49-F238E27FC236}">
                <a16:creationId xmlns:a16="http://schemas.microsoft.com/office/drawing/2014/main" id="{79933C2A-F066-4A96-9BD2-34465E1CA081}"/>
              </a:ext>
            </a:extLst>
          </p:cNvPr>
          <p:cNvSpPr>
            <a:spLocks xmlns:a="http://schemas.openxmlformats.org/drawingml/2006/main" noGrp="1"/>
          </p:cNvSpPr>
          <p:nvPr/>
        </p:nvSpPr>
        <p:spPr>
          <a:xfrm xmlns:a="http://schemas.openxmlformats.org/drawingml/2006/main">
            <a:off x="5143825" y="2828925"/>
            <a:ext cx="101848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المحكّم</a:t>
            </a:r>
          </a:p>
        </p:txBody>
      </p:sp>
      <p:sp>
        <p:nvSpPr>
          <p:cNvPr id="19" name="text-745">
            <a:extLst xmlns:a="http://schemas.openxmlformats.org/drawingml/2006/main">
              <a:ext uri="{FF2B5EF4-FFF2-40B4-BE49-F238E27FC236}">
                <a16:creationId xmlns:a16="http://schemas.microsoft.com/office/drawing/2014/main" id="{E1CD4887-B695-456B-9A78-6E63131D0846}"/>
              </a:ext>
            </a:extLst>
          </p:cNvPr>
          <p:cNvSpPr>
            <a:spLocks xmlns:a="http://schemas.openxmlformats.org/drawingml/2006/main" noGrp="1"/>
          </p:cNvSpPr>
          <p:nvPr/>
        </p:nvSpPr>
        <p:spPr>
          <a:xfrm xmlns:a="http://schemas.openxmlformats.org/drawingml/2006/main">
            <a:off x="4912081"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20" name="text-746">
            <a:extLst xmlns:a="http://schemas.openxmlformats.org/drawingml/2006/main">
              <a:ext uri="{FF2B5EF4-FFF2-40B4-BE49-F238E27FC236}">
                <a16:creationId xmlns:a16="http://schemas.microsoft.com/office/drawing/2014/main" id="{61EF1644-C629-4E6B-A9A2-47A1C745A27C}"/>
              </a:ext>
            </a:extLst>
          </p:cNvPr>
          <p:cNvSpPr>
            <a:spLocks xmlns:a="http://schemas.openxmlformats.org/drawingml/2006/main" noGrp="1"/>
          </p:cNvSpPr>
          <p:nvPr/>
        </p:nvSpPr>
        <p:spPr>
          <a:xfrm xmlns:a="http://schemas.openxmlformats.org/drawingml/2006/main">
            <a:off x="3816598" y="2828925"/>
            <a:ext cx="101633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المصادر</a:t>
            </a:r>
          </a:p>
        </p:txBody>
      </p:sp>
      <p:sp>
        <p:nvSpPr>
          <p:cNvPr id="21" name="text-747">
            <a:extLst xmlns:a="http://schemas.openxmlformats.org/drawingml/2006/main">
              <a:ext uri="{FF2B5EF4-FFF2-40B4-BE49-F238E27FC236}">
                <a16:creationId xmlns:a16="http://schemas.microsoft.com/office/drawing/2014/main" id="{254D1011-E9B6-49F4-A42F-08C420E0C613}"/>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78DAC1"/>
                </a:solidFill>
                <a:latin typeface="Tahoma"/>
                <a:ea typeface="Tahoma"/>
                <a:cs typeface="Tahoma"/>
              </a:defRPr>
            </a:pPr>
            <a:r>
              <a:rPr sz="2700" b="0">
                <a:solidFill>
                  <a:srgbClr val="78DAC1"/>
                </a:solidFill>
                <a:latin typeface="Tahoma"/>
                <a:ea typeface="Tahoma"/>
                <a:cs typeface="Tahoma"/>
              </a:rPr>
              <a:t>github.com/Salsabeel-AI/islamicaich</a:t>
            </a:r>
          </a:p>
        </p:txBody>
      </p:sp>
      <p:sp>
        <p:nvSpPr>
          <p:cNvPr id="22" name="text-748">
            <a:extLst xmlns:a="http://schemas.openxmlformats.org/drawingml/2006/main">
              <a:ext uri="{FF2B5EF4-FFF2-40B4-BE49-F238E27FC236}">
                <a16:creationId xmlns:a16="http://schemas.microsoft.com/office/drawing/2014/main" id="{07E38703-B21D-42BC-876F-56474AAE3DCE}"/>
              </a:ext>
            </a:extLst>
          </p:cNvPr>
          <p:cNvSpPr>
            <a:spLocks xmlns:a="http://schemas.openxmlformats.org/drawingml/2006/main" noGrp="1"/>
          </p:cNvSpPr>
          <p:nvPr/>
        </p:nvSpPr>
        <p:spPr>
          <a:xfrm xmlns:a="http://schemas.openxmlformats.org/drawingml/2006/main">
            <a:off x="8342417" y="4829175"/>
            <a:ext cx="5974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الكود</a:t>
            </a:r>
          </a:p>
        </p:txBody>
      </p:sp>
      <p:sp>
        <p:nvSpPr>
          <p:cNvPr id="23" name="text-749">
            <a:extLst xmlns:a="http://schemas.openxmlformats.org/drawingml/2006/main">
              <a:ext uri="{FF2B5EF4-FFF2-40B4-BE49-F238E27FC236}">
                <a16:creationId xmlns:a16="http://schemas.microsoft.com/office/drawing/2014/main" id="{9D035AD9-5BEC-411B-BB91-14A080EBE61A}"/>
              </a:ext>
            </a:extLst>
          </p:cNvPr>
          <p:cNvSpPr>
            <a:spLocks xmlns:a="http://schemas.openxmlformats.org/drawingml/2006/main" noGrp="1"/>
          </p:cNvSpPr>
          <p:nvPr/>
        </p:nvSpPr>
        <p:spPr>
          <a:xfrm xmlns:a="http://schemas.openxmlformats.org/drawingml/2006/main">
            <a:off x="7057034" y="4829175"/>
            <a:ext cx="12181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والمعمارية</a:t>
            </a:r>
          </a:p>
        </p:txBody>
      </p:sp>
      <p:sp>
        <p:nvSpPr>
          <p:cNvPr id="24" name="text-750">
            <a:extLst xmlns:a="http://schemas.openxmlformats.org/drawingml/2006/main">
              <a:ext uri="{FF2B5EF4-FFF2-40B4-BE49-F238E27FC236}">
                <a16:creationId xmlns:a16="http://schemas.microsoft.com/office/drawing/2014/main" id="{0886EAC2-8887-44B7-88EF-B6CA0F43F210}"/>
              </a:ext>
            </a:extLst>
          </p:cNvPr>
          <p:cNvSpPr>
            <a:spLocks xmlns:a="http://schemas.openxmlformats.org/drawingml/2006/main" noGrp="1"/>
          </p:cNvSpPr>
          <p:nvPr/>
        </p:nvSpPr>
        <p:spPr>
          <a:xfrm xmlns:a="http://schemas.openxmlformats.org/drawingml/2006/main">
            <a:off x="6214802" y="4829175"/>
            <a:ext cx="7749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والأدلة</a:t>
            </a:r>
          </a:p>
        </p:txBody>
      </p:sp>
      <p:sp>
        <p:nvSpPr>
          <p:cNvPr id="25" name="text-751">
            <a:extLst xmlns:a="http://schemas.openxmlformats.org/drawingml/2006/main">
              <a:ext uri="{FF2B5EF4-FFF2-40B4-BE49-F238E27FC236}">
                <a16:creationId xmlns:a16="http://schemas.microsoft.com/office/drawing/2014/main" id="{6E75851E-6BFE-448F-BCEA-831E2163F115}"/>
              </a:ext>
            </a:extLst>
          </p:cNvPr>
          <p:cNvSpPr>
            <a:spLocks xmlns:a="http://schemas.openxmlformats.org/drawingml/2006/main" noGrp="1"/>
          </p:cNvSpPr>
          <p:nvPr/>
        </p:nvSpPr>
        <p:spPr>
          <a:xfrm xmlns:a="http://schemas.openxmlformats.org/drawingml/2006/main">
            <a:off x="5602926" y="4829175"/>
            <a:ext cx="544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وخط</a:t>
            </a:r>
          </a:p>
        </p:txBody>
      </p:sp>
      <p:sp>
        <p:nvSpPr>
          <p:cNvPr id="26" name="text-752">
            <a:extLst xmlns:a="http://schemas.openxmlformats.org/drawingml/2006/main">
              <a:ext uri="{FF2B5EF4-FFF2-40B4-BE49-F238E27FC236}">
                <a16:creationId xmlns:a16="http://schemas.microsoft.com/office/drawing/2014/main" id="{9D3D00E9-06B4-49F7-8E90-F5D46BD41700}"/>
              </a:ext>
            </a:extLst>
          </p:cNvPr>
          <p:cNvSpPr>
            <a:spLocks xmlns:a="http://schemas.openxmlformats.org/drawingml/2006/main" noGrp="1"/>
          </p:cNvSpPr>
          <p:nvPr/>
        </p:nvSpPr>
        <p:spPr>
          <a:xfrm xmlns:a="http://schemas.openxmlformats.org/drawingml/2006/main">
            <a:off x="4548488" y="4829175"/>
            <a:ext cx="98719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الأساس</a:t>
            </a:r>
          </a:p>
        </p:txBody>
      </p:sp>
      <p:sp>
        <p:nvSpPr>
          <p:cNvPr id="27" name="text-753">
            <a:extLst xmlns:a="http://schemas.openxmlformats.org/drawingml/2006/main">
              <a:ext uri="{FF2B5EF4-FFF2-40B4-BE49-F238E27FC236}">
                <a16:creationId xmlns:a16="http://schemas.microsoft.com/office/drawing/2014/main" id="{F7E8C3CB-0A8B-4BCC-9B3A-7236FA2A849C}"/>
              </a:ext>
            </a:extLst>
          </p:cNvPr>
          <p:cNvSpPr>
            <a:spLocks xmlns:a="http://schemas.openxmlformats.org/drawingml/2006/main" noGrp="1"/>
          </p:cNvSpPr>
          <p:nvPr/>
        </p:nvSpPr>
        <p:spPr>
          <a:xfrm xmlns:a="http://schemas.openxmlformats.org/drawingml/2006/main">
            <a:off x="4049436" y="4829175"/>
            <a:ext cx="4318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بين</a:t>
            </a:r>
          </a:p>
        </p:txBody>
      </p:sp>
      <p:sp>
        <p:nvSpPr>
          <p:cNvPr id="28" name="text-754">
            <a:extLst xmlns:a="http://schemas.openxmlformats.org/drawingml/2006/main">
              <a:ext uri="{FF2B5EF4-FFF2-40B4-BE49-F238E27FC236}">
                <a16:creationId xmlns:a16="http://schemas.microsoft.com/office/drawing/2014/main" id="{D3E00AD0-81EF-453F-9618-6D8164C5E118}"/>
              </a:ext>
            </a:extLst>
          </p:cNvPr>
          <p:cNvSpPr>
            <a:spLocks xmlns:a="http://schemas.openxmlformats.org/drawingml/2006/main" noGrp="1"/>
          </p:cNvSpPr>
          <p:nvPr/>
        </p:nvSpPr>
        <p:spPr>
          <a:xfrm xmlns:a="http://schemas.openxmlformats.org/drawingml/2006/main">
            <a:off x="3214072" y="4829175"/>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أيديكم</a:t>
            </a:r>
          </a:p>
        </p:txBody>
      </p:sp>
    </p:spTree>
    <p:extLst>
      <p:ext uri="{BB962C8B-B14F-4D97-AF65-F5344CB8AC3E}">
        <p14:creationId xmlns:p14="http://schemas.microsoft.com/office/powerpoint/2010/main" val="6263384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2026-10-06T16:51:57.4440000Z</dcterms:created>
  <dcterms:modified xsi:type="dcterms:W3CDTF">2026-10-06T16:51:57.4440000Z</dcterms:modified>
</coreProperties>
</file>