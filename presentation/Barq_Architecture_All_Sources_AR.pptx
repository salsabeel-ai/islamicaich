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0701f319ed4649" /><Relationship Type="http://schemas.openxmlformats.org/officeDocument/2006/relationships/extended-properties" Target="/docProps/app.xml" Id="R279cf382bded44f1" /><Relationship Type="http://schemas.openxmlformats.org/officeDocument/2006/relationships/officeDocument" Target="/ppt/presentation.xml" Id="R80a5adad9478460b" /></Relationships>
</file>

<file path=ppt/presentation.xml><?xml version="1.0" encoding="utf-8"?>
<p:presentation xmlns:p="http://schemas.openxmlformats.org/presentationml/2006/main">
  <p:sldMasterIdLst>
    <p:sldMasterId xmlns:r="http://schemas.openxmlformats.org/officeDocument/2006/relationships" id="2147483648" r:id="Rc28d0cce83ac487b"/>
  </p:sldMasterIdLst>
  <p:notesMasterIdLst>
    <p:notesMasterId xmlns:r="http://schemas.openxmlformats.org/officeDocument/2006/relationships" r:id="R9e9e1c32f0204412"/>
  </p:notesMasterIdLst>
  <p:sldIdLst>
    <p:sldId xmlns:r="http://schemas.openxmlformats.org/officeDocument/2006/relationships" id="256" r:id="R624ba5372faf4c1a"/>
    <p:sldId xmlns:r="http://schemas.openxmlformats.org/officeDocument/2006/relationships" id="257" r:id="R8294f756e91a42f6"/>
    <p:sldId xmlns:r="http://schemas.openxmlformats.org/officeDocument/2006/relationships" id="258" r:id="Ra02d6d36f62c453d"/>
    <p:sldId xmlns:r="http://schemas.openxmlformats.org/officeDocument/2006/relationships" id="259" r:id="Rdf2d4819bd734370"/>
    <p:sldId xmlns:r="http://schemas.openxmlformats.org/officeDocument/2006/relationships" id="260" r:id="R19ff910abdce4480"/>
    <p:sldId xmlns:r="http://schemas.openxmlformats.org/officeDocument/2006/relationships" id="261" r:id="R20de6d43e62b4d5c"/>
    <p:sldId xmlns:r="http://schemas.openxmlformats.org/officeDocument/2006/relationships" id="262" r:id="Rea4050aaedcd4696"/>
    <p:sldId xmlns:r="http://schemas.openxmlformats.org/officeDocument/2006/relationships" id="263" r:id="Rd9468536f093475a"/>
    <p:sldId xmlns:r="http://schemas.openxmlformats.org/officeDocument/2006/relationships" id="264" r:id="R075a63bf298945c7"/>
    <p:sldId xmlns:r="http://schemas.openxmlformats.org/officeDocument/2006/relationships" id="265" r:id="Ra5a6047439cc484c"/>
    <p:sldId xmlns:r="http://schemas.openxmlformats.org/officeDocument/2006/relationships" id="266" r:id="R7672c0cdcde4498c"/>
    <p:sldId xmlns:r="http://schemas.openxmlformats.org/officeDocument/2006/relationships" id="267" r:id="R804c703a3ea84465"/>
    <p:sldId xmlns:r="http://schemas.openxmlformats.org/officeDocument/2006/relationships" id="268" r:id="Rab5871bd87704e9f"/>
    <p:sldId xmlns:r="http://schemas.openxmlformats.org/officeDocument/2006/relationships" id="269" r:id="Rb7e8256e6cc74e6e"/>
    <p:sldId xmlns:r="http://schemas.openxmlformats.org/officeDocument/2006/relationships" id="270" r:id="Rd7e7b8ed082d4095"/>
    <p:sldId xmlns:r="http://schemas.openxmlformats.org/officeDocument/2006/relationships" id="271" r:id="R5da6b7a4e2ad4be8"/>
    <p:sldId xmlns:r="http://schemas.openxmlformats.org/officeDocument/2006/relationships" id="272" r:id="Ree472be309fa4478"/>
    <p:sldId xmlns:r="http://schemas.openxmlformats.org/officeDocument/2006/relationships" id="273" r:id="R7a8c3b45a4be4377"/>
    <p:sldId xmlns:r="http://schemas.openxmlformats.org/officeDocument/2006/relationships" id="274" r:id="R8cf59d2f96df4bfa"/>
    <p:sldId xmlns:r="http://schemas.openxmlformats.org/officeDocument/2006/relationships" id="275" r:id="Rff65df78be67447b"/>
    <p:sldId xmlns:r="http://schemas.openxmlformats.org/officeDocument/2006/relationships" id="276" r:id="R3aff4b80599c46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8e4a51efb345d6" /><Relationship Type="http://schemas.openxmlformats.org/officeDocument/2006/relationships/slideMaster" Target="/ppt/slideMasters/slideMaster1.xml" Id="Rc28d0cce83ac487b" /><Relationship Type="http://schemas.openxmlformats.org/officeDocument/2006/relationships/notesMaster" Target="/ppt/notesMasters/notesMaster1.xml" Id="R9e9e1c32f0204412" /><Relationship Type="http://schemas.openxmlformats.org/officeDocument/2006/relationships/presProps" Target="/ppt/presProps.xml" Id="R3dbaa7f667e34e1d" /><Relationship Type="http://schemas.openxmlformats.org/officeDocument/2006/relationships/tableStyles" Target="/ppt/tableStyles.xml" Id="Rcb1da87fe2924bda" /><Relationship Type="http://schemas.openxmlformats.org/officeDocument/2006/relationships/slide" Target="/ppt/slides/slide1.xml" Id="R624ba5372faf4c1a" /><Relationship Type="http://schemas.openxmlformats.org/officeDocument/2006/relationships/slide" Target="/ppt/slides/slide2.xml" Id="R8294f756e91a42f6" /><Relationship Type="http://schemas.openxmlformats.org/officeDocument/2006/relationships/slide" Target="/ppt/slides/slide3.xml" Id="Ra02d6d36f62c453d" /><Relationship Type="http://schemas.openxmlformats.org/officeDocument/2006/relationships/slide" Target="/ppt/slides/slide4.xml" Id="Rdf2d4819bd734370" /><Relationship Type="http://schemas.openxmlformats.org/officeDocument/2006/relationships/slide" Target="/ppt/slides/slide5.xml" Id="R19ff910abdce4480" /><Relationship Type="http://schemas.openxmlformats.org/officeDocument/2006/relationships/slide" Target="/ppt/slides/slide6.xml" Id="R20de6d43e62b4d5c" /><Relationship Type="http://schemas.openxmlformats.org/officeDocument/2006/relationships/slide" Target="/ppt/slides/slide7.xml" Id="Rea4050aaedcd4696" /><Relationship Type="http://schemas.openxmlformats.org/officeDocument/2006/relationships/slide" Target="/ppt/slides/slide8.xml" Id="Rd9468536f093475a" /><Relationship Type="http://schemas.openxmlformats.org/officeDocument/2006/relationships/slide" Target="/ppt/slides/slide9.xml" Id="R075a63bf298945c7" /><Relationship Type="http://schemas.openxmlformats.org/officeDocument/2006/relationships/slide" Target="/ppt/slides/slide10.xml" Id="Ra5a6047439cc484c" /><Relationship Type="http://schemas.openxmlformats.org/officeDocument/2006/relationships/slide" Target="/ppt/slides/slide11.xml" Id="R7672c0cdcde4498c" /><Relationship Type="http://schemas.openxmlformats.org/officeDocument/2006/relationships/slide" Target="/ppt/slides/slide12.xml" Id="R804c703a3ea84465" /><Relationship Type="http://schemas.openxmlformats.org/officeDocument/2006/relationships/slide" Target="/ppt/slides/slide13.xml" Id="Rab5871bd87704e9f" /><Relationship Type="http://schemas.openxmlformats.org/officeDocument/2006/relationships/slide" Target="/ppt/slides/slide14.xml" Id="Rb7e8256e6cc74e6e" /><Relationship Type="http://schemas.openxmlformats.org/officeDocument/2006/relationships/slide" Target="/ppt/slides/slide15.xml" Id="Rd7e7b8ed082d4095" /><Relationship Type="http://schemas.openxmlformats.org/officeDocument/2006/relationships/slide" Target="/ppt/slides/slide16.xml" Id="R5da6b7a4e2ad4be8" /><Relationship Type="http://schemas.openxmlformats.org/officeDocument/2006/relationships/slide" Target="/ppt/slides/slide17.xml" Id="Ree472be309fa4478" /><Relationship Type="http://schemas.openxmlformats.org/officeDocument/2006/relationships/slide" Target="/ppt/slides/slide18.xml" Id="R7a8c3b45a4be4377" /><Relationship Type="http://schemas.openxmlformats.org/officeDocument/2006/relationships/slide" Target="/ppt/slides/slide19.xml" Id="R8cf59d2f96df4bfa" /><Relationship Type="http://schemas.openxmlformats.org/officeDocument/2006/relationships/slide" Target="/ppt/slides/slide20.xml" Id="Rff65df78be67447b" /><Relationship Type="http://schemas.openxmlformats.org/officeDocument/2006/relationships/slide" Target="/ppt/slides/slide21.xml" Id="R3aff4b80599c46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eb981f9a0d41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36edd29bf24f38" /><Relationship Type="http://schemas.openxmlformats.org/officeDocument/2006/relationships/notesMaster" Target="/ppt/notesMasters/notesMaster1.xml" Id="Rac0c57de76e042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d66273c6cf4db3" /><Relationship Type="http://schemas.openxmlformats.org/officeDocument/2006/relationships/notesMaster" Target="/ppt/notesMasters/notesMaster1.xml" Id="Rf72aad65add045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ae019fc15d4f84" /><Relationship Type="http://schemas.openxmlformats.org/officeDocument/2006/relationships/notesMaster" Target="/ppt/notesMasters/notesMaster1.xml" Id="R36ed266e8b3146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dd45abb902450b" /><Relationship Type="http://schemas.openxmlformats.org/officeDocument/2006/relationships/notesMaster" Target="/ppt/notesMasters/notesMaster1.xml" Id="R3c92d186d0d345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8fdfee6b9f4bcf" /><Relationship Type="http://schemas.openxmlformats.org/officeDocument/2006/relationships/notesMaster" Target="/ppt/notesMasters/notesMaster1.xml" Id="R48f318f094a944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c9186ff4bc4d20" /><Relationship Type="http://schemas.openxmlformats.org/officeDocument/2006/relationships/notesMaster" Target="/ppt/notesMasters/notesMaster1.xml" Id="Re5e8661025a147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1909a896c94f8f" /><Relationship Type="http://schemas.openxmlformats.org/officeDocument/2006/relationships/notesMaster" Target="/ppt/notesMasters/notesMaster1.xml" Id="R054feb1fcf3d48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cebb120592412d" /><Relationship Type="http://schemas.openxmlformats.org/officeDocument/2006/relationships/notesMaster" Target="/ppt/notesMasters/notesMaster1.xml" Id="R016c598631fe4a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664f4be1bb4757" /><Relationship Type="http://schemas.openxmlformats.org/officeDocument/2006/relationships/notesMaster" Target="/ppt/notesMasters/notesMaster1.xml" Id="R01f20c6627764c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8df6c5b82f45f0" /><Relationship Type="http://schemas.openxmlformats.org/officeDocument/2006/relationships/notesMaster" Target="/ppt/notesMasters/notesMaster1.xml" Id="R5819359b7b2641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01706a64e240d5" /><Relationship Type="http://schemas.openxmlformats.org/officeDocument/2006/relationships/notesMaster" Target="/ppt/notesMasters/notesMaster1.xml" Id="Rd9f4061c8f2d42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7c9c748d994aeb" /><Relationship Type="http://schemas.openxmlformats.org/officeDocument/2006/relationships/notesMaster" Target="/ppt/notesMasters/notesMaster1.xml" Id="R65eff2fc47fc40e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1e4378b11b45b4" /><Relationship Type="http://schemas.openxmlformats.org/officeDocument/2006/relationships/notesMaster" Target="/ppt/notesMasters/notesMaster1.xml" Id="R4955efbc7a1f4f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b25bd6b6fa47a1" /><Relationship Type="http://schemas.openxmlformats.org/officeDocument/2006/relationships/notesMaster" Target="/ppt/notesMasters/notesMaster1.xml" Id="Rea5919185c924c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64a716f54245b9" /><Relationship Type="http://schemas.openxmlformats.org/officeDocument/2006/relationships/notesMaster" Target="/ppt/notesMasters/notesMaster1.xml" Id="Rdf6ce1f4671143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5831d64f224008" /><Relationship Type="http://schemas.openxmlformats.org/officeDocument/2006/relationships/notesMaster" Target="/ppt/notesMasters/notesMaster1.xml" Id="R9a3449502f434b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5c4e7f17b34616" /><Relationship Type="http://schemas.openxmlformats.org/officeDocument/2006/relationships/notesMaster" Target="/ppt/notesMasters/notesMaster1.xml" Id="R87e328fc45bd4ca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b9e76984e054124" /><Relationship Type="http://schemas.openxmlformats.org/officeDocument/2006/relationships/notesMaster" Target="/ppt/notesMasters/notesMaster1.xml" Id="R37fcbff6dbe242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820ffdea5444fc2" /><Relationship Type="http://schemas.openxmlformats.org/officeDocument/2006/relationships/notesMaster" Target="/ppt/notesMasters/notesMaster1.xml" Id="R8dbd3f5f42ae47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c8555f0bfc44ec1" /><Relationship Type="http://schemas.openxmlformats.org/officeDocument/2006/relationships/notesMaster" Target="/ppt/notesMasters/notesMaster1.xml" Id="Rd6d6f3eb8f20403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feb51ea6ef4f68" /><Relationship Type="http://schemas.openxmlformats.org/officeDocument/2006/relationships/notesMaster" Target="/ppt/notesMasters/notesMaster1.xml" Id="R1ddb737f298f48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الاسم المسجل: برق: الذكاء العربي الموثّق لخدمة المعرفة الإسلامية. مجلس سلسبيل اسم تجربة الاستخدام الحالية. المصدر: README.md ودليل المجلس https://islamicaich.salsabeel.ai/judge-guide.html . الادعاء بامتلاك الأوزان يخص برق الفتى، ولا يمتد إلى كل اعتماد في شخصيتي لينة وقبس. زمن عرض مقترح 10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المشهد البصري من الفيلم المعتمد R10 العلماء صور توضيحية لا صور تاريخية فوتوغرافية. الخوارزمي: الجبر ابن الهيثم: البحث التجريبي. لا ندّعي اختراع جميع العلوم أو تشبيهًا تقنيًا يثبت جودة النموذج. مصدر المشهد: media/source/picture.mp4 عند الثانية10. الصورة الأصلية محفوظة كاملة داخل PowerPoint؛ قص عرض أصلي يستبعد الشريطين الكحليين من الصورة. النصوص التوضيحية عناصر قابلة للتحرير بألوان المجلس. زمن عرض مقترح 15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سؤال من المرجعية. لقطة فعلية من المجلس الرئيسي في6أكتوبر بعد تثبيت النسخة. أجاب الفتى في4.9ث في هذه العينة وفتح مرجع الجمهرة92923 وطابق نصه. هذه عينة منتقاة لا نسبة دقة عامة. المصدر https://islamic-content.com/post/92923 . evidence/screenshots/council-kaaba-answer.png وcouncil-kaaba-source-text.png. زمن عرض مقترح 20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لقطة حقيقية من المجلس الرئيسي بعد تثبيت نسخة6أكتوبر. https://islamicaich.salsabeel.ai/README.md . الفتى نموذج سيادي، ولينة وقبس تجربتان تستخدمان أدوات سلسبيل مع اعتماداتهما المعلنة. لا يثبت هذا المشهد جودة جميع الأجوبة. زمن عرض مقترح 15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دليل المجلس ودليل المستخدم docs/USER_GUIDE_AR.md. الاختيار من البطاقة أو قائمة تحدّث مع. السؤال المقترح يرسل مباشرة. أدوات الكتابة والاختيار تعطل أثناء الطلب لمنع التكرار. المصادر تبدأ بالظهور عند اكتمال الرد النهائي. زمن عرض مقترح 15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لقطة إنتاج حقيقية لقارئ الطبري في جواب الحجرات11 يوم6أكتوبر. https://islamicaich.salsabeel.ai/judge-guide.html . تغيير الشخصية يستعيد محادثتها الحالية أثناء بقاء الصفحة. الإحالة المعروفة ترسل السؤال الأصلي فقط؛ لا تنقل كامل التاريخ. زمن عرض مقترح 15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مخطط مفاهيمي من architecture/README.md. المجلس يدير اختيار الشخصية والسياق والبث والمصادر. برق الفتى نموذج سلسبيل السيادي. لينة وقبس تستخدمان أدوات سلسبيل واعتمادات إضافية، فلا تنطبق عليهما دعوى امتلاك كل الأوزان. مزود الخدمة منفصل عن كود واجهة التحدي. زمن عرض مقترح 15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مخطط توضيحي مشتق من الشيفرة الحالية، وليس تتبعًا لكل طلب. راجعت mentors-briefing#3 ثم barqfata_pipeline.py: route_by_reasoning وmux_answer_staged و_answer_atomic_task، وbarqfata_proxy.py: _iter_answer و_finalize_atomic_contract_core. المسارات الصريحة والألعاب والحسابات والنصوص المخزنة الموثقة لا تستلزم RB أو مراجعًا خارجيًا. RB يُستدعى في مواضع التباس المعنى والطلب؛ التقسيم والسياق ينفذهما المشغّل. RAG والأدوات بحسب النوع. NMN يضبط هوية النقل في مساراته، وليس مراجعة دلالية شاملة لكل جواب. FB طبقة صياغة مشروطة ولا يغيّر النص المملوك لقارئ المصدر. للشعر فرع PB متخصص موضح في الشريحة التالية. شخصيتا لينة وقبس في server.mjs وruntime.mjs لهما نموذج وأدوات MCP وقيود مصدر ومراجعة إضافية؛ لا تمران آليًا بمحوّلات الفتى. المصدر العام للمخطط المرجعي https://islamicaich.salsabeel.ai/reports/mentors-briefing#3 . البصمات ومواضع الشيفرة محفوظة في تقرير المراجعة المحلي دون نشر إعدادات أو أسرار. زمن عرض مقترح 25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الإعداد خارج الطلب: تخصيص SFT/LoRA ثم تقييم وقبول قبل توصيل المحوّل. فحص قراءة فقط لـhealth خدمة الفتى أظهر rb_v13 وfb_v2 وpb_v3 محمّلة، إضافة إلى rb_v6 وpb_v2 كإصدارات محفوظة؛ لا ندّعي استدعاء الجميع في كل طلب. rb_switch.json يعيّن rb_v13، voice_switch.json يعيّن fb_v2 دون سؤال المستخدم. RB لفهم الطلب/إطاره، FB صياغة من Golden source مع ضبط النقل، PB توليد الشعر مع قيد القالب وفحص العروض؛ ليس PB مصدر أحكام. مرجع barqfata_proxy.py:_voice_dispatch/_fb1_voice_v4، barqfata_pipeline.py:_reasoning_b1_canonicalize/_reasoning_b1_intent/_pb1_poetry_admin_canary/_meter_id_try. SB هو دور تفكيك الطلب في برنامج التصنيع؛ لم يُثبت فحصنا محوّل SB محمّلًا لذلك لا نعرضه كمرحلة عصبية منشورة. التقنية: Node.js للخادم وHTML/CSS/JavaScript للواجهة وعناصر React للعرض، SSE للبث، Python للربط، أدوات MCP المكتوبة بـC#/.NET، SQL Server للاسترجاع المنظم والفهارس، وtext-embedding-3-small في إيصال التضمين. شخصيتا لينة وقبس تستخدمان واجهات نماذج مهيأة عبر Azure؛ لم نستخدم API خارجيًا لإثبات صحة أجوبة هذه الشريحة. المصادر https://github.com/Salsabeel-AI/islamicaich/tree/main/data-cards وhttps://github.com/Salsabeel-AI/islamicaich/blob/main/architecture/README.md . زمن عرض مقترح 25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استلهمنا من حفظ الإمام البخاري ودقة ضبطه الفصل بين هوية النص ونقله وشرحه. لقطة حية من المجلس الرئيسي بتاريخ6أكتوبر2026: استكمل الفتى النحل90 في2.3ث في هذه العينة. evidence/screenshots/council-nmn-current.png . اللقطة تثبت استكمال النص وموضعه، ولا تثبت وحدها كل مكونات طلب البراءة أو اجتياز كل صياغات التصحيح. زمن عرض مقترح 20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لقطة حية من المجلس الرئيسي بتاريخ6أكتوبر2026 لسؤال ما الفرق بين النفس والروح، بزمن4.1ث لهذه العينة. evidence/screenshots/council-adjacency-current.png . اللقطة تمرير حقيقي إلى قسم البصمة الفارقة، وتخص الدعوى هذا القسم فقط. بقي خطأ الوزن الصرفي فعّل في جزء سابق من الجواب الكامل خارج المشهد؛ لا ندّعي إصلاحه أو صحة كامل الجواب. البحث سابق للتحدي https://barq.salsabeel.ai/public/reports/barq-findings-public-ar-2026-07-07.html . قوة الاقتران إحصائية وليست حكمًا قطعيًا. زمن عرض مقترح 20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مقارنة وظيفية معلنة ببديلين محددين: توليد تتمة من السؤال فقط، وعدّ لفظ منفرد. ليست تجربة مضبوطة لتعطيل NMN أو دليل أفضلية أداء على نموذج آخر. دليل العينة الحالية evidence/current-tools-20261006.json؛ منهج الإعادة في docs/INNOVATION_AR.md. NMN ضبط الاستشهادات بذاكرة نصية متعددة السياسات: طلب SA1020268774 مسجل بحسب سجل المالك، والمنصة طلب مستقل SA1020261862؛ لا ادعاء منح أو تحقق مستقل من السجل الرسمي. تقرير المتجاور https://barq.salsabeel.ai/public/reports/quran-adjacency-discovery-ar.html بحث منشور من المالك لا ادعاء تحكيم أكاديمي. هذه أصول سابقة للتحدي، والإضافة دمجها في تجربة المشاركة. زمن عرض مقترح 20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لقطة حية من المجلس الرئيسي بتاريخ6أكتوبر2026. مسألة تعليمية لزوجة وابن وبنتين وصافي تركة240000ريال. أجابت العينة في1.5ث: للزوجة30000 وللابن105000 ولكل بنت52500. الصورة من عرض المتصفح الواسع دون تغيير CSS أو المحتوى. ليست فتوى لحالة شخصية أو إثباتًا لكل مسائل الفرائض. evidence/screenshots/council-inheritance-current.png . زمن عرض مقترح 10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data-cards/rag/embedding-receipt.json index-receipt.json وretrieval-experiment.json بيانات تضمين وفهرسة سابقة للتحدي. text-embedding-3-small اعتماد خارجي. data-cards/sft/provenance.json وresults.json. الأرقام ليست دقة إجابات SFT مرشح محدود الاستخدام وتراجعاته معلنة. زمن عرض مقترح 15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جرد من إيصال all-sites-data-audit.json المؤرخ 2026-10-03T14:11:11Z، مرتبط بإيصال final-table-cutover-receipt.json committed_and_independently_verified. الجدول النهائي للشواهد الخارجية فيه21312سجلًا:13888الدرر،6456الجمهرة،794المستودع الدعوي،174الموسوعة القرآنية. الأعداد وحدات شواهد وليست بالضرورة صفحات كاملة مميزة، وليست الكتب في أطلس ولا إجمالي4.27مليون سجل. هذه لقطة مؤرخة لا فحص حي جديد أو قبول لكل جواب. ظهرت حالة واحدة غير مؤهلة للقارئ في تدقيق البيانات. إسلام ويب ومِقْرأ موثقان بعينات وروابط دون جرد كامل هنا. المراجع https://dorar.net/ https://islamic-content.com/ https://dawa.center/ https://quranpedia.net/ https://www.islamweb.org/ https://miqrawajiz.netlify.app/ . سجل المصادر المصحح وأدلة نطاقه مرفقان بالتسليم. زمن عرض مقترح 20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فهرس كتب الدعوة في أطلس library314:7914سجل كتاب ورابط صفحة أصلية، مثبت بإيصالات تحميل1أكتوبر2026وتعريفات Manuscripts/data/index.json وAtlas/data/index.json. لم تنزل الكتب في هذا التحميل؛ صفوف الملفات روابط ويب بصفر بايت. الشاملة library299:8589سجل ملف/رابط في تعريفات الأطلس، مع8506كتاب قانوني في حقل مستقل؛ لا نجمع المقامين أو نصف العدد بأنه كتب فريدة. بينات https://dawa.center/file/7937 مرجع رسمي مسمى: البيانات الوصفية مثبتة، والإيصال الخاص لا يثبت إدخال متن الكتاب. مجمع الملك فهد مرجع رسمي مذكور بالاسم في المرجعيةص3؛ الموقع الرسميhttps://qurancomplex.gov.sa/ ولا ندعي أنه مصدر استيعاب جديد. Quran.com رابط عرض وصوت موثق في مواد العرض، لا مصدر موجة التضمين المذكورة. بوابة المطورينhttps://barq.salsabeel.ai/developers/?lang=ar لتعليمات المفتاح؛ تجربة المجلس لا تحتاج مفتاح زائر. مصادر RAG وشواهدها منفصلة عن فهارس أطلس وعن أمثلة SFT. زمن عرض مقترح 20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العمود الأيمن الروابط الخمسة المسماة من الدرر في المرجعية.pdfص3-4:tafseer/hadith/aqeeda/feqhia/history. العمود الأيسر أقسام أخرى ظهرت سجلاتها في تجربة الاسترجاع المنشورة data-cards/rag/retrieval-experiment.json:alakhlaq(P01),aadab(P08),qfiqhia(P29),osolfeqh(P39),frq(P40). ليست هذه الأسماء الخمسة الإضافية قائمة اعتماد رسمية جديدة، ولا يثبت وجود نتيجة اكتمال تغطية القسم أو صحة الجواب. معجم الجمهرة https://islamic-content.com/dictionary مسمى في المرجعيةص4وظهر في تجربة الاسترجاع. سجل المصادر العام https://github.com/Salsabeel-AI/islamicaich/blob/main/docs/SOURCES_AR.md . زمن عرض مقترح 20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الفئة من التسجيل: طالب المعرفة والباحث والمعرّف بالإسلام. الحاجة: جواب واضح يصل إلى النص الذي يسنده. العينة الحالية للكعبة فتحت مصدر الجمهرة92923 وطابق النص؛ هذه مشاهدة مهمة وليست دراسة مستخدمين. لم تقاس بعد نسبة إتمام المهمة لدى الفئة أو مقدار خفض زمن التحقق. مقاييس التجربة التالية: إتمام السؤال وفتح المصدر وفهم حدود الجواب وصحة الإحالة. النموذج والخدمات والبحث سابقة للتحدي؛ إضافة4–6أكتوبر هي دمج المجلس والشخصيات والبث والمراجع والإحالة والأدلة. challenge/README.md وchallenge/baseline/manifest.json. زمن عرض مقترح 15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اختر برق الفتى في المجلس الرئيسي. كرر الأسئلة الثلاثة في محادثات جديدة وسجل النص والزمن والمصدر وكل إخفاق، لا أفضل المحاولات فقط. النتائج هنا عينات مفردة في6أكتوبر وليست متوسطًا أو نسبة نجاح. الكعبة:4.9ث والمصدر92923 فتح وطوبق. النحل90:2.3ث. النفس والروح:4.1ث ونطاق الدليل القسم الإحصائي؛ خطأ الوزن فعّل قائم خارج هذا القسم. إيصال النسخة الثابتة:368اختبارًا محليًا و60فحص تشغيل و28فحصًا عامًا. هذه أعداد تشغيل لا دقة علمية. evidence/current-tools-20261006.json وevidence/council-captures.json. زمن عرض مقترح 20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المصدر العام للأحجام والأدوار ومسار التوسع https://barq.salsabeel.ai/public/reports/barq-master-roadmap-ar.html . النسخة العامة V3 المنشورة بتاريخ27سبتمبر2026 تذكر الفتى1.5B ثم الشاب7B والمجتهد21B والعالم51B. هذه أهداف تطوير مستقبلية وليست نماذج معلنة الإطلاق أو نتائج أداء مقاسة. تبقى كل مرحلة مشروطة بقياس الجودة والأثر ومراجعة المختص. زمن عرض مقترح 15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الرابط الرئيسي للمجلس الثابت. دليل المحكم https://islamicaich.salsabeel.ai/judge-guide.html . الكود والبيانات المسموح بها والأدلة في المستودع العام. مواد العرض توضح نطاق الجاهزية ولا تثبت صحة جميع الأجوبة. زمن عرض مقترح 10 ثانية للنسخة الموسعة؛ يمكن استخدام الشرائح التقنية مرجعًا للأسئلة لتناسب زمن العرض المخصص.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509a4a7f914b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842fb9031945aa" /><Relationship Type="http://schemas.openxmlformats.org/officeDocument/2006/relationships/slideLayout" Target="/ppt/slideLayouts/slideLayout1.xml" Id="Rf6391d93654c4d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391d93654c4d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3a7682f4854cc3" /><Relationship Type="http://schemas.openxmlformats.org/officeDocument/2006/relationships/notesSlide" Target="/ppt/notesSlides/notesSlide1.xml" Id="R0afb70649a0640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24f3d9e2d14596" /><Relationship Type="http://schemas.openxmlformats.org/officeDocument/2006/relationships/image" Target="/ppt/media/image.png" Id="R1dfb83bcbc3e4185" /><Relationship Type="http://schemas.openxmlformats.org/officeDocument/2006/relationships/notesSlide" Target="/ppt/notesSlides/notesSlide2.xml" Id="Rb5eeda71dee045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3455e0d385426e" /><Relationship Type="http://schemas.openxmlformats.org/officeDocument/2006/relationships/image" Target="/ppt/media/image.jpeg" Id="R8971be23a1d344f1" /><Relationship Type="http://schemas.openxmlformats.org/officeDocument/2006/relationships/notesSlide" Target="/ppt/notesSlides/notesSlide3.xml" Id="Rc29a0f0acf1b48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54bf7dbe824115" /><Relationship Type="http://schemas.openxmlformats.org/officeDocument/2006/relationships/image" Target="/ppt/media/image2.jpeg" Id="R99497061590a463e" /><Relationship Type="http://schemas.openxmlformats.org/officeDocument/2006/relationships/notesSlide" Target="/ppt/notesSlides/notesSlide4.xml" Id="R2130c80185134b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00f6b3bffc4058" /><Relationship Type="http://schemas.openxmlformats.org/officeDocument/2006/relationships/image" Target="/ppt/media/image3.jpeg" Id="R87b9294534364aea" /><Relationship Type="http://schemas.openxmlformats.org/officeDocument/2006/relationships/notesSlide" Target="/ppt/notesSlides/notesSlide5.xml" Id="Ra8198fa5eda44f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2e0bfe8bcf41a4" /><Relationship Type="http://schemas.openxmlformats.org/officeDocument/2006/relationships/image" Target="/ppt/media/image4.jpeg" Id="Ra7a519cc356146eb" /><Relationship Type="http://schemas.openxmlformats.org/officeDocument/2006/relationships/notesSlide" Target="/ppt/notesSlides/notesSlide6.xml" Id="Rabc583ebd1034f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27bc7aeb9f4132" /><Relationship Type="http://schemas.openxmlformats.org/officeDocument/2006/relationships/notesSlide" Target="/ppt/notesSlides/notesSlide7.xml" Id="R4bc9ed6438c644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88778805664cb5" /><Relationship Type="http://schemas.openxmlformats.org/officeDocument/2006/relationships/notesSlide" Target="/ppt/notesSlides/notesSlide8.xml" Id="R750020b285cb48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b324582e2c4bc9" /><Relationship Type="http://schemas.openxmlformats.org/officeDocument/2006/relationships/notesSlide" Target="/ppt/notesSlides/notesSlide9.xml" Id="R66ccc6607bde4a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6bf8fee7c44dbd" /><Relationship Type="http://schemas.openxmlformats.org/officeDocument/2006/relationships/image" Target="/ppt/media/image5.jpeg" Id="R511c804c51ba4580" /><Relationship Type="http://schemas.openxmlformats.org/officeDocument/2006/relationships/notesSlide" Target="/ppt/notesSlides/notesSlide10.xml" Id="R7ae70842c7e746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7e4fc814ca9469e" /><Relationship Type="http://schemas.openxmlformats.org/officeDocument/2006/relationships/image" Target="/ppt/media/image6.jpeg" Id="R72e1d305c9aa4732" /><Relationship Type="http://schemas.openxmlformats.org/officeDocument/2006/relationships/notesSlide" Target="/ppt/notesSlides/notesSlide11.xml" Id="R4ccdc65ad66a43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c23784f8a734a5b" /><Relationship Type="http://schemas.openxmlformats.org/officeDocument/2006/relationships/notesSlide" Target="/ppt/notesSlides/notesSlide12.xml" Id="R99a48fb5e70d42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0b009262e2497e" /><Relationship Type="http://schemas.openxmlformats.org/officeDocument/2006/relationships/image" Target="/ppt/media/image7.jpeg" Id="Rf25bbbc687d744c6" /><Relationship Type="http://schemas.openxmlformats.org/officeDocument/2006/relationships/notesSlide" Target="/ppt/notesSlides/notesSlide13.xml" Id="R7da4cad1e1be47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c4d0fc5e115491b" /><Relationship Type="http://schemas.openxmlformats.org/officeDocument/2006/relationships/notesSlide" Target="/ppt/notesSlides/notesSlide14.xml" Id="Re00ffb31932d493a" /></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46a6ca55e3174e2d"/><Relationship Type="http://schemas.openxmlformats.org/officeDocument/2006/relationships/notesSlide" Target="/ppt/notesSlides/notesSlide15.xml" Id="Rbc638cf2231c46aa"/><Relationship Id="rIdSourceLink1" Type="http://schemas.openxmlformats.org/officeDocument/2006/relationships/hyperlink" Target="https://islamic-content.com/" TargetMode="External"/><Relationship Id="rIdSourceLink2" Type="http://schemas.openxmlformats.org/officeDocument/2006/relationships/hyperlink" Target="https://dorar.net/" TargetMode="External"/><Relationship Id="rIdSourceLink3" Type="http://schemas.openxmlformats.org/officeDocument/2006/relationships/hyperlink" Target="https://quranpedia.net/" TargetMode="External"/><Relationship Id="rIdSourceLink4" Type="http://schemas.openxmlformats.org/officeDocument/2006/relationships/hyperlink" Target="https://dawa.center/" TargetMode="External"/><Relationship Id="rIdSourceLink5" Type="http://schemas.openxmlformats.org/officeDocument/2006/relationships/hyperlink" Target="https://www.islamweb.org/" TargetMode="External"/><Relationship Id="rIdSourceLink6" Type="http://schemas.openxmlformats.org/officeDocument/2006/relationships/hyperlink" Target="https://miqrawajiz.netlify.app/" TargetMode="Externa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c022059863048ea"/><Relationship Type="http://schemas.openxmlformats.org/officeDocument/2006/relationships/notesSlide" Target="/ppt/notesSlides/notesSlide16.xml" Id="R5e1bc5144d28404b"/><Relationship Id="rIdSourceLink1" Type="http://schemas.openxmlformats.org/officeDocument/2006/relationships/hyperlink" Target="https://dawa.center/" TargetMode="External"/><Relationship Id="rIdSourceLink2" Type="http://schemas.openxmlformats.org/officeDocument/2006/relationships/hyperlink" Target="https://shamela.ws/" TargetMode="External"/><Relationship Id="rIdSourceLink3" Type="http://schemas.openxmlformats.org/officeDocument/2006/relationships/hyperlink" Target="https://dawa.center/file/7937" TargetMode="External"/><Relationship Id="rIdSourceLink4" Type="http://schemas.openxmlformats.org/officeDocument/2006/relationships/hyperlink" Target="https://qurancomplex.gov.sa/" TargetMode="External"/><Relationship Id="rIdSourceLink5" Type="http://schemas.openxmlformats.org/officeDocument/2006/relationships/hyperlink" Target="https://quran.com/" TargetMode="External"/><Relationship Id="rIdSourceLink6" Type="http://schemas.openxmlformats.org/officeDocument/2006/relationships/hyperlink" Target="https://barq.salsabeel.ai/developers/?lang=ar" TargetMode="Externa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bde6cd8b8af14c80"/><Relationship Type="http://schemas.openxmlformats.org/officeDocument/2006/relationships/notesSlide" Target="/ppt/notesSlides/notesSlide17.xml" Id="R1b806e4907ca4be5"/><Relationship Id="rIdSourceLink1" Type="http://schemas.openxmlformats.org/officeDocument/2006/relationships/hyperlink" Target="https://dorar.net/tafseer" TargetMode="External"/><Relationship Id="rIdSourceLink2" Type="http://schemas.openxmlformats.org/officeDocument/2006/relationships/hyperlink" Target="https://dorar.net/hadith" TargetMode="External"/><Relationship Id="rIdSourceLink3" Type="http://schemas.openxmlformats.org/officeDocument/2006/relationships/hyperlink" Target="https://dorar.net/aqeeda" TargetMode="External"/><Relationship Id="rIdSourceLink4" Type="http://schemas.openxmlformats.org/officeDocument/2006/relationships/hyperlink" Target="https://dorar.net/feqhia" TargetMode="External"/><Relationship Id="rIdSourceLink5" Type="http://schemas.openxmlformats.org/officeDocument/2006/relationships/hyperlink" Target="https://dorar.net/history" TargetMode="External"/><Relationship Id="rIdSourceLink6" Type="http://schemas.openxmlformats.org/officeDocument/2006/relationships/hyperlink" Target="https://dorar.net/alakhlaq" TargetMode="External"/><Relationship Id="rIdSourceLink7" Type="http://schemas.openxmlformats.org/officeDocument/2006/relationships/hyperlink" Target="https://dorar.net/aadab" TargetMode="External"/><Relationship Id="rIdSourceLink8" Type="http://schemas.openxmlformats.org/officeDocument/2006/relationships/hyperlink" Target="https://dorar.net/qfiqhia" TargetMode="External"/><Relationship Id="rIdSourceLink9" Type="http://schemas.openxmlformats.org/officeDocument/2006/relationships/hyperlink" Target="https://dorar.net/osolfeqh" TargetMode="External"/><Relationship Id="rIdSourceLink10" Type="http://schemas.openxmlformats.org/officeDocument/2006/relationships/hyperlink" Target="https://dorar.net/frq" TargetMode="External"/><Relationship Id="rIdSourceLink11" Type="http://schemas.openxmlformats.org/officeDocument/2006/relationships/hyperlink" Target="https://dorar.net/adyan" TargetMode="External"/><Relationship Id="rIdSourceLink12" Type="http://schemas.openxmlformats.org/officeDocument/2006/relationships/hyperlink" Target="https://islamic-content.com/dictionary" TargetMode="External"/><Relationship Id="rIdSourceLink13" Type="http://schemas.openxmlformats.org/officeDocument/2006/relationships/hyperlink" Target="https://github.com/Salsabeel-AI/islamicaich/blob/main/docs/SOURCES_AR.md" TargetMode="External"/></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48ecb002f2b4fcb" /><Relationship Type="http://schemas.openxmlformats.org/officeDocument/2006/relationships/notesSlide" Target="/ppt/notesSlides/notesSlide18.xml" Id="Re9aa0df507a9427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ce045f14c0546b1" /><Relationship Type="http://schemas.openxmlformats.org/officeDocument/2006/relationships/notesSlide" Target="/ppt/notesSlides/notesSlide19.xml" Id="Rc080301db6cb40c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833f95043234d1b" /><Relationship Type="http://schemas.openxmlformats.org/officeDocument/2006/relationships/notesSlide" Target="/ppt/notesSlides/notesSlide20.xml" Id="Ra10959d69feb49c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75bc3f00bd14191" /><Relationship Type="http://schemas.openxmlformats.org/officeDocument/2006/relationships/notesSlide" Target="/ppt/notesSlides/notesSlide21.xml" Id="Rebad13c527164c3e" /></Relationships>
</file>

<file path=ppt/slides/slide1.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40" name="shape-1">
            <a:extLst xmlns:a="http://schemas.openxmlformats.org/drawingml/2006/main">
              <a:ext uri="{FF2B5EF4-FFF2-40B4-BE49-F238E27FC236}">
                <a16:creationId xmlns:a16="http://schemas.microsoft.com/office/drawing/2014/main" id="{1D5791C2-CBE1-400A-A321-A9E7D8098DE1}"/>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2" name="text-2">
            <a:extLst xmlns:a="http://schemas.openxmlformats.org/drawingml/2006/main">
              <a:ext uri="{FF2B5EF4-FFF2-40B4-BE49-F238E27FC236}">
                <a16:creationId xmlns:a16="http://schemas.microsoft.com/office/drawing/2014/main" id="{3301176B-20D1-4992-BDEC-C91DFD237E3D}"/>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3" name="text-3">
            <a:extLst xmlns:a="http://schemas.openxmlformats.org/drawingml/2006/main">
              <a:ext uri="{FF2B5EF4-FFF2-40B4-BE49-F238E27FC236}">
                <a16:creationId xmlns:a16="http://schemas.microsoft.com/office/drawing/2014/main" id="{D3DB8A0D-E504-41E8-8D6D-F083993B3672}"/>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4" name="text-4">
            <a:extLst xmlns:a="http://schemas.openxmlformats.org/drawingml/2006/main">
              <a:ext uri="{FF2B5EF4-FFF2-40B4-BE49-F238E27FC236}">
                <a16:creationId xmlns:a16="http://schemas.microsoft.com/office/drawing/2014/main" id="{5BFE12D9-C8E5-4C8B-9460-F9B436549F5E}"/>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5" name="text-5">
            <a:extLst xmlns:a="http://schemas.openxmlformats.org/drawingml/2006/main">
              <a:ext uri="{FF2B5EF4-FFF2-40B4-BE49-F238E27FC236}">
                <a16:creationId xmlns:a16="http://schemas.microsoft.com/office/drawing/2014/main" id="{C2168227-85B8-4591-883B-CFDB6899A56B}"/>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6" name="text-6">
            <a:extLst xmlns:a="http://schemas.openxmlformats.org/drawingml/2006/main">
              <a:ext uri="{FF2B5EF4-FFF2-40B4-BE49-F238E27FC236}">
                <a16:creationId xmlns:a16="http://schemas.microsoft.com/office/drawing/2014/main" id="{80EBF999-831C-48E8-8C14-BBDAA1B88B77}"/>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7" name="text-7">
            <a:extLst xmlns:a="http://schemas.openxmlformats.org/drawingml/2006/main">
              <a:ext uri="{FF2B5EF4-FFF2-40B4-BE49-F238E27FC236}">
                <a16:creationId xmlns:a16="http://schemas.microsoft.com/office/drawing/2014/main" id="{21ABB1B8-F6A8-464F-9267-4C507D78BEC2}"/>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8" name="text-8">
            <a:extLst xmlns:a="http://schemas.openxmlformats.org/drawingml/2006/main">
              <a:ext uri="{FF2B5EF4-FFF2-40B4-BE49-F238E27FC236}">
                <a16:creationId xmlns:a16="http://schemas.microsoft.com/office/drawing/2014/main" id="{C9A8F92A-C8C1-436D-BC67-4DA6E4C5D74A}"/>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01</a:t>
            </a:r>
          </a:p>
        </p:txBody>
      </p:sp>
      <p:sp>
        <p:nvSpPr>
          <p:cNvPr id="9" name="text-9">
            <a:extLst xmlns:a="http://schemas.openxmlformats.org/drawingml/2006/main">
              <a:ext uri="{FF2B5EF4-FFF2-40B4-BE49-F238E27FC236}">
                <a16:creationId xmlns:a16="http://schemas.microsoft.com/office/drawing/2014/main" id="{434F0D0A-C5DD-4B5C-AF3A-91D0021C51EF}"/>
              </a:ext>
            </a:extLst>
          </p:cNvPr>
          <p:cNvSpPr>
            <a:spLocks xmlns:a="http://schemas.openxmlformats.org/drawingml/2006/main" noGrp="1"/>
          </p:cNvSpPr>
          <p:nvPr/>
        </p:nvSpPr>
        <p:spPr>
          <a:xfrm xmlns:a="http://schemas.openxmlformats.org/drawingml/2006/main">
            <a:off x="9760527" y="742950"/>
            <a:ext cx="1821873" cy="16354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7350" b="1">
                <a:solidFill>
                  <a:srgbClr val="DDC087"/>
                </a:solidFill>
                <a:latin typeface="Tahoma"/>
                <a:ea typeface="Tahoma"/>
                <a:cs typeface="Tahoma"/>
              </a:defRPr>
            </a:pPr>
            <a:r>
              <a:rPr sz="7350" b="1">
                <a:solidFill>
                  <a:srgbClr val="DDC087"/>
                </a:solidFill>
                <a:latin typeface="Tahoma"/>
                <a:ea typeface="Tahoma"/>
                <a:cs typeface="Tahoma"/>
              </a:rPr>
              <a:t>برق</a:t>
            </a:r>
          </a:p>
        </p:txBody>
      </p:sp>
      <p:sp>
        <p:nvSpPr>
          <p:cNvPr id="10" name="text-10">
            <a:extLst xmlns:a="http://schemas.openxmlformats.org/drawingml/2006/main">
              <a:ext uri="{FF2B5EF4-FFF2-40B4-BE49-F238E27FC236}">
                <a16:creationId xmlns:a16="http://schemas.microsoft.com/office/drawing/2014/main" id="{A81BD9A0-B9A6-401B-A784-6C9991EAA011}"/>
              </a:ext>
            </a:extLst>
          </p:cNvPr>
          <p:cNvSpPr>
            <a:spLocks xmlns:a="http://schemas.openxmlformats.org/drawingml/2006/main" noGrp="1"/>
          </p:cNvSpPr>
          <p:nvPr/>
        </p:nvSpPr>
        <p:spPr>
          <a:xfrm xmlns:a="http://schemas.openxmlformats.org/drawingml/2006/main">
            <a:off x="10184503" y="2152650"/>
            <a:ext cx="1397897" cy="943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4050" b="1">
                <a:solidFill>
                  <a:srgbClr val="F3F0E6"/>
                </a:solidFill>
                <a:latin typeface="Tahoma"/>
                <a:ea typeface="Tahoma"/>
                <a:cs typeface="Tahoma"/>
              </a:defRPr>
            </a:pPr>
            <a:r>
              <a:rPr sz="4050" b="1">
                <a:solidFill>
                  <a:srgbClr val="F3F0E6"/>
                </a:solidFill>
                <a:latin typeface="Tahoma"/>
                <a:ea typeface="Tahoma"/>
                <a:cs typeface="Tahoma"/>
              </a:rPr>
              <a:t>الذكاء</a:t>
            </a:r>
          </a:p>
        </p:txBody>
      </p:sp>
      <p:sp>
        <p:nvSpPr>
          <p:cNvPr id="11" name="text-11">
            <a:extLst xmlns:a="http://schemas.openxmlformats.org/drawingml/2006/main">
              <a:ext uri="{FF2B5EF4-FFF2-40B4-BE49-F238E27FC236}">
                <a16:creationId xmlns:a16="http://schemas.microsoft.com/office/drawing/2014/main" id="{4F0266E6-A4A0-4DBB-8014-2FFC5B7BA6F2}"/>
              </a:ext>
            </a:extLst>
          </p:cNvPr>
          <p:cNvSpPr>
            <a:spLocks xmlns:a="http://schemas.openxmlformats.org/drawingml/2006/main" noGrp="1"/>
          </p:cNvSpPr>
          <p:nvPr/>
        </p:nvSpPr>
        <p:spPr>
          <a:xfrm xmlns:a="http://schemas.openxmlformats.org/drawingml/2006/main">
            <a:off x="8286171" y="2152650"/>
            <a:ext cx="1766697" cy="943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4050" b="1">
                <a:solidFill>
                  <a:srgbClr val="F3F0E6"/>
                </a:solidFill>
                <a:latin typeface="Tahoma"/>
                <a:ea typeface="Tahoma"/>
                <a:cs typeface="Tahoma"/>
              </a:defRPr>
            </a:pPr>
            <a:r>
              <a:rPr sz="4050" b="1">
                <a:solidFill>
                  <a:srgbClr val="F3F0E6"/>
                </a:solidFill>
                <a:latin typeface="Tahoma"/>
                <a:ea typeface="Tahoma"/>
                <a:cs typeface="Tahoma"/>
              </a:rPr>
              <a:t>العربي</a:t>
            </a:r>
          </a:p>
        </p:txBody>
      </p:sp>
      <p:sp>
        <p:nvSpPr>
          <p:cNvPr id="12" name="text-12">
            <a:extLst xmlns:a="http://schemas.openxmlformats.org/drawingml/2006/main">
              <a:ext uri="{FF2B5EF4-FFF2-40B4-BE49-F238E27FC236}">
                <a16:creationId xmlns:a16="http://schemas.microsoft.com/office/drawing/2014/main" id="{9E8CBC3D-5312-412E-9AB0-06BFFD9D48C5}"/>
              </a:ext>
            </a:extLst>
          </p:cNvPr>
          <p:cNvSpPr>
            <a:spLocks xmlns:a="http://schemas.openxmlformats.org/drawingml/2006/main" noGrp="1"/>
          </p:cNvSpPr>
          <p:nvPr/>
        </p:nvSpPr>
        <p:spPr>
          <a:xfrm xmlns:a="http://schemas.openxmlformats.org/drawingml/2006/main">
            <a:off x="6367729" y="2152650"/>
            <a:ext cx="1786806" cy="943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4050" b="1">
                <a:solidFill>
                  <a:srgbClr val="F3F0E6"/>
                </a:solidFill>
                <a:latin typeface="Tahoma"/>
                <a:ea typeface="Tahoma"/>
                <a:cs typeface="Tahoma"/>
              </a:defRPr>
            </a:pPr>
            <a:r>
              <a:rPr sz="4050" b="1">
                <a:solidFill>
                  <a:srgbClr val="F3F0E6"/>
                </a:solidFill>
                <a:latin typeface="Tahoma"/>
                <a:ea typeface="Tahoma"/>
                <a:cs typeface="Tahoma"/>
              </a:rPr>
              <a:t>الموثّق</a:t>
            </a:r>
          </a:p>
        </p:txBody>
      </p:sp>
      <p:sp>
        <p:nvSpPr>
          <p:cNvPr id="13" name="text-13">
            <a:extLst xmlns:a="http://schemas.openxmlformats.org/drawingml/2006/main">
              <a:ext uri="{FF2B5EF4-FFF2-40B4-BE49-F238E27FC236}">
                <a16:creationId xmlns:a16="http://schemas.microsoft.com/office/drawing/2014/main" id="{BAE6B469-163F-454E-BF7A-7E36815534C0}"/>
              </a:ext>
            </a:extLst>
          </p:cNvPr>
          <p:cNvSpPr>
            <a:spLocks xmlns:a="http://schemas.openxmlformats.org/drawingml/2006/main" noGrp="1"/>
          </p:cNvSpPr>
          <p:nvPr/>
        </p:nvSpPr>
        <p:spPr>
          <a:xfrm xmlns:a="http://schemas.openxmlformats.org/drawingml/2006/main">
            <a:off x="9977963" y="2905125"/>
            <a:ext cx="1604437" cy="943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4050" b="1">
                <a:solidFill>
                  <a:srgbClr val="F3F0E6"/>
                </a:solidFill>
                <a:latin typeface="Tahoma"/>
                <a:ea typeface="Tahoma"/>
                <a:cs typeface="Tahoma"/>
              </a:defRPr>
            </a:pPr>
            <a:r>
              <a:rPr sz="4050" b="1">
                <a:solidFill>
                  <a:srgbClr val="F3F0E6"/>
                </a:solidFill>
                <a:latin typeface="Tahoma"/>
                <a:ea typeface="Tahoma"/>
                <a:cs typeface="Tahoma"/>
              </a:rPr>
              <a:t>لخدمة</a:t>
            </a:r>
          </a:p>
        </p:txBody>
      </p:sp>
      <p:sp>
        <p:nvSpPr>
          <p:cNvPr id="14" name="text-14">
            <a:extLst xmlns:a="http://schemas.openxmlformats.org/drawingml/2006/main">
              <a:ext uri="{FF2B5EF4-FFF2-40B4-BE49-F238E27FC236}">
                <a16:creationId xmlns:a16="http://schemas.microsoft.com/office/drawing/2014/main" id="{B7654681-0C83-4456-8EA7-33123694049D}"/>
              </a:ext>
            </a:extLst>
          </p:cNvPr>
          <p:cNvSpPr>
            <a:spLocks xmlns:a="http://schemas.openxmlformats.org/drawingml/2006/main" noGrp="1"/>
          </p:cNvSpPr>
          <p:nvPr/>
        </p:nvSpPr>
        <p:spPr>
          <a:xfrm xmlns:a="http://schemas.openxmlformats.org/drawingml/2006/main">
            <a:off x="7876162" y="2905125"/>
            <a:ext cx="1970166" cy="943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4050" b="1">
                <a:solidFill>
                  <a:srgbClr val="F3F0E6"/>
                </a:solidFill>
                <a:latin typeface="Tahoma"/>
                <a:ea typeface="Tahoma"/>
                <a:cs typeface="Tahoma"/>
              </a:defRPr>
            </a:pPr>
            <a:r>
              <a:rPr sz="4050" b="1">
                <a:solidFill>
                  <a:srgbClr val="F3F0E6"/>
                </a:solidFill>
                <a:latin typeface="Tahoma"/>
                <a:ea typeface="Tahoma"/>
                <a:cs typeface="Tahoma"/>
              </a:rPr>
              <a:t>المعرفة</a:t>
            </a:r>
          </a:p>
        </p:txBody>
      </p:sp>
      <p:sp>
        <p:nvSpPr>
          <p:cNvPr id="15" name="text-15">
            <a:extLst xmlns:a="http://schemas.openxmlformats.org/drawingml/2006/main">
              <a:ext uri="{FF2B5EF4-FFF2-40B4-BE49-F238E27FC236}">
                <a16:creationId xmlns:a16="http://schemas.microsoft.com/office/drawing/2014/main" id="{86376F69-0128-4F47-B0D6-1EA582FC07FB}"/>
              </a:ext>
            </a:extLst>
          </p:cNvPr>
          <p:cNvSpPr>
            <a:spLocks xmlns:a="http://schemas.openxmlformats.org/drawingml/2006/main" noGrp="1"/>
          </p:cNvSpPr>
          <p:nvPr/>
        </p:nvSpPr>
        <p:spPr>
          <a:xfrm xmlns:a="http://schemas.openxmlformats.org/drawingml/2006/main">
            <a:off x="5318585" y="2905125"/>
            <a:ext cx="2425941" cy="943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4050" b="1">
                <a:solidFill>
                  <a:srgbClr val="F3F0E6"/>
                </a:solidFill>
                <a:latin typeface="Tahoma"/>
                <a:ea typeface="Tahoma"/>
                <a:cs typeface="Tahoma"/>
              </a:defRPr>
            </a:pPr>
            <a:r>
              <a:rPr sz="4050" b="1">
                <a:solidFill>
                  <a:srgbClr val="F3F0E6"/>
                </a:solidFill>
                <a:latin typeface="Tahoma"/>
                <a:ea typeface="Tahoma"/>
                <a:cs typeface="Tahoma"/>
              </a:rPr>
              <a:t>الإسلامية</a:t>
            </a:r>
          </a:p>
        </p:txBody>
      </p:sp>
      <p:sp>
        <p:nvSpPr>
          <p:cNvPr id="16" name="text-16">
            <a:extLst xmlns:a="http://schemas.openxmlformats.org/drawingml/2006/main">
              <a:ext uri="{FF2B5EF4-FFF2-40B4-BE49-F238E27FC236}">
                <a16:creationId xmlns:a16="http://schemas.microsoft.com/office/drawing/2014/main" id="{B8D2D1B2-7B7A-421C-BE32-45834D8136E9}"/>
              </a:ext>
            </a:extLst>
          </p:cNvPr>
          <p:cNvSpPr>
            <a:spLocks xmlns:a="http://schemas.openxmlformats.org/drawingml/2006/main" noGrp="1"/>
          </p:cNvSpPr>
          <p:nvPr/>
        </p:nvSpPr>
        <p:spPr>
          <a:xfrm xmlns:a="http://schemas.openxmlformats.org/drawingml/2006/main">
            <a:off x="10306842" y="4086225"/>
            <a:ext cx="1275558" cy="708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925" b="1">
                <a:solidFill>
                  <a:srgbClr val="A6DAB5"/>
                </a:solidFill>
                <a:latin typeface="Tahoma"/>
                <a:ea typeface="Tahoma"/>
                <a:cs typeface="Tahoma"/>
              </a:defRPr>
            </a:pPr>
            <a:r>
              <a:rPr sz="2925" b="1">
                <a:solidFill>
                  <a:srgbClr val="A6DAB5"/>
                </a:solidFill>
                <a:latin typeface="Tahoma"/>
                <a:ea typeface="Tahoma"/>
                <a:cs typeface="Tahoma"/>
              </a:rPr>
              <a:t>مجلس</a:t>
            </a:r>
          </a:p>
        </p:txBody>
      </p:sp>
      <p:sp>
        <p:nvSpPr>
          <p:cNvPr id="17" name="text-17">
            <a:extLst xmlns:a="http://schemas.openxmlformats.org/drawingml/2006/main">
              <a:ext uri="{FF2B5EF4-FFF2-40B4-BE49-F238E27FC236}">
                <a16:creationId xmlns:a16="http://schemas.microsoft.com/office/drawing/2014/main" id="{702C371C-DC90-4F17-90C3-4504E80CCFD6}"/>
              </a:ext>
            </a:extLst>
          </p:cNvPr>
          <p:cNvSpPr>
            <a:spLocks xmlns:a="http://schemas.openxmlformats.org/drawingml/2006/main" noGrp="1"/>
          </p:cNvSpPr>
          <p:nvPr/>
        </p:nvSpPr>
        <p:spPr>
          <a:xfrm xmlns:a="http://schemas.openxmlformats.org/drawingml/2006/main">
            <a:off x="8549088" y="4086225"/>
            <a:ext cx="1667934" cy="708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925" b="1">
                <a:solidFill>
                  <a:srgbClr val="A6DAB5"/>
                </a:solidFill>
                <a:latin typeface="Tahoma"/>
                <a:ea typeface="Tahoma"/>
                <a:cs typeface="Tahoma"/>
              </a:defRPr>
            </a:pPr>
            <a:r>
              <a:rPr sz="2925" b="1">
                <a:solidFill>
                  <a:srgbClr val="A6DAB5"/>
                </a:solidFill>
                <a:latin typeface="Tahoma"/>
                <a:ea typeface="Tahoma"/>
                <a:cs typeface="Tahoma"/>
              </a:rPr>
              <a:t>سلسبيل</a:t>
            </a:r>
          </a:p>
        </p:txBody>
      </p:sp>
      <p:sp>
        <p:nvSpPr>
          <p:cNvPr id="18" name="text-18">
            <a:extLst xmlns:a="http://schemas.openxmlformats.org/drawingml/2006/main">
              <a:ext uri="{FF2B5EF4-FFF2-40B4-BE49-F238E27FC236}">
                <a16:creationId xmlns:a16="http://schemas.microsoft.com/office/drawing/2014/main" id="{0EBD934F-6E77-428F-94CC-DD2B2815B346}"/>
              </a:ext>
            </a:extLst>
          </p:cNvPr>
          <p:cNvSpPr>
            <a:spLocks xmlns:a="http://schemas.openxmlformats.org/drawingml/2006/main" noGrp="1"/>
          </p:cNvSpPr>
          <p:nvPr/>
        </p:nvSpPr>
        <p:spPr>
          <a:xfrm xmlns:a="http://schemas.openxmlformats.org/drawingml/2006/main">
            <a:off x="10868830" y="4810125"/>
            <a:ext cx="713570"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الفتى</a:t>
            </a:r>
          </a:p>
        </p:txBody>
      </p:sp>
      <p:sp>
        <p:nvSpPr>
          <p:cNvPr id="19" name="text-19">
            <a:extLst xmlns:a="http://schemas.openxmlformats.org/drawingml/2006/main">
              <a:ext uri="{FF2B5EF4-FFF2-40B4-BE49-F238E27FC236}">
                <a16:creationId xmlns:a16="http://schemas.microsoft.com/office/drawing/2014/main" id="{EB247D32-5A14-4E28-A8A1-90E15A2BB8D0}"/>
              </a:ext>
            </a:extLst>
          </p:cNvPr>
          <p:cNvSpPr>
            <a:spLocks xmlns:a="http://schemas.openxmlformats.org/drawingml/2006/main" noGrp="1"/>
          </p:cNvSpPr>
          <p:nvPr/>
        </p:nvSpPr>
        <p:spPr>
          <a:xfrm xmlns:a="http://schemas.openxmlformats.org/drawingml/2006/main">
            <a:off x="10201818" y="4810125"/>
            <a:ext cx="599765"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ولينة</a:t>
            </a:r>
          </a:p>
        </p:txBody>
      </p:sp>
      <p:sp>
        <p:nvSpPr>
          <p:cNvPr id="20" name="text-20">
            <a:extLst xmlns:a="http://schemas.openxmlformats.org/drawingml/2006/main">
              <a:ext uri="{FF2B5EF4-FFF2-40B4-BE49-F238E27FC236}">
                <a16:creationId xmlns:a16="http://schemas.microsoft.com/office/drawing/2014/main" id="{704734D2-9AF9-4C39-8679-F9C8F5ABE028}"/>
              </a:ext>
            </a:extLst>
          </p:cNvPr>
          <p:cNvSpPr>
            <a:spLocks xmlns:a="http://schemas.openxmlformats.org/drawingml/2006/main" noGrp="1"/>
          </p:cNvSpPr>
          <p:nvPr/>
        </p:nvSpPr>
        <p:spPr>
          <a:xfrm xmlns:a="http://schemas.openxmlformats.org/drawingml/2006/main">
            <a:off x="9392844" y="4810125"/>
            <a:ext cx="741727"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وقبس</a:t>
            </a:r>
          </a:p>
        </p:txBody>
      </p:sp>
      <p:sp>
        <p:nvSpPr>
          <p:cNvPr id="21" name="text-21">
            <a:extLst xmlns:a="http://schemas.openxmlformats.org/drawingml/2006/main">
              <a:ext uri="{FF2B5EF4-FFF2-40B4-BE49-F238E27FC236}">
                <a16:creationId xmlns:a16="http://schemas.microsoft.com/office/drawing/2014/main" id="{B1FCDA59-5D2B-444A-B6DC-80D77ED6CEAF}"/>
              </a:ext>
            </a:extLst>
          </p:cNvPr>
          <p:cNvSpPr>
            <a:spLocks xmlns:a="http://schemas.openxmlformats.org/drawingml/2006/main" noGrp="1"/>
          </p:cNvSpPr>
          <p:nvPr/>
        </p:nvSpPr>
        <p:spPr>
          <a:xfrm xmlns:a="http://schemas.openxmlformats.org/drawingml/2006/main">
            <a:off x="8850429" y="4810125"/>
            <a:ext cx="475169"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لكل</a:t>
            </a:r>
          </a:p>
        </p:txBody>
      </p:sp>
      <p:sp>
        <p:nvSpPr>
          <p:cNvPr id="22" name="text-22">
            <a:extLst xmlns:a="http://schemas.openxmlformats.org/drawingml/2006/main">
              <a:ext uri="{FF2B5EF4-FFF2-40B4-BE49-F238E27FC236}">
                <a16:creationId xmlns:a16="http://schemas.microsoft.com/office/drawing/2014/main" id="{35CE9D18-8EA3-4905-85CC-2CB9B087ABCE}"/>
              </a:ext>
            </a:extLst>
          </p:cNvPr>
          <p:cNvSpPr>
            <a:spLocks xmlns:a="http://schemas.openxmlformats.org/drawingml/2006/main" noGrp="1"/>
          </p:cNvSpPr>
          <p:nvPr/>
        </p:nvSpPr>
        <p:spPr>
          <a:xfrm xmlns:a="http://schemas.openxmlformats.org/drawingml/2006/main">
            <a:off x="8087272" y="4810125"/>
            <a:ext cx="695911"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سؤال</a:t>
            </a:r>
          </a:p>
        </p:txBody>
      </p:sp>
      <p:sp>
        <p:nvSpPr>
          <p:cNvPr id="23" name="text-23">
            <a:extLst xmlns:a="http://schemas.openxmlformats.org/drawingml/2006/main">
              <a:ext uri="{FF2B5EF4-FFF2-40B4-BE49-F238E27FC236}">
                <a16:creationId xmlns:a16="http://schemas.microsoft.com/office/drawing/2014/main" id="{79B67CA3-52C9-401B-930B-879050CC3C17}"/>
              </a:ext>
            </a:extLst>
          </p:cNvPr>
          <p:cNvSpPr>
            <a:spLocks xmlns:a="http://schemas.openxmlformats.org/drawingml/2006/main" noGrp="1"/>
          </p:cNvSpPr>
          <p:nvPr/>
        </p:nvSpPr>
        <p:spPr>
          <a:xfrm xmlns:a="http://schemas.openxmlformats.org/drawingml/2006/main">
            <a:off x="7409468" y="4810125"/>
            <a:ext cx="610557"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رفيق</a:t>
            </a:r>
          </a:p>
        </p:txBody>
      </p:sp>
      <p:sp>
        <p:nvSpPr>
          <p:cNvPr id="24" name="text-24">
            <a:extLst xmlns:a="http://schemas.openxmlformats.org/drawingml/2006/main">
              <a:ext uri="{FF2B5EF4-FFF2-40B4-BE49-F238E27FC236}">
                <a16:creationId xmlns:a16="http://schemas.microsoft.com/office/drawing/2014/main" id="{EB979F0C-EE01-4A48-A337-0B2397818408}"/>
              </a:ext>
            </a:extLst>
          </p:cNvPr>
          <p:cNvSpPr>
            <a:spLocks xmlns:a="http://schemas.openxmlformats.org/drawingml/2006/main" noGrp="1"/>
          </p:cNvSpPr>
          <p:nvPr/>
        </p:nvSpPr>
        <p:spPr>
          <a:xfrm xmlns:a="http://schemas.openxmlformats.org/drawingml/2006/main">
            <a:off x="6622961" y="4810125"/>
            <a:ext cx="719260"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معرفة</a:t>
            </a:r>
          </a:p>
        </p:txBody>
      </p:sp>
      <p:sp>
        <p:nvSpPr>
          <p:cNvPr id="25" name="text-25">
            <a:extLst xmlns:a="http://schemas.openxmlformats.org/drawingml/2006/main">
              <a:ext uri="{FF2B5EF4-FFF2-40B4-BE49-F238E27FC236}">
                <a16:creationId xmlns:a16="http://schemas.microsoft.com/office/drawing/2014/main" id="{EFB29804-3DFD-4BE7-A709-4EBE0FE4C24D}"/>
              </a:ext>
            </a:extLst>
          </p:cNvPr>
          <p:cNvSpPr>
            <a:spLocks xmlns:a="http://schemas.openxmlformats.org/drawingml/2006/main" noGrp="1"/>
          </p:cNvSpPr>
          <p:nvPr/>
        </p:nvSpPr>
        <p:spPr>
          <a:xfrm xmlns:a="http://schemas.openxmlformats.org/drawingml/2006/main">
            <a:off x="10929362" y="5343525"/>
            <a:ext cx="653038"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الفريق</a:t>
            </a:r>
          </a:p>
        </p:txBody>
      </p:sp>
      <p:sp>
        <p:nvSpPr>
          <p:cNvPr id="26" name="text-26">
            <a:extLst xmlns:a="http://schemas.openxmlformats.org/drawingml/2006/main">
              <a:ext uri="{FF2B5EF4-FFF2-40B4-BE49-F238E27FC236}">
                <a16:creationId xmlns:a16="http://schemas.microsoft.com/office/drawing/2014/main" id="{85ED28A8-E43A-4481-ABD1-ACF3AFB3059A}"/>
              </a:ext>
            </a:extLst>
          </p:cNvPr>
          <p:cNvSpPr>
            <a:spLocks xmlns:a="http://schemas.openxmlformats.org/drawingml/2006/main" noGrp="1"/>
          </p:cNvSpPr>
          <p:nvPr/>
        </p:nvSpPr>
        <p:spPr>
          <a:xfrm xmlns:a="http://schemas.openxmlformats.org/drawingml/2006/main">
            <a:off x="9940014" y="5343525"/>
            <a:ext cx="93696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سلسبيل</a:t>
            </a:r>
          </a:p>
        </p:txBody>
      </p:sp>
      <p:sp>
        <p:nvSpPr>
          <p:cNvPr id="27" name="text-27">
            <a:extLst xmlns:a="http://schemas.openxmlformats.org/drawingml/2006/main">
              <a:ext uri="{FF2B5EF4-FFF2-40B4-BE49-F238E27FC236}">
                <a16:creationId xmlns:a16="http://schemas.microsoft.com/office/drawing/2014/main" id="{558A537E-D781-445F-A3C7-3235ED473309}"/>
              </a:ext>
            </a:extLst>
          </p:cNvPr>
          <p:cNvSpPr>
            <a:spLocks xmlns:a="http://schemas.openxmlformats.org/drawingml/2006/main" noGrp="1"/>
          </p:cNvSpPr>
          <p:nvPr/>
        </p:nvSpPr>
        <p:spPr>
          <a:xfrm xmlns:a="http://schemas.openxmlformats.org/drawingml/2006/main">
            <a:off x="9766331" y="5343525"/>
            <a:ext cx="12129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a:t>
            </a:r>
          </a:p>
        </p:txBody>
      </p:sp>
      <p:sp>
        <p:nvSpPr>
          <p:cNvPr id="28" name="text-28">
            <a:extLst xmlns:a="http://schemas.openxmlformats.org/drawingml/2006/main">
              <a:ext uri="{FF2B5EF4-FFF2-40B4-BE49-F238E27FC236}">
                <a16:creationId xmlns:a16="http://schemas.microsoft.com/office/drawing/2014/main" id="{CEBC7776-40BE-43E0-8D8A-0802C09AAA8D}"/>
              </a:ext>
            </a:extLst>
          </p:cNvPr>
          <p:cNvSpPr>
            <a:spLocks xmlns:a="http://schemas.openxmlformats.org/drawingml/2006/main" noGrp="1"/>
          </p:cNvSpPr>
          <p:nvPr/>
        </p:nvSpPr>
        <p:spPr>
          <a:xfrm xmlns:a="http://schemas.openxmlformats.org/drawingml/2006/main">
            <a:off x="9151165" y="5343525"/>
            <a:ext cx="56277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مسار</a:t>
            </a:r>
          </a:p>
        </p:txBody>
      </p:sp>
      <p:sp>
        <p:nvSpPr>
          <p:cNvPr id="29" name="text-29">
            <a:extLst xmlns:a="http://schemas.openxmlformats.org/drawingml/2006/main">
              <a:ext uri="{FF2B5EF4-FFF2-40B4-BE49-F238E27FC236}">
                <a16:creationId xmlns:a16="http://schemas.microsoft.com/office/drawing/2014/main" id="{EC673F6A-F444-4862-9218-5730CF800B70}"/>
              </a:ext>
            </a:extLst>
          </p:cNvPr>
          <p:cNvSpPr>
            <a:spLocks xmlns:a="http://schemas.openxmlformats.org/drawingml/2006/main" noGrp="1"/>
          </p:cNvSpPr>
          <p:nvPr/>
        </p:nvSpPr>
        <p:spPr>
          <a:xfrm xmlns:a="http://schemas.openxmlformats.org/drawingml/2006/main">
            <a:off x="8531093" y="5343525"/>
            <a:ext cx="567684"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الحوار</a:t>
            </a:r>
          </a:p>
        </p:txBody>
      </p:sp>
      <p:sp>
        <p:nvSpPr>
          <p:cNvPr id="30" name="text-30">
            <a:extLst xmlns:a="http://schemas.openxmlformats.org/drawingml/2006/main">
              <a:ext uri="{FF2B5EF4-FFF2-40B4-BE49-F238E27FC236}">
                <a16:creationId xmlns:a16="http://schemas.microsoft.com/office/drawing/2014/main" id="{DE69AC98-88B3-4045-8FE2-D1EC56395234}"/>
              </a:ext>
            </a:extLst>
          </p:cNvPr>
          <p:cNvSpPr>
            <a:spLocks xmlns:a="http://schemas.openxmlformats.org/drawingml/2006/main" noGrp="1"/>
          </p:cNvSpPr>
          <p:nvPr/>
        </p:nvSpPr>
        <p:spPr>
          <a:xfrm xmlns:a="http://schemas.openxmlformats.org/drawingml/2006/main">
            <a:off x="7631611" y="5343525"/>
            <a:ext cx="847094"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المعرفي</a:t>
            </a:r>
          </a:p>
        </p:txBody>
      </p:sp>
      <p:sp>
        <p:nvSpPr>
          <p:cNvPr id="31" name="text-31">
            <a:extLst xmlns:a="http://schemas.openxmlformats.org/drawingml/2006/main">
              <a:ext uri="{FF2B5EF4-FFF2-40B4-BE49-F238E27FC236}">
                <a16:creationId xmlns:a16="http://schemas.microsoft.com/office/drawing/2014/main" id="{FC16E97A-E498-4213-954E-9271590D9260}"/>
              </a:ext>
            </a:extLst>
          </p:cNvPr>
          <p:cNvSpPr>
            <a:spLocks xmlns:a="http://schemas.openxmlformats.org/drawingml/2006/main" noGrp="1"/>
          </p:cNvSpPr>
          <p:nvPr/>
        </p:nvSpPr>
        <p:spPr>
          <a:xfrm xmlns:a="http://schemas.openxmlformats.org/drawingml/2006/main">
            <a:off x="6692297" y="5343525"/>
            <a:ext cx="88692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والإجابات</a:t>
            </a:r>
          </a:p>
        </p:txBody>
      </p:sp>
      <p:sp>
        <p:nvSpPr>
          <p:cNvPr id="32" name="text-32">
            <a:extLst xmlns:a="http://schemas.openxmlformats.org/drawingml/2006/main">
              <a:ext uri="{FF2B5EF4-FFF2-40B4-BE49-F238E27FC236}">
                <a16:creationId xmlns:a16="http://schemas.microsoft.com/office/drawing/2014/main" id="{A961872B-4877-4D83-80AF-E19D83582C08}"/>
              </a:ext>
            </a:extLst>
          </p:cNvPr>
          <p:cNvSpPr>
            <a:spLocks xmlns:a="http://schemas.openxmlformats.org/drawingml/2006/main" noGrp="1"/>
          </p:cNvSpPr>
          <p:nvPr/>
        </p:nvSpPr>
        <p:spPr>
          <a:xfrm xmlns:a="http://schemas.openxmlformats.org/drawingml/2006/main">
            <a:off x="5829311" y="5343525"/>
            <a:ext cx="810598"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الموثوقة</a:t>
            </a:r>
          </a:p>
        </p:txBody>
      </p:sp>
      <p:sp>
        <p:nvSpPr>
          <p:cNvPr id="33" name="text-33">
            <a:extLst xmlns:a="http://schemas.openxmlformats.org/drawingml/2006/main">
              <a:ext uri="{FF2B5EF4-FFF2-40B4-BE49-F238E27FC236}">
                <a16:creationId xmlns:a16="http://schemas.microsoft.com/office/drawing/2014/main" id="{3EC26D0C-FF0F-44BB-8E2A-F7B055F3FFC1}"/>
              </a:ext>
            </a:extLst>
          </p:cNvPr>
          <p:cNvSpPr>
            <a:spLocks xmlns:a="http://schemas.openxmlformats.org/drawingml/2006/main" noGrp="1"/>
          </p:cNvSpPr>
          <p:nvPr/>
        </p:nvSpPr>
        <p:spPr>
          <a:xfrm xmlns:a="http://schemas.openxmlformats.org/drawingml/2006/main">
            <a:off x="11124400" y="5829300"/>
            <a:ext cx="4580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5B9AB"/>
                </a:solidFill>
                <a:latin typeface="Tahoma"/>
                <a:ea typeface="Tahoma"/>
                <a:cs typeface="Tahoma"/>
              </a:defRPr>
            </a:pPr>
            <a:r>
              <a:rPr sz="1350" b="0">
                <a:solidFill>
                  <a:srgbClr val="A5B9AB"/>
                </a:solidFill>
                <a:latin typeface="Tahoma"/>
                <a:ea typeface="Tahoma"/>
                <a:cs typeface="Tahoma"/>
              </a:rPr>
              <a:t>تحدي</a:t>
            </a:r>
          </a:p>
        </p:txBody>
      </p:sp>
      <p:sp>
        <p:nvSpPr>
          <p:cNvPr id="34" name="text-34">
            <a:extLst xmlns:a="http://schemas.openxmlformats.org/drawingml/2006/main">
              <a:ext uri="{FF2B5EF4-FFF2-40B4-BE49-F238E27FC236}">
                <a16:creationId xmlns:a16="http://schemas.microsoft.com/office/drawing/2014/main" id="{DD5F91F5-6685-467D-BEFF-713562F4CEDB}"/>
              </a:ext>
            </a:extLst>
          </p:cNvPr>
          <p:cNvSpPr>
            <a:spLocks xmlns:a="http://schemas.openxmlformats.org/drawingml/2006/main" noGrp="1"/>
          </p:cNvSpPr>
          <p:nvPr/>
        </p:nvSpPr>
        <p:spPr>
          <a:xfrm xmlns:a="http://schemas.openxmlformats.org/drawingml/2006/main">
            <a:off x="10658705" y="5829300"/>
            <a:ext cx="431119"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5B9AB"/>
                </a:solidFill>
                <a:latin typeface="Tahoma"/>
                <a:ea typeface="Tahoma"/>
                <a:cs typeface="Tahoma"/>
              </a:defRPr>
            </a:pPr>
            <a:r>
              <a:rPr sz="1350" b="0">
                <a:solidFill>
                  <a:srgbClr val="A5B9AB"/>
                </a:solidFill>
                <a:latin typeface="Tahoma"/>
                <a:ea typeface="Tahoma"/>
                <a:cs typeface="Tahoma"/>
              </a:rPr>
              <a:t>الذكاء</a:t>
            </a:r>
          </a:p>
        </p:txBody>
      </p:sp>
      <p:sp>
        <p:nvSpPr>
          <p:cNvPr id="35" name="text-35">
            <a:extLst xmlns:a="http://schemas.openxmlformats.org/drawingml/2006/main">
              <a:ext uri="{FF2B5EF4-FFF2-40B4-BE49-F238E27FC236}">
                <a16:creationId xmlns:a16="http://schemas.microsoft.com/office/drawing/2014/main" id="{1832A760-7376-4FF7-9A01-97425AF824B7}"/>
              </a:ext>
            </a:extLst>
          </p:cNvPr>
          <p:cNvSpPr>
            <a:spLocks xmlns:a="http://schemas.openxmlformats.org/drawingml/2006/main" noGrp="1"/>
          </p:cNvSpPr>
          <p:nvPr/>
        </p:nvSpPr>
        <p:spPr>
          <a:xfrm xmlns:a="http://schemas.openxmlformats.org/drawingml/2006/main">
            <a:off x="9782726" y="5829300"/>
            <a:ext cx="841404"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5B9AB"/>
                </a:solidFill>
                <a:latin typeface="Tahoma"/>
                <a:ea typeface="Tahoma"/>
                <a:cs typeface="Tahoma"/>
              </a:defRPr>
            </a:pPr>
            <a:r>
              <a:rPr sz="1350" b="0">
                <a:solidFill>
                  <a:srgbClr val="A5B9AB"/>
                </a:solidFill>
                <a:latin typeface="Tahoma"/>
                <a:ea typeface="Tahoma"/>
                <a:cs typeface="Tahoma"/>
              </a:rPr>
              <a:t>الاصطناعي</a:t>
            </a:r>
          </a:p>
        </p:txBody>
      </p:sp>
      <p:sp>
        <p:nvSpPr>
          <p:cNvPr id="36" name="text-36">
            <a:extLst xmlns:a="http://schemas.openxmlformats.org/drawingml/2006/main">
              <a:ext uri="{FF2B5EF4-FFF2-40B4-BE49-F238E27FC236}">
                <a16:creationId xmlns:a16="http://schemas.microsoft.com/office/drawing/2014/main" id="{4051C58A-2611-4CF7-A74F-2109C9C6E4C6}"/>
              </a:ext>
            </a:extLst>
          </p:cNvPr>
          <p:cNvSpPr>
            <a:spLocks xmlns:a="http://schemas.openxmlformats.org/drawingml/2006/main" noGrp="1"/>
          </p:cNvSpPr>
          <p:nvPr/>
        </p:nvSpPr>
        <p:spPr>
          <a:xfrm xmlns:a="http://schemas.openxmlformats.org/drawingml/2006/main">
            <a:off x="9461544" y="5829300"/>
            <a:ext cx="286606"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5B9AB"/>
                </a:solidFill>
                <a:latin typeface="Tahoma"/>
                <a:ea typeface="Tahoma"/>
                <a:cs typeface="Tahoma"/>
              </a:defRPr>
            </a:pPr>
            <a:r>
              <a:rPr sz="1350" b="0">
                <a:solidFill>
                  <a:srgbClr val="A5B9AB"/>
                </a:solidFill>
                <a:latin typeface="Tahoma"/>
                <a:ea typeface="Tahoma"/>
                <a:cs typeface="Tahoma"/>
              </a:rPr>
              <a:t>في</a:t>
            </a:r>
          </a:p>
        </p:txBody>
      </p:sp>
      <p:sp>
        <p:nvSpPr>
          <p:cNvPr id="37" name="text-37">
            <a:extLst xmlns:a="http://schemas.openxmlformats.org/drawingml/2006/main">
              <a:ext uri="{FF2B5EF4-FFF2-40B4-BE49-F238E27FC236}">
                <a16:creationId xmlns:a16="http://schemas.microsoft.com/office/drawing/2014/main" id="{44B43EDC-409A-4102-BC51-54750BDA3056}"/>
              </a:ext>
            </a:extLst>
          </p:cNvPr>
          <p:cNvSpPr>
            <a:spLocks xmlns:a="http://schemas.openxmlformats.org/drawingml/2006/main" noGrp="1"/>
          </p:cNvSpPr>
          <p:nvPr/>
        </p:nvSpPr>
        <p:spPr>
          <a:xfrm xmlns:a="http://schemas.openxmlformats.org/drawingml/2006/main">
            <a:off x="8984665" y="5829300"/>
            <a:ext cx="442303"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5B9AB"/>
                </a:solidFill>
                <a:latin typeface="Tahoma"/>
                <a:ea typeface="Tahoma"/>
                <a:cs typeface="Tahoma"/>
              </a:defRPr>
            </a:pPr>
            <a:r>
              <a:rPr sz="1350" b="0">
                <a:solidFill>
                  <a:srgbClr val="A5B9AB"/>
                </a:solidFill>
                <a:latin typeface="Tahoma"/>
                <a:ea typeface="Tahoma"/>
                <a:cs typeface="Tahoma"/>
              </a:rPr>
              <a:t>خدمة</a:t>
            </a:r>
          </a:p>
        </p:txBody>
      </p:sp>
      <p:sp>
        <p:nvSpPr>
          <p:cNvPr id="38" name="text-38">
            <a:extLst xmlns:a="http://schemas.openxmlformats.org/drawingml/2006/main">
              <a:ext uri="{FF2B5EF4-FFF2-40B4-BE49-F238E27FC236}">
                <a16:creationId xmlns:a16="http://schemas.microsoft.com/office/drawing/2014/main" id="{BFAEF4A0-F947-498C-9228-AD50D42B0FEB}"/>
              </a:ext>
            </a:extLst>
          </p:cNvPr>
          <p:cNvSpPr>
            <a:spLocks xmlns:a="http://schemas.openxmlformats.org/drawingml/2006/main" noGrp="1"/>
          </p:cNvSpPr>
          <p:nvPr/>
        </p:nvSpPr>
        <p:spPr>
          <a:xfrm xmlns:a="http://schemas.openxmlformats.org/drawingml/2006/main">
            <a:off x="8298130" y="5829300"/>
            <a:ext cx="651959"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5B9AB"/>
                </a:solidFill>
                <a:latin typeface="Tahoma"/>
                <a:ea typeface="Tahoma"/>
                <a:cs typeface="Tahoma"/>
              </a:defRPr>
            </a:pPr>
            <a:r>
              <a:rPr sz="1350" b="0">
                <a:solidFill>
                  <a:srgbClr val="A5B9AB"/>
                </a:solidFill>
                <a:latin typeface="Tahoma"/>
                <a:ea typeface="Tahoma"/>
                <a:cs typeface="Tahoma"/>
              </a:rPr>
              <a:t>المحتوى</a:t>
            </a:r>
          </a:p>
        </p:txBody>
      </p:sp>
      <p:sp>
        <p:nvSpPr>
          <p:cNvPr id="39" name="text-39">
            <a:extLst xmlns:a="http://schemas.openxmlformats.org/drawingml/2006/main">
              <a:ext uri="{FF2B5EF4-FFF2-40B4-BE49-F238E27FC236}">
                <a16:creationId xmlns:a16="http://schemas.microsoft.com/office/drawing/2014/main" id="{31D267F1-60B6-4659-A510-A2D093113938}"/>
              </a:ext>
            </a:extLst>
          </p:cNvPr>
          <p:cNvSpPr>
            <a:spLocks xmlns:a="http://schemas.openxmlformats.org/drawingml/2006/main" noGrp="1"/>
          </p:cNvSpPr>
          <p:nvPr/>
        </p:nvSpPr>
        <p:spPr>
          <a:xfrm xmlns:a="http://schemas.openxmlformats.org/drawingml/2006/main">
            <a:off x="7510840" y="5829300"/>
            <a:ext cx="752715"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5B9AB"/>
                </a:solidFill>
                <a:latin typeface="Tahoma"/>
                <a:ea typeface="Tahoma"/>
                <a:cs typeface="Tahoma"/>
              </a:defRPr>
            </a:pPr>
            <a:r>
              <a:rPr sz="1350" b="0">
                <a:solidFill>
                  <a:srgbClr val="A5B9AB"/>
                </a:solidFill>
                <a:latin typeface="Tahoma"/>
                <a:ea typeface="Tahoma"/>
                <a:cs typeface="Tahoma"/>
              </a:rPr>
              <a:t>الإسلامي</a:t>
            </a:r>
          </a:p>
        </p:txBody>
      </p:sp>
    </p:spTree>
    <p:extLst>
      <p:ext uri="{BB962C8B-B14F-4D97-AF65-F5344CB8AC3E}">
        <p14:creationId xmlns:p14="http://schemas.microsoft.com/office/powerpoint/2010/main" val="2037761802"/>
      </p:ext>
    </p:extLst>
  </p:cSld>
</p:sld>
</file>

<file path=ppt/slides/slide2.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45" name="text-40">
            <a:extLst xmlns:a="http://schemas.openxmlformats.org/drawingml/2006/main">
              <a:ext uri="{FF2B5EF4-FFF2-40B4-BE49-F238E27FC236}">
                <a16:creationId xmlns:a16="http://schemas.microsoft.com/office/drawing/2014/main" id="{EBE46C62-E197-4F10-93DA-1FE889659366}"/>
              </a:ext>
            </a:extLst>
          </p:cNvPr>
          <p:cNvSpPr>
            <a:spLocks xmlns:a="http://schemas.openxmlformats.org/drawingml/2006/main" noGrp="1"/>
          </p:cNvSpPr>
          <p:nvPr/>
        </p:nvSpPr>
        <p:spPr>
          <a:xfrm xmlns:a="http://schemas.openxmlformats.org/drawingml/2006/main">
            <a:off x="10308229" y="457200"/>
            <a:ext cx="127417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معرفة</a:t>
            </a:r>
          </a:p>
        </p:txBody>
      </p:sp>
      <p:sp>
        <p:nvSpPr>
          <p:cNvPr id="2" name="text-41">
            <a:extLst xmlns:a="http://schemas.openxmlformats.org/drawingml/2006/main">
              <a:ext uri="{FF2B5EF4-FFF2-40B4-BE49-F238E27FC236}">
                <a16:creationId xmlns:a16="http://schemas.microsoft.com/office/drawing/2014/main" id="{518D166E-D2D9-47B4-B6A8-AB2526BFD901}"/>
              </a:ext>
            </a:extLst>
          </p:cNvPr>
          <p:cNvSpPr>
            <a:spLocks xmlns:a="http://schemas.openxmlformats.org/drawingml/2006/main" noGrp="1"/>
          </p:cNvSpPr>
          <p:nvPr/>
        </p:nvSpPr>
        <p:spPr>
          <a:xfrm xmlns:a="http://schemas.openxmlformats.org/drawingml/2006/main">
            <a:off x="9210561" y="457200"/>
            <a:ext cx="996704"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الأمة</a:t>
            </a:r>
          </a:p>
        </p:txBody>
      </p:sp>
      <p:sp>
        <p:nvSpPr>
          <p:cNvPr id="3" name="text-42">
            <a:extLst xmlns:a="http://schemas.openxmlformats.org/drawingml/2006/main">
              <a:ext uri="{FF2B5EF4-FFF2-40B4-BE49-F238E27FC236}">
                <a16:creationId xmlns:a16="http://schemas.microsoft.com/office/drawing/2014/main" id="{8708E15D-1BAD-4F37-A1CA-F9E719C3BBDC}"/>
              </a:ext>
            </a:extLst>
          </p:cNvPr>
          <p:cNvSpPr>
            <a:spLocks xmlns:a="http://schemas.openxmlformats.org/drawingml/2006/main" noGrp="1"/>
          </p:cNvSpPr>
          <p:nvPr/>
        </p:nvSpPr>
        <p:spPr>
          <a:xfrm xmlns:a="http://schemas.openxmlformats.org/drawingml/2006/main">
            <a:off x="7505555" y="457200"/>
            <a:ext cx="160404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تستحق</a:t>
            </a:r>
          </a:p>
        </p:txBody>
      </p:sp>
      <p:sp>
        <p:nvSpPr>
          <p:cNvPr id="4" name="text-43">
            <a:extLst xmlns:a="http://schemas.openxmlformats.org/drawingml/2006/main">
              <a:ext uri="{FF2B5EF4-FFF2-40B4-BE49-F238E27FC236}">
                <a16:creationId xmlns:a16="http://schemas.microsoft.com/office/drawing/2014/main" id="{36CCC27D-8B00-42BC-BAD0-9D115860A3C5}"/>
              </a:ext>
            </a:extLst>
          </p:cNvPr>
          <p:cNvSpPr>
            <a:spLocks xmlns:a="http://schemas.openxmlformats.org/drawingml/2006/main" noGrp="1"/>
          </p:cNvSpPr>
          <p:nvPr/>
        </p:nvSpPr>
        <p:spPr>
          <a:xfrm xmlns:a="http://schemas.openxmlformats.org/drawingml/2006/main">
            <a:off x="6253353" y="457200"/>
            <a:ext cx="1151237"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أدوات</a:t>
            </a:r>
          </a:p>
        </p:txBody>
      </p:sp>
      <p:sp>
        <p:nvSpPr>
          <p:cNvPr id="5" name="text-44">
            <a:extLst xmlns:a="http://schemas.openxmlformats.org/drawingml/2006/main">
              <a:ext uri="{FF2B5EF4-FFF2-40B4-BE49-F238E27FC236}">
                <a16:creationId xmlns:a16="http://schemas.microsoft.com/office/drawing/2014/main" id="{13F59B32-8C2B-42B0-A487-CF2787073E15}"/>
              </a:ext>
            </a:extLst>
          </p:cNvPr>
          <p:cNvSpPr>
            <a:spLocks xmlns:a="http://schemas.openxmlformats.org/drawingml/2006/main" noGrp="1"/>
          </p:cNvSpPr>
          <p:nvPr/>
        </p:nvSpPr>
        <p:spPr>
          <a:xfrm xmlns:a="http://schemas.openxmlformats.org/drawingml/2006/main">
            <a:off x="5139240" y="457200"/>
            <a:ext cx="101314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نملك</a:t>
            </a:r>
          </a:p>
        </p:txBody>
      </p:sp>
      <p:sp>
        <p:nvSpPr>
          <p:cNvPr id="6" name="text-45">
            <a:extLst xmlns:a="http://schemas.openxmlformats.org/drawingml/2006/main">
              <a:ext uri="{FF2B5EF4-FFF2-40B4-BE49-F238E27FC236}">
                <a16:creationId xmlns:a16="http://schemas.microsoft.com/office/drawing/2014/main" id="{8645414F-B46D-4343-A2DA-A0FD47B313D3}"/>
              </a:ext>
            </a:extLst>
          </p:cNvPr>
          <p:cNvSpPr>
            <a:spLocks xmlns:a="http://schemas.openxmlformats.org/drawingml/2006/main" noGrp="1"/>
          </p:cNvSpPr>
          <p:nvPr/>
        </p:nvSpPr>
        <p:spPr>
          <a:xfrm xmlns:a="http://schemas.openxmlformats.org/drawingml/2006/main">
            <a:off x="3758458" y="457200"/>
            <a:ext cx="1279817"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زمامها</a:t>
            </a:r>
          </a:p>
        </p:txBody>
      </p:sp>
      <p:sp>
        <p:nvSpPr>
          <p:cNvPr id="7" name="shape-46">
            <a:extLst xmlns:a="http://schemas.openxmlformats.org/drawingml/2006/main">
              <a:ext uri="{FF2B5EF4-FFF2-40B4-BE49-F238E27FC236}">
                <a16:creationId xmlns:a16="http://schemas.microsoft.com/office/drawing/2014/main" id="{7D9C30DD-7674-4343-9AFF-6F80D717108C}"/>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8" name="text-47">
            <a:extLst xmlns:a="http://schemas.openxmlformats.org/drawingml/2006/main">
              <a:ext uri="{FF2B5EF4-FFF2-40B4-BE49-F238E27FC236}">
                <a16:creationId xmlns:a16="http://schemas.microsoft.com/office/drawing/2014/main" id="{C53C14A1-E79E-457D-B53B-A035FDD90696}"/>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9" name="text-48">
            <a:extLst xmlns:a="http://schemas.openxmlformats.org/drawingml/2006/main">
              <a:ext uri="{FF2B5EF4-FFF2-40B4-BE49-F238E27FC236}">
                <a16:creationId xmlns:a16="http://schemas.microsoft.com/office/drawing/2014/main" id="{4826ABF7-A767-4950-96FC-827ADAB94E79}"/>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10" name="text-49">
            <a:extLst xmlns:a="http://schemas.openxmlformats.org/drawingml/2006/main">
              <a:ext uri="{FF2B5EF4-FFF2-40B4-BE49-F238E27FC236}">
                <a16:creationId xmlns:a16="http://schemas.microsoft.com/office/drawing/2014/main" id="{57227ABB-B391-454E-A488-17C2D6615990}"/>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1" name="text-50">
            <a:extLst xmlns:a="http://schemas.openxmlformats.org/drawingml/2006/main">
              <a:ext uri="{FF2B5EF4-FFF2-40B4-BE49-F238E27FC236}">
                <a16:creationId xmlns:a16="http://schemas.microsoft.com/office/drawing/2014/main" id="{64368CAD-3AF8-4221-81D0-D4D80EE75A64}"/>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2" name="text-51">
            <a:extLst xmlns:a="http://schemas.openxmlformats.org/drawingml/2006/main">
              <a:ext uri="{FF2B5EF4-FFF2-40B4-BE49-F238E27FC236}">
                <a16:creationId xmlns:a16="http://schemas.microsoft.com/office/drawing/2014/main" id="{D5C2664B-C0F7-410F-B70F-A122173E610E}"/>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3" name="text-52">
            <a:extLst xmlns:a="http://schemas.openxmlformats.org/drawingml/2006/main">
              <a:ext uri="{FF2B5EF4-FFF2-40B4-BE49-F238E27FC236}">
                <a16:creationId xmlns:a16="http://schemas.microsoft.com/office/drawing/2014/main" id="{DE85DE15-4516-4166-A7A6-8A831EF094F4}"/>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4" name="text-53">
            <a:extLst xmlns:a="http://schemas.openxmlformats.org/drawingml/2006/main">
              <a:ext uri="{FF2B5EF4-FFF2-40B4-BE49-F238E27FC236}">
                <a16:creationId xmlns:a16="http://schemas.microsoft.com/office/drawing/2014/main" id="{01AD0B9F-2B52-49D0-9C1F-2B831A486009}"/>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02</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dfb83bcbc3e4185"/>
          <a:srcRect xmlns:a="http://schemas.openxmlformats.org/drawingml/2006/main" l="0" t="23981" r="0" b="23981"/>
          <a:stretch xmlns:a="http://schemas.openxmlformats.org/drawingml/2006/main">
            <a:fillRect l="0" t="0" r="0" b="0"/>
          </a:stretch>
        </p:blipFill>
        <p:spPr>
          <a:xfrm xmlns:a="http://schemas.openxmlformats.org/drawingml/2006/main">
            <a:off x="609600" y="1285875"/>
            <a:ext cx="10972800" cy="3211830"/>
          </a:xfrm>
          <a:prstGeom xmlns:a="http://schemas.openxmlformats.org/drawingml/2006/main" prst="rect">
            <a:avLst/>
          </a:prstGeom>
        </p:spPr>
      </p:pic>
      <p:sp>
        <p:nvSpPr>
          <p:cNvPr id="16" name="text-54">
            <a:extLst xmlns:a="http://schemas.openxmlformats.org/drawingml/2006/main">
              <a:ext uri="{FF2B5EF4-FFF2-40B4-BE49-F238E27FC236}">
                <a16:creationId xmlns:a16="http://schemas.microsoft.com/office/drawing/2014/main" id="{6B392790-13EF-4928-8E8A-7D0C6A863075}"/>
              </a:ext>
            </a:extLst>
          </p:cNvPr>
          <p:cNvSpPr>
            <a:spLocks xmlns:a="http://schemas.openxmlformats.org/drawingml/2006/main" noGrp="1"/>
          </p:cNvSpPr>
          <p:nvPr/>
        </p:nvSpPr>
        <p:spPr>
          <a:xfrm xmlns:a="http://schemas.openxmlformats.org/drawingml/2006/main">
            <a:off x="7069562" y="4676775"/>
            <a:ext cx="347041"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تصوّر</a:t>
            </a:r>
          </a:p>
        </p:txBody>
      </p:sp>
      <p:sp>
        <p:nvSpPr>
          <p:cNvPr id="17" name="text-55">
            <a:extLst xmlns:a="http://schemas.openxmlformats.org/drawingml/2006/main">
              <a:ext uri="{FF2B5EF4-FFF2-40B4-BE49-F238E27FC236}">
                <a16:creationId xmlns:a16="http://schemas.microsoft.com/office/drawing/2014/main" id="{46D0AFA3-8F05-429E-923A-274FC000FFFD}"/>
              </a:ext>
            </a:extLst>
          </p:cNvPr>
          <p:cNvSpPr>
            <a:spLocks xmlns:a="http://schemas.openxmlformats.org/drawingml/2006/main" noGrp="1"/>
          </p:cNvSpPr>
          <p:nvPr/>
        </p:nvSpPr>
        <p:spPr>
          <a:xfrm xmlns:a="http://schemas.openxmlformats.org/drawingml/2006/main">
            <a:off x="6706691" y="4676775"/>
            <a:ext cx="33134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فني</a:t>
            </a:r>
          </a:p>
        </p:txBody>
      </p:sp>
      <p:sp>
        <p:nvSpPr>
          <p:cNvPr id="18" name="text-56">
            <a:extLst xmlns:a="http://schemas.openxmlformats.org/drawingml/2006/main">
              <a:ext uri="{FF2B5EF4-FFF2-40B4-BE49-F238E27FC236}">
                <a16:creationId xmlns:a16="http://schemas.microsoft.com/office/drawing/2014/main" id="{4F63447B-DD90-4596-98DB-C031DF34F84B}"/>
              </a:ext>
            </a:extLst>
          </p:cNvPr>
          <p:cNvSpPr>
            <a:spLocks xmlns:a="http://schemas.openxmlformats.org/drawingml/2006/main" noGrp="1"/>
          </p:cNvSpPr>
          <p:nvPr/>
        </p:nvSpPr>
        <p:spPr>
          <a:xfrm xmlns:a="http://schemas.openxmlformats.org/drawingml/2006/main">
            <a:off x="6090016" y="4676775"/>
            <a:ext cx="58514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يستلهم</a:t>
            </a:r>
          </a:p>
        </p:txBody>
      </p:sp>
      <p:sp>
        <p:nvSpPr>
          <p:cNvPr id="19" name="text-57">
            <a:extLst xmlns:a="http://schemas.openxmlformats.org/drawingml/2006/main">
              <a:ext uri="{FF2B5EF4-FFF2-40B4-BE49-F238E27FC236}">
                <a16:creationId xmlns:a16="http://schemas.microsoft.com/office/drawing/2014/main" id="{02F1709E-22DA-4255-AFD2-63557D5FB328}"/>
              </a:ext>
            </a:extLst>
          </p:cNvPr>
          <p:cNvSpPr>
            <a:spLocks xmlns:a="http://schemas.openxmlformats.org/drawingml/2006/main" noGrp="1"/>
          </p:cNvSpPr>
          <p:nvPr/>
        </p:nvSpPr>
        <p:spPr>
          <a:xfrm xmlns:a="http://schemas.openxmlformats.org/drawingml/2006/main">
            <a:off x="5785225" y="4676775"/>
            <a:ext cx="273264"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إرث</a:t>
            </a:r>
          </a:p>
        </p:txBody>
      </p:sp>
      <p:sp>
        <p:nvSpPr>
          <p:cNvPr id="20" name="text-58">
            <a:extLst xmlns:a="http://schemas.openxmlformats.org/drawingml/2006/main">
              <a:ext uri="{FF2B5EF4-FFF2-40B4-BE49-F238E27FC236}">
                <a16:creationId xmlns:a16="http://schemas.microsoft.com/office/drawing/2014/main" id="{3AE57A01-F018-49B2-A37F-60059137FC2D}"/>
              </a:ext>
            </a:extLst>
          </p:cNvPr>
          <p:cNvSpPr>
            <a:spLocks xmlns:a="http://schemas.openxmlformats.org/drawingml/2006/main" noGrp="1"/>
          </p:cNvSpPr>
          <p:nvPr/>
        </p:nvSpPr>
        <p:spPr>
          <a:xfrm xmlns:a="http://schemas.openxmlformats.org/drawingml/2006/main">
            <a:off x="5275192" y="4676775"/>
            <a:ext cx="478505"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العلماء</a:t>
            </a:r>
          </a:p>
        </p:txBody>
      </p:sp>
      <p:sp>
        <p:nvSpPr>
          <p:cNvPr id="21" name="text-59">
            <a:extLst xmlns:a="http://schemas.openxmlformats.org/drawingml/2006/main">
              <a:ext uri="{FF2B5EF4-FFF2-40B4-BE49-F238E27FC236}">
                <a16:creationId xmlns:a16="http://schemas.microsoft.com/office/drawing/2014/main" id="{79D09355-30FC-4400-8A67-1AFF5177878F}"/>
              </a:ext>
            </a:extLst>
          </p:cNvPr>
          <p:cNvSpPr>
            <a:spLocks xmlns:a="http://schemas.openxmlformats.org/drawingml/2006/main" noGrp="1"/>
          </p:cNvSpPr>
          <p:nvPr/>
        </p:nvSpPr>
        <p:spPr>
          <a:xfrm xmlns:a="http://schemas.openxmlformats.org/drawingml/2006/main">
            <a:off x="4737297" y="4676775"/>
            <a:ext cx="50636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والعلوم</a:t>
            </a:r>
          </a:p>
        </p:txBody>
      </p:sp>
      <p:sp>
        <p:nvSpPr>
          <p:cNvPr id="22" name="text-60">
            <a:extLst xmlns:a="http://schemas.openxmlformats.org/drawingml/2006/main">
              <a:ext uri="{FF2B5EF4-FFF2-40B4-BE49-F238E27FC236}">
                <a16:creationId xmlns:a16="http://schemas.microsoft.com/office/drawing/2014/main" id="{A150F1F4-0678-43E0-8CC5-64C3967C570F}"/>
              </a:ext>
            </a:extLst>
          </p:cNvPr>
          <p:cNvSpPr>
            <a:spLocks xmlns:a="http://schemas.openxmlformats.org/drawingml/2006/main" noGrp="1"/>
          </p:cNvSpPr>
          <p:nvPr/>
        </p:nvSpPr>
        <p:spPr>
          <a:xfrm xmlns:a="http://schemas.openxmlformats.org/drawingml/2006/main">
            <a:off x="10322395" y="5038725"/>
            <a:ext cx="126000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الخوارزمي</a:t>
            </a:r>
          </a:p>
        </p:txBody>
      </p:sp>
      <p:sp>
        <p:nvSpPr>
          <p:cNvPr id="23" name="text-61">
            <a:extLst xmlns:a="http://schemas.openxmlformats.org/drawingml/2006/main">
              <a:ext uri="{FF2B5EF4-FFF2-40B4-BE49-F238E27FC236}">
                <a16:creationId xmlns:a16="http://schemas.microsoft.com/office/drawing/2014/main" id="{1EBE77B0-D610-4FDD-B5A5-0B2EBB9DDDFB}"/>
              </a:ext>
            </a:extLst>
          </p:cNvPr>
          <p:cNvSpPr>
            <a:spLocks xmlns:a="http://schemas.openxmlformats.org/drawingml/2006/main" noGrp="1"/>
          </p:cNvSpPr>
          <p:nvPr/>
        </p:nvSpPr>
        <p:spPr>
          <a:xfrm xmlns:a="http://schemas.openxmlformats.org/drawingml/2006/main">
            <a:off x="10143675" y="5038725"/>
            <a:ext cx="12804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a:t>
            </a:r>
          </a:p>
        </p:txBody>
      </p:sp>
      <p:sp>
        <p:nvSpPr>
          <p:cNvPr id="24" name="text-62">
            <a:extLst xmlns:a="http://schemas.openxmlformats.org/drawingml/2006/main">
              <a:ext uri="{FF2B5EF4-FFF2-40B4-BE49-F238E27FC236}">
                <a16:creationId xmlns:a16="http://schemas.microsoft.com/office/drawing/2014/main" id="{E1B4AA6D-5E50-4A97-9280-B2B690B40BEB}"/>
              </a:ext>
            </a:extLst>
          </p:cNvPr>
          <p:cNvSpPr>
            <a:spLocks xmlns:a="http://schemas.openxmlformats.org/drawingml/2006/main" noGrp="1"/>
          </p:cNvSpPr>
          <p:nvPr/>
        </p:nvSpPr>
        <p:spPr>
          <a:xfrm xmlns:a="http://schemas.openxmlformats.org/drawingml/2006/main">
            <a:off x="9486793" y="5038725"/>
            <a:ext cx="60620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الجبر</a:t>
            </a:r>
          </a:p>
        </p:txBody>
      </p:sp>
      <p:sp>
        <p:nvSpPr>
          <p:cNvPr id="25" name="text-63">
            <a:extLst xmlns:a="http://schemas.openxmlformats.org/drawingml/2006/main">
              <a:ext uri="{FF2B5EF4-FFF2-40B4-BE49-F238E27FC236}">
                <a16:creationId xmlns:a16="http://schemas.microsoft.com/office/drawing/2014/main" id="{9725688A-6FCF-41B9-87A5-6C7F6474E1A1}"/>
              </a:ext>
            </a:extLst>
          </p:cNvPr>
          <p:cNvSpPr>
            <a:spLocks xmlns:a="http://schemas.openxmlformats.org/drawingml/2006/main" noGrp="1"/>
          </p:cNvSpPr>
          <p:nvPr/>
        </p:nvSpPr>
        <p:spPr>
          <a:xfrm xmlns:a="http://schemas.openxmlformats.org/drawingml/2006/main">
            <a:off x="7918559" y="5038725"/>
            <a:ext cx="151756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والخوارزميات</a:t>
            </a:r>
          </a:p>
        </p:txBody>
      </p:sp>
      <p:sp>
        <p:nvSpPr>
          <p:cNvPr id="26" name="text-64">
            <a:extLst xmlns:a="http://schemas.openxmlformats.org/drawingml/2006/main">
              <a:ext uri="{FF2B5EF4-FFF2-40B4-BE49-F238E27FC236}">
                <a16:creationId xmlns:a16="http://schemas.microsoft.com/office/drawing/2014/main" id="{8AC1324F-134C-49BF-81AE-BF126048DBB7}"/>
              </a:ext>
            </a:extLst>
          </p:cNvPr>
          <p:cNvSpPr>
            <a:spLocks xmlns:a="http://schemas.openxmlformats.org/drawingml/2006/main" noGrp="1"/>
          </p:cNvSpPr>
          <p:nvPr/>
        </p:nvSpPr>
        <p:spPr>
          <a:xfrm xmlns:a="http://schemas.openxmlformats.org/drawingml/2006/main">
            <a:off x="5488579" y="5038725"/>
            <a:ext cx="40739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ابن</a:t>
            </a:r>
          </a:p>
        </p:txBody>
      </p:sp>
      <p:sp>
        <p:nvSpPr>
          <p:cNvPr id="27" name="text-65">
            <a:extLst xmlns:a="http://schemas.openxmlformats.org/drawingml/2006/main">
              <a:ext uri="{FF2B5EF4-FFF2-40B4-BE49-F238E27FC236}">
                <a16:creationId xmlns:a16="http://schemas.microsoft.com/office/drawing/2014/main" id="{09D8F81B-2C7F-4364-BAA1-4B5829B48D04}"/>
              </a:ext>
            </a:extLst>
          </p:cNvPr>
          <p:cNvSpPr>
            <a:spLocks xmlns:a="http://schemas.openxmlformats.org/drawingml/2006/main" noGrp="1"/>
          </p:cNvSpPr>
          <p:nvPr/>
        </p:nvSpPr>
        <p:spPr>
          <a:xfrm xmlns:a="http://schemas.openxmlformats.org/drawingml/2006/main">
            <a:off x="4721642" y="5038725"/>
            <a:ext cx="71626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الهيثم</a:t>
            </a:r>
          </a:p>
        </p:txBody>
      </p:sp>
      <p:sp>
        <p:nvSpPr>
          <p:cNvPr id="28" name="text-66">
            <a:extLst xmlns:a="http://schemas.openxmlformats.org/drawingml/2006/main">
              <a:ext uri="{FF2B5EF4-FFF2-40B4-BE49-F238E27FC236}">
                <a16:creationId xmlns:a16="http://schemas.microsoft.com/office/drawing/2014/main" id="{D773FA1C-5DF3-4151-8F67-94732A24240E}"/>
              </a:ext>
            </a:extLst>
          </p:cNvPr>
          <p:cNvSpPr>
            <a:spLocks xmlns:a="http://schemas.openxmlformats.org/drawingml/2006/main" noGrp="1"/>
          </p:cNvSpPr>
          <p:nvPr/>
        </p:nvSpPr>
        <p:spPr>
          <a:xfrm xmlns:a="http://schemas.openxmlformats.org/drawingml/2006/main">
            <a:off x="4542922" y="5038725"/>
            <a:ext cx="12804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a:t>
            </a:r>
          </a:p>
        </p:txBody>
      </p:sp>
      <p:sp>
        <p:nvSpPr>
          <p:cNvPr id="29" name="text-67">
            <a:extLst xmlns:a="http://schemas.openxmlformats.org/drawingml/2006/main">
              <a:ext uri="{FF2B5EF4-FFF2-40B4-BE49-F238E27FC236}">
                <a16:creationId xmlns:a16="http://schemas.microsoft.com/office/drawing/2014/main" id="{0C1596DF-5EE6-4A01-B309-3358B03D0D6F}"/>
              </a:ext>
            </a:extLst>
          </p:cNvPr>
          <p:cNvSpPr>
            <a:spLocks xmlns:a="http://schemas.openxmlformats.org/drawingml/2006/main" noGrp="1"/>
          </p:cNvSpPr>
          <p:nvPr/>
        </p:nvSpPr>
        <p:spPr>
          <a:xfrm xmlns:a="http://schemas.openxmlformats.org/drawingml/2006/main">
            <a:off x="3636904" y="5038725"/>
            <a:ext cx="85534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التجربة</a:t>
            </a:r>
          </a:p>
        </p:txBody>
      </p:sp>
      <p:sp>
        <p:nvSpPr>
          <p:cNvPr id="30" name="text-68">
            <a:extLst xmlns:a="http://schemas.openxmlformats.org/drawingml/2006/main">
              <a:ext uri="{FF2B5EF4-FFF2-40B4-BE49-F238E27FC236}">
                <a16:creationId xmlns:a16="http://schemas.microsoft.com/office/drawing/2014/main" id="{4151183C-9041-4BE8-9861-ED6077578F70}"/>
              </a:ext>
            </a:extLst>
          </p:cNvPr>
          <p:cNvSpPr>
            <a:spLocks xmlns:a="http://schemas.openxmlformats.org/drawingml/2006/main" noGrp="1"/>
          </p:cNvSpPr>
          <p:nvPr/>
        </p:nvSpPr>
        <p:spPr>
          <a:xfrm xmlns:a="http://schemas.openxmlformats.org/drawingml/2006/main">
            <a:off x="2565654" y="5038725"/>
            <a:ext cx="102057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والبرهان</a:t>
            </a:r>
          </a:p>
        </p:txBody>
      </p:sp>
      <p:sp>
        <p:nvSpPr>
          <p:cNvPr id="31" name="text-69">
            <a:extLst xmlns:a="http://schemas.openxmlformats.org/drawingml/2006/main">
              <a:ext uri="{FF2B5EF4-FFF2-40B4-BE49-F238E27FC236}">
                <a16:creationId xmlns:a16="http://schemas.microsoft.com/office/drawing/2014/main" id="{7835ECC4-3D75-479C-A635-C7ED7F692989}"/>
              </a:ext>
            </a:extLst>
          </p:cNvPr>
          <p:cNvSpPr>
            <a:spLocks xmlns:a="http://schemas.openxmlformats.org/drawingml/2006/main" noGrp="1"/>
          </p:cNvSpPr>
          <p:nvPr/>
        </p:nvSpPr>
        <p:spPr>
          <a:xfrm xmlns:a="http://schemas.openxmlformats.org/drawingml/2006/main">
            <a:off x="7011777" y="5429250"/>
            <a:ext cx="64744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حساب</a:t>
            </a:r>
          </a:p>
        </p:txBody>
      </p:sp>
      <p:sp>
        <p:nvSpPr>
          <p:cNvPr id="32" name="text-70">
            <a:extLst xmlns:a="http://schemas.openxmlformats.org/drawingml/2006/main">
              <a:ext uri="{FF2B5EF4-FFF2-40B4-BE49-F238E27FC236}">
                <a16:creationId xmlns:a16="http://schemas.microsoft.com/office/drawing/2014/main" id="{99A5C601-2633-4928-9635-980AEFE3EE9C}"/>
              </a:ext>
            </a:extLst>
          </p:cNvPr>
          <p:cNvSpPr>
            <a:spLocks xmlns:a="http://schemas.openxmlformats.org/drawingml/2006/main" noGrp="1"/>
          </p:cNvSpPr>
          <p:nvPr/>
        </p:nvSpPr>
        <p:spPr>
          <a:xfrm xmlns:a="http://schemas.openxmlformats.org/drawingml/2006/main">
            <a:off x="6474625" y="5429250"/>
            <a:ext cx="49067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يخدم</a:t>
            </a:r>
          </a:p>
        </p:txBody>
      </p:sp>
      <p:sp>
        <p:nvSpPr>
          <p:cNvPr id="33" name="text-71">
            <a:extLst xmlns:a="http://schemas.openxmlformats.org/drawingml/2006/main">
              <a:ext uri="{FF2B5EF4-FFF2-40B4-BE49-F238E27FC236}">
                <a16:creationId xmlns:a16="http://schemas.microsoft.com/office/drawing/2014/main" id="{2D0ADFC6-5532-4B5F-A2C7-0C126C843D6C}"/>
              </a:ext>
            </a:extLst>
          </p:cNvPr>
          <p:cNvSpPr>
            <a:spLocks xmlns:a="http://schemas.openxmlformats.org/drawingml/2006/main" noGrp="1"/>
          </p:cNvSpPr>
          <p:nvPr/>
        </p:nvSpPr>
        <p:spPr>
          <a:xfrm xmlns:a="http://schemas.openxmlformats.org/drawingml/2006/main">
            <a:off x="6006443" y="5429250"/>
            <a:ext cx="42170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حياة</a:t>
            </a:r>
          </a:p>
        </p:txBody>
      </p:sp>
      <p:sp>
        <p:nvSpPr>
          <p:cNvPr id="34" name="text-72">
            <a:extLst xmlns:a="http://schemas.openxmlformats.org/drawingml/2006/main">
              <a:ext uri="{FF2B5EF4-FFF2-40B4-BE49-F238E27FC236}">
                <a16:creationId xmlns:a16="http://schemas.microsoft.com/office/drawing/2014/main" id="{239597C0-96CF-4126-8E30-8A86B6F8DB31}"/>
              </a:ext>
            </a:extLst>
          </p:cNvPr>
          <p:cNvSpPr>
            <a:spLocks xmlns:a="http://schemas.openxmlformats.org/drawingml/2006/main" noGrp="1"/>
          </p:cNvSpPr>
          <p:nvPr/>
        </p:nvSpPr>
        <p:spPr>
          <a:xfrm xmlns:a="http://schemas.openxmlformats.org/drawingml/2006/main">
            <a:off x="5408366" y="5429250"/>
            <a:ext cx="55159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الناس</a:t>
            </a:r>
          </a:p>
        </p:txBody>
      </p:sp>
      <p:sp>
        <p:nvSpPr>
          <p:cNvPr id="35" name="text-73">
            <a:extLst xmlns:a="http://schemas.openxmlformats.org/drawingml/2006/main">
              <a:ext uri="{FF2B5EF4-FFF2-40B4-BE49-F238E27FC236}">
                <a16:creationId xmlns:a16="http://schemas.microsoft.com/office/drawing/2014/main" id="{7F5D58EC-920A-4B48-B5BA-F29E2842CE76}"/>
              </a:ext>
            </a:extLst>
          </p:cNvPr>
          <p:cNvSpPr>
            <a:spLocks xmlns:a="http://schemas.openxmlformats.org/drawingml/2006/main" noGrp="1"/>
          </p:cNvSpPr>
          <p:nvPr/>
        </p:nvSpPr>
        <p:spPr>
          <a:xfrm xmlns:a="http://schemas.openxmlformats.org/drawingml/2006/main">
            <a:off x="4494677" y="5429250"/>
            <a:ext cx="867207"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ومواريثهم</a:t>
            </a:r>
          </a:p>
        </p:txBody>
      </p:sp>
      <p:sp>
        <p:nvSpPr>
          <p:cNvPr id="36" name="text-74">
            <a:extLst xmlns:a="http://schemas.openxmlformats.org/drawingml/2006/main">
              <a:ext uri="{FF2B5EF4-FFF2-40B4-BE49-F238E27FC236}">
                <a16:creationId xmlns:a16="http://schemas.microsoft.com/office/drawing/2014/main" id="{65DB3D19-C6E8-4055-8A6C-53FF1D0AE346}"/>
              </a:ext>
            </a:extLst>
          </p:cNvPr>
          <p:cNvSpPr>
            <a:spLocks xmlns:a="http://schemas.openxmlformats.org/drawingml/2006/main" noGrp="1"/>
          </p:cNvSpPr>
          <p:nvPr/>
        </p:nvSpPr>
        <p:spPr>
          <a:xfrm xmlns:a="http://schemas.openxmlformats.org/drawingml/2006/main">
            <a:off x="8339515" y="5829300"/>
            <a:ext cx="658924"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A5B9AB"/>
                </a:solidFill>
                <a:latin typeface="Tahoma"/>
                <a:ea typeface="Tahoma"/>
                <a:cs typeface="Tahoma"/>
              </a:defRPr>
            </a:pPr>
            <a:r>
              <a:rPr sz="1575" b="0">
                <a:solidFill>
                  <a:srgbClr val="A5B9AB"/>
                </a:solidFill>
                <a:latin typeface="Tahoma"/>
                <a:ea typeface="Tahoma"/>
                <a:cs typeface="Tahoma"/>
              </a:rPr>
              <a:t>المعرفة</a:t>
            </a:r>
          </a:p>
        </p:txBody>
      </p:sp>
      <p:sp>
        <p:nvSpPr>
          <p:cNvPr id="37" name="text-75">
            <a:extLst xmlns:a="http://schemas.openxmlformats.org/drawingml/2006/main">
              <a:ext uri="{FF2B5EF4-FFF2-40B4-BE49-F238E27FC236}">
                <a16:creationId xmlns:a16="http://schemas.microsoft.com/office/drawing/2014/main" id="{1EADBA03-0239-4D19-B124-A854DF8BBA87}"/>
              </a:ext>
            </a:extLst>
          </p:cNvPr>
          <p:cNvSpPr>
            <a:spLocks xmlns:a="http://schemas.openxmlformats.org/drawingml/2006/main" noGrp="1"/>
          </p:cNvSpPr>
          <p:nvPr/>
        </p:nvSpPr>
        <p:spPr>
          <a:xfrm xmlns:a="http://schemas.openxmlformats.org/drawingml/2006/main">
            <a:off x="7438979" y="5829300"/>
            <a:ext cx="857101"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A5B9AB"/>
                </a:solidFill>
                <a:latin typeface="Tahoma"/>
                <a:ea typeface="Tahoma"/>
                <a:cs typeface="Tahoma"/>
              </a:defRPr>
            </a:pPr>
            <a:r>
              <a:rPr sz="1575" b="0">
                <a:solidFill>
                  <a:srgbClr val="A5B9AB"/>
                </a:solidFill>
                <a:latin typeface="Tahoma"/>
                <a:ea typeface="Tahoma"/>
                <a:cs typeface="Tahoma"/>
              </a:rPr>
              <a:t>الإسلامية</a:t>
            </a:r>
          </a:p>
        </p:txBody>
      </p:sp>
      <p:sp>
        <p:nvSpPr>
          <p:cNvPr id="38" name="text-76">
            <a:extLst xmlns:a="http://schemas.openxmlformats.org/drawingml/2006/main">
              <a:ext uri="{FF2B5EF4-FFF2-40B4-BE49-F238E27FC236}">
                <a16:creationId xmlns:a16="http://schemas.microsoft.com/office/drawing/2014/main" id="{4EF5A3F3-0943-471D-939B-AEB06E47F0E6}"/>
              </a:ext>
            </a:extLst>
          </p:cNvPr>
          <p:cNvSpPr>
            <a:spLocks xmlns:a="http://schemas.openxmlformats.org/drawingml/2006/main" noGrp="1"/>
          </p:cNvSpPr>
          <p:nvPr/>
        </p:nvSpPr>
        <p:spPr>
          <a:xfrm xmlns:a="http://schemas.openxmlformats.org/drawingml/2006/main">
            <a:off x="6900951" y="5829300"/>
            <a:ext cx="494594"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A5B9AB"/>
                </a:solidFill>
                <a:latin typeface="Tahoma"/>
                <a:ea typeface="Tahoma"/>
                <a:cs typeface="Tahoma"/>
              </a:defRPr>
            </a:pPr>
            <a:r>
              <a:rPr sz="1575" b="0">
                <a:solidFill>
                  <a:srgbClr val="A5B9AB"/>
                </a:solidFill>
                <a:latin typeface="Tahoma"/>
                <a:ea typeface="Tahoma"/>
                <a:cs typeface="Tahoma"/>
              </a:rPr>
              <a:t>تحتاج</a:t>
            </a:r>
          </a:p>
        </p:txBody>
      </p:sp>
      <p:sp>
        <p:nvSpPr>
          <p:cNvPr id="39" name="text-77">
            <a:extLst xmlns:a="http://schemas.openxmlformats.org/drawingml/2006/main">
              <a:ext uri="{FF2B5EF4-FFF2-40B4-BE49-F238E27FC236}">
                <a16:creationId xmlns:a16="http://schemas.microsoft.com/office/drawing/2014/main" id="{EFB45340-F779-471D-B174-6BFA7B75A305}"/>
              </a:ext>
            </a:extLst>
          </p:cNvPr>
          <p:cNvSpPr>
            <a:spLocks xmlns:a="http://schemas.openxmlformats.org/drawingml/2006/main" noGrp="1"/>
          </p:cNvSpPr>
          <p:nvPr/>
        </p:nvSpPr>
        <p:spPr>
          <a:xfrm xmlns:a="http://schemas.openxmlformats.org/drawingml/2006/main">
            <a:off x="6290814" y="5829300"/>
            <a:ext cx="566703"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A5B9AB"/>
                </a:solidFill>
                <a:latin typeface="Tahoma"/>
                <a:ea typeface="Tahoma"/>
                <a:cs typeface="Tahoma"/>
              </a:defRPr>
            </a:pPr>
            <a:r>
              <a:rPr sz="1575" b="0">
                <a:solidFill>
                  <a:srgbClr val="A5B9AB"/>
                </a:solidFill>
                <a:latin typeface="Tahoma"/>
                <a:ea typeface="Tahoma"/>
                <a:cs typeface="Tahoma"/>
              </a:rPr>
              <a:t>سيادة</a:t>
            </a:r>
          </a:p>
        </p:txBody>
      </p:sp>
      <p:sp>
        <p:nvSpPr>
          <p:cNvPr id="40" name="text-78">
            <a:extLst xmlns:a="http://schemas.openxmlformats.org/drawingml/2006/main">
              <a:ext uri="{FF2B5EF4-FFF2-40B4-BE49-F238E27FC236}">
                <a16:creationId xmlns:a16="http://schemas.microsoft.com/office/drawing/2014/main" id="{6F64021A-B555-4EDE-B67D-3A7C3BD09744}"/>
              </a:ext>
            </a:extLst>
          </p:cNvPr>
          <p:cNvSpPr>
            <a:spLocks xmlns:a="http://schemas.openxmlformats.org/drawingml/2006/main" noGrp="1"/>
          </p:cNvSpPr>
          <p:nvPr/>
        </p:nvSpPr>
        <p:spPr>
          <a:xfrm xmlns:a="http://schemas.openxmlformats.org/drawingml/2006/main">
            <a:off x="5809394" y="5829300"/>
            <a:ext cx="437986"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A5B9AB"/>
                </a:solidFill>
                <a:latin typeface="Tahoma"/>
                <a:ea typeface="Tahoma"/>
                <a:cs typeface="Tahoma"/>
              </a:defRPr>
            </a:pPr>
            <a:r>
              <a:rPr sz="1575" b="0">
                <a:solidFill>
                  <a:srgbClr val="A5B9AB"/>
                </a:solidFill>
                <a:latin typeface="Tahoma"/>
                <a:ea typeface="Tahoma"/>
                <a:cs typeface="Tahoma"/>
              </a:rPr>
              <a:t>على</a:t>
            </a:r>
          </a:p>
        </p:txBody>
      </p:sp>
      <p:sp>
        <p:nvSpPr>
          <p:cNvPr id="41" name="text-79">
            <a:extLst xmlns:a="http://schemas.openxmlformats.org/drawingml/2006/main">
              <a:ext uri="{FF2B5EF4-FFF2-40B4-BE49-F238E27FC236}">
                <a16:creationId xmlns:a16="http://schemas.microsoft.com/office/drawing/2014/main" id="{CED03C4F-6BDA-4C7C-927C-C1EA9AFDAA3A}"/>
              </a:ext>
            </a:extLst>
          </p:cNvPr>
          <p:cNvSpPr>
            <a:spLocks xmlns:a="http://schemas.openxmlformats.org/drawingml/2006/main" noGrp="1"/>
          </p:cNvSpPr>
          <p:nvPr/>
        </p:nvSpPr>
        <p:spPr>
          <a:xfrm xmlns:a="http://schemas.openxmlformats.org/drawingml/2006/main">
            <a:off x="5269305" y="5829300"/>
            <a:ext cx="496654"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A5B9AB"/>
                </a:solidFill>
                <a:latin typeface="Tahoma"/>
                <a:ea typeface="Tahoma"/>
                <a:cs typeface="Tahoma"/>
              </a:defRPr>
            </a:pPr>
            <a:r>
              <a:rPr sz="1575" b="0">
                <a:solidFill>
                  <a:srgbClr val="A5B9AB"/>
                </a:solidFill>
                <a:latin typeface="Tahoma"/>
                <a:ea typeface="Tahoma"/>
                <a:cs typeface="Tahoma"/>
              </a:rPr>
              <a:t>الذكاء</a:t>
            </a:r>
          </a:p>
        </p:txBody>
      </p:sp>
      <p:sp>
        <p:nvSpPr>
          <p:cNvPr id="42" name="text-80">
            <a:extLst xmlns:a="http://schemas.openxmlformats.org/drawingml/2006/main">
              <a:ext uri="{FF2B5EF4-FFF2-40B4-BE49-F238E27FC236}">
                <a16:creationId xmlns:a16="http://schemas.microsoft.com/office/drawing/2014/main" id="{1ECAD63B-996C-4F57-A2BC-DCCB106FBEEB}"/>
              </a:ext>
            </a:extLst>
          </p:cNvPr>
          <p:cNvSpPr>
            <a:spLocks xmlns:a="http://schemas.openxmlformats.org/drawingml/2006/main" noGrp="1"/>
          </p:cNvSpPr>
          <p:nvPr/>
        </p:nvSpPr>
        <p:spPr>
          <a:xfrm xmlns:a="http://schemas.openxmlformats.org/drawingml/2006/main">
            <a:off x="4667409" y="5829300"/>
            <a:ext cx="55846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A5B9AB"/>
                </a:solidFill>
                <a:latin typeface="Tahoma"/>
                <a:ea typeface="Tahoma"/>
                <a:cs typeface="Tahoma"/>
              </a:defRPr>
            </a:pPr>
            <a:r>
              <a:rPr sz="1575" b="0">
                <a:solidFill>
                  <a:srgbClr val="A5B9AB"/>
                </a:solidFill>
                <a:latin typeface="Tahoma"/>
                <a:ea typeface="Tahoma"/>
                <a:cs typeface="Tahoma"/>
              </a:rPr>
              <a:t>وضبطًا</a:t>
            </a:r>
          </a:p>
        </p:txBody>
      </p:sp>
      <p:sp>
        <p:nvSpPr>
          <p:cNvPr id="43" name="text-81">
            <a:extLst xmlns:a="http://schemas.openxmlformats.org/drawingml/2006/main">
              <a:ext uri="{FF2B5EF4-FFF2-40B4-BE49-F238E27FC236}">
                <a16:creationId xmlns:a16="http://schemas.microsoft.com/office/drawing/2014/main" id="{CFE85A19-A057-4DE5-AE1C-4826C304DFD3}"/>
              </a:ext>
            </a:extLst>
          </p:cNvPr>
          <p:cNvSpPr>
            <a:spLocks xmlns:a="http://schemas.openxmlformats.org/drawingml/2006/main" noGrp="1"/>
          </p:cNvSpPr>
          <p:nvPr/>
        </p:nvSpPr>
        <p:spPr>
          <a:xfrm xmlns:a="http://schemas.openxmlformats.org/drawingml/2006/main">
            <a:off x="4143508" y="5829300"/>
            <a:ext cx="480467"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A5B9AB"/>
                </a:solidFill>
                <a:latin typeface="Tahoma"/>
                <a:ea typeface="Tahoma"/>
                <a:cs typeface="Tahoma"/>
              </a:defRPr>
            </a:pPr>
            <a:r>
              <a:rPr sz="1575" b="0">
                <a:solidFill>
                  <a:srgbClr val="A5B9AB"/>
                </a:solidFill>
                <a:latin typeface="Tahoma"/>
                <a:ea typeface="Tahoma"/>
                <a:cs typeface="Tahoma"/>
              </a:rPr>
              <a:t>للنص</a:t>
            </a:r>
          </a:p>
        </p:txBody>
      </p:sp>
      <p:sp>
        <p:nvSpPr>
          <p:cNvPr id="44" name="text-82">
            <a:extLst xmlns:a="http://schemas.openxmlformats.org/drawingml/2006/main">
              <a:ext uri="{FF2B5EF4-FFF2-40B4-BE49-F238E27FC236}">
                <a16:creationId xmlns:a16="http://schemas.microsoft.com/office/drawing/2014/main" id="{11C52D4C-7523-413E-AF86-37C122846F78}"/>
              </a:ext>
            </a:extLst>
          </p:cNvPr>
          <p:cNvSpPr>
            <a:spLocks xmlns:a="http://schemas.openxmlformats.org/drawingml/2006/main" noGrp="1"/>
          </p:cNvSpPr>
          <p:nvPr/>
        </p:nvSpPr>
        <p:spPr>
          <a:xfrm xmlns:a="http://schemas.openxmlformats.org/drawingml/2006/main">
            <a:off x="3155461" y="5829300"/>
            <a:ext cx="944613"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A5B9AB"/>
                </a:solidFill>
                <a:latin typeface="Tahoma"/>
                <a:ea typeface="Tahoma"/>
                <a:cs typeface="Tahoma"/>
              </a:defRPr>
            </a:pPr>
            <a:r>
              <a:rPr sz="1575" b="0">
                <a:solidFill>
                  <a:srgbClr val="A5B9AB"/>
                </a:solidFill>
                <a:latin typeface="Tahoma"/>
                <a:ea typeface="Tahoma"/>
                <a:cs typeface="Tahoma"/>
              </a:rPr>
              <a:t>والاستدلال</a:t>
            </a:r>
          </a:p>
        </p:txBody>
      </p:sp>
    </p:spTree>
    <p:extLst>
      <p:ext uri="{BB962C8B-B14F-4D97-AF65-F5344CB8AC3E}">
        <p14:creationId xmlns:p14="http://schemas.microsoft.com/office/powerpoint/2010/main" val="810003736"/>
      </p:ext>
    </p:extLst>
  </p:cSld>
</p:sld>
</file>

<file path=ppt/slides/slide3.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42" name="text-83">
            <a:extLst xmlns:a="http://schemas.openxmlformats.org/drawingml/2006/main">
              <a:ext uri="{FF2B5EF4-FFF2-40B4-BE49-F238E27FC236}">
                <a16:creationId xmlns:a16="http://schemas.microsoft.com/office/drawing/2014/main" id="{55268578-A21E-4614-846B-5E241563E8E8}"/>
              </a:ext>
            </a:extLst>
          </p:cNvPr>
          <p:cNvSpPr>
            <a:spLocks xmlns:a="http://schemas.openxmlformats.org/drawingml/2006/main" noGrp="1"/>
          </p:cNvSpPr>
          <p:nvPr/>
        </p:nvSpPr>
        <p:spPr>
          <a:xfrm xmlns:a="http://schemas.openxmlformats.org/drawingml/2006/main">
            <a:off x="10611056" y="457200"/>
            <a:ext cx="971344"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لماذا</a:t>
            </a:r>
          </a:p>
        </p:txBody>
      </p:sp>
      <p:sp>
        <p:nvSpPr>
          <p:cNvPr id="2" name="text-84">
            <a:extLst xmlns:a="http://schemas.openxmlformats.org/drawingml/2006/main">
              <a:ext uri="{FF2B5EF4-FFF2-40B4-BE49-F238E27FC236}">
                <a16:creationId xmlns:a16="http://schemas.microsoft.com/office/drawing/2014/main" id="{83FA7874-6638-4555-A818-F27D45084DC8}"/>
              </a:ext>
            </a:extLst>
          </p:cNvPr>
          <p:cNvSpPr>
            <a:spLocks xmlns:a="http://schemas.openxmlformats.org/drawingml/2006/main" noGrp="1"/>
          </p:cNvSpPr>
          <p:nvPr/>
        </p:nvSpPr>
        <p:spPr>
          <a:xfrm xmlns:a="http://schemas.openxmlformats.org/drawingml/2006/main">
            <a:off x="9665642" y="457200"/>
            <a:ext cx="84444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يعبد</a:t>
            </a:r>
          </a:p>
        </p:txBody>
      </p:sp>
      <p:sp>
        <p:nvSpPr>
          <p:cNvPr id="3" name="text-85">
            <a:extLst xmlns:a="http://schemas.openxmlformats.org/drawingml/2006/main">
              <a:ext uri="{FF2B5EF4-FFF2-40B4-BE49-F238E27FC236}">
                <a16:creationId xmlns:a16="http://schemas.microsoft.com/office/drawing/2014/main" id="{02F5504C-E2B1-49D5-B6E6-A28F0C306EFC}"/>
              </a:ext>
            </a:extLst>
          </p:cNvPr>
          <p:cNvSpPr>
            <a:spLocks xmlns:a="http://schemas.openxmlformats.org/drawingml/2006/main" noGrp="1"/>
          </p:cNvSpPr>
          <p:nvPr/>
        </p:nvSpPr>
        <p:spPr>
          <a:xfrm xmlns:a="http://schemas.openxmlformats.org/drawingml/2006/main">
            <a:off x="7466426" y="457200"/>
            <a:ext cx="209825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المسلمون</a:t>
            </a:r>
          </a:p>
        </p:txBody>
      </p:sp>
      <p:sp>
        <p:nvSpPr>
          <p:cNvPr id="4" name="text-86">
            <a:extLst xmlns:a="http://schemas.openxmlformats.org/drawingml/2006/main">
              <a:ext uri="{FF2B5EF4-FFF2-40B4-BE49-F238E27FC236}">
                <a16:creationId xmlns:a16="http://schemas.microsoft.com/office/drawing/2014/main" id="{D46E8B96-82A6-442D-BF63-3C77B875EC2A}"/>
              </a:ext>
            </a:extLst>
          </p:cNvPr>
          <p:cNvSpPr>
            <a:spLocks xmlns:a="http://schemas.openxmlformats.org/drawingml/2006/main" noGrp="1"/>
          </p:cNvSpPr>
          <p:nvPr/>
        </p:nvSpPr>
        <p:spPr>
          <a:xfrm xmlns:a="http://schemas.openxmlformats.org/drawingml/2006/main">
            <a:off x="5856221" y="457200"/>
            <a:ext cx="150924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الكعبة؟</a:t>
            </a:r>
          </a:p>
        </p:txBody>
      </p:sp>
      <p:sp>
        <p:nvSpPr>
          <p:cNvPr id="5" name="shape-87">
            <a:extLst xmlns:a="http://schemas.openxmlformats.org/drawingml/2006/main">
              <a:ext uri="{FF2B5EF4-FFF2-40B4-BE49-F238E27FC236}">
                <a16:creationId xmlns:a16="http://schemas.microsoft.com/office/drawing/2014/main" id="{4695F91B-2E84-4A4D-A625-0E47B2BD56F3}"/>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6" name="text-88">
            <a:extLst xmlns:a="http://schemas.openxmlformats.org/drawingml/2006/main">
              <a:ext uri="{FF2B5EF4-FFF2-40B4-BE49-F238E27FC236}">
                <a16:creationId xmlns:a16="http://schemas.microsoft.com/office/drawing/2014/main" id="{C0D911A3-83ED-4A60-9702-72B03D569217}"/>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7" name="text-89">
            <a:extLst xmlns:a="http://schemas.openxmlformats.org/drawingml/2006/main">
              <a:ext uri="{FF2B5EF4-FFF2-40B4-BE49-F238E27FC236}">
                <a16:creationId xmlns:a16="http://schemas.microsoft.com/office/drawing/2014/main" id="{F081572B-1700-4D70-8686-01A3272C058A}"/>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8" name="text-90">
            <a:extLst xmlns:a="http://schemas.openxmlformats.org/drawingml/2006/main">
              <a:ext uri="{FF2B5EF4-FFF2-40B4-BE49-F238E27FC236}">
                <a16:creationId xmlns:a16="http://schemas.microsoft.com/office/drawing/2014/main" id="{C1A7CB67-83F6-486A-A1BF-B7A1978FE692}"/>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9" name="text-91">
            <a:extLst xmlns:a="http://schemas.openxmlformats.org/drawingml/2006/main">
              <a:ext uri="{FF2B5EF4-FFF2-40B4-BE49-F238E27FC236}">
                <a16:creationId xmlns:a16="http://schemas.microsoft.com/office/drawing/2014/main" id="{8A04064D-87B8-40BE-94D7-1AEFAC45713C}"/>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0" name="text-92">
            <a:extLst xmlns:a="http://schemas.openxmlformats.org/drawingml/2006/main">
              <a:ext uri="{FF2B5EF4-FFF2-40B4-BE49-F238E27FC236}">
                <a16:creationId xmlns:a16="http://schemas.microsoft.com/office/drawing/2014/main" id="{7281FAFF-6280-4E04-A614-533DBC8066B6}"/>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1" name="text-93">
            <a:extLst xmlns:a="http://schemas.openxmlformats.org/drawingml/2006/main">
              <a:ext uri="{FF2B5EF4-FFF2-40B4-BE49-F238E27FC236}">
                <a16:creationId xmlns:a16="http://schemas.microsoft.com/office/drawing/2014/main" id="{936DE556-BC1F-439B-A6B9-F3433950FF4E}"/>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2" name="text-94">
            <a:extLst xmlns:a="http://schemas.openxmlformats.org/drawingml/2006/main">
              <a:ext uri="{FF2B5EF4-FFF2-40B4-BE49-F238E27FC236}">
                <a16:creationId xmlns:a16="http://schemas.microsoft.com/office/drawing/2014/main" id="{C6E53B28-9F50-4351-B242-E3FDEA2EE0B4}"/>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03</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8971be23a1d344f1"/>
          <a:stretch xmlns:a="http://schemas.openxmlformats.org/drawingml/2006/main"/>
        </p:blipFill>
        <p:spPr>
          <a:xfrm xmlns:a="http://schemas.openxmlformats.org/drawingml/2006/main">
            <a:off x="609600" y="1451584"/>
            <a:ext cx="7381875" cy="4154858"/>
          </a:xfrm>
          <a:prstGeom xmlns:a="http://schemas.openxmlformats.org/drawingml/2006/main" prst="rect">
            <a:avLst/>
          </a:prstGeom>
        </p:spPr>
      </p:pic>
      <p:sp>
        <p:nvSpPr>
          <p:cNvPr id="14" name="text-95">
            <a:extLst xmlns:a="http://schemas.openxmlformats.org/drawingml/2006/main">
              <a:ext uri="{FF2B5EF4-FFF2-40B4-BE49-F238E27FC236}">
                <a16:creationId xmlns:a16="http://schemas.microsoft.com/office/drawing/2014/main" id="{27D1F0B5-BCDC-4114-B925-99BCC5503FB0}"/>
              </a:ext>
            </a:extLst>
          </p:cNvPr>
          <p:cNvSpPr>
            <a:spLocks xmlns:a="http://schemas.openxmlformats.org/drawingml/2006/main" noGrp="1"/>
          </p:cNvSpPr>
          <p:nvPr/>
        </p:nvSpPr>
        <p:spPr>
          <a:xfrm xmlns:a="http://schemas.openxmlformats.org/drawingml/2006/main">
            <a:off x="10719923" y="1714500"/>
            <a:ext cx="862477"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1">
                <a:solidFill>
                  <a:srgbClr val="DDC087"/>
                </a:solidFill>
                <a:latin typeface="Tahoma"/>
                <a:ea typeface="Tahoma"/>
                <a:cs typeface="Tahoma"/>
              </a:defRPr>
            </a:pPr>
            <a:r>
              <a:rPr sz="2175" b="1">
                <a:solidFill>
                  <a:srgbClr val="DDC087"/>
                </a:solidFill>
                <a:latin typeface="Tahoma"/>
                <a:ea typeface="Tahoma"/>
                <a:cs typeface="Tahoma"/>
              </a:rPr>
              <a:t>يصحح</a:t>
            </a:r>
          </a:p>
        </p:txBody>
      </p:sp>
      <p:sp>
        <p:nvSpPr>
          <p:cNvPr id="15" name="text-96">
            <a:extLst xmlns:a="http://schemas.openxmlformats.org/drawingml/2006/main">
              <a:ext uri="{FF2B5EF4-FFF2-40B4-BE49-F238E27FC236}">
                <a16:creationId xmlns:a16="http://schemas.microsoft.com/office/drawing/2014/main" id="{D762F9AC-79C3-403F-9ECB-61011A1F391D}"/>
              </a:ext>
            </a:extLst>
          </p:cNvPr>
          <p:cNvSpPr>
            <a:spLocks xmlns:a="http://schemas.openxmlformats.org/drawingml/2006/main" noGrp="1"/>
          </p:cNvSpPr>
          <p:nvPr/>
        </p:nvSpPr>
        <p:spPr>
          <a:xfrm xmlns:a="http://schemas.openxmlformats.org/drawingml/2006/main">
            <a:off x="9748578" y="1714500"/>
            <a:ext cx="909432"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1">
                <a:solidFill>
                  <a:srgbClr val="DDC087"/>
                </a:solidFill>
                <a:latin typeface="Tahoma"/>
                <a:ea typeface="Tahoma"/>
                <a:cs typeface="Tahoma"/>
              </a:defRPr>
            </a:pPr>
            <a:r>
              <a:rPr sz="2175" b="1">
                <a:solidFill>
                  <a:srgbClr val="DDC087"/>
                </a:solidFill>
                <a:latin typeface="Tahoma"/>
                <a:ea typeface="Tahoma"/>
                <a:cs typeface="Tahoma"/>
              </a:rPr>
              <a:t>فرضية</a:t>
            </a:r>
          </a:p>
        </p:txBody>
      </p:sp>
      <p:sp>
        <p:nvSpPr>
          <p:cNvPr id="16" name="text-97">
            <a:extLst xmlns:a="http://schemas.openxmlformats.org/drawingml/2006/main">
              <a:ext uri="{FF2B5EF4-FFF2-40B4-BE49-F238E27FC236}">
                <a16:creationId xmlns:a16="http://schemas.microsoft.com/office/drawing/2014/main" id="{F55613F4-5271-4B49-8A45-597E61E8D80D}"/>
              </a:ext>
            </a:extLst>
          </p:cNvPr>
          <p:cNvSpPr>
            <a:spLocks xmlns:a="http://schemas.openxmlformats.org/drawingml/2006/main" noGrp="1"/>
          </p:cNvSpPr>
          <p:nvPr/>
        </p:nvSpPr>
        <p:spPr>
          <a:xfrm xmlns:a="http://schemas.openxmlformats.org/drawingml/2006/main">
            <a:off x="8663414" y="1714500"/>
            <a:ext cx="1023252"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1">
                <a:solidFill>
                  <a:srgbClr val="DDC087"/>
                </a:solidFill>
                <a:latin typeface="Tahoma"/>
                <a:ea typeface="Tahoma"/>
                <a:cs typeface="Tahoma"/>
              </a:defRPr>
            </a:pPr>
            <a:r>
              <a:rPr sz="2175" b="1">
                <a:solidFill>
                  <a:srgbClr val="DDC087"/>
                </a:solidFill>
                <a:latin typeface="Tahoma"/>
                <a:ea typeface="Tahoma"/>
                <a:cs typeface="Tahoma"/>
              </a:rPr>
              <a:t>السؤال</a:t>
            </a:r>
          </a:p>
        </p:txBody>
      </p:sp>
      <p:sp>
        <p:nvSpPr>
          <p:cNvPr id="17" name="text-98">
            <a:extLst xmlns:a="http://schemas.openxmlformats.org/drawingml/2006/main">
              <a:ext uri="{FF2B5EF4-FFF2-40B4-BE49-F238E27FC236}">
                <a16:creationId xmlns:a16="http://schemas.microsoft.com/office/drawing/2014/main" id="{7D752C72-2A71-401D-86FC-11A053D6D605}"/>
              </a:ext>
            </a:extLst>
          </p:cNvPr>
          <p:cNvSpPr>
            <a:spLocks xmlns:a="http://schemas.openxmlformats.org/drawingml/2006/main" noGrp="1"/>
          </p:cNvSpPr>
          <p:nvPr/>
        </p:nvSpPr>
        <p:spPr>
          <a:xfrm xmlns:a="http://schemas.openxmlformats.org/drawingml/2006/main">
            <a:off x="10459231" y="2590800"/>
            <a:ext cx="1123169"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المسلمون</a:t>
            </a:r>
          </a:p>
        </p:txBody>
      </p:sp>
      <p:sp>
        <p:nvSpPr>
          <p:cNvPr id="18" name="text-99">
            <a:extLst xmlns:a="http://schemas.openxmlformats.org/drawingml/2006/main">
              <a:ext uri="{FF2B5EF4-FFF2-40B4-BE49-F238E27FC236}">
                <a16:creationId xmlns:a16="http://schemas.microsoft.com/office/drawing/2014/main" id="{869F5AEA-EB95-4492-937E-B613F1ECD0EE}"/>
              </a:ext>
            </a:extLst>
          </p:cNvPr>
          <p:cNvSpPr>
            <a:spLocks xmlns:a="http://schemas.openxmlformats.org/drawingml/2006/main" noGrp="1"/>
          </p:cNvSpPr>
          <p:nvPr/>
        </p:nvSpPr>
        <p:spPr>
          <a:xfrm xmlns:a="http://schemas.openxmlformats.org/drawingml/2006/main">
            <a:off x="9664119" y="2590800"/>
            <a:ext cx="736723"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يعبدون</a:t>
            </a:r>
          </a:p>
        </p:txBody>
      </p:sp>
      <p:sp>
        <p:nvSpPr>
          <p:cNvPr id="19" name="text-100">
            <a:extLst xmlns:a="http://schemas.openxmlformats.org/drawingml/2006/main">
              <a:ext uri="{FF2B5EF4-FFF2-40B4-BE49-F238E27FC236}">
                <a16:creationId xmlns:a16="http://schemas.microsoft.com/office/drawing/2014/main" id="{CEA6218E-52BA-42BE-860C-77D575E15A3B}"/>
              </a:ext>
            </a:extLst>
          </p:cNvPr>
          <p:cNvSpPr>
            <a:spLocks xmlns:a="http://schemas.openxmlformats.org/drawingml/2006/main" noGrp="1"/>
          </p:cNvSpPr>
          <p:nvPr/>
        </p:nvSpPr>
        <p:spPr>
          <a:xfrm xmlns:a="http://schemas.openxmlformats.org/drawingml/2006/main">
            <a:off x="9263203" y="2590800"/>
            <a:ext cx="342528"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الله</a:t>
            </a:r>
          </a:p>
        </p:txBody>
      </p:sp>
      <p:sp>
        <p:nvSpPr>
          <p:cNvPr id="20" name="text-101">
            <a:extLst xmlns:a="http://schemas.openxmlformats.org/drawingml/2006/main">
              <a:ext uri="{FF2B5EF4-FFF2-40B4-BE49-F238E27FC236}">
                <a16:creationId xmlns:a16="http://schemas.microsoft.com/office/drawing/2014/main" id="{31EF61BF-B138-4828-AE1C-3B41D7CC0363}"/>
              </a:ext>
            </a:extLst>
          </p:cNvPr>
          <p:cNvSpPr>
            <a:spLocks xmlns:a="http://schemas.openxmlformats.org/drawingml/2006/main" noGrp="1"/>
          </p:cNvSpPr>
          <p:nvPr/>
        </p:nvSpPr>
        <p:spPr>
          <a:xfrm xmlns:a="http://schemas.openxmlformats.org/drawingml/2006/main">
            <a:off x="10809867" y="3038475"/>
            <a:ext cx="772533"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والكعبة</a:t>
            </a:r>
          </a:p>
        </p:txBody>
      </p:sp>
      <p:sp>
        <p:nvSpPr>
          <p:cNvPr id="21" name="text-102">
            <a:extLst xmlns:a="http://schemas.openxmlformats.org/drawingml/2006/main">
              <a:ext uri="{FF2B5EF4-FFF2-40B4-BE49-F238E27FC236}">
                <a16:creationId xmlns:a16="http://schemas.microsoft.com/office/drawing/2014/main" id="{C090E004-8544-46C1-A061-C8112D3DFB09}"/>
              </a:ext>
            </a:extLst>
          </p:cNvPr>
          <p:cNvSpPr>
            <a:spLocks xmlns:a="http://schemas.openxmlformats.org/drawingml/2006/main" noGrp="1"/>
          </p:cNvSpPr>
          <p:nvPr/>
        </p:nvSpPr>
        <p:spPr>
          <a:xfrm xmlns:a="http://schemas.openxmlformats.org/drawingml/2006/main">
            <a:off x="10283178" y="3038475"/>
            <a:ext cx="468301"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قبلة</a:t>
            </a:r>
          </a:p>
        </p:txBody>
      </p:sp>
      <p:sp>
        <p:nvSpPr>
          <p:cNvPr id="22" name="text-103">
            <a:extLst xmlns:a="http://schemas.openxmlformats.org/drawingml/2006/main">
              <a:ext uri="{FF2B5EF4-FFF2-40B4-BE49-F238E27FC236}">
                <a16:creationId xmlns:a16="http://schemas.microsoft.com/office/drawing/2014/main" id="{9715F752-C4C8-40A9-A5DB-8C7B7B7F48F6}"/>
              </a:ext>
            </a:extLst>
          </p:cNvPr>
          <p:cNvSpPr>
            <a:spLocks xmlns:a="http://schemas.openxmlformats.org/drawingml/2006/main" noGrp="1"/>
          </p:cNvSpPr>
          <p:nvPr/>
        </p:nvSpPr>
        <p:spPr>
          <a:xfrm xmlns:a="http://schemas.openxmlformats.org/drawingml/2006/main">
            <a:off x="9425473" y="3038475"/>
            <a:ext cx="799316"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صلاتهم</a:t>
            </a:r>
          </a:p>
        </p:txBody>
      </p:sp>
      <p:sp>
        <p:nvSpPr>
          <p:cNvPr id="23" name="text-104">
            <a:extLst xmlns:a="http://schemas.openxmlformats.org/drawingml/2006/main">
              <a:ext uri="{FF2B5EF4-FFF2-40B4-BE49-F238E27FC236}">
                <a16:creationId xmlns:a16="http://schemas.microsoft.com/office/drawing/2014/main" id="{F0C2C9F6-D1E5-4A2D-B5FB-A37EFCD66B1C}"/>
              </a:ext>
            </a:extLst>
          </p:cNvPr>
          <p:cNvSpPr>
            <a:spLocks xmlns:a="http://schemas.openxmlformats.org/drawingml/2006/main" noGrp="1"/>
          </p:cNvSpPr>
          <p:nvPr/>
        </p:nvSpPr>
        <p:spPr>
          <a:xfrm xmlns:a="http://schemas.openxmlformats.org/drawingml/2006/main">
            <a:off x="11288239" y="3952875"/>
            <a:ext cx="294161"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6DAB5"/>
                </a:solidFill>
                <a:latin typeface="Tahoma"/>
                <a:ea typeface="Tahoma"/>
                <a:cs typeface="Tahoma"/>
              </a:defRPr>
            </a:pPr>
            <a:r>
              <a:rPr sz="2025" b="0">
                <a:solidFill>
                  <a:srgbClr val="A6DAB5"/>
                </a:solidFill>
                <a:latin typeface="Tahoma"/>
                <a:ea typeface="Tahoma"/>
                <a:cs typeface="Tahoma"/>
              </a:rPr>
              <a:t>ثم</a:t>
            </a:r>
          </a:p>
        </p:txBody>
      </p:sp>
      <p:sp>
        <p:nvSpPr>
          <p:cNvPr id="24" name="text-105">
            <a:extLst xmlns:a="http://schemas.openxmlformats.org/drawingml/2006/main">
              <a:ext uri="{FF2B5EF4-FFF2-40B4-BE49-F238E27FC236}">
                <a16:creationId xmlns:a16="http://schemas.microsoft.com/office/drawing/2014/main" id="{4B4C840B-16E7-4A55-AE86-CF12BFF0D450}"/>
              </a:ext>
            </a:extLst>
          </p:cNvPr>
          <p:cNvSpPr>
            <a:spLocks xmlns:a="http://schemas.openxmlformats.org/drawingml/2006/main" noGrp="1"/>
          </p:cNvSpPr>
          <p:nvPr/>
        </p:nvSpPr>
        <p:spPr>
          <a:xfrm xmlns:a="http://schemas.openxmlformats.org/drawingml/2006/main">
            <a:off x="10743194" y="3952875"/>
            <a:ext cx="48370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6DAB5"/>
                </a:solidFill>
                <a:latin typeface="Tahoma"/>
                <a:ea typeface="Tahoma"/>
                <a:cs typeface="Tahoma"/>
              </a:defRPr>
            </a:pPr>
            <a:r>
              <a:rPr sz="2025" b="0">
                <a:solidFill>
                  <a:srgbClr val="A6DAB5"/>
                </a:solidFill>
                <a:latin typeface="Tahoma"/>
                <a:ea typeface="Tahoma"/>
                <a:cs typeface="Tahoma"/>
              </a:rPr>
              <a:t>يتيح</a:t>
            </a:r>
          </a:p>
        </p:txBody>
      </p:sp>
      <p:sp>
        <p:nvSpPr>
          <p:cNvPr id="25" name="text-106">
            <a:extLst xmlns:a="http://schemas.openxmlformats.org/drawingml/2006/main">
              <a:ext uri="{FF2B5EF4-FFF2-40B4-BE49-F238E27FC236}">
                <a16:creationId xmlns:a16="http://schemas.microsoft.com/office/drawing/2014/main" id="{5561AA3C-1FAD-4620-AF14-CAD292CEEA79}"/>
              </a:ext>
            </a:extLst>
          </p:cNvPr>
          <p:cNvSpPr>
            <a:spLocks xmlns:a="http://schemas.openxmlformats.org/drawingml/2006/main" noGrp="1"/>
          </p:cNvSpPr>
          <p:nvPr/>
        </p:nvSpPr>
        <p:spPr>
          <a:xfrm xmlns:a="http://schemas.openxmlformats.org/drawingml/2006/main">
            <a:off x="10256621" y="3952875"/>
            <a:ext cx="425232"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6DAB5"/>
                </a:solidFill>
                <a:latin typeface="Tahoma"/>
                <a:ea typeface="Tahoma"/>
                <a:cs typeface="Tahoma"/>
              </a:defRPr>
            </a:pPr>
            <a:r>
              <a:rPr sz="2025" b="0">
                <a:solidFill>
                  <a:srgbClr val="A6DAB5"/>
                </a:solidFill>
                <a:latin typeface="Tahoma"/>
                <a:ea typeface="Tahoma"/>
                <a:cs typeface="Tahoma"/>
              </a:rPr>
              <a:t>فتح</a:t>
            </a:r>
          </a:p>
        </p:txBody>
      </p:sp>
      <p:sp>
        <p:nvSpPr>
          <p:cNvPr id="26" name="text-107">
            <a:extLst xmlns:a="http://schemas.openxmlformats.org/drawingml/2006/main">
              <a:ext uri="{FF2B5EF4-FFF2-40B4-BE49-F238E27FC236}">
                <a16:creationId xmlns:a16="http://schemas.microsoft.com/office/drawing/2014/main" id="{D2AB5264-70CF-4446-BDDA-DCEF635720ED}"/>
              </a:ext>
            </a:extLst>
          </p:cNvPr>
          <p:cNvSpPr>
            <a:spLocks xmlns:a="http://schemas.openxmlformats.org/drawingml/2006/main" noGrp="1"/>
          </p:cNvSpPr>
          <p:nvPr/>
        </p:nvSpPr>
        <p:spPr>
          <a:xfrm xmlns:a="http://schemas.openxmlformats.org/drawingml/2006/main">
            <a:off x="9414506" y="3952875"/>
            <a:ext cx="78077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6DAB5"/>
                </a:solidFill>
                <a:latin typeface="Tahoma"/>
                <a:ea typeface="Tahoma"/>
                <a:cs typeface="Tahoma"/>
              </a:defRPr>
            </a:pPr>
            <a:r>
              <a:rPr sz="2025" b="0">
                <a:solidFill>
                  <a:srgbClr val="A6DAB5"/>
                </a:solidFill>
                <a:latin typeface="Tahoma"/>
                <a:ea typeface="Tahoma"/>
                <a:cs typeface="Tahoma"/>
              </a:rPr>
              <a:t>المصدر</a:t>
            </a:r>
          </a:p>
        </p:txBody>
      </p:sp>
      <p:sp>
        <p:nvSpPr>
          <p:cNvPr id="27" name="text-108">
            <a:extLst xmlns:a="http://schemas.openxmlformats.org/drawingml/2006/main">
              <a:ext uri="{FF2B5EF4-FFF2-40B4-BE49-F238E27FC236}">
                <a16:creationId xmlns:a16="http://schemas.microsoft.com/office/drawing/2014/main" id="{DE2936FA-0407-48CF-9453-FC49AB143D0D}"/>
              </a:ext>
            </a:extLst>
          </p:cNvPr>
          <p:cNvSpPr>
            <a:spLocks xmlns:a="http://schemas.openxmlformats.org/drawingml/2006/main" noGrp="1"/>
          </p:cNvSpPr>
          <p:nvPr/>
        </p:nvSpPr>
        <p:spPr>
          <a:xfrm xmlns:a="http://schemas.openxmlformats.org/drawingml/2006/main">
            <a:off x="10653386" y="4438650"/>
            <a:ext cx="92901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6DAB5"/>
                </a:solidFill>
                <a:latin typeface="Tahoma"/>
                <a:ea typeface="Tahoma"/>
                <a:cs typeface="Tahoma"/>
              </a:defRPr>
            </a:pPr>
            <a:r>
              <a:rPr sz="2025" b="0">
                <a:solidFill>
                  <a:srgbClr val="A6DAB5"/>
                </a:solidFill>
                <a:latin typeface="Tahoma"/>
                <a:ea typeface="Tahoma"/>
                <a:cs typeface="Tahoma"/>
              </a:rPr>
              <a:t>والتحقق</a:t>
            </a:r>
          </a:p>
        </p:txBody>
      </p:sp>
      <p:sp>
        <p:nvSpPr>
          <p:cNvPr id="28" name="text-109">
            <a:extLst xmlns:a="http://schemas.openxmlformats.org/drawingml/2006/main">
              <a:ext uri="{FF2B5EF4-FFF2-40B4-BE49-F238E27FC236}">
                <a16:creationId xmlns:a16="http://schemas.microsoft.com/office/drawing/2014/main" id="{87897B72-1E94-4BC6-97A6-E271D88DCB28}"/>
              </a:ext>
            </a:extLst>
          </p:cNvPr>
          <p:cNvSpPr>
            <a:spLocks xmlns:a="http://schemas.openxmlformats.org/drawingml/2006/main" noGrp="1"/>
          </p:cNvSpPr>
          <p:nvPr/>
        </p:nvSpPr>
        <p:spPr>
          <a:xfrm xmlns:a="http://schemas.openxmlformats.org/drawingml/2006/main">
            <a:off x="10219496" y="4438650"/>
            <a:ext cx="372548"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6DAB5"/>
                </a:solidFill>
                <a:latin typeface="Tahoma"/>
                <a:ea typeface="Tahoma"/>
                <a:cs typeface="Tahoma"/>
              </a:defRPr>
            </a:pPr>
            <a:r>
              <a:rPr sz="2025" b="0">
                <a:solidFill>
                  <a:srgbClr val="A6DAB5"/>
                </a:solidFill>
                <a:latin typeface="Tahoma"/>
                <a:ea typeface="Tahoma"/>
                <a:cs typeface="Tahoma"/>
              </a:rPr>
              <a:t>من</a:t>
            </a:r>
          </a:p>
        </p:txBody>
      </p:sp>
      <p:sp>
        <p:nvSpPr>
          <p:cNvPr id="29" name="text-110">
            <a:extLst xmlns:a="http://schemas.openxmlformats.org/drawingml/2006/main">
              <a:ext uri="{FF2B5EF4-FFF2-40B4-BE49-F238E27FC236}">
                <a16:creationId xmlns:a16="http://schemas.microsoft.com/office/drawing/2014/main" id="{FD9A9A81-5B32-4398-B0F1-04579DFBD817}"/>
              </a:ext>
            </a:extLst>
          </p:cNvPr>
          <p:cNvSpPr>
            <a:spLocks xmlns:a="http://schemas.openxmlformats.org/drawingml/2006/main" noGrp="1"/>
          </p:cNvSpPr>
          <p:nvPr/>
        </p:nvSpPr>
        <p:spPr>
          <a:xfrm xmlns:a="http://schemas.openxmlformats.org/drawingml/2006/main">
            <a:off x="9580464" y="4438650"/>
            <a:ext cx="577691"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6DAB5"/>
                </a:solidFill>
                <a:latin typeface="Tahoma"/>
                <a:ea typeface="Tahoma"/>
                <a:cs typeface="Tahoma"/>
              </a:defRPr>
            </a:pPr>
            <a:r>
              <a:rPr sz="2025" b="0">
                <a:solidFill>
                  <a:srgbClr val="A6DAB5"/>
                </a:solidFill>
                <a:latin typeface="Tahoma"/>
                <a:ea typeface="Tahoma"/>
                <a:cs typeface="Tahoma"/>
              </a:rPr>
              <a:t>النص</a:t>
            </a:r>
          </a:p>
        </p:txBody>
      </p:sp>
      <p:sp>
        <p:nvSpPr>
          <p:cNvPr id="30" name="text-111">
            <a:extLst xmlns:a="http://schemas.openxmlformats.org/drawingml/2006/main">
              <a:ext uri="{FF2B5EF4-FFF2-40B4-BE49-F238E27FC236}">
                <a16:creationId xmlns:a16="http://schemas.microsoft.com/office/drawing/2014/main" id="{BBC2FB0A-04BC-4C1D-8415-AEC00AC45FA4}"/>
              </a:ext>
            </a:extLst>
          </p:cNvPr>
          <p:cNvSpPr>
            <a:spLocks xmlns:a="http://schemas.openxmlformats.org/drawingml/2006/main" noGrp="1"/>
          </p:cNvSpPr>
          <p:nvPr/>
        </p:nvSpPr>
        <p:spPr>
          <a:xfrm xmlns:a="http://schemas.openxmlformats.org/drawingml/2006/main">
            <a:off x="11058570" y="5657850"/>
            <a:ext cx="52383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لقطة</a:t>
            </a:r>
          </a:p>
        </p:txBody>
      </p:sp>
      <p:sp>
        <p:nvSpPr>
          <p:cNvPr id="31" name="text-112">
            <a:extLst xmlns:a="http://schemas.openxmlformats.org/drawingml/2006/main">
              <a:ext uri="{FF2B5EF4-FFF2-40B4-BE49-F238E27FC236}">
                <a16:creationId xmlns:a16="http://schemas.microsoft.com/office/drawing/2014/main" id="{86FBAD8A-2255-4860-9B0F-6ABB6B8CE16E}"/>
              </a:ext>
            </a:extLst>
          </p:cNvPr>
          <p:cNvSpPr>
            <a:spLocks xmlns:a="http://schemas.openxmlformats.org/drawingml/2006/main" noGrp="1"/>
          </p:cNvSpPr>
          <p:nvPr/>
        </p:nvSpPr>
        <p:spPr>
          <a:xfrm xmlns:a="http://schemas.openxmlformats.org/drawingml/2006/main">
            <a:off x="10594979" y="5657850"/>
            <a:ext cx="41120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حية</a:t>
            </a:r>
          </a:p>
        </p:txBody>
      </p:sp>
      <p:sp>
        <p:nvSpPr>
          <p:cNvPr id="32" name="text-113">
            <a:extLst xmlns:a="http://schemas.openxmlformats.org/drawingml/2006/main">
              <a:ext uri="{FF2B5EF4-FFF2-40B4-BE49-F238E27FC236}">
                <a16:creationId xmlns:a16="http://schemas.microsoft.com/office/drawing/2014/main" id="{2F01BE9C-4DD4-4C4D-BCD8-714E1F870E8C}"/>
              </a:ext>
            </a:extLst>
          </p:cNvPr>
          <p:cNvSpPr>
            <a:spLocks xmlns:a="http://schemas.openxmlformats.org/drawingml/2006/main" noGrp="1"/>
          </p:cNvSpPr>
          <p:nvPr/>
        </p:nvSpPr>
        <p:spPr>
          <a:xfrm xmlns:a="http://schemas.openxmlformats.org/drawingml/2006/main">
            <a:off x="10207226" y="5657850"/>
            <a:ext cx="33536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من</a:t>
            </a:r>
          </a:p>
        </p:txBody>
      </p:sp>
      <p:sp>
        <p:nvSpPr>
          <p:cNvPr id="33" name="text-114">
            <a:extLst xmlns:a="http://schemas.openxmlformats.org/drawingml/2006/main">
              <a:ext uri="{FF2B5EF4-FFF2-40B4-BE49-F238E27FC236}">
                <a16:creationId xmlns:a16="http://schemas.microsoft.com/office/drawing/2014/main" id="{262900F2-151A-4460-9754-0FB838DFD5AE}"/>
              </a:ext>
            </a:extLst>
          </p:cNvPr>
          <p:cNvSpPr>
            <a:spLocks xmlns:a="http://schemas.openxmlformats.org/drawingml/2006/main" noGrp="1"/>
          </p:cNvSpPr>
          <p:nvPr/>
        </p:nvSpPr>
        <p:spPr>
          <a:xfrm xmlns:a="http://schemas.openxmlformats.org/drawingml/2006/main">
            <a:off x="9303231" y="5657850"/>
            <a:ext cx="85160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المجلس</a:t>
            </a:r>
          </a:p>
        </p:txBody>
      </p:sp>
      <p:sp>
        <p:nvSpPr>
          <p:cNvPr id="34" name="text-115">
            <a:extLst xmlns:a="http://schemas.openxmlformats.org/drawingml/2006/main">
              <a:ext uri="{FF2B5EF4-FFF2-40B4-BE49-F238E27FC236}">
                <a16:creationId xmlns:a16="http://schemas.microsoft.com/office/drawing/2014/main" id="{7F3D3562-AE9D-4CC4-AB31-3E80BADA2DDB}"/>
              </a:ext>
            </a:extLst>
          </p:cNvPr>
          <p:cNvSpPr>
            <a:spLocks xmlns:a="http://schemas.openxmlformats.org/drawingml/2006/main" noGrp="1"/>
          </p:cNvSpPr>
          <p:nvPr/>
        </p:nvSpPr>
        <p:spPr>
          <a:xfrm xmlns:a="http://schemas.openxmlformats.org/drawingml/2006/main">
            <a:off x="9078140" y="5657850"/>
            <a:ext cx="17270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٦</a:t>
            </a:r>
          </a:p>
        </p:txBody>
      </p:sp>
      <p:sp>
        <p:nvSpPr>
          <p:cNvPr id="35" name="text-116">
            <a:extLst xmlns:a="http://schemas.openxmlformats.org/drawingml/2006/main">
              <a:ext uri="{FF2B5EF4-FFF2-40B4-BE49-F238E27FC236}">
                <a16:creationId xmlns:a16="http://schemas.microsoft.com/office/drawing/2014/main" id="{F23F41C0-57F8-45B5-AC4A-6011FAC61685}"/>
              </a:ext>
            </a:extLst>
          </p:cNvPr>
          <p:cNvSpPr>
            <a:spLocks xmlns:a="http://schemas.openxmlformats.org/drawingml/2006/main" noGrp="1"/>
          </p:cNvSpPr>
          <p:nvPr/>
        </p:nvSpPr>
        <p:spPr>
          <a:xfrm xmlns:a="http://schemas.openxmlformats.org/drawingml/2006/main">
            <a:off x="8466604" y="5657850"/>
            <a:ext cx="55914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أكتوبر</a:t>
            </a:r>
          </a:p>
        </p:txBody>
      </p:sp>
      <p:sp>
        <p:nvSpPr>
          <p:cNvPr id="36" name="text-117">
            <a:extLst xmlns:a="http://schemas.openxmlformats.org/drawingml/2006/main">
              <a:ext uri="{FF2B5EF4-FFF2-40B4-BE49-F238E27FC236}">
                <a16:creationId xmlns:a16="http://schemas.microsoft.com/office/drawing/2014/main" id="{908B091E-362A-48E7-B8C2-6D17322E9FBC}"/>
              </a:ext>
            </a:extLst>
          </p:cNvPr>
          <p:cNvSpPr>
            <a:spLocks xmlns:a="http://schemas.openxmlformats.org/drawingml/2006/main" noGrp="1"/>
          </p:cNvSpPr>
          <p:nvPr/>
        </p:nvSpPr>
        <p:spPr>
          <a:xfrm xmlns:a="http://schemas.openxmlformats.org/drawingml/2006/main">
            <a:off x="8292921" y="5657850"/>
            <a:ext cx="12129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a:t>
            </a:r>
          </a:p>
        </p:txBody>
      </p:sp>
      <p:sp>
        <p:nvSpPr>
          <p:cNvPr id="37" name="text-118">
            <a:extLst xmlns:a="http://schemas.openxmlformats.org/drawingml/2006/main">
              <a:ext uri="{FF2B5EF4-FFF2-40B4-BE49-F238E27FC236}">
                <a16:creationId xmlns:a16="http://schemas.microsoft.com/office/drawing/2014/main" id="{9195AA72-08ED-485A-B442-E360EF56B479}"/>
              </a:ext>
            </a:extLst>
          </p:cNvPr>
          <p:cNvSpPr>
            <a:spLocks xmlns:a="http://schemas.openxmlformats.org/drawingml/2006/main" noGrp="1"/>
          </p:cNvSpPr>
          <p:nvPr/>
        </p:nvSpPr>
        <p:spPr>
          <a:xfrm xmlns:a="http://schemas.openxmlformats.org/drawingml/2006/main">
            <a:off x="7542268" y="5657850"/>
            <a:ext cx="69826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المصدر</a:t>
            </a:r>
          </a:p>
        </p:txBody>
      </p:sp>
      <p:sp>
        <p:nvSpPr>
          <p:cNvPr id="38" name="text-119">
            <a:extLst xmlns:a="http://schemas.openxmlformats.org/drawingml/2006/main">
              <a:ext uri="{FF2B5EF4-FFF2-40B4-BE49-F238E27FC236}">
                <a16:creationId xmlns:a16="http://schemas.microsoft.com/office/drawing/2014/main" id="{5BA77D33-D72D-44A9-961B-9FFC07BF01FE}"/>
              </a:ext>
            </a:extLst>
          </p:cNvPr>
          <p:cNvSpPr>
            <a:spLocks xmlns:a="http://schemas.openxmlformats.org/drawingml/2006/main" noGrp="1"/>
          </p:cNvSpPr>
          <p:nvPr/>
        </p:nvSpPr>
        <p:spPr>
          <a:xfrm xmlns:a="http://schemas.openxmlformats.org/drawingml/2006/main">
            <a:off x="7107718" y="5657850"/>
            <a:ext cx="38216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فُتح</a:t>
            </a:r>
          </a:p>
        </p:txBody>
      </p:sp>
      <p:sp>
        <p:nvSpPr>
          <p:cNvPr id="39" name="text-120">
            <a:extLst xmlns:a="http://schemas.openxmlformats.org/drawingml/2006/main">
              <a:ext uri="{FF2B5EF4-FFF2-40B4-BE49-F238E27FC236}">
                <a16:creationId xmlns:a16="http://schemas.microsoft.com/office/drawing/2014/main" id="{B2126CFF-880A-4614-87FE-7FAF51475951}"/>
              </a:ext>
            </a:extLst>
          </p:cNvPr>
          <p:cNvSpPr>
            <a:spLocks xmlns:a="http://schemas.openxmlformats.org/drawingml/2006/main" noGrp="1"/>
          </p:cNvSpPr>
          <p:nvPr/>
        </p:nvSpPr>
        <p:spPr>
          <a:xfrm xmlns:a="http://schemas.openxmlformats.org/drawingml/2006/main">
            <a:off x="6380611" y="5657850"/>
            <a:ext cx="67472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وطُوبق</a:t>
            </a:r>
          </a:p>
        </p:txBody>
      </p:sp>
      <p:sp>
        <p:nvSpPr>
          <p:cNvPr id="40" name="text-121">
            <a:extLst xmlns:a="http://schemas.openxmlformats.org/drawingml/2006/main">
              <a:ext uri="{FF2B5EF4-FFF2-40B4-BE49-F238E27FC236}">
                <a16:creationId xmlns:a16="http://schemas.microsoft.com/office/drawing/2014/main" id="{63B1A965-B2A5-4DA9-98FD-DFF70F66ED9D}"/>
              </a:ext>
            </a:extLst>
          </p:cNvPr>
          <p:cNvSpPr>
            <a:spLocks xmlns:a="http://schemas.openxmlformats.org/drawingml/2006/main" noGrp="1"/>
          </p:cNvSpPr>
          <p:nvPr/>
        </p:nvSpPr>
        <p:spPr>
          <a:xfrm xmlns:a="http://schemas.openxmlformats.org/drawingml/2006/main">
            <a:off x="6032101" y="5657850"/>
            <a:ext cx="29612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مع</a:t>
            </a:r>
          </a:p>
        </p:txBody>
      </p:sp>
      <p:sp>
        <p:nvSpPr>
          <p:cNvPr id="41" name="text-122">
            <a:extLst xmlns:a="http://schemas.openxmlformats.org/drawingml/2006/main">
              <a:ext uri="{FF2B5EF4-FFF2-40B4-BE49-F238E27FC236}">
                <a16:creationId xmlns:a16="http://schemas.microsoft.com/office/drawing/2014/main" id="{6333D5ED-58F1-4C07-B225-9383C81C5D72}"/>
              </a:ext>
            </a:extLst>
          </p:cNvPr>
          <p:cNvSpPr>
            <a:spLocks xmlns:a="http://schemas.openxmlformats.org/drawingml/2006/main" noGrp="1"/>
          </p:cNvSpPr>
          <p:nvPr/>
        </p:nvSpPr>
        <p:spPr>
          <a:xfrm xmlns:a="http://schemas.openxmlformats.org/drawingml/2006/main">
            <a:off x="5307250" y="5657850"/>
            <a:ext cx="67246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الجواب</a:t>
            </a:r>
          </a:p>
        </p:txBody>
      </p:sp>
    </p:spTree>
    <p:extLst>
      <p:ext uri="{BB962C8B-B14F-4D97-AF65-F5344CB8AC3E}">
        <p14:creationId xmlns:p14="http://schemas.microsoft.com/office/powerpoint/2010/main" val="1041035758"/>
      </p:ext>
    </p:extLst>
  </p:cSld>
</p:sld>
</file>

<file path=ppt/slides/slide4.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29" name="text-123">
            <a:extLst xmlns:a="http://schemas.openxmlformats.org/drawingml/2006/main">
              <a:ext uri="{FF2B5EF4-FFF2-40B4-BE49-F238E27FC236}">
                <a16:creationId xmlns:a16="http://schemas.microsoft.com/office/drawing/2014/main" id="{573761D2-9C60-4181-B326-C22E79A41646}"/>
              </a:ext>
            </a:extLst>
          </p:cNvPr>
          <p:cNvSpPr>
            <a:spLocks xmlns:a="http://schemas.openxmlformats.org/drawingml/2006/main" noGrp="1"/>
          </p:cNvSpPr>
          <p:nvPr/>
        </p:nvSpPr>
        <p:spPr>
          <a:xfrm xmlns:a="http://schemas.openxmlformats.org/drawingml/2006/main">
            <a:off x="10179947" y="457200"/>
            <a:ext cx="1402453"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مجلس</a:t>
            </a:r>
          </a:p>
        </p:txBody>
      </p:sp>
      <p:sp>
        <p:nvSpPr>
          <p:cNvPr id="2" name="text-124">
            <a:extLst xmlns:a="http://schemas.openxmlformats.org/drawingml/2006/main">
              <a:ext uri="{FF2B5EF4-FFF2-40B4-BE49-F238E27FC236}">
                <a16:creationId xmlns:a16="http://schemas.microsoft.com/office/drawing/2014/main" id="{CAAD40F6-1AA6-4B59-9E23-CCAC2BF5AF59}"/>
              </a:ext>
            </a:extLst>
          </p:cNvPr>
          <p:cNvSpPr>
            <a:spLocks xmlns:a="http://schemas.openxmlformats.org/drawingml/2006/main" noGrp="1"/>
          </p:cNvSpPr>
          <p:nvPr/>
        </p:nvSpPr>
        <p:spPr>
          <a:xfrm xmlns:a="http://schemas.openxmlformats.org/drawingml/2006/main">
            <a:off x="8243834" y="457200"/>
            <a:ext cx="1835147"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سلسبيل</a:t>
            </a:r>
          </a:p>
        </p:txBody>
      </p:sp>
      <p:sp>
        <p:nvSpPr>
          <p:cNvPr id="3" name="text-125">
            <a:extLst xmlns:a="http://schemas.openxmlformats.org/drawingml/2006/main">
              <a:ext uri="{FF2B5EF4-FFF2-40B4-BE49-F238E27FC236}">
                <a16:creationId xmlns:a16="http://schemas.microsoft.com/office/drawing/2014/main" id="{5313F5B6-9F7C-4180-9336-7C0268CD4FE8}"/>
              </a:ext>
            </a:extLst>
          </p:cNvPr>
          <p:cNvSpPr>
            <a:spLocks xmlns:a="http://schemas.openxmlformats.org/drawingml/2006/main" noGrp="1"/>
          </p:cNvSpPr>
          <p:nvPr/>
        </p:nvSpPr>
        <p:spPr>
          <a:xfrm xmlns:a="http://schemas.openxmlformats.org/drawingml/2006/main">
            <a:off x="6986184" y="457200"/>
            <a:ext cx="115668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يوضح</a:t>
            </a:r>
          </a:p>
        </p:txBody>
      </p:sp>
      <p:sp>
        <p:nvSpPr>
          <p:cNvPr id="4" name="text-126">
            <a:extLst xmlns:a="http://schemas.openxmlformats.org/drawingml/2006/main">
              <a:ext uri="{FF2B5EF4-FFF2-40B4-BE49-F238E27FC236}">
                <a16:creationId xmlns:a16="http://schemas.microsoft.com/office/drawing/2014/main" id="{8E03DA14-E556-4E28-9094-01BBDAE629AE}"/>
              </a:ext>
            </a:extLst>
          </p:cNvPr>
          <p:cNvSpPr>
            <a:spLocks xmlns:a="http://schemas.openxmlformats.org/drawingml/2006/main" noGrp="1"/>
          </p:cNvSpPr>
          <p:nvPr/>
        </p:nvSpPr>
        <p:spPr>
          <a:xfrm xmlns:a="http://schemas.openxmlformats.org/drawingml/2006/main">
            <a:off x="6193422" y="457200"/>
            <a:ext cx="691797"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دور</a:t>
            </a:r>
          </a:p>
        </p:txBody>
      </p:sp>
      <p:sp>
        <p:nvSpPr>
          <p:cNvPr id="5" name="text-127">
            <a:extLst xmlns:a="http://schemas.openxmlformats.org/drawingml/2006/main">
              <a:ext uri="{FF2B5EF4-FFF2-40B4-BE49-F238E27FC236}">
                <a16:creationId xmlns:a16="http://schemas.microsoft.com/office/drawing/2014/main" id="{BCC538B6-503E-446D-BB64-D4476E354B3C}"/>
              </a:ext>
            </a:extLst>
          </p:cNvPr>
          <p:cNvSpPr>
            <a:spLocks xmlns:a="http://schemas.openxmlformats.org/drawingml/2006/main" noGrp="1"/>
          </p:cNvSpPr>
          <p:nvPr/>
        </p:nvSpPr>
        <p:spPr>
          <a:xfrm xmlns:a="http://schemas.openxmlformats.org/drawingml/2006/main">
            <a:off x="5469110" y="457200"/>
            <a:ext cx="62334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كل</a:t>
            </a:r>
          </a:p>
        </p:txBody>
      </p:sp>
      <p:sp>
        <p:nvSpPr>
          <p:cNvPr id="6" name="text-128">
            <a:extLst xmlns:a="http://schemas.openxmlformats.org/drawingml/2006/main">
              <a:ext uri="{FF2B5EF4-FFF2-40B4-BE49-F238E27FC236}">
                <a16:creationId xmlns:a16="http://schemas.microsoft.com/office/drawing/2014/main" id="{8968C040-25C8-4A35-A7C9-AAA44164047D}"/>
              </a:ext>
            </a:extLst>
          </p:cNvPr>
          <p:cNvSpPr>
            <a:spLocks xmlns:a="http://schemas.openxmlformats.org/drawingml/2006/main" noGrp="1"/>
          </p:cNvSpPr>
          <p:nvPr/>
        </p:nvSpPr>
        <p:spPr>
          <a:xfrm xmlns:a="http://schemas.openxmlformats.org/drawingml/2006/main">
            <a:off x="3673861" y="457200"/>
            <a:ext cx="1694284"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شخصية</a:t>
            </a:r>
          </a:p>
        </p:txBody>
      </p:sp>
      <p:sp>
        <p:nvSpPr>
          <p:cNvPr id="7" name="shape-129">
            <a:extLst xmlns:a="http://schemas.openxmlformats.org/drawingml/2006/main">
              <a:ext uri="{FF2B5EF4-FFF2-40B4-BE49-F238E27FC236}">
                <a16:creationId xmlns:a16="http://schemas.microsoft.com/office/drawing/2014/main" id="{88212054-A0A0-4C13-A6B6-EA9610189783}"/>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8" name="text-130">
            <a:extLst xmlns:a="http://schemas.openxmlformats.org/drawingml/2006/main">
              <a:ext uri="{FF2B5EF4-FFF2-40B4-BE49-F238E27FC236}">
                <a16:creationId xmlns:a16="http://schemas.microsoft.com/office/drawing/2014/main" id="{D5BB6601-8EA3-42E7-A1BC-6B0BD271A504}"/>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9" name="text-131">
            <a:extLst xmlns:a="http://schemas.openxmlformats.org/drawingml/2006/main">
              <a:ext uri="{FF2B5EF4-FFF2-40B4-BE49-F238E27FC236}">
                <a16:creationId xmlns:a16="http://schemas.microsoft.com/office/drawing/2014/main" id="{6AF8382C-A03C-4235-868B-6CD1267124A0}"/>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10" name="text-132">
            <a:extLst xmlns:a="http://schemas.openxmlformats.org/drawingml/2006/main">
              <a:ext uri="{FF2B5EF4-FFF2-40B4-BE49-F238E27FC236}">
                <a16:creationId xmlns:a16="http://schemas.microsoft.com/office/drawing/2014/main" id="{5598BB46-B0F8-4044-A713-557986F6783A}"/>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1" name="text-133">
            <a:extLst xmlns:a="http://schemas.openxmlformats.org/drawingml/2006/main">
              <a:ext uri="{FF2B5EF4-FFF2-40B4-BE49-F238E27FC236}">
                <a16:creationId xmlns:a16="http://schemas.microsoft.com/office/drawing/2014/main" id="{F30EF0F9-1A7C-4812-B204-89B163D46B3B}"/>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2" name="text-134">
            <a:extLst xmlns:a="http://schemas.openxmlformats.org/drawingml/2006/main">
              <a:ext uri="{FF2B5EF4-FFF2-40B4-BE49-F238E27FC236}">
                <a16:creationId xmlns:a16="http://schemas.microsoft.com/office/drawing/2014/main" id="{3CD7D75A-C53E-4DE6-AF46-5E8B1B4DF300}"/>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3" name="text-135">
            <a:extLst xmlns:a="http://schemas.openxmlformats.org/drawingml/2006/main">
              <a:ext uri="{FF2B5EF4-FFF2-40B4-BE49-F238E27FC236}">
                <a16:creationId xmlns:a16="http://schemas.microsoft.com/office/drawing/2014/main" id="{5A2BDB0F-EED7-43D3-8CF7-C9D08BBAA806}"/>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4" name="text-136">
            <a:extLst xmlns:a="http://schemas.openxmlformats.org/drawingml/2006/main">
              <a:ext uri="{FF2B5EF4-FFF2-40B4-BE49-F238E27FC236}">
                <a16:creationId xmlns:a16="http://schemas.microsoft.com/office/drawing/2014/main" id="{A74D52C4-5092-4D85-B314-145BCF25CE25}"/>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04</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9497061590a463e"/>
          <a:stretch xmlns:a="http://schemas.openxmlformats.org/drawingml/2006/main"/>
        </p:blipFill>
        <p:spPr>
          <a:xfrm xmlns:a="http://schemas.openxmlformats.org/drawingml/2006/main">
            <a:off x="609600" y="1477166"/>
            <a:ext cx="7477125" cy="4208469"/>
          </a:xfrm>
          <a:prstGeom xmlns:a="http://schemas.openxmlformats.org/drawingml/2006/main" prst="rect">
            <a:avLst/>
          </a:prstGeom>
        </p:spPr>
      </p:pic>
      <p:sp>
        <p:nvSpPr>
          <p:cNvPr id="16" name="text-137">
            <a:extLst xmlns:a="http://schemas.openxmlformats.org/drawingml/2006/main">
              <a:ext uri="{FF2B5EF4-FFF2-40B4-BE49-F238E27FC236}">
                <a16:creationId xmlns:a16="http://schemas.microsoft.com/office/drawing/2014/main" id="{8BCAF56A-5217-49EA-8776-9544DFE60E75}"/>
              </a:ext>
            </a:extLst>
          </p:cNvPr>
          <p:cNvSpPr>
            <a:spLocks xmlns:a="http://schemas.openxmlformats.org/drawingml/2006/main" noGrp="1"/>
          </p:cNvSpPr>
          <p:nvPr/>
        </p:nvSpPr>
        <p:spPr>
          <a:xfrm xmlns:a="http://schemas.openxmlformats.org/drawingml/2006/main">
            <a:off x="10998281" y="1514475"/>
            <a:ext cx="584119"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250" b="1">
                <a:solidFill>
                  <a:srgbClr val="DDC087"/>
                </a:solidFill>
                <a:latin typeface="Tahoma"/>
                <a:ea typeface="Tahoma"/>
                <a:cs typeface="Tahoma"/>
              </a:defRPr>
            </a:pPr>
            <a:r>
              <a:rPr sz="2250" b="1">
                <a:solidFill>
                  <a:srgbClr val="DDC087"/>
                </a:solidFill>
                <a:latin typeface="Tahoma"/>
                <a:ea typeface="Tahoma"/>
                <a:cs typeface="Tahoma"/>
              </a:rPr>
              <a:t>برق</a:t>
            </a:r>
          </a:p>
        </p:txBody>
      </p:sp>
      <p:sp>
        <p:nvSpPr>
          <p:cNvPr id="17" name="text-138">
            <a:extLst xmlns:a="http://schemas.openxmlformats.org/drawingml/2006/main">
              <a:ext uri="{FF2B5EF4-FFF2-40B4-BE49-F238E27FC236}">
                <a16:creationId xmlns:a16="http://schemas.microsoft.com/office/drawing/2014/main" id="{565EB13C-BE13-42A9-96D3-1BB14DD7BED0}"/>
              </a:ext>
            </a:extLst>
          </p:cNvPr>
          <p:cNvSpPr>
            <a:spLocks xmlns:a="http://schemas.openxmlformats.org/drawingml/2006/main" noGrp="1"/>
          </p:cNvSpPr>
          <p:nvPr/>
        </p:nvSpPr>
        <p:spPr>
          <a:xfrm xmlns:a="http://schemas.openxmlformats.org/drawingml/2006/main">
            <a:off x="10092229" y="1514475"/>
            <a:ext cx="841378"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250" b="1">
                <a:solidFill>
                  <a:srgbClr val="DDC087"/>
                </a:solidFill>
                <a:latin typeface="Tahoma"/>
                <a:ea typeface="Tahoma"/>
                <a:cs typeface="Tahoma"/>
              </a:defRPr>
            </a:pPr>
            <a:r>
              <a:rPr sz="2250" b="1">
                <a:solidFill>
                  <a:srgbClr val="DDC087"/>
                </a:solidFill>
                <a:latin typeface="Tahoma"/>
                <a:ea typeface="Tahoma"/>
                <a:cs typeface="Tahoma"/>
              </a:rPr>
              <a:t>الفتى</a:t>
            </a:r>
          </a:p>
        </p:txBody>
      </p:sp>
      <p:sp>
        <p:nvSpPr>
          <p:cNvPr id="18" name="text-139">
            <a:extLst xmlns:a="http://schemas.openxmlformats.org/drawingml/2006/main">
              <a:ext uri="{FF2B5EF4-FFF2-40B4-BE49-F238E27FC236}">
                <a16:creationId xmlns:a16="http://schemas.microsoft.com/office/drawing/2014/main" id="{EDA2D7F5-9367-4C7A-95A7-039EE47595A4}"/>
              </a:ext>
            </a:extLst>
          </p:cNvPr>
          <p:cNvSpPr>
            <a:spLocks xmlns:a="http://schemas.openxmlformats.org/drawingml/2006/main" noGrp="1"/>
          </p:cNvSpPr>
          <p:nvPr/>
        </p:nvSpPr>
        <p:spPr>
          <a:xfrm xmlns:a="http://schemas.openxmlformats.org/drawingml/2006/main">
            <a:off x="10968899" y="2019300"/>
            <a:ext cx="61350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القرآن</a:t>
            </a:r>
          </a:p>
        </p:txBody>
      </p:sp>
      <p:sp>
        <p:nvSpPr>
          <p:cNvPr id="19" name="text-140">
            <a:extLst xmlns:a="http://schemas.openxmlformats.org/drawingml/2006/main">
              <a:ext uri="{FF2B5EF4-FFF2-40B4-BE49-F238E27FC236}">
                <a16:creationId xmlns:a16="http://schemas.microsoft.com/office/drawing/2014/main" id="{BD7A2779-109B-42E3-9176-85C25DFC18F4}"/>
              </a:ext>
            </a:extLst>
          </p:cNvPr>
          <p:cNvSpPr>
            <a:spLocks xmlns:a="http://schemas.openxmlformats.org/drawingml/2006/main" noGrp="1"/>
          </p:cNvSpPr>
          <p:nvPr/>
        </p:nvSpPr>
        <p:spPr>
          <a:xfrm xmlns:a="http://schemas.openxmlformats.org/drawingml/2006/main">
            <a:off x="10045960" y="2019300"/>
            <a:ext cx="86759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والحديث</a:t>
            </a:r>
          </a:p>
        </p:txBody>
      </p:sp>
      <p:sp>
        <p:nvSpPr>
          <p:cNvPr id="20" name="text-141">
            <a:extLst xmlns:a="http://schemas.openxmlformats.org/drawingml/2006/main">
              <a:ext uri="{FF2B5EF4-FFF2-40B4-BE49-F238E27FC236}">
                <a16:creationId xmlns:a16="http://schemas.microsoft.com/office/drawing/2014/main" id="{AE32BACC-385F-401C-9F94-9049611AC1F5}"/>
              </a:ext>
            </a:extLst>
          </p:cNvPr>
          <p:cNvSpPr>
            <a:spLocks xmlns:a="http://schemas.openxmlformats.org/drawingml/2006/main" noGrp="1"/>
          </p:cNvSpPr>
          <p:nvPr/>
        </p:nvSpPr>
        <p:spPr>
          <a:xfrm xmlns:a="http://schemas.openxmlformats.org/drawingml/2006/main">
            <a:off x="9376825" y="2019300"/>
            <a:ext cx="61379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واللغة</a:t>
            </a:r>
          </a:p>
        </p:txBody>
      </p:sp>
      <p:sp>
        <p:nvSpPr>
          <p:cNvPr id="21" name="text-142">
            <a:extLst xmlns:a="http://schemas.openxmlformats.org/drawingml/2006/main">
              <a:ext uri="{FF2B5EF4-FFF2-40B4-BE49-F238E27FC236}">
                <a16:creationId xmlns:a16="http://schemas.microsoft.com/office/drawing/2014/main" id="{F43BDDB6-F5C0-4A52-B675-82D253D1EE79}"/>
              </a:ext>
            </a:extLst>
          </p:cNvPr>
          <p:cNvSpPr>
            <a:spLocks xmlns:a="http://schemas.openxmlformats.org/drawingml/2006/main" noGrp="1"/>
          </p:cNvSpPr>
          <p:nvPr/>
        </p:nvSpPr>
        <p:spPr>
          <a:xfrm xmlns:a="http://schemas.openxmlformats.org/drawingml/2006/main">
            <a:off x="11015221" y="2905125"/>
            <a:ext cx="567179"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250" b="1">
                <a:solidFill>
                  <a:srgbClr val="DDC087"/>
                </a:solidFill>
                <a:latin typeface="Tahoma"/>
                <a:ea typeface="Tahoma"/>
                <a:cs typeface="Tahoma"/>
              </a:defRPr>
            </a:pPr>
            <a:r>
              <a:rPr sz="2250" b="1">
                <a:solidFill>
                  <a:srgbClr val="DDC087"/>
                </a:solidFill>
                <a:latin typeface="Tahoma"/>
                <a:ea typeface="Tahoma"/>
                <a:cs typeface="Tahoma"/>
              </a:rPr>
              <a:t>لينة</a:t>
            </a:r>
          </a:p>
        </p:txBody>
      </p:sp>
      <p:sp>
        <p:nvSpPr>
          <p:cNvPr id="22" name="text-143">
            <a:extLst xmlns:a="http://schemas.openxmlformats.org/drawingml/2006/main">
              <a:ext uri="{FF2B5EF4-FFF2-40B4-BE49-F238E27FC236}">
                <a16:creationId xmlns:a16="http://schemas.microsoft.com/office/drawing/2014/main" id="{F75C61F5-6DBF-4AE3-B461-DD3E0CF326EF}"/>
              </a:ext>
            </a:extLst>
          </p:cNvPr>
          <p:cNvSpPr>
            <a:spLocks xmlns:a="http://schemas.openxmlformats.org/drawingml/2006/main" noGrp="1"/>
          </p:cNvSpPr>
          <p:nvPr/>
        </p:nvSpPr>
        <p:spPr>
          <a:xfrm xmlns:a="http://schemas.openxmlformats.org/drawingml/2006/main">
            <a:off x="11028255" y="3409950"/>
            <a:ext cx="55414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الفقه</a:t>
            </a:r>
          </a:p>
        </p:txBody>
      </p:sp>
      <p:sp>
        <p:nvSpPr>
          <p:cNvPr id="23" name="text-144">
            <a:extLst xmlns:a="http://schemas.openxmlformats.org/drawingml/2006/main">
              <a:ext uri="{FF2B5EF4-FFF2-40B4-BE49-F238E27FC236}">
                <a16:creationId xmlns:a16="http://schemas.microsoft.com/office/drawing/2014/main" id="{6297DC12-AF8D-4ED6-BF37-0A6ADCBD0E29}"/>
              </a:ext>
            </a:extLst>
          </p:cNvPr>
          <p:cNvSpPr>
            <a:spLocks xmlns:a="http://schemas.openxmlformats.org/drawingml/2006/main" noGrp="1"/>
          </p:cNvSpPr>
          <p:nvPr/>
        </p:nvSpPr>
        <p:spPr>
          <a:xfrm xmlns:a="http://schemas.openxmlformats.org/drawingml/2006/main">
            <a:off x="10263661" y="3409950"/>
            <a:ext cx="70925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وأحكام</a:t>
            </a:r>
          </a:p>
        </p:txBody>
      </p:sp>
      <p:sp>
        <p:nvSpPr>
          <p:cNvPr id="24" name="text-145">
            <a:extLst xmlns:a="http://schemas.openxmlformats.org/drawingml/2006/main">
              <a:ext uri="{FF2B5EF4-FFF2-40B4-BE49-F238E27FC236}">
                <a16:creationId xmlns:a16="http://schemas.microsoft.com/office/drawing/2014/main" id="{0BA3562F-74BE-4842-9047-F357F0008D20}"/>
              </a:ext>
            </a:extLst>
          </p:cNvPr>
          <p:cNvSpPr>
            <a:spLocks xmlns:a="http://schemas.openxmlformats.org/drawingml/2006/main" noGrp="1"/>
          </p:cNvSpPr>
          <p:nvPr/>
        </p:nvSpPr>
        <p:spPr>
          <a:xfrm xmlns:a="http://schemas.openxmlformats.org/drawingml/2006/main">
            <a:off x="9503482" y="3409950"/>
            <a:ext cx="70483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الأسرة</a:t>
            </a:r>
          </a:p>
        </p:txBody>
      </p:sp>
      <p:sp>
        <p:nvSpPr>
          <p:cNvPr id="25" name="text-146">
            <a:extLst xmlns:a="http://schemas.openxmlformats.org/drawingml/2006/main">
              <a:ext uri="{FF2B5EF4-FFF2-40B4-BE49-F238E27FC236}">
                <a16:creationId xmlns:a16="http://schemas.microsoft.com/office/drawing/2014/main" id="{B9E2EF88-3710-4AE7-B43E-151C7AFA0D35}"/>
              </a:ext>
            </a:extLst>
          </p:cNvPr>
          <p:cNvSpPr>
            <a:spLocks xmlns:a="http://schemas.openxmlformats.org/drawingml/2006/main" noGrp="1"/>
          </p:cNvSpPr>
          <p:nvPr/>
        </p:nvSpPr>
        <p:spPr>
          <a:xfrm xmlns:a="http://schemas.openxmlformats.org/drawingml/2006/main">
            <a:off x="10832257" y="4295775"/>
            <a:ext cx="750143"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250" b="1">
                <a:solidFill>
                  <a:srgbClr val="DDC087"/>
                </a:solidFill>
                <a:latin typeface="Tahoma"/>
                <a:ea typeface="Tahoma"/>
                <a:cs typeface="Tahoma"/>
              </a:defRPr>
            </a:pPr>
            <a:r>
              <a:rPr sz="2250" b="1">
                <a:solidFill>
                  <a:srgbClr val="DDC087"/>
                </a:solidFill>
                <a:latin typeface="Tahoma"/>
                <a:ea typeface="Tahoma"/>
                <a:cs typeface="Tahoma"/>
              </a:rPr>
              <a:t>قبس</a:t>
            </a:r>
          </a:p>
        </p:txBody>
      </p:sp>
      <p:sp>
        <p:nvSpPr>
          <p:cNvPr id="26" name="text-147">
            <a:extLst xmlns:a="http://schemas.openxmlformats.org/drawingml/2006/main">
              <a:ext uri="{FF2B5EF4-FFF2-40B4-BE49-F238E27FC236}">
                <a16:creationId xmlns:a16="http://schemas.microsoft.com/office/drawing/2014/main" id="{3280E382-AE50-4403-966D-C7E92699BC46}"/>
              </a:ext>
            </a:extLst>
          </p:cNvPr>
          <p:cNvSpPr>
            <a:spLocks xmlns:a="http://schemas.openxmlformats.org/drawingml/2006/main" noGrp="1"/>
          </p:cNvSpPr>
          <p:nvPr/>
        </p:nvSpPr>
        <p:spPr>
          <a:xfrm xmlns:a="http://schemas.openxmlformats.org/drawingml/2006/main">
            <a:off x="10933483" y="4800600"/>
            <a:ext cx="64891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البحث</a:t>
            </a:r>
          </a:p>
        </p:txBody>
      </p:sp>
      <p:sp>
        <p:nvSpPr>
          <p:cNvPr id="27" name="text-148">
            <a:extLst xmlns:a="http://schemas.openxmlformats.org/drawingml/2006/main">
              <a:ext uri="{FF2B5EF4-FFF2-40B4-BE49-F238E27FC236}">
                <a16:creationId xmlns:a16="http://schemas.microsoft.com/office/drawing/2014/main" id="{B5CF48D8-77C8-4D96-B538-1BCFA9A596F2}"/>
              </a:ext>
            </a:extLst>
          </p:cNvPr>
          <p:cNvSpPr>
            <a:spLocks xmlns:a="http://schemas.openxmlformats.org/drawingml/2006/main" noGrp="1"/>
          </p:cNvSpPr>
          <p:nvPr/>
        </p:nvSpPr>
        <p:spPr>
          <a:xfrm xmlns:a="http://schemas.openxmlformats.org/drawingml/2006/main">
            <a:off x="10407683" y="4800600"/>
            <a:ext cx="47046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وربط</a:t>
            </a:r>
          </a:p>
        </p:txBody>
      </p:sp>
      <p:sp>
        <p:nvSpPr>
          <p:cNvPr id="28" name="text-149">
            <a:extLst xmlns:a="http://schemas.openxmlformats.org/drawingml/2006/main">
              <a:ext uri="{FF2B5EF4-FFF2-40B4-BE49-F238E27FC236}">
                <a16:creationId xmlns:a16="http://schemas.microsoft.com/office/drawing/2014/main" id="{AB11B2D7-9884-48C1-9FCA-87BA87ED6F3F}"/>
              </a:ext>
            </a:extLst>
          </p:cNvPr>
          <p:cNvSpPr>
            <a:spLocks xmlns:a="http://schemas.openxmlformats.org/drawingml/2006/main" noGrp="1"/>
          </p:cNvSpPr>
          <p:nvPr/>
        </p:nvSpPr>
        <p:spPr>
          <a:xfrm xmlns:a="http://schemas.openxmlformats.org/drawingml/2006/main">
            <a:off x="9781323" y="4800600"/>
            <a:ext cx="57102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الأدلة</a:t>
            </a:r>
          </a:p>
        </p:txBody>
      </p:sp>
    </p:spTree>
    <p:extLst>
      <p:ext uri="{BB962C8B-B14F-4D97-AF65-F5344CB8AC3E}">
        <p14:creationId xmlns:p14="http://schemas.microsoft.com/office/powerpoint/2010/main" val="309815864"/>
      </p:ext>
    </p:extLst>
  </p:cSld>
</p:sld>
</file>

<file path=ppt/slides/slide5.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43" name="text-150">
            <a:extLst xmlns:a="http://schemas.openxmlformats.org/drawingml/2006/main">
              <a:ext uri="{FF2B5EF4-FFF2-40B4-BE49-F238E27FC236}">
                <a16:creationId xmlns:a16="http://schemas.microsoft.com/office/drawing/2014/main" id="{54BBA3AD-B0BF-484E-9923-51C8A20E93B4}"/>
              </a:ext>
            </a:extLst>
          </p:cNvPr>
          <p:cNvSpPr>
            <a:spLocks xmlns:a="http://schemas.openxmlformats.org/drawingml/2006/main" noGrp="1"/>
          </p:cNvSpPr>
          <p:nvPr/>
        </p:nvSpPr>
        <p:spPr>
          <a:xfrm xmlns:a="http://schemas.openxmlformats.org/drawingml/2006/main">
            <a:off x="10694464" y="457200"/>
            <a:ext cx="88793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كيف</a:t>
            </a:r>
          </a:p>
        </p:txBody>
      </p:sp>
      <p:sp>
        <p:nvSpPr>
          <p:cNvPr id="2" name="text-151">
            <a:extLst xmlns:a="http://schemas.openxmlformats.org/drawingml/2006/main">
              <a:ext uri="{FF2B5EF4-FFF2-40B4-BE49-F238E27FC236}">
                <a16:creationId xmlns:a16="http://schemas.microsoft.com/office/drawing/2014/main" id="{66AF280A-2F16-4012-91C4-C8313CB4EFA8}"/>
              </a:ext>
            </a:extLst>
          </p:cNvPr>
          <p:cNvSpPr>
            <a:spLocks xmlns:a="http://schemas.openxmlformats.org/drawingml/2006/main" noGrp="1"/>
          </p:cNvSpPr>
          <p:nvPr/>
        </p:nvSpPr>
        <p:spPr>
          <a:xfrm xmlns:a="http://schemas.openxmlformats.org/drawingml/2006/main">
            <a:off x="9628594" y="457200"/>
            <a:ext cx="964905"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تبدأ؟</a:t>
            </a:r>
          </a:p>
        </p:txBody>
      </p:sp>
      <p:sp>
        <p:nvSpPr>
          <p:cNvPr id="3" name="text-152">
            <a:extLst xmlns:a="http://schemas.openxmlformats.org/drawingml/2006/main">
              <a:ext uri="{FF2B5EF4-FFF2-40B4-BE49-F238E27FC236}">
                <a16:creationId xmlns:a16="http://schemas.microsoft.com/office/drawing/2014/main" id="{4943D6ED-4D26-40C7-AC77-A084CA89DA9F}"/>
              </a:ext>
            </a:extLst>
          </p:cNvPr>
          <p:cNvSpPr>
            <a:spLocks xmlns:a="http://schemas.openxmlformats.org/drawingml/2006/main" noGrp="1"/>
          </p:cNvSpPr>
          <p:nvPr/>
        </p:nvSpPr>
        <p:spPr>
          <a:xfrm xmlns:a="http://schemas.openxmlformats.org/drawingml/2006/main">
            <a:off x="7833345" y="457200"/>
            <a:ext cx="1694284"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شخصية</a:t>
            </a:r>
          </a:p>
        </p:txBody>
      </p:sp>
      <p:sp>
        <p:nvSpPr>
          <p:cNvPr id="4" name="text-153">
            <a:extLst xmlns:a="http://schemas.openxmlformats.org/drawingml/2006/main">
              <a:ext uri="{FF2B5EF4-FFF2-40B4-BE49-F238E27FC236}">
                <a16:creationId xmlns:a16="http://schemas.microsoft.com/office/drawing/2014/main" id="{CE4EBDC5-25BF-4D5A-9B9B-C5510732596E}"/>
              </a:ext>
            </a:extLst>
          </p:cNvPr>
          <p:cNvSpPr>
            <a:spLocks xmlns:a="http://schemas.openxmlformats.org/drawingml/2006/main" noGrp="1"/>
          </p:cNvSpPr>
          <p:nvPr/>
        </p:nvSpPr>
        <p:spPr>
          <a:xfrm xmlns:a="http://schemas.openxmlformats.org/drawingml/2006/main">
            <a:off x="7234839" y="457200"/>
            <a:ext cx="49754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ثم</a:t>
            </a:r>
          </a:p>
        </p:txBody>
      </p:sp>
      <p:sp>
        <p:nvSpPr>
          <p:cNvPr id="5" name="text-154">
            <a:extLst xmlns:a="http://schemas.openxmlformats.org/drawingml/2006/main">
              <a:ext uri="{FF2B5EF4-FFF2-40B4-BE49-F238E27FC236}">
                <a16:creationId xmlns:a16="http://schemas.microsoft.com/office/drawing/2014/main" id="{94231D45-AF20-4DE6-9386-713E0BAC0738}"/>
              </a:ext>
            </a:extLst>
          </p:cNvPr>
          <p:cNvSpPr>
            <a:spLocks xmlns:a="http://schemas.openxmlformats.org/drawingml/2006/main" noGrp="1"/>
          </p:cNvSpPr>
          <p:nvPr/>
        </p:nvSpPr>
        <p:spPr>
          <a:xfrm xmlns:a="http://schemas.openxmlformats.org/drawingml/2006/main">
            <a:off x="5928947" y="457200"/>
            <a:ext cx="120492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سؤال</a:t>
            </a:r>
          </a:p>
        </p:txBody>
      </p:sp>
      <p:sp>
        <p:nvSpPr>
          <p:cNvPr id="6" name="shape-155">
            <a:extLst xmlns:a="http://schemas.openxmlformats.org/drawingml/2006/main">
              <a:ext uri="{FF2B5EF4-FFF2-40B4-BE49-F238E27FC236}">
                <a16:creationId xmlns:a16="http://schemas.microsoft.com/office/drawing/2014/main" id="{BD45F107-7D1C-479C-AD6D-4D0FD6CC8FB9}"/>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7" name="text-156">
            <a:extLst xmlns:a="http://schemas.openxmlformats.org/drawingml/2006/main">
              <a:ext uri="{FF2B5EF4-FFF2-40B4-BE49-F238E27FC236}">
                <a16:creationId xmlns:a16="http://schemas.microsoft.com/office/drawing/2014/main" id="{B49992D2-56A2-446B-A9EA-31299D491C11}"/>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8" name="text-157">
            <a:extLst xmlns:a="http://schemas.openxmlformats.org/drawingml/2006/main">
              <a:ext uri="{FF2B5EF4-FFF2-40B4-BE49-F238E27FC236}">
                <a16:creationId xmlns:a16="http://schemas.microsoft.com/office/drawing/2014/main" id="{597A14FD-9B3F-47CD-8EC9-DAED0EBBF9E1}"/>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9" name="text-158">
            <a:extLst xmlns:a="http://schemas.openxmlformats.org/drawingml/2006/main">
              <a:ext uri="{FF2B5EF4-FFF2-40B4-BE49-F238E27FC236}">
                <a16:creationId xmlns:a16="http://schemas.microsoft.com/office/drawing/2014/main" id="{C617AE45-3A11-4663-8182-75E360C3DE24}"/>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0" name="text-159">
            <a:extLst xmlns:a="http://schemas.openxmlformats.org/drawingml/2006/main">
              <a:ext uri="{FF2B5EF4-FFF2-40B4-BE49-F238E27FC236}">
                <a16:creationId xmlns:a16="http://schemas.microsoft.com/office/drawing/2014/main" id="{5C930997-A967-4C8E-865D-B8A44D956B6A}"/>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1" name="text-160">
            <a:extLst xmlns:a="http://schemas.openxmlformats.org/drawingml/2006/main">
              <a:ext uri="{FF2B5EF4-FFF2-40B4-BE49-F238E27FC236}">
                <a16:creationId xmlns:a16="http://schemas.microsoft.com/office/drawing/2014/main" id="{5468DD00-9126-4625-9706-33EC090C4415}"/>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2" name="text-161">
            <a:extLst xmlns:a="http://schemas.openxmlformats.org/drawingml/2006/main">
              <a:ext uri="{FF2B5EF4-FFF2-40B4-BE49-F238E27FC236}">
                <a16:creationId xmlns:a16="http://schemas.microsoft.com/office/drawing/2014/main" id="{A7992ABC-0381-4108-9ADA-C645F7A0D9A1}"/>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3" name="text-162">
            <a:extLst xmlns:a="http://schemas.openxmlformats.org/drawingml/2006/main">
              <a:ext uri="{FF2B5EF4-FFF2-40B4-BE49-F238E27FC236}">
                <a16:creationId xmlns:a16="http://schemas.microsoft.com/office/drawing/2014/main" id="{658D7708-CFE6-464D-AE27-B50CFEF69756}"/>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05</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87b9294534364aea"/>
          <a:stretch xmlns:a="http://schemas.openxmlformats.org/drawingml/2006/main"/>
        </p:blipFill>
        <p:spPr>
          <a:xfrm xmlns:a="http://schemas.openxmlformats.org/drawingml/2006/main">
            <a:off x="609600" y="1477166"/>
            <a:ext cx="7477125" cy="4208469"/>
          </a:xfrm>
          <a:prstGeom xmlns:a="http://schemas.openxmlformats.org/drawingml/2006/main" prst="rect">
            <a:avLst/>
          </a:prstGeom>
        </p:spPr>
      </p:pic>
      <p:sp>
        <p:nvSpPr>
          <p:cNvPr id="15" name="text-163">
            <a:extLst xmlns:a="http://schemas.openxmlformats.org/drawingml/2006/main">
              <a:ext uri="{FF2B5EF4-FFF2-40B4-BE49-F238E27FC236}">
                <a16:creationId xmlns:a16="http://schemas.microsoft.com/office/drawing/2014/main" id="{0C92254D-F835-40B5-89E0-8A237A6972ED}"/>
              </a:ext>
            </a:extLst>
          </p:cNvPr>
          <p:cNvSpPr>
            <a:spLocks xmlns:a="http://schemas.openxmlformats.org/drawingml/2006/main" noGrp="1"/>
          </p:cNvSpPr>
          <p:nvPr/>
        </p:nvSpPr>
        <p:spPr>
          <a:xfrm xmlns:a="http://schemas.openxmlformats.org/drawingml/2006/main">
            <a:off x="10983224" y="1590675"/>
            <a:ext cx="599176"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1">
                <a:solidFill>
                  <a:srgbClr val="DDC087"/>
                </a:solidFill>
                <a:latin typeface="Tahoma"/>
                <a:ea typeface="Tahoma"/>
                <a:cs typeface="Tahoma"/>
              </a:defRPr>
            </a:pPr>
            <a:r>
              <a:rPr sz="2175" b="1">
                <a:solidFill>
                  <a:srgbClr val="DDC087"/>
                </a:solidFill>
                <a:latin typeface="Tahoma"/>
                <a:ea typeface="Tahoma"/>
                <a:cs typeface="Tahoma"/>
              </a:rPr>
              <a:t>اختر</a:t>
            </a:r>
          </a:p>
        </p:txBody>
      </p:sp>
      <p:sp>
        <p:nvSpPr>
          <p:cNvPr id="16" name="text-164">
            <a:extLst xmlns:a="http://schemas.openxmlformats.org/drawingml/2006/main">
              <a:ext uri="{FF2B5EF4-FFF2-40B4-BE49-F238E27FC236}">
                <a16:creationId xmlns:a16="http://schemas.microsoft.com/office/drawing/2014/main" id="{4259EDB2-17FC-4FAD-B35E-736F778EE232}"/>
              </a:ext>
            </a:extLst>
          </p:cNvPr>
          <p:cNvSpPr>
            <a:spLocks xmlns:a="http://schemas.openxmlformats.org/drawingml/2006/main" noGrp="1"/>
          </p:cNvSpPr>
          <p:nvPr/>
        </p:nvSpPr>
        <p:spPr>
          <a:xfrm xmlns:a="http://schemas.openxmlformats.org/drawingml/2006/main">
            <a:off x="9567992" y="1590675"/>
            <a:ext cx="1353320"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1">
                <a:solidFill>
                  <a:srgbClr val="DDC087"/>
                </a:solidFill>
                <a:latin typeface="Tahoma"/>
                <a:ea typeface="Tahoma"/>
                <a:cs typeface="Tahoma"/>
              </a:defRPr>
            </a:pPr>
            <a:r>
              <a:rPr sz="2175" b="1">
                <a:solidFill>
                  <a:srgbClr val="DDC087"/>
                </a:solidFill>
                <a:latin typeface="Tahoma"/>
                <a:ea typeface="Tahoma"/>
                <a:cs typeface="Tahoma"/>
              </a:rPr>
              <a:t>الشخصية</a:t>
            </a:r>
          </a:p>
        </p:txBody>
      </p:sp>
      <p:sp>
        <p:nvSpPr>
          <p:cNvPr id="17" name="text-165">
            <a:extLst xmlns:a="http://schemas.openxmlformats.org/drawingml/2006/main">
              <a:ext uri="{FF2B5EF4-FFF2-40B4-BE49-F238E27FC236}">
                <a16:creationId xmlns:a16="http://schemas.microsoft.com/office/drawing/2014/main" id="{911DB21B-6F32-4D56-8A2A-21AC58E8DBAD}"/>
              </a:ext>
            </a:extLst>
          </p:cNvPr>
          <p:cNvSpPr>
            <a:spLocks xmlns:a="http://schemas.openxmlformats.org/drawingml/2006/main" noGrp="1"/>
          </p:cNvSpPr>
          <p:nvPr/>
        </p:nvSpPr>
        <p:spPr>
          <a:xfrm xmlns:a="http://schemas.openxmlformats.org/drawingml/2006/main">
            <a:off x="11051506" y="2371725"/>
            <a:ext cx="53089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اكتب</a:t>
            </a:r>
          </a:p>
        </p:txBody>
      </p:sp>
      <p:sp>
        <p:nvSpPr>
          <p:cNvPr id="18" name="text-166">
            <a:extLst xmlns:a="http://schemas.openxmlformats.org/drawingml/2006/main">
              <a:ext uri="{FF2B5EF4-FFF2-40B4-BE49-F238E27FC236}">
                <a16:creationId xmlns:a16="http://schemas.microsoft.com/office/drawing/2014/main" id="{1B82441C-5614-4095-B481-3A5D30610E14}"/>
              </a:ext>
            </a:extLst>
          </p:cNvPr>
          <p:cNvSpPr>
            <a:spLocks xmlns:a="http://schemas.openxmlformats.org/drawingml/2006/main" noGrp="1"/>
          </p:cNvSpPr>
          <p:nvPr/>
        </p:nvSpPr>
        <p:spPr>
          <a:xfrm xmlns:a="http://schemas.openxmlformats.org/drawingml/2006/main">
            <a:off x="10720940" y="2371725"/>
            <a:ext cx="27522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ثم</a:t>
            </a:r>
          </a:p>
        </p:txBody>
      </p:sp>
      <p:sp>
        <p:nvSpPr>
          <p:cNvPr id="19" name="text-167">
            <a:extLst xmlns:a="http://schemas.openxmlformats.org/drawingml/2006/main">
              <a:ext uri="{FF2B5EF4-FFF2-40B4-BE49-F238E27FC236}">
                <a16:creationId xmlns:a16="http://schemas.microsoft.com/office/drawing/2014/main" id="{07FBFC58-7E2A-4641-B4AB-FAE94065807D}"/>
              </a:ext>
            </a:extLst>
          </p:cNvPr>
          <p:cNvSpPr>
            <a:spLocks xmlns:a="http://schemas.openxmlformats.org/drawingml/2006/main" noGrp="1"/>
          </p:cNvSpPr>
          <p:nvPr/>
        </p:nvSpPr>
        <p:spPr>
          <a:xfrm xmlns:a="http://schemas.openxmlformats.org/drawingml/2006/main">
            <a:off x="10091342" y="2371725"/>
            <a:ext cx="57425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اضغط</a:t>
            </a:r>
          </a:p>
        </p:txBody>
      </p:sp>
      <p:sp>
        <p:nvSpPr>
          <p:cNvPr id="20" name="text-168">
            <a:extLst xmlns:a="http://schemas.openxmlformats.org/drawingml/2006/main">
              <a:ext uri="{FF2B5EF4-FFF2-40B4-BE49-F238E27FC236}">
                <a16:creationId xmlns:a16="http://schemas.microsoft.com/office/drawing/2014/main" id="{76BA03BC-2CCD-4EFC-A2BB-41AFD9C7751F}"/>
              </a:ext>
            </a:extLst>
          </p:cNvPr>
          <p:cNvSpPr>
            <a:spLocks xmlns:a="http://schemas.openxmlformats.org/drawingml/2006/main" noGrp="1"/>
          </p:cNvSpPr>
          <p:nvPr/>
        </p:nvSpPr>
        <p:spPr>
          <a:xfrm xmlns:a="http://schemas.openxmlformats.org/drawingml/2006/main">
            <a:off x="9229033" y="2371725"/>
            <a:ext cx="80696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الإرسال</a:t>
            </a:r>
          </a:p>
        </p:txBody>
      </p:sp>
      <p:sp>
        <p:nvSpPr>
          <p:cNvPr id="21" name="text-169">
            <a:extLst xmlns:a="http://schemas.openxmlformats.org/drawingml/2006/main">
              <a:ext uri="{FF2B5EF4-FFF2-40B4-BE49-F238E27FC236}">
                <a16:creationId xmlns:a16="http://schemas.microsoft.com/office/drawing/2014/main" id="{2E5A5E13-2E5D-494A-B172-71E3B650F206}"/>
              </a:ext>
            </a:extLst>
          </p:cNvPr>
          <p:cNvSpPr>
            <a:spLocks xmlns:a="http://schemas.openxmlformats.org/drawingml/2006/main" noGrp="1"/>
          </p:cNvSpPr>
          <p:nvPr/>
        </p:nvSpPr>
        <p:spPr>
          <a:xfrm xmlns:a="http://schemas.openxmlformats.org/drawingml/2006/main">
            <a:off x="11382815" y="3124200"/>
            <a:ext cx="19958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أو</a:t>
            </a:r>
          </a:p>
        </p:txBody>
      </p:sp>
      <p:sp>
        <p:nvSpPr>
          <p:cNvPr id="22" name="text-170">
            <a:extLst xmlns:a="http://schemas.openxmlformats.org/drawingml/2006/main">
              <a:ext uri="{FF2B5EF4-FFF2-40B4-BE49-F238E27FC236}">
                <a16:creationId xmlns:a16="http://schemas.microsoft.com/office/drawing/2014/main" id="{0926153F-5979-4FAD-B2D9-00ACF0F0394B}"/>
              </a:ext>
            </a:extLst>
          </p:cNvPr>
          <p:cNvSpPr>
            <a:spLocks xmlns:a="http://schemas.openxmlformats.org/drawingml/2006/main" noGrp="1"/>
          </p:cNvSpPr>
          <p:nvPr/>
        </p:nvSpPr>
        <p:spPr>
          <a:xfrm xmlns:a="http://schemas.openxmlformats.org/drawingml/2006/main">
            <a:off x="10753217" y="3124200"/>
            <a:ext cx="57425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اضغط</a:t>
            </a:r>
          </a:p>
        </p:txBody>
      </p:sp>
      <p:sp>
        <p:nvSpPr>
          <p:cNvPr id="23" name="text-171">
            <a:extLst xmlns:a="http://schemas.openxmlformats.org/drawingml/2006/main">
              <a:ext uri="{FF2B5EF4-FFF2-40B4-BE49-F238E27FC236}">
                <a16:creationId xmlns:a16="http://schemas.microsoft.com/office/drawing/2014/main" id="{C19C0975-8488-4816-86F9-0C505B94F07D}"/>
              </a:ext>
            </a:extLst>
          </p:cNvPr>
          <p:cNvSpPr>
            <a:spLocks xmlns:a="http://schemas.openxmlformats.org/drawingml/2006/main" noGrp="1"/>
          </p:cNvSpPr>
          <p:nvPr/>
        </p:nvSpPr>
        <p:spPr>
          <a:xfrm xmlns:a="http://schemas.openxmlformats.org/drawingml/2006/main">
            <a:off x="10102036" y="3124200"/>
            <a:ext cx="59584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سؤالًا</a:t>
            </a:r>
          </a:p>
        </p:txBody>
      </p:sp>
      <p:sp>
        <p:nvSpPr>
          <p:cNvPr id="24" name="text-172">
            <a:extLst xmlns:a="http://schemas.openxmlformats.org/drawingml/2006/main">
              <a:ext uri="{FF2B5EF4-FFF2-40B4-BE49-F238E27FC236}">
                <a16:creationId xmlns:a16="http://schemas.microsoft.com/office/drawing/2014/main" id="{9E0E8B0F-BD8D-4D5F-A35B-C29705521860}"/>
              </a:ext>
            </a:extLst>
          </p:cNvPr>
          <p:cNvSpPr>
            <a:spLocks xmlns:a="http://schemas.openxmlformats.org/drawingml/2006/main" noGrp="1"/>
          </p:cNvSpPr>
          <p:nvPr/>
        </p:nvSpPr>
        <p:spPr>
          <a:xfrm xmlns:a="http://schemas.openxmlformats.org/drawingml/2006/main">
            <a:off x="9337344" y="3124200"/>
            <a:ext cx="70935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مقترحًا</a:t>
            </a:r>
          </a:p>
        </p:txBody>
      </p:sp>
      <p:sp>
        <p:nvSpPr>
          <p:cNvPr id="25" name="text-173">
            <a:extLst xmlns:a="http://schemas.openxmlformats.org/drawingml/2006/main">
              <a:ext uri="{FF2B5EF4-FFF2-40B4-BE49-F238E27FC236}">
                <a16:creationId xmlns:a16="http://schemas.microsoft.com/office/drawing/2014/main" id="{E819420A-99E2-4878-AC00-1E45A6F3955D}"/>
              </a:ext>
            </a:extLst>
          </p:cNvPr>
          <p:cNvSpPr>
            <a:spLocks xmlns:a="http://schemas.openxmlformats.org/drawingml/2006/main" noGrp="1"/>
          </p:cNvSpPr>
          <p:nvPr/>
        </p:nvSpPr>
        <p:spPr>
          <a:xfrm xmlns:a="http://schemas.openxmlformats.org/drawingml/2006/main">
            <a:off x="11065830" y="3876675"/>
            <a:ext cx="51657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يظهر</a:t>
            </a:r>
          </a:p>
        </p:txBody>
      </p:sp>
      <p:sp>
        <p:nvSpPr>
          <p:cNvPr id="26" name="text-174">
            <a:extLst xmlns:a="http://schemas.openxmlformats.org/drawingml/2006/main">
              <a:ext uri="{FF2B5EF4-FFF2-40B4-BE49-F238E27FC236}">
                <a16:creationId xmlns:a16="http://schemas.microsoft.com/office/drawing/2014/main" id="{74B4C02D-14FE-4B02-B622-00AF9458E394}"/>
              </a:ext>
            </a:extLst>
          </p:cNvPr>
          <p:cNvSpPr>
            <a:spLocks xmlns:a="http://schemas.openxmlformats.org/drawingml/2006/main" noGrp="1"/>
          </p:cNvSpPr>
          <p:nvPr/>
        </p:nvSpPr>
        <p:spPr>
          <a:xfrm xmlns:a="http://schemas.openxmlformats.org/drawingml/2006/main">
            <a:off x="10311537" y="3876675"/>
            <a:ext cx="69895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الجواب</a:t>
            </a:r>
          </a:p>
        </p:txBody>
      </p:sp>
      <p:sp>
        <p:nvSpPr>
          <p:cNvPr id="27" name="text-175">
            <a:extLst xmlns:a="http://schemas.openxmlformats.org/drawingml/2006/main">
              <a:ext uri="{FF2B5EF4-FFF2-40B4-BE49-F238E27FC236}">
                <a16:creationId xmlns:a16="http://schemas.microsoft.com/office/drawing/2014/main" id="{F29BB107-7ACE-4D1A-8D16-3ECDF868CA6D}"/>
              </a:ext>
            </a:extLst>
          </p:cNvPr>
          <p:cNvSpPr>
            <a:spLocks xmlns:a="http://schemas.openxmlformats.org/drawingml/2006/main" noGrp="1"/>
          </p:cNvSpPr>
          <p:nvPr/>
        </p:nvSpPr>
        <p:spPr>
          <a:xfrm xmlns:a="http://schemas.openxmlformats.org/drawingml/2006/main">
            <a:off x="9532718" y="3876675"/>
            <a:ext cx="72347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تدريجيًا</a:t>
            </a:r>
          </a:p>
        </p:txBody>
      </p:sp>
      <p:sp>
        <p:nvSpPr>
          <p:cNvPr id="28" name="text-176">
            <a:extLst xmlns:a="http://schemas.openxmlformats.org/drawingml/2006/main">
              <a:ext uri="{FF2B5EF4-FFF2-40B4-BE49-F238E27FC236}">
                <a16:creationId xmlns:a16="http://schemas.microsoft.com/office/drawing/2014/main" id="{615CCC28-75A8-456B-8869-B3B903222B1E}"/>
              </a:ext>
            </a:extLst>
          </p:cNvPr>
          <p:cNvSpPr>
            <a:spLocks xmlns:a="http://schemas.openxmlformats.org/drawingml/2006/main" noGrp="1"/>
          </p:cNvSpPr>
          <p:nvPr/>
        </p:nvSpPr>
        <p:spPr>
          <a:xfrm xmlns:a="http://schemas.openxmlformats.org/drawingml/2006/main">
            <a:off x="11055430" y="4629150"/>
            <a:ext cx="52697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انتظر</a:t>
            </a:r>
          </a:p>
        </p:txBody>
      </p:sp>
      <p:sp>
        <p:nvSpPr>
          <p:cNvPr id="29" name="text-177">
            <a:extLst xmlns:a="http://schemas.openxmlformats.org/drawingml/2006/main">
              <a:ext uri="{FF2B5EF4-FFF2-40B4-BE49-F238E27FC236}">
                <a16:creationId xmlns:a16="http://schemas.microsoft.com/office/drawing/2014/main" id="{05C2CCF1-7EF2-40A5-94B4-F217DB1E5D40}"/>
              </a:ext>
            </a:extLst>
          </p:cNvPr>
          <p:cNvSpPr>
            <a:spLocks xmlns:a="http://schemas.openxmlformats.org/drawingml/2006/main" noGrp="1"/>
          </p:cNvSpPr>
          <p:nvPr/>
        </p:nvSpPr>
        <p:spPr>
          <a:xfrm xmlns:a="http://schemas.openxmlformats.org/drawingml/2006/main">
            <a:off x="10267879" y="4629150"/>
            <a:ext cx="73221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اكتماله</a:t>
            </a:r>
          </a:p>
        </p:txBody>
      </p:sp>
      <p:sp>
        <p:nvSpPr>
          <p:cNvPr id="30" name="text-178">
            <a:extLst xmlns:a="http://schemas.openxmlformats.org/drawingml/2006/main">
              <a:ext uri="{FF2B5EF4-FFF2-40B4-BE49-F238E27FC236}">
                <a16:creationId xmlns:a16="http://schemas.microsoft.com/office/drawing/2014/main" id="{CDCEF579-9563-4D02-A52A-14CAA77F1EEB}"/>
              </a:ext>
            </a:extLst>
          </p:cNvPr>
          <p:cNvSpPr>
            <a:spLocks xmlns:a="http://schemas.openxmlformats.org/drawingml/2006/main" noGrp="1"/>
          </p:cNvSpPr>
          <p:nvPr/>
        </p:nvSpPr>
        <p:spPr>
          <a:xfrm xmlns:a="http://schemas.openxmlformats.org/drawingml/2006/main">
            <a:off x="9937313" y="4629150"/>
            <a:ext cx="27522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ثم</a:t>
            </a:r>
          </a:p>
        </p:txBody>
      </p:sp>
      <p:sp>
        <p:nvSpPr>
          <p:cNvPr id="31" name="text-179">
            <a:extLst xmlns:a="http://schemas.openxmlformats.org/drawingml/2006/main">
              <a:ext uri="{FF2B5EF4-FFF2-40B4-BE49-F238E27FC236}">
                <a16:creationId xmlns:a16="http://schemas.microsoft.com/office/drawing/2014/main" id="{013688A7-AD87-4919-AC1B-4C6C4D7B5960}"/>
              </a:ext>
            </a:extLst>
          </p:cNvPr>
          <p:cNvSpPr>
            <a:spLocks xmlns:a="http://schemas.openxmlformats.org/drawingml/2006/main" noGrp="1"/>
          </p:cNvSpPr>
          <p:nvPr/>
        </p:nvSpPr>
        <p:spPr>
          <a:xfrm xmlns:a="http://schemas.openxmlformats.org/drawingml/2006/main">
            <a:off x="9367463" y="4629150"/>
            <a:ext cx="51451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قيّمه</a:t>
            </a:r>
          </a:p>
        </p:txBody>
      </p:sp>
      <p:sp>
        <p:nvSpPr>
          <p:cNvPr id="32" name="text-180">
            <a:extLst xmlns:a="http://schemas.openxmlformats.org/drawingml/2006/main">
              <a:ext uri="{FF2B5EF4-FFF2-40B4-BE49-F238E27FC236}">
                <a16:creationId xmlns:a16="http://schemas.microsoft.com/office/drawing/2014/main" id="{79D8E9C4-1468-4546-AC31-4FFE684CD628}"/>
              </a:ext>
            </a:extLst>
          </p:cNvPr>
          <p:cNvSpPr>
            <a:spLocks xmlns:a="http://schemas.openxmlformats.org/drawingml/2006/main" noGrp="1"/>
          </p:cNvSpPr>
          <p:nvPr/>
        </p:nvSpPr>
        <p:spPr>
          <a:xfrm xmlns:a="http://schemas.openxmlformats.org/drawingml/2006/main">
            <a:off x="11394980" y="5676900"/>
            <a:ext cx="18742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لا</a:t>
            </a:r>
          </a:p>
        </p:txBody>
      </p:sp>
      <p:sp>
        <p:nvSpPr>
          <p:cNvPr id="33" name="text-181">
            <a:extLst xmlns:a="http://schemas.openxmlformats.org/drawingml/2006/main">
              <a:ext uri="{FF2B5EF4-FFF2-40B4-BE49-F238E27FC236}">
                <a16:creationId xmlns:a16="http://schemas.microsoft.com/office/drawing/2014/main" id="{8506FD0E-D072-40C6-8B65-53E75314AC82}"/>
              </a:ext>
            </a:extLst>
          </p:cNvPr>
          <p:cNvSpPr>
            <a:spLocks xmlns:a="http://schemas.openxmlformats.org/drawingml/2006/main" noGrp="1"/>
          </p:cNvSpPr>
          <p:nvPr/>
        </p:nvSpPr>
        <p:spPr>
          <a:xfrm xmlns:a="http://schemas.openxmlformats.org/drawingml/2006/main">
            <a:off x="10758025" y="5676900"/>
            <a:ext cx="58161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يحتاج</a:t>
            </a:r>
          </a:p>
        </p:txBody>
      </p:sp>
      <p:sp>
        <p:nvSpPr>
          <p:cNvPr id="34" name="text-182">
            <a:extLst xmlns:a="http://schemas.openxmlformats.org/drawingml/2006/main">
              <a:ext uri="{FF2B5EF4-FFF2-40B4-BE49-F238E27FC236}">
                <a16:creationId xmlns:a16="http://schemas.microsoft.com/office/drawing/2014/main" id="{BACB8779-CDF8-4279-A32A-2D0065740585}"/>
              </a:ext>
            </a:extLst>
          </p:cNvPr>
          <p:cNvSpPr>
            <a:spLocks xmlns:a="http://schemas.openxmlformats.org/drawingml/2006/main" noGrp="1"/>
          </p:cNvSpPr>
          <p:nvPr/>
        </p:nvSpPr>
        <p:spPr>
          <a:xfrm xmlns:a="http://schemas.openxmlformats.org/drawingml/2006/main">
            <a:off x="10204264" y="5676900"/>
            <a:ext cx="49842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الزائر</a:t>
            </a:r>
          </a:p>
        </p:txBody>
      </p:sp>
      <p:sp>
        <p:nvSpPr>
          <p:cNvPr id="35" name="text-183">
            <a:extLst xmlns:a="http://schemas.openxmlformats.org/drawingml/2006/main">
              <a:ext uri="{FF2B5EF4-FFF2-40B4-BE49-F238E27FC236}">
                <a16:creationId xmlns:a16="http://schemas.microsoft.com/office/drawing/2014/main" id="{4BE514EA-C8C6-4F30-AE52-F4FB3BFFF2FB}"/>
              </a:ext>
            </a:extLst>
          </p:cNvPr>
          <p:cNvSpPr>
            <a:spLocks xmlns:a="http://schemas.openxmlformats.org/drawingml/2006/main" noGrp="1"/>
          </p:cNvSpPr>
          <p:nvPr/>
        </p:nvSpPr>
        <p:spPr>
          <a:xfrm xmlns:a="http://schemas.openxmlformats.org/drawingml/2006/main">
            <a:off x="9469299" y="5676900"/>
            <a:ext cx="67962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مفتاحًا</a:t>
            </a:r>
          </a:p>
        </p:txBody>
      </p:sp>
      <p:sp>
        <p:nvSpPr>
          <p:cNvPr id="36" name="text-184">
            <a:extLst xmlns:a="http://schemas.openxmlformats.org/drawingml/2006/main">
              <a:ext uri="{FF2B5EF4-FFF2-40B4-BE49-F238E27FC236}">
                <a16:creationId xmlns:a16="http://schemas.microsoft.com/office/drawing/2014/main" id="{A023458C-CA0B-49DD-90F1-078D44F32E37}"/>
              </a:ext>
            </a:extLst>
          </p:cNvPr>
          <p:cNvSpPr>
            <a:spLocks xmlns:a="http://schemas.openxmlformats.org/drawingml/2006/main" noGrp="1"/>
          </p:cNvSpPr>
          <p:nvPr/>
        </p:nvSpPr>
        <p:spPr>
          <a:xfrm xmlns:a="http://schemas.openxmlformats.org/drawingml/2006/main">
            <a:off x="9289131" y="5676900"/>
            <a:ext cx="12482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a:t>
            </a:r>
          </a:p>
        </p:txBody>
      </p:sp>
      <p:sp>
        <p:nvSpPr>
          <p:cNvPr id="37" name="text-185">
            <a:extLst xmlns:a="http://schemas.openxmlformats.org/drawingml/2006/main">
              <a:ext uri="{FF2B5EF4-FFF2-40B4-BE49-F238E27FC236}">
                <a16:creationId xmlns:a16="http://schemas.microsoft.com/office/drawing/2014/main" id="{B43A60F9-8D71-4567-BD1B-1FBB94B05F14}"/>
              </a:ext>
            </a:extLst>
          </p:cNvPr>
          <p:cNvSpPr>
            <a:spLocks xmlns:a="http://schemas.openxmlformats.org/drawingml/2006/main" noGrp="1"/>
          </p:cNvSpPr>
          <p:nvPr/>
        </p:nvSpPr>
        <p:spPr>
          <a:xfrm xmlns:a="http://schemas.openxmlformats.org/drawingml/2006/main">
            <a:off x="8818958" y="5676900"/>
            <a:ext cx="41483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لكل</a:t>
            </a:r>
          </a:p>
        </p:txBody>
      </p:sp>
      <p:sp>
        <p:nvSpPr>
          <p:cNvPr id="38" name="text-186">
            <a:extLst xmlns:a="http://schemas.openxmlformats.org/drawingml/2006/main">
              <a:ext uri="{FF2B5EF4-FFF2-40B4-BE49-F238E27FC236}">
                <a16:creationId xmlns:a16="http://schemas.microsoft.com/office/drawing/2014/main" id="{B4227CB6-8AEB-4C95-8ACB-36E6348C47DB}"/>
              </a:ext>
            </a:extLst>
          </p:cNvPr>
          <p:cNvSpPr>
            <a:spLocks xmlns:a="http://schemas.openxmlformats.org/drawingml/2006/main" noGrp="1"/>
          </p:cNvSpPr>
          <p:nvPr/>
        </p:nvSpPr>
        <p:spPr>
          <a:xfrm xmlns:a="http://schemas.openxmlformats.org/drawingml/2006/main">
            <a:off x="7903279" y="5676900"/>
            <a:ext cx="86033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شخصية</a:t>
            </a:r>
          </a:p>
        </p:txBody>
      </p:sp>
      <p:sp>
        <p:nvSpPr>
          <p:cNvPr id="39" name="text-187">
            <a:extLst xmlns:a="http://schemas.openxmlformats.org/drawingml/2006/main">
              <a:ext uri="{FF2B5EF4-FFF2-40B4-BE49-F238E27FC236}">
                <a16:creationId xmlns:a16="http://schemas.microsoft.com/office/drawing/2014/main" id="{E8CD1089-2318-4E0E-91A3-8BFD886188D3}"/>
              </a:ext>
            </a:extLst>
          </p:cNvPr>
          <p:cNvSpPr>
            <a:spLocks xmlns:a="http://schemas.openxmlformats.org/drawingml/2006/main" noGrp="1"/>
          </p:cNvSpPr>
          <p:nvPr/>
        </p:nvSpPr>
        <p:spPr>
          <a:xfrm xmlns:a="http://schemas.openxmlformats.org/drawingml/2006/main">
            <a:off x="6968567" y="5676900"/>
            <a:ext cx="87937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محادثتها</a:t>
            </a:r>
          </a:p>
        </p:txBody>
      </p:sp>
      <p:sp>
        <p:nvSpPr>
          <p:cNvPr id="40" name="text-188">
            <a:extLst xmlns:a="http://schemas.openxmlformats.org/drawingml/2006/main">
              <a:ext uri="{FF2B5EF4-FFF2-40B4-BE49-F238E27FC236}">
                <a16:creationId xmlns:a16="http://schemas.microsoft.com/office/drawing/2014/main" id="{5876935B-F4F4-44D6-8F16-14A07149E616}"/>
              </a:ext>
            </a:extLst>
          </p:cNvPr>
          <p:cNvSpPr>
            <a:spLocks xmlns:a="http://schemas.openxmlformats.org/drawingml/2006/main" noGrp="1"/>
          </p:cNvSpPr>
          <p:nvPr/>
        </p:nvSpPr>
        <p:spPr>
          <a:xfrm xmlns:a="http://schemas.openxmlformats.org/drawingml/2006/main">
            <a:off x="6494960" y="5676900"/>
            <a:ext cx="41826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أثناء</a:t>
            </a:r>
          </a:p>
        </p:txBody>
      </p:sp>
      <p:sp>
        <p:nvSpPr>
          <p:cNvPr id="41" name="text-189">
            <a:extLst xmlns:a="http://schemas.openxmlformats.org/drawingml/2006/main">
              <a:ext uri="{FF2B5EF4-FFF2-40B4-BE49-F238E27FC236}">
                <a16:creationId xmlns:a16="http://schemas.microsoft.com/office/drawing/2014/main" id="{3B77D495-445E-4CA7-8130-5D1ACC79183D}"/>
              </a:ext>
            </a:extLst>
          </p:cNvPr>
          <p:cNvSpPr>
            <a:spLocks xmlns:a="http://schemas.openxmlformats.org/drawingml/2006/main" noGrp="1"/>
          </p:cNvSpPr>
          <p:nvPr/>
        </p:nvSpPr>
        <p:spPr>
          <a:xfrm xmlns:a="http://schemas.openxmlformats.org/drawingml/2006/main">
            <a:off x="6043035" y="5676900"/>
            <a:ext cx="39658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بقاء</a:t>
            </a:r>
          </a:p>
        </p:txBody>
      </p:sp>
      <p:sp>
        <p:nvSpPr>
          <p:cNvPr id="42" name="text-190">
            <a:extLst xmlns:a="http://schemas.openxmlformats.org/drawingml/2006/main">
              <a:ext uri="{FF2B5EF4-FFF2-40B4-BE49-F238E27FC236}">
                <a16:creationId xmlns:a16="http://schemas.microsoft.com/office/drawing/2014/main" id="{E2D09630-3A25-4056-AA9E-A3667A483B54}"/>
              </a:ext>
            </a:extLst>
          </p:cNvPr>
          <p:cNvSpPr>
            <a:spLocks xmlns:a="http://schemas.openxmlformats.org/drawingml/2006/main" noGrp="1"/>
          </p:cNvSpPr>
          <p:nvPr/>
        </p:nvSpPr>
        <p:spPr>
          <a:xfrm xmlns:a="http://schemas.openxmlformats.org/drawingml/2006/main">
            <a:off x="5202212" y="5676900"/>
            <a:ext cx="78548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الصفحة</a:t>
            </a:r>
          </a:p>
        </p:txBody>
      </p:sp>
    </p:spTree>
    <p:extLst>
      <p:ext uri="{BB962C8B-B14F-4D97-AF65-F5344CB8AC3E}">
        <p14:creationId xmlns:p14="http://schemas.microsoft.com/office/powerpoint/2010/main" val="1436317171"/>
      </p:ext>
    </p:extLst>
  </p:cSld>
</p:sld>
</file>

<file path=ppt/slides/slide6.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42" name="text-191">
            <a:extLst xmlns:a="http://schemas.openxmlformats.org/drawingml/2006/main">
              <a:ext uri="{FF2B5EF4-FFF2-40B4-BE49-F238E27FC236}">
                <a16:creationId xmlns:a16="http://schemas.microsoft.com/office/drawing/2014/main" id="{3CFBAAB0-94CF-40B9-B55F-847CEB3CC769}"/>
              </a:ext>
            </a:extLst>
          </p:cNvPr>
          <p:cNvSpPr>
            <a:spLocks xmlns:a="http://schemas.openxmlformats.org/drawingml/2006/main" noGrp="1"/>
          </p:cNvSpPr>
          <p:nvPr/>
        </p:nvSpPr>
        <p:spPr>
          <a:xfrm xmlns:a="http://schemas.openxmlformats.org/drawingml/2006/main">
            <a:off x="10694464" y="457200"/>
            <a:ext cx="88793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كيف</a:t>
            </a:r>
          </a:p>
        </p:txBody>
      </p:sp>
      <p:sp>
        <p:nvSpPr>
          <p:cNvPr id="2" name="text-192">
            <a:extLst xmlns:a="http://schemas.openxmlformats.org/drawingml/2006/main">
              <a:ext uri="{FF2B5EF4-FFF2-40B4-BE49-F238E27FC236}">
                <a16:creationId xmlns:a16="http://schemas.microsoft.com/office/drawing/2014/main" id="{346728CD-2F43-47CD-AEB1-CB9D540B8BCB}"/>
              </a:ext>
            </a:extLst>
          </p:cNvPr>
          <p:cNvSpPr>
            <a:spLocks xmlns:a="http://schemas.openxmlformats.org/drawingml/2006/main" noGrp="1"/>
          </p:cNvSpPr>
          <p:nvPr/>
        </p:nvSpPr>
        <p:spPr>
          <a:xfrm xmlns:a="http://schemas.openxmlformats.org/drawingml/2006/main">
            <a:off x="8990251" y="457200"/>
            <a:ext cx="160324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تتحقق؟</a:t>
            </a:r>
          </a:p>
        </p:txBody>
      </p:sp>
      <p:sp>
        <p:nvSpPr>
          <p:cNvPr id="3" name="text-193">
            <a:extLst xmlns:a="http://schemas.openxmlformats.org/drawingml/2006/main">
              <a:ext uri="{FF2B5EF4-FFF2-40B4-BE49-F238E27FC236}">
                <a16:creationId xmlns:a16="http://schemas.microsoft.com/office/drawing/2014/main" id="{66367AF0-8C07-4FCD-9ECF-33D3AAC860E0}"/>
              </a:ext>
            </a:extLst>
          </p:cNvPr>
          <p:cNvSpPr>
            <a:spLocks xmlns:a="http://schemas.openxmlformats.org/drawingml/2006/main" noGrp="1"/>
          </p:cNvSpPr>
          <p:nvPr/>
        </p:nvSpPr>
        <p:spPr>
          <a:xfrm xmlns:a="http://schemas.openxmlformats.org/drawingml/2006/main">
            <a:off x="7988473" y="457200"/>
            <a:ext cx="900814"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افتح</a:t>
            </a:r>
          </a:p>
        </p:txBody>
      </p:sp>
      <p:sp>
        <p:nvSpPr>
          <p:cNvPr id="4" name="text-194">
            <a:extLst xmlns:a="http://schemas.openxmlformats.org/drawingml/2006/main">
              <a:ext uri="{FF2B5EF4-FFF2-40B4-BE49-F238E27FC236}">
                <a16:creationId xmlns:a16="http://schemas.microsoft.com/office/drawing/2014/main" id="{678E7F35-B0BC-4F5A-BE95-DD6E8D3AEA32}"/>
              </a:ext>
            </a:extLst>
          </p:cNvPr>
          <p:cNvSpPr>
            <a:spLocks xmlns:a="http://schemas.openxmlformats.org/drawingml/2006/main" noGrp="1"/>
          </p:cNvSpPr>
          <p:nvPr/>
        </p:nvSpPr>
        <p:spPr>
          <a:xfrm xmlns:a="http://schemas.openxmlformats.org/drawingml/2006/main">
            <a:off x="6468610" y="457200"/>
            <a:ext cx="1418897"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المرجع</a:t>
            </a:r>
          </a:p>
        </p:txBody>
      </p:sp>
      <p:sp>
        <p:nvSpPr>
          <p:cNvPr id="5" name="text-195">
            <a:extLst xmlns:a="http://schemas.openxmlformats.org/drawingml/2006/main">
              <a:ext uri="{FF2B5EF4-FFF2-40B4-BE49-F238E27FC236}">
                <a16:creationId xmlns:a16="http://schemas.microsoft.com/office/drawing/2014/main" id="{26A6D0B0-F04A-499A-A0FE-EDC47DF5D621}"/>
              </a:ext>
            </a:extLst>
          </p:cNvPr>
          <p:cNvSpPr>
            <a:spLocks xmlns:a="http://schemas.openxmlformats.org/drawingml/2006/main" noGrp="1"/>
          </p:cNvSpPr>
          <p:nvPr/>
        </p:nvSpPr>
        <p:spPr>
          <a:xfrm xmlns:a="http://schemas.openxmlformats.org/drawingml/2006/main">
            <a:off x="5870105" y="457200"/>
            <a:ext cx="49754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ثم</a:t>
            </a:r>
          </a:p>
        </p:txBody>
      </p:sp>
      <p:sp>
        <p:nvSpPr>
          <p:cNvPr id="6" name="text-196">
            <a:extLst xmlns:a="http://schemas.openxmlformats.org/drawingml/2006/main">
              <a:ext uri="{FF2B5EF4-FFF2-40B4-BE49-F238E27FC236}">
                <a16:creationId xmlns:a16="http://schemas.microsoft.com/office/drawing/2014/main" id="{91E7A46E-E261-43F6-8BE1-7419DA39BB28}"/>
              </a:ext>
            </a:extLst>
          </p:cNvPr>
          <p:cNvSpPr>
            <a:spLocks xmlns:a="http://schemas.openxmlformats.org/drawingml/2006/main" noGrp="1"/>
          </p:cNvSpPr>
          <p:nvPr/>
        </p:nvSpPr>
        <p:spPr>
          <a:xfrm xmlns:a="http://schemas.openxmlformats.org/drawingml/2006/main">
            <a:off x="5007704" y="457200"/>
            <a:ext cx="76143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تابع</a:t>
            </a:r>
          </a:p>
        </p:txBody>
      </p:sp>
      <p:sp>
        <p:nvSpPr>
          <p:cNvPr id="7" name="shape-197">
            <a:extLst xmlns:a="http://schemas.openxmlformats.org/drawingml/2006/main">
              <a:ext uri="{FF2B5EF4-FFF2-40B4-BE49-F238E27FC236}">
                <a16:creationId xmlns:a16="http://schemas.microsoft.com/office/drawing/2014/main" id="{05EC09DA-9FCD-4ACB-8451-03C3784B338D}"/>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8" name="text-198">
            <a:extLst xmlns:a="http://schemas.openxmlformats.org/drawingml/2006/main">
              <a:ext uri="{FF2B5EF4-FFF2-40B4-BE49-F238E27FC236}">
                <a16:creationId xmlns:a16="http://schemas.microsoft.com/office/drawing/2014/main" id="{927361F5-1C1F-4CB4-9D66-654B45E4B717}"/>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9" name="text-199">
            <a:extLst xmlns:a="http://schemas.openxmlformats.org/drawingml/2006/main">
              <a:ext uri="{FF2B5EF4-FFF2-40B4-BE49-F238E27FC236}">
                <a16:creationId xmlns:a16="http://schemas.microsoft.com/office/drawing/2014/main" id="{54B2BA6C-9EBF-46F9-A8FB-67BB80F8F5F2}"/>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10" name="text-200">
            <a:extLst xmlns:a="http://schemas.openxmlformats.org/drawingml/2006/main">
              <a:ext uri="{FF2B5EF4-FFF2-40B4-BE49-F238E27FC236}">
                <a16:creationId xmlns:a16="http://schemas.microsoft.com/office/drawing/2014/main" id="{754B8563-4164-41F1-A4DB-82CF1C21A921}"/>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1" name="text-201">
            <a:extLst xmlns:a="http://schemas.openxmlformats.org/drawingml/2006/main">
              <a:ext uri="{FF2B5EF4-FFF2-40B4-BE49-F238E27FC236}">
                <a16:creationId xmlns:a16="http://schemas.microsoft.com/office/drawing/2014/main" id="{2DA2F5E1-F008-449B-B35D-6FA0A2737C9E}"/>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2" name="text-202">
            <a:extLst xmlns:a="http://schemas.openxmlformats.org/drawingml/2006/main">
              <a:ext uri="{FF2B5EF4-FFF2-40B4-BE49-F238E27FC236}">
                <a16:creationId xmlns:a16="http://schemas.microsoft.com/office/drawing/2014/main" id="{36A86204-94AC-4BBF-A4F3-D320BD04E656}"/>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3" name="text-203">
            <a:extLst xmlns:a="http://schemas.openxmlformats.org/drawingml/2006/main">
              <a:ext uri="{FF2B5EF4-FFF2-40B4-BE49-F238E27FC236}">
                <a16:creationId xmlns:a16="http://schemas.microsoft.com/office/drawing/2014/main" id="{620874E7-3159-45E7-8809-CE1274540359}"/>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4" name="text-204">
            <a:extLst xmlns:a="http://schemas.openxmlformats.org/drawingml/2006/main">
              <a:ext uri="{FF2B5EF4-FFF2-40B4-BE49-F238E27FC236}">
                <a16:creationId xmlns:a16="http://schemas.microsoft.com/office/drawing/2014/main" id="{8F953FAF-A2DD-4114-90A6-C5F9D739104C}"/>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06</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7a519cc356146eb"/>
          <a:stretch xmlns:a="http://schemas.openxmlformats.org/drawingml/2006/main"/>
        </p:blipFill>
        <p:spPr>
          <a:xfrm xmlns:a="http://schemas.openxmlformats.org/drawingml/2006/main">
            <a:off x="609600" y="1400966"/>
            <a:ext cx="7477125" cy="4208469"/>
          </a:xfrm>
          <a:prstGeom xmlns:a="http://schemas.openxmlformats.org/drawingml/2006/main" prst="rect">
            <a:avLst/>
          </a:prstGeom>
        </p:spPr>
      </p:pic>
      <p:sp>
        <p:nvSpPr>
          <p:cNvPr id="16" name="text-205">
            <a:extLst xmlns:a="http://schemas.openxmlformats.org/drawingml/2006/main">
              <a:ext uri="{FF2B5EF4-FFF2-40B4-BE49-F238E27FC236}">
                <a16:creationId xmlns:a16="http://schemas.microsoft.com/office/drawing/2014/main" id="{06748EDE-9EE8-4DEF-A3B2-1AA239143E61}"/>
              </a:ext>
            </a:extLst>
          </p:cNvPr>
          <p:cNvSpPr>
            <a:spLocks xmlns:a="http://schemas.openxmlformats.org/drawingml/2006/main" noGrp="1"/>
          </p:cNvSpPr>
          <p:nvPr/>
        </p:nvSpPr>
        <p:spPr>
          <a:xfrm xmlns:a="http://schemas.openxmlformats.org/drawingml/2006/main">
            <a:off x="10798774" y="1571625"/>
            <a:ext cx="783626"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اضغط</a:t>
            </a:r>
          </a:p>
        </p:txBody>
      </p:sp>
      <p:sp>
        <p:nvSpPr>
          <p:cNvPr id="17" name="text-206">
            <a:extLst xmlns:a="http://schemas.openxmlformats.org/drawingml/2006/main">
              <a:ext uri="{FF2B5EF4-FFF2-40B4-BE49-F238E27FC236}">
                <a16:creationId xmlns:a16="http://schemas.microsoft.com/office/drawing/2014/main" id="{E8EB8DF1-A52C-4606-AB54-09E46B031030}"/>
              </a:ext>
            </a:extLst>
          </p:cNvPr>
          <p:cNvSpPr>
            <a:spLocks xmlns:a="http://schemas.openxmlformats.org/drawingml/2006/main" noGrp="1"/>
          </p:cNvSpPr>
          <p:nvPr/>
        </p:nvSpPr>
        <p:spPr>
          <a:xfrm xmlns:a="http://schemas.openxmlformats.org/drawingml/2006/main">
            <a:off x="9777687" y="1571625"/>
            <a:ext cx="962033"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المصدر</a:t>
            </a:r>
          </a:p>
        </p:txBody>
      </p:sp>
      <p:sp>
        <p:nvSpPr>
          <p:cNvPr id="18" name="text-207">
            <a:extLst xmlns:a="http://schemas.openxmlformats.org/drawingml/2006/main">
              <a:ext uri="{FF2B5EF4-FFF2-40B4-BE49-F238E27FC236}">
                <a16:creationId xmlns:a16="http://schemas.microsoft.com/office/drawing/2014/main" id="{BFCF7870-BEF6-4EF2-AD00-AD172B2C6EF7}"/>
              </a:ext>
            </a:extLst>
          </p:cNvPr>
          <p:cNvSpPr>
            <a:spLocks xmlns:a="http://schemas.openxmlformats.org/drawingml/2006/main" noGrp="1"/>
          </p:cNvSpPr>
          <p:nvPr/>
        </p:nvSpPr>
        <p:spPr>
          <a:xfrm xmlns:a="http://schemas.openxmlformats.org/drawingml/2006/main">
            <a:off x="11019719" y="2333625"/>
            <a:ext cx="56268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طابق</a:t>
            </a:r>
          </a:p>
        </p:txBody>
      </p:sp>
      <p:sp>
        <p:nvSpPr>
          <p:cNvPr id="19" name="text-208">
            <a:extLst xmlns:a="http://schemas.openxmlformats.org/drawingml/2006/main">
              <a:ext uri="{FF2B5EF4-FFF2-40B4-BE49-F238E27FC236}">
                <a16:creationId xmlns:a16="http://schemas.microsoft.com/office/drawing/2014/main" id="{AAA1BF35-EFE6-4743-94BD-33F00AC18AE9}"/>
              </a:ext>
            </a:extLst>
          </p:cNvPr>
          <p:cNvSpPr>
            <a:spLocks xmlns:a="http://schemas.openxmlformats.org/drawingml/2006/main" noGrp="1"/>
          </p:cNvSpPr>
          <p:nvPr/>
        </p:nvSpPr>
        <p:spPr>
          <a:xfrm xmlns:a="http://schemas.openxmlformats.org/drawingml/2006/main">
            <a:off x="10426617" y="2333625"/>
            <a:ext cx="53776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النص</a:t>
            </a:r>
          </a:p>
        </p:txBody>
      </p:sp>
      <p:sp>
        <p:nvSpPr>
          <p:cNvPr id="20" name="text-209">
            <a:extLst xmlns:a="http://schemas.openxmlformats.org/drawingml/2006/main">
              <a:ext uri="{FF2B5EF4-FFF2-40B4-BE49-F238E27FC236}">
                <a16:creationId xmlns:a16="http://schemas.microsoft.com/office/drawing/2014/main" id="{653682BD-932C-44E6-8ACE-40D4D46996CE}"/>
              </a:ext>
            </a:extLst>
          </p:cNvPr>
          <p:cNvSpPr>
            <a:spLocks xmlns:a="http://schemas.openxmlformats.org/drawingml/2006/main" noGrp="1"/>
          </p:cNvSpPr>
          <p:nvPr/>
        </p:nvSpPr>
        <p:spPr>
          <a:xfrm xmlns:a="http://schemas.openxmlformats.org/drawingml/2006/main">
            <a:off x="10064461" y="2333625"/>
            <a:ext cx="30681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مع</a:t>
            </a:r>
          </a:p>
        </p:txBody>
      </p:sp>
      <p:sp>
        <p:nvSpPr>
          <p:cNvPr id="21" name="text-210">
            <a:extLst xmlns:a="http://schemas.openxmlformats.org/drawingml/2006/main">
              <a:ext uri="{FF2B5EF4-FFF2-40B4-BE49-F238E27FC236}">
                <a16:creationId xmlns:a16="http://schemas.microsoft.com/office/drawing/2014/main" id="{A31B48A6-23C5-44BC-8BDA-ACC08B12865C}"/>
              </a:ext>
            </a:extLst>
          </p:cNvPr>
          <p:cNvSpPr>
            <a:spLocks xmlns:a="http://schemas.openxmlformats.org/drawingml/2006/main" noGrp="1"/>
          </p:cNvSpPr>
          <p:nvPr/>
        </p:nvSpPr>
        <p:spPr>
          <a:xfrm xmlns:a="http://schemas.openxmlformats.org/drawingml/2006/main">
            <a:off x="9310168" y="2333625"/>
            <a:ext cx="69895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الجواب</a:t>
            </a:r>
          </a:p>
        </p:txBody>
      </p:sp>
      <p:sp>
        <p:nvSpPr>
          <p:cNvPr id="22" name="text-211">
            <a:extLst xmlns:a="http://schemas.openxmlformats.org/drawingml/2006/main">
              <a:ext uri="{FF2B5EF4-FFF2-40B4-BE49-F238E27FC236}">
                <a16:creationId xmlns:a16="http://schemas.microsoft.com/office/drawing/2014/main" id="{5648E2FF-D009-4C9D-BA22-C5811F2792BD}"/>
              </a:ext>
            </a:extLst>
          </p:cNvPr>
          <p:cNvSpPr>
            <a:spLocks xmlns:a="http://schemas.openxmlformats.org/drawingml/2006/main" noGrp="1"/>
          </p:cNvSpPr>
          <p:nvPr/>
        </p:nvSpPr>
        <p:spPr>
          <a:xfrm xmlns:a="http://schemas.openxmlformats.org/drawingml/2006/main">
            <a:off x="11035514" y="3095625"/>
            <a:ext cx="54688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أغلق</a:t>
            </a:r>
          </a:p>
        </p:txBody>
      </p:sp>
      <p:sp>
        <p:nvSpPr>
          <p:cNvPr id="23" name="text-212">
            <a:extLst xmlns:a="http://schemas.openxmlformats.org/drawingml/2006/main">
              <a:ext uri="{FF2B5EF4-FFF2-40B4-BE49-F238E27FC236}">
                <a16:creationId xmlns:a16="http://schemas.microsoft.com/office/drawing/2014/main" id="{8F23DC3F-5856-4F7A-9C01-52B92957B937}"/>
              </a:ext>
            </a:extLst>
          </p:cNvPr>
          <p:cNvSpPr>
            <a:spLocks xmlns:a="http://schemas.openxmlformats.org/drawingml/2006/main" noGrp="1"/>
          </p:cNvSpPr>
          <p:nvPr/>
        </p:nvSpPr>
        <p:spPr>
          <a:xfrm xmlns:a="http://schemas.openxmlformats.org/drawingml/2006/main">
            <a:off x="10315265" y="3095625"/>
            <a:ext cx="66490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القارئ</a:t>
            </a:r>
          </a:p>
        </p:txBody>
      </p:sp>
      <p:sp>
        <p:nvSpPr>
          <p:cNvPr id="24" name="text-213">
            <a:extLst xmlns:a="http://schemas.openxmlformats.org/drawingml/2006/main">
              <a:ext uri="{FF2B5EF4-FFF2-40B4-BE49-F238E27FC236}">
                <a16:creationId xmlns:a16="http://schemas.microsoft.com/office/drawing/2014/main" id="{B4FDB5B8-C3BC-426A-B63A-B4F1906D85CD}"/>
              </a:ext>
            </a:extLst>
          </p:cNvPr>
          <p:cNvSpPr>
            <a:spLocks xmlns:a="http://schemas.openxmlformats.org/drawingml/2006/main" noGrp="1"/>
          </p:cNvSpPr>
          <p:nvPr/>
        </p:nvSpPr>
        <p:spPr>
          <a:xfrm xmlns:a="http://schemas.openxmlformats.org/drawingml/2006/main">
            <a:off x="9766018" y="3095625"/>
            <a:ext cx="49390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وتابع</a:t>
            </a:r>
          </a:p>
        </p:txBody>
      </p:sp>
      <p:sp>
        <p:nvSpPr>
          <p:cNvPr id="25" name="text-214">
            <a:extLst xmlns:a="http://schemas.openxmlformats.org/drawingml/2006/main">
              <a:ext uri="{FF2B5EF4-FFF2-40B4-BE49-F238E27FC236}">
                <a16:creationId xmlns:a16="http://schemas.microsoft.com/office/drawing/2014/main" id="{A5B956E0-3C54-482A-8A1D-F47E9574420F}"/>
              </a:ext>
            </a:extLst>
          </p:cNvPr>
          <p:cNvSpPr>
            <a:spLocks xmlns:a="http://schemas.openxmlformats.org/drawingml/2006/main" noGrp="1"/>
          </p:cNvSpPr>
          <p:nvPr/>
        </p:nvSpPr>
        <p:spPr>
          <a:xfrm xmlns:a="http://schemas.openxmlformats.org/drawingml/2006/main">
            <a:off x="11183068" y="3857625"/>
            <a:ext cx="39933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بدّل</a:t>
            </a:r>
          </a:p>
        </p:txBody>
      </p:sp>
      <p:sp>
        <p:nvSpPr>
          <p:cNvPr id="26" name="text-215">
            <a:extLst xmlns:a="http://schemas.openxmlformats.org/drawingml/2006/main">
              <a:ext uri="{FF2B5EF4-FFF2-40B4-BE49-F238E27FC236}">
                <a16:creationId xmlns:a16="http://schemas.microsoft.com/office/drawing/2014/main" id="{B019DE00-BA4A-4333-83DE-D8817E376EA8}"/>
              </a:ext>
            </a:extLst>
          </p:cNvPr>
          <p:cNvSpPr>
            <a:spLocks xmlns:a="http://schemas.openxmlformats.org/drawingml/2006/main" noGrp="1"/>
          </p:cNvSpPr>
          <p:nvPr/>
        </p:nvSpPr>
        <p:spPr>
          <a:xfrm xmlns:a="http://schemas.openxmlformats.org/drawingml/2006/main">
            <a:off x="10119443" y="3857625"/>
            <a:ext cx="100828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الشخصية</a:t>
            </a:r>
          </a:p>
        </p:txBody>
      </p:sp>
      <p:sp>
        <p:nvSpPr>
          <p:cNvPr id="27" name="text-216">
            <a:extLst xmlns:a="http://schemas.openxmlformats.org/drawingml/2006/main">
              <a:ext uri="{FF2B5EF4-FFF2-40B4-BE49-F238E27FC236}">
                <a16:creationId xmlns:a16="http://schemas.microsoft.com/office/drawing/2014/main" id="{C5AC5D75-C5EA-4EA5-A060-2AAA957DD1B4}"/>
              </a:ext>
            </a:extLst>
          </p:cNvPr>
          <p:cNvSpPr>
            <a:spLocks xmlns:a="http://schemas.openxmlformats.org/drawingml/2006/main" noGrp="1"/>
          </p:cNvSpPr>
          <p:nvPr/>
        </p:nvSpPr>
        <p:spPr>
          <a:xfrm xmlns:a="http://schemas.openxmlformats.org/drawingml/2006/main">
            <a:off x="9788877" y="3857625"/>
            <a:ext cx="27522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ثم</a:t>
            </a:r>
          </a:p>
        </p:txBody>
      </p:sp>
      <p:sp>
        <p:nvSpPr>
          <p:cNvPr id="28" name="text-217">
            <a:extLst xmlns:a="http://schemas.openxmlformats.org/drawingml/2006/main">
              <a:ext uri="{FF2B5EF4-FFF2-40B4-BE49-F238E27FC236}">
                <a16:creationId xmlns:a16="http://schemas.microsoft.com/office/drawing/2014/main" id="{1620B367-E013-40F8-A2F3-575BD510BCBF}"/>
              </a:ext>
            </a:extLst>
          </p:cNvPr>
          <p:cNvSpPr>
            <a:spLocks xmlns:a="http://schemas.openxmlformats.org/drawingml/2006/main" noGrp="1"/>
          </p:cNvSpPr>
          <p:nvPr/>
        </p:nvSpPr>
        <p:spPr>
          <a:xfrm xmlns:a="http://schemas.openxmlformats.org/drawingml/2006/main">
            <a:off x="9242180" y="3857625"/>
            <a:ext cx="49135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ارجع</a:t>
            </a:r>
          </a:p>
        </p:txBody>
      </p:sp>
      <p:sp>
        <p:nvSpPr>
          <p:cNvPr id="29" name="text-218">
            <a:extLst xmlns:a="http://schemas.openxmlformats.org/drawingml/2006/main">
              <a:ext uri="{FF2B5EF4-FFF2-40B4-BE49-F238E27FC236}">
                <a16:creationId xmlns:a16="http://schemas.microsoft.com/office/drawing/2014/main" id="{DDC2DD3B-419A-4D28-821C-824C57A675DD}"/>
              </a:ext>
            </a:extLst>
          </p:cNvPr>
          <p:cNvSpPr>
            <a:spLocks xmlns:a="http://schemas.openxmlformats.org/drawingml/2006/main" noGrp="1"/>
          </p:cNvSpPr>
          <p:nvPr/>
        </p:nvSpPr>
        <p:spPr>
          <a:xfrm xmlns:a="http://schemas.openxmlformats.org/drawingml/2006/main">
            <a:off x="10790932" y="4619625"/>
            <a:ext cx="79146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تستعيد</a:t>
            </a:r>
          </a:p>
        </p:txBody>
      </p:sp>
      <p:sp>
        <p:nvSpPr>
          <p:cNvPr id="30" name="text-219">
            <a:extLst xmlns:a="http://schemas.openxmlformats.org/drawingml/2006/main">
              <a:ext uri="{FF2B5EF4-FFF2-40B4-BE49-F238E27FC236}">
                <a16:creationId xmlns:a16="http://schemas.microsoft.com/office/drawing/2014/main" id="{0A601A50-D8F4-4825-9899-A5F5151D0ABB}"/>
              </a:ext>
            </a:extLst>
          </p:cNvPr>
          <p:cNvSpPr>
            <a:spLocks xmlns:a="http://schemas.openxmlformats.org/drawingml/2006/main" noGrp="1"/>
          </p:cNvSpPr>
          <p:nvPr/>
        </p:nvSpPr>
        <p:spPr>
          <a:xfrm xmlns:a="http://schemas.openxmlformats.org/drawingml/2006/main">
            <a:off x="10041644" y="4619625"/>
            <a:ext cx="69394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حوارها</a:t>
            </a:r>
          </a:p>
        </p:txBody>
      </p:sp>
      <p:sp>
        <p:nvSpPr>
          <p:cNvPr id="31" name="text-220">
            <a:extLst xmlns:a="http://schemas.openxmlformats.org/drawingml/2006/main">
              <a:ext uri="{FF2B5EF4-FFF2-40B4-BE49-F238E27FC236}">
                <a16:creationId xmlns:a16="http://schemas.microsoft.com/office/drawing/2014/main" id="{6400815E-D095-433C-B032-CC5405D9E761}"/>
              </a:ext>
            </a:extLst>
          </p:cNvPr>
          <p:cNvSpPr>
            <a:spLocks xmlns:a="http://schemas.openxmlformats.org/drawingml/2006/main" noGrp="1"/>
          </p:cNvSpPr>
          <p:nvPr/>
        </p:nvSpPr>
        <p:spPr>
          <a:xfrm xmlns:a="http://schemas.openxmlformats.org/drawingml/2006/main">
            <a:off x="9024031" y="4619625"/>
            <a:ext cx="96227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المستقل</a:t>
            </a:r>
          </a:p>
        </p:txBody>
      </p:sp>
      <p:sp>
        <p:nvSpPr>
          <p:cNvPr id="32" name="text-221">
            <a:extLst xmlns:a="http://schemas.openxmlformats.org/drawingml/2006/main">
              <a:ext uri="{FF2B5EF4-FFF2-40B4-BE49-F238E27FC236}">
                <a16:creationId xmlns:a16="http://schemas.microsoft.com/office/drawing/2014/main" id="{169A38D0-3E19-478C-939C-073EF020B94C}"/>
              </a:ext>
            </a:extLst>
          </p:cNvPr>
          <p:cNvSpPr>
            <a:spLocks xmlns:a="http://schemas.openxmlformats.org/drawingml/2006/main" noGrp="1"/>
          </p:cNvSpPr>
          <p:nvPr/>
        </p:nvSpPr>
        <p:spPr>
          <a:xfrm xmlns:a="http://schemas.openxmlformats.org/drawingml/2006/main">
            <a:off x="10855683" y="5676900"/>
            <a:ext cx="72671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محادثة</a:t>
            </a:r>
          </a:p>
        </p:txBody>
      </p:sp>
      <p:sp>
        <p:nvSpPr>
          <p:cNvPr id="33" name="text-222">
            <a:extLst xmlns:a="http://schemas.openxmlformats.org/drawingml/2006/main">
              <a:ext uri="{FF2B5EF4-FFF2-40B4-BE49-F238E27FC236}">
                <a16:creationId xmlns:a16="http://schemas.microsoft.com/office/drawing/2014/main" id="{B6D014F6-2D58-46EE-A70E-84A3724838AE}"/>
              </a:ext>
            </a:extLst>
          </p:cNvPr>
          <p:cNvSpPr>
            <a:spLocks xmlns:a="http://schemas.openxmlformats.org/drawingml/2006/main" noGrp="1"/>
          </p:cNvSpPr>
          <p:nvPr/>
        </p:nvSpPr>
        <p:spPr>
          <a:xfrm xmlns:a="http://schemas.openxmlformats.org/drawingml/2006/main">
            <a:off x="10148581" y="5676900"/>
            <a:ext cx="65176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جديدة</a:t>
            </a:r>
          </a:p>
        </p:txBody>
      </p:sp>
      <p:sp>
        <p:nvSpPr>
          <p:cNvPr id="34" name="text-223">
            <a:extLst xmlns:a="http://schemas.openxmlformats.org/drawingml/2006/main">
              <a:ext uri="{FF2B5EF4-FFF2-40B4-BE49-F238E27FC236}">
                <a16:creationId xmlns:a16="http://schemas.microsoft.com/office/drawing/2014/main" id="{B8CB484A-6FC7-4AA5-B7E6-4DA86A2A0422}"/>
              </a:ext>
            </a:extLst>
          </p:cNvPr>
          <p:cNvSpPr>
            <a:spLocks xmlns:a="http://schemas.openxmlformats.org/drawingml/2006/main" noGrp="1"/>
          </p:cNvSpPr>
          <p:nvPr/>
        </p:nvSpPr>
        <p:spPr>
          <a:xfrm xmlns:a="http://schemas.openxmlformats.org/drawingml/2006/main">
            <a:off x="9405669" y="5676900"/>
            <a:ext cx="68757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تمسح</a:t>
            </a:r>
          </a:p>
        </p:txBody>
      </p:sp>
      <p:sp>
        <p:nvSpPr>
          <p:cNvPr id="35" name="text-224">
            <a:extLst xmlns:a="http://schemas.openxmlformats.org/drawingml/2006/main">
              <a:ext uri="{FF2B5EF4-FFF2-40B4-BE49-F238E27FC236}">
                <a16:creationId xmlns:a16="http://schemas.microsoft.com/office/drawing/2014/main" id="{A4229DD5-932E-44E2-AAAE-CA48AF3D5C0E}"/>
              </a:ext>
            </a:extLst>
          </p:cNvPr>
          <p:cNvSpPr>
            <a:spLocks xmlns:a="http://schemas.openxmlformats.org/drawingml/2006/main" noGrp="1"/>
          </p:cNvSpPr>
          <p:nvPr/>
        </p:nvSpPr>
        <p:spPr>
          <a:xfrm xmlns:a="http://schemas.openxmlformats.org/drawingml/2006/main">
            <a:off x="8893800" y="5676900"/>
            <a:ext cx="45652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حوار</a:t>
            </a:r>
          </a:p>
        </p:txBody>
      </p:sp>
      <p:sp>
        <p:nvSpPr>
          <p:cNvPr id="36" name="text-225">
            <a:extLst xmlns:a="http://schemas.openxmlformats.org/drawingml/2006/main">
              <a:ext uri="{FF2B5EF4-FFF2-40B4-BE49-F238E27FC236}">
                <a16:creationId xmlns:a16="http://schemas.microsoft.com/office/drawing/2014/main" id="{A83DF5F9-A53A-4836-9821-F01DE43C9E41}"/>
              </a:ext>
            </a:extLst>
          </p:cNvPr>
          <p:cNvSpPr>
            <a:spLocks xmlns:a="http://schemas.openxmlformats.org/drawingml/2006/main" noGrp="1"/>
          </p:cNvSpPr>
          <p:nvPr/>
        </p:nvSpPr>
        <p:spPr>
          <a:xfrm xmlns:a="http://schemas.openxmlformats.org/drawingml/2006/main">
            <a:off x="7830175" y="5676900"/>
            <a:ext cx="100828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الشخصية</a:t>
            </a:r>
          </a:p>
        </p:txBody>
      </p:sp>
      <p:sp>
        <p:nvSpPr>
          <p:cNvPr id="37" name="text-226">
            <a:extLst xmlns:a="http://schemas.openxmlformats.org/drawingml/2006/main">
              <a:ext uri="{FF2B5EF4-FFF2-40B4-BE49-F238E27FC236}">
                <a16:creationId xmlns:a16="http://schemas.microsoft.com/office/drawing/2014/main" id="{A86D2731-CC95-4B36-87DC-F024EBAC2435}"/>
              </a:ext>
            </a:extLst>
          </p:cNvPr>
          <p:cNvSpPr>
            <a:spLocks xmlns:a="http://schemas.openxmlformats.org/drawingml/2006/main" noGrp="1"/>
          </p:cNvSpPr>
          <p:nvPr/>
        </p:nvSpPr>
        <p:spPr>
          <a:xfrm xmlns:a="http://schemas.openxmlformats.org/drawingml/2006/main">
            <a:off x="6929997" y="5676900"/>
            <a:ext cx="84483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المختارة</a:t>
            </a:r>
          </a:p>
        </p:txBody>
      </p:sp>
      <p:sp>
        <p:nvSpPr>
          <p:cNvPr id="38" name="text-227">
            <a:extLst xmlns:a="http://schemas.openxmlformats.org/drawingml/2006/main">
              <a:ext uri="{FF2B5EF4-FFF2-40B4-BE49-F238E27FC236}">
                <a16:creationId xmlns:a16="http://schemas.microsoft.com/office/drawing/2014/main" id="{484171EE-BD85-4AA3-90C9-B85E9B4E4B98}"/>
              </a:ext>
            </a:extLst>
          </p:cNvPr>
          <p:cNvSpPr>
            <a:spLocks xmlns:a="http://schemas.openxmlformats.org/drawingml/2006/main" noGrp="1"/>
          </p:cNvSpPr>
          <p:nvPr/>
        </p:nvSpPr>
        <p:spPr>
          <a:xfrm xmlns:a="http://schemas.openxmlformats.org/drawingml/2006/main">
            <a:off x="6439711" y="5676900"/>
            <a:ext cx="43494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فقط</a:t>
            </a:r>
          </a:p>
        </p:txBody>
      </p:sp>
      <p:sp>
        <p:nvSpPr>
          <p:cNvPr id="39" name="text-228">
            <a:extLst xmlns:a="http://schemas.openxmlformats.org/drawingml/2006/main">
              <a:ext uri="{FF2B5EF4-FFF2-40B4-BE49-F238E27FC236}">
                <a16:creationId xmlns:a16="http://schemas.microsoft.com/office/drawing/2014/main" id="{76E73D7C-90D7-4E2E-BB61-414FC6F81231}"/>
              </a:ext>
            </a:extLst>
          </p:cNvPr>
          <p:cNvSpPr>
            <a:spLocks xmlns:a="http://schemas.openxmlformats.org/drawingml/2006/main" noGrp="1"/>
          </p:cNvSpPr>
          <p:nvPr/>
        </p:nvSpPr>
        <p:spPr>
          <a:xfrm xmlns:a="http://schemas.openxmlformats.org/drawingml/2006/main">
            <a:off x="6259544" y="5676900"/>
            <a:ext cx="12482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a:t>
            </a:r>
          </a:p>
        </p:txBody>
      </p:sp>
      <p:sp>
        <p:nvSpPr>
          <p:cNvPr id="40" name="text-229">
            <a:extLst xmlns:a="http://schemas.openxmlformats.org/drawingml/2006/main">
              <a:ext uri="{FF2B5EF4-FFF2-40B4-BE49-F238E27FC236}">
                <a16:creationId xmlns:a16="http://schemas.microsoft.com/office/drawing/2014/main" id="{09268ACD-6342-4596-8C84-5793E7346230}"/>
              </a:ext>
            </a:extLst>
          </p:cNvPr>
          <p:cNvSpPr>
            <a:spLocks xmlns:a="http://schemas.openxmlformats.org/drawingml/2006/main" noGrp="1"/>
          </p:cNvSpPr>
          <p:nvPr/>
        </p:nvSpPr>
        <p:spPr>
          <a:xfrm xmlns:a="http://schemas.openxmlformats.org/drawingml/2006/main">
            <a:off x="5575006" y="5676900"/>
            <a:ext cx="62919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الحفظ</a:t>
            </a:r>
          </a:p>
        </p:txBody>
      </p:sp>
      <p:sp>
        <p:nvSpPr>
          <p:cNvPr id="41" name="text-230">
            <a:extLst xmlns:a="http://schemas.openxmlformats.org/drawingml/2006/main">
              <a:ext uri="{FF2B5EF4-FFF2-40B4-BE49-F238E27FC236}">
                <a16:creationId xmlns:a16="http://schemas.microsoft.com/office/drawing/2014/main" id="{4CD73026-FC75-4D2B-BC74-217BAAE86979}"/>
              </a:ext>
            </a:extLst>
          </p:cNvPr>
          <p:cNvSpPr>
            <a:spLocks xmlns:a="http://schemas.openxmlformats.org/drawingml/2006/main" noGrp="1"/>
          </p:cNvSpPr>
          <p:nvPr/>
        </p:nvSpPr>
        <p:spPr>
          <a:xfrm xmlns:a="http://schemas.openxmlformats.org/drawingml/2006/main">
            <a:off x="4917252" y="5676900"/>
            <a:ext cx="60241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مؤقت</a:t>
            </a:r>
          </a:p>
        </p:txBody>
      </p:sp>
    </p:spTree>
    <p:extLst>
      <p:ext uri="{BB962C8B-B14F-4D97-AF65-F5344CB8AC3E}">
        <p14:creationId xmlns:p14="http://schemas.microsoft.com/office/powerpoint/2010/main" val="409956798"/>
      </p:ext>
    </p:extLst>
  </p:cSld>
</p:sld>
</file>

<file path=ppt/slides/slide7.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64" name="text-231">
            <a:extLst xmlns:a="http://schemas.openxmlformats.org/drawingml/2006/main">
              <a:ext uri="{FF2B5EF4-FFF2-40B4-BE49-F238E27FC236}">
                <a16:creationId xmlns:a16="http://schemas.microsoft.com/office/drawing/2014/main" id="{B2292FC7-7C1A-4236-BE35-FA4E401DCC45}"/>
              </a:ext>
            </a:extLst>
          </p:cNvPr>
          <p:cNvSpPr>
            <a:spLocks xmlns:a="http://schemas.openxmlformats.org/drawingml/2006/main" noGrp="1"/>
          </p:cNvSpPr>
          <p:nvPr/>
        </p:nvSpPr>
        <p:spPr>
          <a:xfrm xmlns:a="http://schemas.openxmlformats.org/drawingml/2006/main">
            <a:off x="9685538" y="457200"/>
            <a:ext cx="1896862"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المعمارية</a:t>
            </a:r>
          </a:p>
        </p:txBody>
      </p:sp>
      <p:sp>
        <p:nvSpPr>
          <p:cNvPr id="2" name="text-232">
            <a:extLst xmlns:a="http://schemas.openxmlformats.org/drawingml/2006/main">
              <a:ext uri="{FF2B5EF4-FFF2-40B4-BE49-F238E27FC236}">
                <a16:creationId xmlns:a16="http://schemas.microsoft.com/office/drawing/2014/main" id="{A93BE780-8B0C-4C5A-888A-39A279A8236A}"/>
              </a:ext>
            </a:extLst>
          </p:cNvPr>
          <p:cNvSpPr>
            <a:spLocks xmlns:a="http://schemas.openxmlformats.org/drawingml/2006/main" noGrp="1"/>
          </p:cNvSpPr>
          <p:nvPr/>
        </p:nvSpPr>
        <p:spPr>
          <a:xfrm xmlns:a="http://schemas.openxmlformats.org/drawingml/2006/main">
            <a:off x="8667514" y="457200"/>
            <a:ext cx="917059"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ودور</a:t>
            </a:r>
          </a:p>
        </p:txBody>
      </p:sp>
      <p:sp>
        <p:nvSpPr>
          <p:cNvPr id="3" name="text-233">
            <a:extLst xmlns:a="http://schemas.openxmlformats.org/drawingml/2006/main">
              <a:ext uri="{FF2B5EF4-FFF2-40B4-BE49-F238E27FC236}">
                <a16:creationId xmlns:a16="http://schemas.microsoft.com/office/drawing/2014/main" id="{A9A939E0-AA5F-430A-8E69-41E41F970896}"/>
              </a:ext>
            </a:extLst>
          </p:cNvPr>
          <p:cNvSpPr>
            <a:spLocks xmlns:a="http://schemas.openxmlformats.org/drawingml/2006/main" noGrp="1"/>
          </p:cNvSpPr>
          <p:nvPr/>
        </p:nvSpPr>
        <p:spPr>
          <a:xfrm xmlns:a="http://schemas.openxmlformats.org/drawingml/2006/main">
            <a:off x="7600851" y="457200"/>
            <a:ext cx="96569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مزوّد</a:t>
            </a:r>
          </a:p>
        </p:txBody>
      </p:sp>
      <p:sp>
        <p:nvSpPr>
          <p:cNvPr id="4" name="text-234">
            <a:extLst xmlns:a="http://schemas.openxmlformats.org/drawingml/2006/main">
              <a:ext uri="{FF2B5EF4-FFF2-40B4-BE49-F238E27FC236}">
                <a16:creationId xmlns:a16="http://schemas.microsoft.com/office/drawing/2014/main" id="{7F0BC43E-42AC-442B-9888-B2B6587935FB}"/>
              </a:ext>
            </a:extLst>
          </p:cNvPr>
          <p:cNvSpPr>
            <a:spLocks xmlns:a="http://schemas.openxmlformats.org/drawingml/2006/main" noGrp="1"/>
          </p:cNvSpPr>
          <p:nvPr/>
        </p:nvSpPr>
        <p:spPr>
          <a:xfrm xmlns:a="http://schemas.openxmlformats.org/drawingml/2006/main">
            <a:off x="6084059" y="457200"/>
            <a:ext cx="141582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الخدمة</a:t>
            </a:r>
          </a:p>
        </p:txBody>
      </p:sp>
      <p:sp>
        <p:nvSpPr>
          <p:cNvPr id="5" name="shape-235">
            <a:extLst xmlns:a="http://schemas.openxmlformats.org/drawingml/2006/main">
              <a:ext uri="{FF2B5EF4-FFF2-40B4-BE49-F238E27FC236}">
                <a16:creationId xmlns:a16="http://schemas.microsoft.com/office/drawing/2014/main" id="{7B836A6B-90CD-4778-A7A6-3F381C1E5C1B}"/>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6" name="text-236">
            <a:extLst xmlns:a="http://schemas.openxmlformats.org/drawingml/2006/main">
              <a:ext uri="{FF2B5EF4-FFF2-40B4-BE49-F238E27FC236}">
                <a16:creationId xmlns:a16="http://schemas.microsoft.com/office/drawing/2014/main" id="{12B7DA59-1EE0-46C2-80B0-F62561C56BC6}"/>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7" name="text-237">
            <a:extLst xmlns:a="http://schemas.openxmlformats.org/drawingml/2006/main">
              <a:ext uri="{FF2B5EF4-FFF2-40B4-BE49-F238E27FC236}">
                <a16:creationId xmlns:a16="http://schemas.microsoft.com/office/drawing/2014/main" id="{53E2F971-2EF9-4EF9-9B5F-4718BA7854F2}"/>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8" name="text-238">
            <a:extLst xmlns:a="http://schemas.openxmlformats.org/drawingml/2006/main">
              <a:ext uri="{FF2B5EF4-FFF2-40B4-BE49-F238E27FC236}">
                <a16:creationId xmlns:a16="http://schemas.microsoft.com/office/drawing/2014/main" id="{5FE8A286-783B-40C8-9B1D-3AC14BAD19D3}"/>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9" name="text-239">
            <a:extLst xmlns:a="http://schemas.openxmlformats.org/drawingml/2006/main">
              <a:ext uri="{FF2B5EF4-FFF2-40B4-BE49-F238E27FC236}">
                <a16:creationId xmlns:a16="http://schemas.microsoft.com/office/drawing/2014/main" id="{0A4ADF7E-8061-4474-BC9A-AE4F760355F4}"/>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0" name="text-240">
            <a:extLst xmlns:a="http://schemas.openxmlformats.org/drawingml/2006/main">
              <a:ext uri="{FF2B5EF4-FFF2-40B4-BE49-F238E27FC236}">
                <a16:creationId xmlns:a16="http://schemas.microsoft.com/office/drawing/2014/main" id="{2F4A8CD8-2A20-4F37-B921-50435F23ACAC}"/>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1" name="text-241">
            <a:extLst xmlns:a="http://schemas.openxmlformats.org/drawingml/2006/main">
              <a:ext uri="{FF2B5EF4-FFF2-40B4-BE49-F238E27FC236}">
                <a16:creationId xmlns:a16="http://schemas.microsoft.com/office/drawing/2014/main" id="{0F2C8E47-0534-4A03-9717-867CAE589FBD}"/>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2" name="text-242">
            <a:extLst xmlns:a="http://schemas.openxmlformats.org/drawingml/2006/main">
              <a:ext uri="{FF2B5EF4-FFF2-40B4-BE49-F238E27FC236}">
                <a16:creationId xmlns:a16="http://schemas.microsoft.com/office/drawing/2014/main" id="{CC2A1CA3-9AE6-4384-875A-6535D9D32235}"/>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07</a:t>
            </a:r>
          </a:p>
        </p:txBody>
      </p:sp>
      <p:sp>
        <p:nvSpPr>
          <p:cNvPr id="13" name="shape-243">
            <a:extLst xmlns:a="http://schemas.openxmlformats.org/drawingml/2006/main">
              <a:ext uri="{FF2B5EF4-FFF2-40B4-BE49-F238E27FC236}">
                <a16:creationId xmlns:a16="http://schemas.microsoft.com/office/drawing/2014/main" id="{61A08166-45D4-446B-A2C8-D16B6046CE05}"/>
              </a:ext>
            </a:extLst>
          </p:cNvPr>
          <p:cNvSpPr>
            <a:spLocks xmlns:a="http://schemas.openxmlformats.org/drawingml/2006/main" noGrp="1"/>
          </p:cNvSpPr>
          <p:nvPr/>
        </p:nvSpPr>
        <p:spPr>
          <a:xfrm xmlns:a="http://schemas.openxmlformats.org/drawingml/2006/main">
            <a:off x="9105900" y="1809750"/>
            <a:ext cx="2476500" cy="137160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14" name="text-244">
            <a:extLst xmlns:a="http://schemas.openxmlformats.org/drawingml/2006/main">
              <a:ext uri="{FF2B5EF4-FFF2-40B4-BE49-F238E27FC236}">
                <a16:creationId xmlns:a16="http://schemas.microsoft.com/office/drawing/2014/main" id="{4BE95AD9-0B56-4468-8C34-AF19E53FE194}"/>
              </a:ext>
            </a:extLst>
          </p:cNvPr>
          <p:cNvSpPr>
            <a:spLocks xmlns:a="http://schemas.openxmlformats.org/drawingml/2006/main" noGrp="1"/>
          </p:cNvSpPr>
          <p:nvPr/>
        </p:nvSpPr>
        <p:spPr>
          <a:xfrm xmlns:a="http://schemas.openxmlformats.org/drawingml/2006/main">
            <a:off x="9635315" y="2019300"/>
            <a:ext cx="1379571"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المستخدم</a:t>
            </a:r>
          </a:p>
        </p:txBody>
      </p:sp>
      <p:sp>
        <p:nvSpPr>
          <p:cNvPr id="15" name="text-245">
            <a:extLst xmlns:a="http://schemas.openxmlformats.org/drawingml/2006/main">
              <a:ext uri="{FF2B5EF4-FFF2-40B4-BE49-F238E27FC236}">
                <a16:creationId xmlns:a16="http://schemas.microsoft.com/office/drawing/2014/main" id="{8EA56E3A-2B97-4735-8938-7C361DEA6165}"/>
              </a:ext>
            </a:extLst>
          </p:cNvPr>
          <p:cNvSpPr>
            <a:spLocks xmlns:a="http://schemas.openxmlformats.org/drawingml/2006/main" noGrp="1"/>
          </p:cNvSpPr>
          <p:nvPr/>
        </p:nvSpPr>
        <p:spPr>
          <a:xfrm xmlns:a="http://schemas.openxmlformats.org/drawingml/2006/main">
            <a:off x="10551518" y="2628900"/>
            <a:ext cx="443676"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يختار</a:t>
            </a:r>
          </a:p>
        </p:txBody>
      </p:sp>
      <p:sp>
        <p:nvSpPr>
          <p:cNvPr id="16" name="text-246">
            <a:extLst xmlns:a="http://schemas.openxmlformats.org/drawingml/2006/main">
              <a:ext uri="{FF2B5EF4-FFF2-40B4-BE49-F238E27FC236}">
                <a16:creationId xmlns:a16="http://schemas.microsoft.com/office/drawing/2014/main" id="{2C54CC4A-F131-4C31-80C6-1A18C1E11528}"/>
              </a:ext>
            </a:extLst>
          </p:cNvPr>
          <p:cNvSpPr>
            <a:spLocks xmlns:a="http://schemas.openxmlformats.org/drawingml/2006/main" noGrp="1"/>
          </p:cNvSpPr>
          <p:nvPr/>
        </p:nvSpPr>
        <p:spPr>
          <a:xfrm xmlns:a="http://schemas.openxmlformats.org/drawingml/2006/main">
            <a:off x="9655005" y="2628900"/>
            <a:ext cx="853079"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الشخصية</a:t>
            </a:r>
          </a:p>
        </p:txBody>
      </p:sp>
      <p:sp>
        <p:nvSpPr>
          <p:cNvPr id="17" name="text-247">
            <a:extLst xmlns:a="http://schemas.openxmlformats.org/drawingml/2006/main">
              <a:ext uri="{FF2B5EF4-FFF2-40B4-BE49-F238E27FC236}">
                <a16:creationId xmlns:a16="http://schemas.microsoft.com/office/drawing/2014/main" id="{258D0BD3-DF22-48FA-867D-77503DD03C96}"/>
              </a:ext>
            </a:extLst>
          </p:cNvPr>
          <p:cNvSpPr>
            <a:spLocks xmlns:a="http://schemas.openxmlformats.org/drawingml/2006/main" noGrp="1"/>
          </p:cNvSpPr>
          <p:nvPr/>
        </p:nvSpPr>
        <p:spPr>
          <a:xfrm xmlns:a="http://schemas.openxmlformats.org/drawingml/2006/main">
            <a:off x="8782050" y="2209800"/>
            <a:ext cx="30480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a:t>
            </a:r>
          </a:p>
        </p:txBody>
      </p:sp>
      <p:sp>
        <p:nvSpPr>
          <p:cNvPr id="18" name="shape-248">
            <a:extLst xmlns:a="http://schemas.openxmlformats.org/drawingml/2006/main">
              <a:ext uri="{FF2B5EF4-FFF2-40B4-BE49-F238E27FC236}">
                <a16:creationId xmlns:a16="http://schemas.microsoft.com/office/drawing/2014/main" id="{6B8FA25A-0119-4DA4-ADDB-66BA28F58C96}"/>
              </a:ext>
            </a:extLst>
          </p:cNvPr>
          <p:cNvSpPr>
            <a:spLocks xmlns:a="http://schemas.openxmlformats.org/drawingml/2006/main" noGrp="1"/>
          </p:cNvSpPr>
          <p:nvPr/>
        </p:nvSpPr>
        <p:spPr>
          <a:xfrm xmlns:a="http://schemas.openxmlformats.org/drawingml/2006/main">
            <a:off x="6305550" y="1809750"/>
            <a:ext cx="2476500" cy="137160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19" name="text-249">
            <a:extLst xmlns:a="http://schemas.openxmlformats.org/drawingml/2006/main">
              <a:ext uri="{FF2B5EF4-FFF2-40B4-BE49-F238E27FC236}">
                <a16:creationId xmlns:a16="http://schemas.microsoft.com/office/drawing/2014/main" id="{03D23F4E-28F2-489C-90AB-C6CAAF3D3240}"/>
              </a:ext>
            </a:extLst>
          </p:cNvPr>
          <p:cNvSpPr>
            <a:spLocks xmlns:a="http://schemas.openxmlformats.org/drawingml/2006/main" noGrp="1"/>
          </p:cNvSpPr>
          <p:nvPr/>
        </p:nvSpPr>
        <p:spPr>
          <a:xfrm xmlns:a="http://schemas.openxmlformats.org/drawingml/2006/main">
            <a:off x="6963000" y="2019300"/>
            <a:ext cx="1123500"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المجلس</a:t>
            </a:r>
          </a:p>
        </p:txBody>
      </p:sp>
      <p:sp>
        <p:nvSpPr>
          <p:cNvPr id="20" name="text-250">
            <a:extLst xmlns:a="http://schemas.openxmlformats.org/drawingml/2006/main">
              <a:ext uri="{FF2B5EF4-FFF2-40B4-BE49-F238E27FC236}">
                <a16:creationId xmlns:a16="http://schemas.microsoft.com/office/drawing/2014/main" id="{73A74783-3009-44CA-AA1F-6ACB1EBDE7FE}"/>
              </a:ext>
            </a:extLst>
          </p:cNvPr>
          <p:cNvSpPr>
            <a:spLocks xmlns:a="http://schemas.openxmlformats.org/drawingml/2006/main" noGrp="1"/>
          </p:cNvSpPr>
          <p:nvPr/>
        </p:nvSpPr>
        <p:spPr>
          <a:xfrm xmlns:a="http://schemas.openxmlformats.org/drawingml/2006/main">
            <a:off x="7789826" y="2628900"/>
            <a:ext cx="552576"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سياق</a:t>
            </a:r>
          </a:p>
        </p:txBody>
      </p:sp>
      <p:sp>
        <p:nvSpPr>
          <p:cNvPr id="21" name="text-251">
            <a:extLst xmlns:a="http://schemas.openxmlformats.org/drawingml/2006/main">
              <a:ext uri="{FF2B5EF4-FFF2-40B4-BE49-F238E27FC236}">
                <a16:creationId xmlns:a16="http://schemas.microsoft.com/office/drawing/2014/main" id="{983AD461-7D45-472B-AB42-533ED0B232DE}"/>
              </a:ext>
            </a:extLst>
          </p:cNvPr>
          <p:cNvSpPr>
            <a:spLocks xmlns:a="http://schemas.openxmlformats.org/drawingml/2006/main" noGrp="1"/>
          </p:cNvSpPr>
          <p:nvPr/>
        </p:nvSpPr>
        <p:spPr>
          <a:xfrm xmlns:a="http://schemas.openxmlformats.org/drawingml/2006/main">
            <a:off x="7371685" y="2628900"/>
            <a:ext cx="374707"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وبث</a:t>
            </a:r>
          </a:p>
        </p:txBody>
      </p:sp>
      <p:sp>
        <p:nvSpPr>
          <p:cNvPr id="22" name="text-252">
            <a:extLst xmlns:a="http://schemas.openxmlformats.org/drawingml/2006/main">
              <a:ext uri="{FF2B5EF4-FFF2-40B4-BE49-F238E27FC236}">
                <a16:creationId xmlns:a16="http://schemas.microsoft.com/office/drawing/2014/main" id="{0D47EEF9-6DFA-40F6-B052-B6A3B3691790}"/>
              </a:ext>
            </a:extLst>
          </p:cNvPr>
          <p:cNvSpPr>
            <a:spLocks xmlns:a="http://schemas.openxmlformats.org/drawingml/2006/main" noGrp="1"/>
          </p:cNvSpPr>
          <p:nvPr/>
        </p:nvSpPr>
        <p:spPr>
          <a:xfrm xmlns:a="http://schemas.openxmlformats.org/drawingml/2006/main">
            <a:off x="6707098" y="2628900"/>
            <a:ext cx="621153"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ومراجع</a:t>
            </a:r>
          </a:p>
        </p:txBody>
      </p:sp>
      <p:sp>
        <p:nvSpPr>
          <p:cNvPr id="23" name="text-253">
            <a:extLst xmlns:a="http://schemas.openxmlformats.org/drawingml/2006/main">
              <a:ext uri="{FF2B5EF4-FFF2-40B4-BE49-F238E27FC236}">
                <a16:creationId xmlns:a16="http://schemas.microsoft.com/office/drawing/2014/main" id="{522486E2-5928-4CF5-8F67-BB5183A07CE5}"/>
              </a:ext>
            </a:extLst>
          </p:cNvPr>
          <p:cNvSpPr>
            <a:spLocks xmlns:a="http://schemas.openxmlformats.org/drawingml/2006/main" noGrp="1"/>
          </p:cNvSpPr>
          <p:nvPr/>
        </p:nvSpPr>
        <p:spPr>
          <a:xfrm xmlns:a="http://schemas.openxmlformats.org/drawingml/2006/main">
            <a:off x="5981700" y="2209800"/>
            <a:ext cx="30480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a:t>
            </a:r>
          </a:p>
        </p:txBody>
      </p:sp>
      <p:sp>
        <p:nvSpPr>
          <p:cNvPr id="24" name="shape-254">
            <a:extLst xmlns:a="http://schemas.openxmlformats.org/drawingml/2006/main">
              <a:ext uri="{FF2B5EF4-FFF2-40B4-BE49-F238E27FC236}">
                <a16:creationId xmlns:a16="http://schemas.microsoft.com/office/drawing/2014/main" id="{31BEF198-EBFE-470B-A361-843B9807EE2F}"/>
              </a:ext>
            </a:extLst>
          </p:cNvPr>
          <p:cNvSpPr>
            <a:spLocks xmlns:a="http://schemas.openxmlformats.org/drawingml/2006/main" noGrp="1"/>
          </p:cNvSpPr>
          <p:nvPr/>
        </p:nvSpPr>
        <p:spPr>
          <a:xfrm xmlns:a="http://schemas.openxmlformats.org/drawingml/2006/main">
            <a:off x="3505200" y="1809750"/>
            <a:ext cx="2476500" cy="137160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25" name="text-255">
            <a:extLst xmlns:a="http://schemas.openxmlformats.org/drawingml/2006/main">
              <a:ext uri="{FF2B5EF4-FFF2-40B4-BE49-F238E27FC236}">
                <a16:creationId xmlns:a16="http://schemas.microsoft.com/office/drawing/2014/main" id="{57B3CDDD-ABC0-4FC4-925C-D3273660F6E7}"/>
              </a:ext>
            </a:extLst>
          </p:cNvPr>
          <p:cNvSpPr>
            <a:spLocks xmlns:a="http://schemas.openxmlformats.org/drawingml/2006/main" noGrp="1"/>
          </p:cNvSpPr>
          <p:nvPr/>
        </p:nvSpPr>
        <p:spPr>
          <a:xfrm xmlns:a="http://schemas.openxmlformats.org/drawingml/2006/main">
            <a:off x="4896425" y="2019300"/>
            <a:ext cx="923300"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خدمات</a:t>
            </a:r>
          </a:p>
        </p:txBody>
      </p:sp>
      <p:sp>
        <p:nvSpPr>
          <p:cNvPr id="26" name="text-256">
            <a:extLst xmlns:a="http://schemas.openxmlformats.org/drawingml/2006/main">
              <a:ext uri="{FF2B5EF4-FFF2-40B4-BE49-F238E27FC236}">
                <a16:creationId xmlns:a16="http://schemas.microsoft.com/office/drawing/2014/main" id="{59743275-1C5A-4EF8-BD6D-C01CAFC3407E}"/>
              </a:ext>
            </a:extLst>
          </p:cNvPr>
          <p:cNvSpPr>
            <a:spLocks xmlns:a="http://schemas.openxmlformats.org/drawingml/2006/main" noGrp="1"/>
          </p:cNvSpPr>
          <p:nvPr/>
        </p:nvSpPr>
        <p:spPr>
          <a:xfrm xmlns:a="http://schemas.openxmlformats.org/drawingml/2006/main">
            <a:off x="3629075" y="2019300"/>
            <a:ext cx="1208296"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سلسبيل</a:t>
            </a:r>
          </a:p>
        </p:txBody>
      </p:sp>
      <p:sp>
        <p:nvSpPr>
          <p:cNvPr id="27" name="text-257">
            <a:extLst xmlns:a="http://schemas.openxmlformats.org/drawingml/2006/main">
              <a:ext uri="{FF2B5EF4-FFF2-40B4-BE49-F238E27FC236}">
                <a16:creationId xmlns:a16="http://schemas.microsoft.com/office/drawing/2014/main" id="{484B8F57-2480-4822-95CE-0BA2EE502096}"/>
              </a:ext>
            </a:extLst>
          </p:cNvPr>
          <p:cNvSpPr>
            <a:spLocks xmlns:a="http://schemas.openxmlformats.org/drawingml/2006/main" noGrp="1"/>
          </p:cNvSpPr>
          <p:nvPr/>
        </p:nvSpPr>
        <p:spPr>
          <a:xfrm xmlns:a="http://schemas.openxmlformats.org/drawingml/2006/main">
            <a:off x="5067717" y="2628900"/>
            <a:ext cx="50352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نماذج</a:t>
            </a:r>
          </a:p>
        </p:txBody>
      </p:sp>
      <p:sp>
        <p:nvSpPr>
          <p:cNvPr id="28" name="text-258">
            <a:extLst xmlns:a="http://schemas.openxmlformats.org/drawingml/2006/main">
              <a:ext uri="{FF2B5EF4-FFF2-40B4-BE49-F238E27FC236}">
                <a16:creationId xmlns:a16="http://schemas.microsoft.com/office/drawing/2014/main" id="{88EEDFCA-67FD-488E-A32B-D6ACAB67CB99}"/>
              </a:ext>
            </a:extLst>
          </p:cNvPr>
          <p:cNvSpPr>
            <a:spLocks xmlns:a="http://schemas.openxmlformats.org/drawingml/2006/main" noGrp="1"/>
          </p:cNvSpPr>
          <p:nvPr/>
        </p:nvSpPr>
        <p:spPr>
          <a:xfrm xmlns:a="http://schemas.openxmlformats.org/drawingml/2006/main">
            <a:off x="4452282" y="2628900"/>
            <a:ext cx="572001"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وأدوات</a:t>
            </a:r>
          </a:p>
        </p:txBody>
      </p:sp>
      <p:sp>
        <p:nvSpPr>
          <p:cNvPr id="29" name="text-259">
            <a:extLst xmlns:a="http://schemas.openxmlformats.org/drawingml/2006/main">
              <a:ext uri="{FF2B5EF4-FFF2-40B4-BE49-F238E27FC236}">
                <a16:creationId xmlns:a16="http://schemas.microsoft.com/office/drawing/2014/main" id="{72B0719A-A000-4F7C-A5B3-20C37A8C0DA2}"/>
              </a:ext>
            </a:extLst>
          </p:cNvPr>
          <p:cNvSpPr>
            <a:spLocks xmlns:a="http://schemas.openxmlformats.org/drawingml/2006/main" noGrp="1"/>
          </p:cNvSpPr>
          <p:nvPr/>
        </p:nvSpPr>
        <p:spPr>
          <a:xfrm xmlns:a="http://schemas.openxmlformats.org/drawingml/2006/main">
            <a:off x="3877561" y="2628900"/>
            <a:ext cx="531286"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معرفة</a:t>
            </a:r>
          </a:p>
        </p:txBody>
      </p:sp>
      <p:sp>
        <p:nvSpPr>
          <p:cNvPr id="30" name="text-260">
            <a:extLst xmlns:a="http://schemas.openxmlformats.org/drawingml/2006/main">
              <a:ext uri="{FF2B5EF4-FFF2-40B4-BE49-F238E27FC236}">
                <a16:creationId xmlns:a16="http://schemas.microsoft.com/office/drawing/2014/main" id="{4C74B0D3-2FA1-410C-993C-EDD8FED95515}"/>
              </a:ext>
            </a:extLst>
          </p:cNvPr>
          <p:cNvSpPr>
            <a:spLocks xmlns:a="http://schemas.openxmlformats.org/drawingml/2006/main" noGrp="1"/>
          </p:cNvSpPr>
          <p:nvPr/>
        </p:nvSpPr>
        <p:spPr>
          <a:xfrm xmlns:a="http://schemas.openxmlformats.org/drawingml/2006/main">
            <a:off x="3181350" y="2209800"/>
            <a:ext cx="30480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a:t>
            </a:r>
          </a:p>
        </p:txBody>
      </p:sp>
      <p:sp>
        <p:nvSpPr>
          <p:cNvPr id="31" name="shape-261">
            <a:extLst xmlns:a="http://schemas.openxmlformats.org/drawingml/2006/main">
              <a:ext uri="{FF2B5EF4-FFF2-40B4-BE49-F238E27FC236}">
                <a16:creationId xmlns:a16="http://schemas.microsoft.com/office/drawing/2014/main" id="{F06AF965-2DB4-4D23-8177-DDD7D303C060}"/>
              </a:ext>
            </a:extLst>
          </p:cNvPr>
          <p:cNvSpPr>
            <a:spLocks xmlns:a="http://schemas.openxmlformats.org/drawingml/2006/main" noGrp="1"/>
          </p:cNvSpPr>
          <p:nvPr/>
        </p:nvSpPr>
        <p:spPr>
          <a:xfrm xmlns:a="http://schemas.openxmlformats.org/drawingml/2006/main">
            <a:off x="704850" y="1809750"/>
            <a:ext cx="2476500" cy="137160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32" name="text-262">
            <a:extLst xmlns:a="http://schemas.openxmlformats.org/drawingml/2006/main">
              <a:ext uri="{FF2B5EF4-FFF2-40B4-BE49-F238E27FC236}">
                <a16:creationId xmlns:a16="http://schemas.microsoft.com/office/drawing/2014/main" id="{0C0D90F2-1BFF-4BCC-A50F-97657A2521CE}"/>
              </a:ext>
            </a:extLst>
          </p:cNvPr>
          <p:cNvSpPr>
            <a:spLocks xmlns:a="http://schemas.openxmlformats.org/drawingml/2006/main" noGrp="1"/>
          </p:cNvSpPr>
          <p:nvPr/>
        </p:nvSpPr>
        <p:spPr>
          <a:xfrm xmlns:a="http://schemas.openxmlformats.org/drawingml/2006/main">
            <a:off x="1461607" y="2019300"/>
            <a:ext cx="92488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الجواب</a:t>
            </a:r>
          </a:p>
        </p:txBody>
      </p:sp>
      <p:sp>
        <p:nvSpPr>
          <p:cNvPr id="33" name="text-263">
            <a:extLst xmlns:a="http://schemas.openxmlformats.org/drawingml/2006/main">
              <a:ext uri="{FF2B5EF4-FFF2-40B4-BE49-F238E27FC236}">
                <a16:creationId xmlns:a16="http://schemas.microsoft.com/office/drawing/2014/main" id="{B2E80192-88D8-4AB2-B1A0-ACEC9D97857E}"/>
              </a:ext>
            </a:extLst>
          </p:cNvPr>
          <p:cNvSpPr>
            <a:spLocks xmlns:a="http://schemas.openxmlformats.org/drawingml/2006/main" noGrp="1"/>
          </p:cNvSpPr>
          <p:nvPr/>
        </p:nvSpPr>
        <p:spPr>
          <a:xfrm xmlns:a="http://schemas.openxmlformats.org/drawingml/2006/main">
            <a:off x="2364003" y="2628900"/>
            <a:ext cx="33556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نص</a:t>
            </a:r>
          </a:p>
        </p:txBody>
      </p:sp>
      <p:sp>
        <p:nvSpPr>
          <p:cNvPr id="34" name="text-264">
            <a:extLst xmlns:a="http://schemas.openxmlformats.org/drawingml/2006/main">
              <a:ext uri="{FF2B5EF4-FFF2-40B4-BE49-F238E27FC236}">
                <a16:creationId xmlns:a16="http://schemas.microsoft.com/office/drawing/2014/main" id="{7AF0B8C9-483C-49CB-B831-3EC64D9A40E2}"/>
              </a:ext>
            </a:extLst>
          </p:cNvPr>
          <p:cNvSpPr>
            <a:spLocks xmlns:a="http://schemas.openxmlformats.org/drawingml/2006/main" noGrp="1"/>
          </p:cNvSpPr>
          <p:nvPr/>
        </p:nvSpPr>
        <p:spPr>
          <a:xfrm xmlns:a="http://schemas.openxmlformats.org/drawingml/2006/main">
            <a:off x="1746507" y="2628900"/>
            <a:ext cx="574061"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ومصدر</a:t>
            </a:r>
          </a:p>
        </p:txBody>
      </p:sp>
      <p:sp>
        <p:nvSpPr>
          <p:cNvPr id="35" name="text-265">
            <a:extLst xmlns:a="http://schemas.openxmlformats.org/drawingml/2006/main">
              <a:ext uri="{FF2B5EF4-FFF2-40B4-BE49-F238E27FC236}">
                <a16:creationId xmlns:a16="http://schemas.microsoft.com/office/drawing/2014/main" id="{E3BF17F5-B79A-4520-908A-AA7ADAF7D43F}"/>
              </a:ext>
            </a:extLst>
          </p:cNvPr>
          <p:cNvSpPr>
            <a:spLocks xmlns:a="http://schemas.openxmlformats.org/drawingml/2006/main" noGrp="1"/>
          </p:cNvSpPr>
          <p:nvPr/>
        </p:nvSpPr>
        <p:spPr>
          <a:xfrm xmlns:a="http://schemas.openxmlformats.org/drawingml/2006/main">
            <a:off x="1148535" y="2628900"/>
            <a:ext cx="554538"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وحدود</a:t>
            </a:r>
          </a:p>
        </p:txBody>
      </p:sp>
      <p:sp>
        <p:nvSpPr>
          <p:cNvPr id="36" name="text-266">
            <a:extLst xmlns:a="http://schemas.openxmlformats.org/drawingml/2006/main">
              <a:ext uri="{FF2B5EF4-FFF2-40B4-BE49-F238E27FC236}">
                <a16:creationId xmlns:a16="http://schemas.microsoft.com/office/drawing/2014/main" id="{800D58D2-8560-463E-B667-2D5CA4E3476B}"/>
              </a:ext>
            </a:extLst>
          </p:cNvPr>
          <p:cNvSpPr>
            <a:spLocks xmlns:a="http://schemas.openxmlformats.org/drawingml/2006/main" noGrp="1"/>
          </p:cNvSpPr>
          <p:nvPr/>
        </p:nvSpPr>
        <p:spPr>
          <a:xfrm xmlns:a="http://schemas.openxmlformats.org/drawingml/2006/main">
            <a:off x="10980054" y="3943350"/>
            <a:ext cx="602346"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1">
                <a:solidFill>
                  <a:srgbClr val="DDC087"/>
                </a:solidFill>
                <a:latin typeface="Tahoma"/>
                <a:ea typeface="Tahoma"/>
                <a:cs typeface="Tahoma"/>
              </a:defRPr>
            </a:pPr>
            <a:r>
              <a:rPr sz="2325" b="1">
                <a:solidFill>
                  <a:srgbClr val="DDC087"/>
                </a:solidFill>
                <a:latin typeface="Tahoma"/>
                <a:ea typeface="Tahoma"/>
                <a:cs typeface="Tahoma"/>
              </a:rPr>
              <a:t>برق</a:t>
            </a:r>
          </a:p>
        </p:txBody>
      </p:sp>
      <p:sp>
        <p:nvSpPr>
          <p:cNvPr id="37" name="text-267">
            <a:extLst xmlns:a="http://schemas.openxmlformats.org/drawingml/2006/main">
              <a:ext uri="{FF2B5EF4-FFF2-40B4-BE49-F238E27FC236}">
                <a16:creationId xmlns:a16="http://schemas.microsoft.com/office/drawing/2014/main" id="{3659F621-0BC6-44A0-886F-0F26CDB872F6}"/>
              </a:ext>
            </a:extLst>
          </p:cNvPr>
          <p:cNvSpPr>
            <a:spLocks xmlns:a="http://schemas.openxmlformats.org/drawingml/2006/main" noGrp="1"/>
          </p:cNvSpPr>
          <p:nvPr/>
        </p:nvSpPr>
        <p:spPr>
          <a:xfrm xmlns:a="http://schemas.openxmlformats.org/drawingml/2006/main">
            <a:off x="10044394" y="3943350"/>
            <a:ext cx="868223"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1">
                <a:solidFill>
                  <a:srgbClr val="DDC087"/>
                </a:solidFill>
                <a:latin typeface="Tahoma"/>
                <a:ea typeface="Tahoma"/>
                <a:cs typeface="Tahoma"/>
              </a:defRPr>
            </a:pPr>
            <a:r>
              <a:rPr sz="2325" b="1">
                <a:solidFill>
                  <a:srgbClr val="DDC087"/>
                </a:solidFill>
                <a:latin typeface="Tahoma"/>
                <a:ea typeface="Tahoma"/>
                <a:cs typeface="Tahoma"/>
              </a:rPr>
              <a:t>الفتى</a:t>
            </a:r>
          </a:p>
        </p:txBody>
      </p:sp>
      <p:sp>
        <p:nvSpPr>
          <p:cNvPr id="38" name="text-268">
            <a:extLst xmlns:a="http://schemas.openxmlformats.org/drawingml/2006/main">
              <a:ext uri="{FF2B5EF4-FFF2-40B4-BE49-F238E27FC236}">
                <a16:creationId xmlns:a16="http://schemas.microsoft.com/office/drawing/2014/main" id="{52E3E7EB-F0C1-46F3-91F9-9E34EDABEB4E}"/>
              </a:ext>
            </a:extLst>
          </p:cNvPr>
          <p:cNvSpPr>
            <a:spLocks xmlns:a="http://schemas.openxmlformats.org/drawingml/2006/main" noGrp="1"/>
          </p:cNvSpPr>
          <p:nvPr/>
        </p:nvSpPr>
        <p:spPr>
          <a:xfrm xmlns:a="http://schemas.openxmlformats.org/drawingml/2006/main">
            <a:off x="9077531" y="3943350"/>
            <a:ext cx="899427"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1">
                <a:solidFill>
                  <a:srgbClr val="DDC087"/>
                </a:solidFill>
                <a:latin typeface="Tahoma"/>
                <a:ea typeface="Tahoma"/>
                <a:cs typeface="Tahoma"/>
              </a:defRPr>
            </a:pPr>
            <a:r>
              <a:rPr sz="2325" b="1">
                <a:solidFill>
                  <a:srgbClr val="DDC087"/>
                </a:solidFill>
                <a:latin typeface="Tahoma"/>
                <a:ea typeface="Tahoma"/>
                <a:cs typeface="Tahoma"/>
              </a:rPr>
              <a:t>نموذج</a:t>
            </a:r>
          </a:p>
        </p:txBody>
      </p:sp>
      <p:sp>
        <p:nvSpPr>
          <p:cNvPr id="39" name="text-269">
            <a:extLst xmlns:a="http://schemas.openxmlformats.org/drawingml/2006/main">
              <a:ext uri="{FF2B5EF4-FFF2-40B4-BE49-F238E27FC236}">
                <a16:creationId xmlns:a16="http://schemas.microsoft.com/office/drawing/2014/main" id="{C0D5967F-16E3-42FD-8BD6-0B91F8756193}"/>
              </a:ext>
            </a:extLst>
          </p:cNvPr>
          <p:cNvSpPr>
            <a:spLocks xmlns:a="http://schemas.openxmlformats.org/drawingml/2006/main" noGrp="1"/>
          </p:cNvSpPr>
          <p:nvPr/>
        </p:nvSpPr>
        <p:spPr>
          <a:xfrm xmlns:a="http://schemas.openxmlformats.org/drawingml/2006/main">
            <a:off x="8150885" y="3943350"/>
            <a:ext cx="859208"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1">
                <a:solidFill>
                  <a:srgbClr val="DDC087"/>
                </a:solidFill>
                <a:latin typeface="Tahoma"/>
                <a:ea typeface="Tahoma"/>
                <a:cs typeface="Tahoma"/>
              </a:defRPr>
            </a:pPr>
            <a:r>
              <a:rPr sz="2325" b="1">
                <a:solidFill>
                  <a:srgbClr val="DDC087"/>
                </a:solidFill>
                <a:latin typeface="Tahoma"/>
                <a:ea typeface="Tahoma"/>
                <a:cs typeface="Tahoma"/>
              </a:rPr>
              <a:t>عربي</a:t>
            </a:r>
          </a:p>
        </p:txBody>
      </p:sp>
      <p:sp>
        <p:nvSpPr>
          <p:cNvPr id="40" name="text-270">
            <a:extLst xmlns:a="http://schemas.openxmlformats.org/drawingml/2006/main">
              <a:ext uri="{FF2B5EF4-FFF2-40B4-BE49-F238E27FC236}">
                <a16:creationId xmlns:a16="http://schemas.microsoft.com/office/drawing/2014/main" id="{DF8ED1B3-B83F-4438-B783-0DD143EAC0A1}"/>
              </a:ext>
            </a:extLst>
          </p:cNvPr>
          <p:cNvSpPr>
            <a:spLocks xmlns:a="http://schemas.openxmlformats.org/drawingml/2006/main" noGrp="1"/>
          </p:cNvSpPr>
          <p:nvPr/>
        </p:nvSpPr>
        <p:spPr>
          <a:xfrm xmlns:a="http://schemas.openxmlformats.org/drawingml/2006/main">
            <a:off x="7019285" y="3943350"/>
            <a:ext cx="1064163"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1">
                <a:solidFill>
                  <a:srgbClr val="DDC087"/>
                </a:solidFill>
                <a:latin typeface="Tahoma"/>
                <a:ea typeface="Tahoma"/>
                <a:cs typeface="Tahoma"/>
              </a:defRPr>
            </a:pPr>
            <a:r>
              <a:rPr sz="2325" b="1">
                <a:solidFill>
                  <a:srgbClr val="DDC087"/>
                </a:solidFill>
                <a:latin typeface="Tahoma"/>
                <a:ea typeface="Tahoma"/>
                <a:cs typeface="Tahoma"/>
              </a:rPr>
              <a:t>سيادي</a:t>
            </a:r>
          </a:p>
        </p:txBody>
      </p:sp>
      <p:sp>
        <p:nvSpPr>
          <p:cNvPr id="41" name="text-271">
            <a:extLst xmlns:a="http://schemas.openxmlformats.org/drawingml/2006/main">
              <a:ext uri="{FF2B5EF4-FFF2-40B4-BE49-F238E27FC236}">
                <a16:creationId xmlns:a16="http://schemas.microsoft.com/office/drawing/2014/main" id="{1459543E-9CF1-45E3-A6D0-0EA08C2A0118}"/>
              </a:ext>
            </a:extLst>
          </p:cNvPr>
          <p:cNvSpPr>
            <a:spLocks xmlns:a="http://schemas.openxmlformats.org/drawingml/2006/main" noGrp="1"/>
          </p:cNvSpPr>
          <p:nvPr/>
        </p:nvSpPr>
        <p:spPr>
          <a:xfrm xmlns:a="http://schemas.openxmlformats.org/drawingml/2006/main">
            <a:off x="6210818" y="3943350"/>
            <a:ext cx="741030"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1">
                <a:solidFill>
                  <a:srgbClr val="DDC087"/>
                </a:solidFill>
                <a:latin typeface="Tahoma"/>
                <a:ea typeface="Tahoma"/>
                <a:cs typeface="Tahoma"/>
              </a:defRPr>
            </a:pPr>
            <a:r>
              <a:rPr sz="2325" b="1">
                <a:solidFill>
                  <a:srgbClr val="DDC087"/>
                </a:solidFill>
                <a:latin typeface="Tahoma"/>
                <a:ea typeface="Tahoma"/>
                <a:cs typeface="Tahoma"/>
              </a:rPr>
              <a:t>نملك</a:t>
            </a:r>
          </a:p>
        </p:txBody>
      </p:sp>
      <p:sp>
        <p:nvSpPr>
          <p:cNvPr id="42" name="text-272">
            <a:extLst xmlns:a="http://schemas.openxmlformats.org/drawingml/2006/main">
              <a:ext uri="{FF2B5EF4-FFF2-40B4-BE49-F238E27FC236}">
                <a16:creationId xmlns:a16="http://schemas.microsoft.com/office/drawing/2014/main" id="{31A651FD-1293-4036-BA19-FF421C66B2F7}"/>
              </a:ext>
            </a:extLst>
          </p:cNvPr>
          <p:cNvSpPr>
            <a:spLocks xmlns:a="http://schemas.openxmlformats.org/drawingml/2006/main" noGrp="1"/>
          </p:cNvSpPr>
          <p:nvPr/>
        </p:nvSpPr>
        <p:spPr>
          <a:xfrm xmlns:a="http://schemas.openxmlformats.org/drawingml/2006/main">
            <a:off x="5304084" y="3943350"/>
            <a:ext cx="839297"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1">
                <a:solidFill>
                  <a:srgbClr val="DDC087"/>
                </a:solidFill>
                <a:latin typeface="Tahoma"/>
                <a:ea typeface="Tahoma"/>
                <a:cs typeface="Tahoma"/>
              </a:defRPr>
            </a:pPr>
            <a:r>
              <a:rPr sz="2325" b="1">
                <a:solidFill>
                  <a:srgbClr val="DDC087"/>
                </a:solidFill>
                <a:latin typeface="Tahoma"/>
                <a:ea typeface="Tahoma"/>
                <a:cs typeface="Tahoma"/>
              </a:rPr>
              <a:t>أوزانه</a:t>
            </a:r>
          </a:p>
        </p:txBody>
      </p:sp>
      <p:sp>
        <p:nvSpPr>
          <p:cNvPr id="43" name="text-273">
            <a:extLst xmlns:a="http://schemas.openxmlformats.org/drawingml/2006/main">
              <a:ext uri="{FF2B5EF4-FFF2-40B4-BE49-F238E27FC236}">
                <a16:creationId xmlns:a16="http://schemas.microsoft.com/office/drawing/2014/main" id="{17FA5360-B5F4-4B55-8D13-D7CD316377FE}"/>
              </a:ext>
            </a:extLst>
          </p:cNvPr>
          <p:cNvSpPr>
            <a:spLocks xmlns:a="http://schemas.openxmlformats.org/drawingml/2006/main" noGrp="1"/>
          </p:cNvSpPr>
          <p:nvPr/>
        </p:nvSpPr>
        <p:spPr>
          <a:xfrm xmlns:a="http://schemas.openxmlformats.org/drawingml/2006/main">
            <a:off x="11131856" y="4543425"/>
            <a:ext cx="45054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لينة</a:t>
            </a:r>
          </a:p>
        </p:txBody>
      </p:sp>
      <p:sp>
        <p:nvSpPr>
          <p:cNvPr id="44" name="text-274">
            <a:extLst xmlns:a="http://schemas.openxmlformats.org/drawingml/2006/main">
              <a:ext uri="{FF2B5EF4-FFF2-40B4-BE49-F238E27FC236}">
                <a16:creationId xmlns:a16="http://schemas.microsoft.com/office/drawing/2014/main" id="{E750F62F-C55A-4082-AE1F-DCB22D9D0B37}"/>
              </a:ext>
            </a:extLst>
          </p:cNvPr>
          <p:cNvSpPr>
            <a:spLocks xmlns:a="http://schemas.openxmlformats.org/drawingml/2006/main" noGrp="1"/>
          </p:cNvSpPr>
          <p:nvPr/>
        </p:nvSpPr>
        <p:spPr>
          <a:xfrm xmlns:a="http://schemas.openxmlformats.org/drawingml/2006/main">
            <a:off x="10377351" y="4543425"/>
            <a:ext cx="69316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وقبس</a:t>
            </a:r>
          </a:p>
        </p:txBody>
      </p:sp>
      <p:sp>
        <p:nvSpPr>
          <p:cNvPr id="45" name="text-275">
            <a:extLst xmlns:a="http://schemas.openxmlformats.org/drawingml/2006/main">
              <a:ext uri="{FF2B5EF4-FFF2-40B4-BE49-F238E27FC236}">
                <a16:creationId xmlns:a16="http://schemas.microsoft.com/office/drawing/2014/main" id="{D51D447A-010A-4052-9501-79B3146DE8EB}"/>
              </a:ext>
            </a:extLst>
          </p:cNvPr>
          <p:cNvSpPr>
            <a:spLocks xmlns:a="http://schemas.openxmlformats.org/drawingml/2006/main" noGrp="1"/>
          </p:cNvSpPr>
          <p:nvPr/>
        </p:nvSpPr>
        <p:spPr>
          <a:xfrm xmlns:a="http://schemas.openxmlformats.org/drawingml/2006/main">
            <a:off x="9219429" y="4543425"/>
            <a:ext cx="1096582"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تستفيدان</a:t>
            </a:r>
          </a:p>
        </p:txBody>
      </p:sp>
      <p:sp>
        <p:nvSpPr>
          <p:cNvPr id="46" name="text-276">
            <a:extLst xmlns:a="http://schemas.openxmlformats.org/drawingml/2006/main">
              <a:ext uri="{FF2B5EF4-FFF2-40B4-BE49-F238E27FC236}">
                <a16:creationId xmlns:a16="http://schemas.microsoft.com/office/drawing/2014/main" id="{B22C5887-FCA1-4986-9095-1CEE5EC8EB96}"/>
              </a:ext>
            </a:extLst>
          </p:cNvPr>
          <p:cNvSpPr>
            <a:spLocks xmlns:a="http://schemas.openxmlformats.org/drawingml/2006/main" noGrp="1"/>
          </p:cNvSpPr>
          <p:nvPr/>
        </p:nvSpPr>
        <p:spPr>
          <a:xfrm xmlns:a="http://schemas.openxmlformats.org/drawingml/2006/main">
            <a:off x="8785539" y="4543425"/>
            <a:ext cx="372548"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من</a:t>
            </a:r>
          </a:p>
        </p:txBody>
      </p:sp>
      <p:sp>
        <p:nvSpPr>
          <p:cNvPr id="47" name="text-277">
            <a:extLst xmlns:a="http://schemas.openxmlformats.org/drawingml/2006/main">
              <a:ext uri="{FF2B5EF4-FFF2-40B4-BE49-F238E27FC236}">
                <a16:creationId xmlns:a16="http://schemas.microsoft.com/office/drawing/2014/main" id="{4852F94E-D6A8-4060-AA0A-9B08D0DA6D9B}"/>
              </a:ext>
            </a:extLst>
          </p:cNvPr>
          <p:cNvSpPr>
            <a:spLocks xmlns:a="http://schemas.openxmlformats.org/drawingml/2006/main" noGrp="1"/>
          </p:cNvSpPr>
          <p:nvPr/>
        </p:nvSpPr>
        <p:spPr>
          <a:xfrm xmlns:a="http://schemas.openxmlformats.org/drawingml/2006/main">
            <a:off x="8110109" y="4543425"/>
            <a:ext cx="614089"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أدوات</a:t>
            </a:r>
          </a:p>
        </p:txBody>
      </p:sp>
      <p:sp>
        <p:nvSpPr>
          <p:cNvPr id="48" name="text-278">
            <a:extLst xmlns:a="http://schemas.openxmlformats.org/drawingml/2006/main">
              <a:ext uri="{FF2B5EF4-FFF2-40B4-BE49-F238E27FC236}">
                <a16:creationId xmlns:a16="http://schemas.microsoft.com/office/drawing/2014/main" id="{15D27012-2787-439C-818B-9DAAC3D5599F}"/>
              </a:ext>
            </a:extLst>
          </p:cNvPr>
          <p:cNvSpPr>
            <a:spLocks xmlns:a="http://schemas.openxmlformats.org/drawingml/2006/main" noGrp="1"/>
          </p:cNvSpPr>
          <p:nvPr/>
        </p:nvSpPr>
        <p:spPr>
          <a:xfrm xmlns:a="http://schemas.openxmlformats.org/drawingml/2006/main">
            <a:off x="6999474" y="4543425"/>
            <a:ext cx="104929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سلسبيل</a:t>
            </a:r>
          </a:p>
        </p:txBody>
      </p:sp>
      <p:sp>
        <p:nvSpPr>
          <p:cNvPr id="49" name="text-279">
            <a:extLst xmlns:a="http://schemas.openxmlformats.org/drawingml/2006/main">
              <a:ext uri="{FF2B5EF4-FFF2-40B4-BE49-F238E27FC236}">
                <a16:creationId xmlns:a16="http://schemas.microsoft.com/office/drawing/2014/main" id="{83F22B57-C734-4D73-BA3C-1008D57A532F}"/>
              </a:ext>
            </a:extLst>
          </p:cNvPr>
          <p:cNvSpPr>
            <a:spLocks xmlns:a="http://schemas.openxmlformats.org/drawingml/2006/main" noGrp="1"/>
          </p:cNvSpPr>
          <p:nvPr/>
        </p:nvSpPr>
        <p:spPr>
          <a:xfrm xmlns:a="http://schemas.openxmlformats.org/drawingml/2006/main">
            <a:off x="6291865" y="4543425"/>
            <a:ext cx="646268"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لقراءة</a:t>
            </a:r>
          </a:p>
        </p:txBody>
      </p:sp>
      <p:sp>
        <p:nvSpPr>
          <p:cNvPr id="50" name="text-280">
            <a:extLst xmlns:a="http://schemas.openxmlformats.org/drawingml/2006/main">
              <a:ext uri="{FF2B5EF4-FFF2-40B4-BE49-F238E27FC236}">
                <a16:creationId xmlns:a16="http://schemas.microsoft.com/office/drawing/2014/main" id="{B7B0428A-A7A4-4C57-9035-C29685BECB6B}"/>
              </a:ext>
            </a:extLst>
          </p:cNvPr>
          <p:cNvSpPr>
            <a:spLocks xmlns:a="http://schemas.openxmlformats.org/drawingml/2006/main" noGrp="1"/>
          </p:cNvSpPr>
          <p:nvPr/>
        </p:nvSpPr>
        <p:spPr>
          <a:xfrm xmlns:a="http://schemas.openxmlformats.org/drawingml/2006/main">
            <a:off x="5392063" y="4543425"/>
            <a:ext cx="838461"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المصادر</a:t>
            </a:r>
          </a:p>
        </p:txBody>
      </p:sp>
      <p:sp>
        <p:nvSpPr>
          <p:cNvPr id="51" name="text-281">
            <a:extLst xmlns:a="http://schemas.openxmlformats.org/drawingml/2006/main">
              <a:ext uri="{FF2B5EF4-FFF2-40B4-BE49-F238E27FC236}">
                <a16:creationId xmlns:a16="http://schemas.microsoft.com/office/drawing/2014/main" id="{083FF66E-35CB-4BB7-9C72-D621B95ABEA0}"/>
              </a:ext>
            </a:extLst>
          </p:cNvPr>
          <p:cNvSpPr>
            <a:spLocks xmlns:a="http://schemas.openxmlformats.org/drawingml/2006/main" noGrp="1"/>
          </p:cNvSpPr>
          <p:nvPr/>
        </p:nvSpPr>
        <p:spPr>
          <a:xfrm xmlns:a="http://schemas.openxmlformats.org/drawingml/2006/main">
            <a:off x="4825728" y="4543425"/>
            <a:ext cx="50499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وربط</a:t>
            </a:r>
          </a:p>
        </p:txBody>
      </p:sp>
      <p:sp>
        <p:nvSpPr>
          <p:cNvPr id="52" name="text-282">
            <a:extLst xmlns:a="http://schemas.openxmlformats.org/drawingml/2006/main">
              <a:ext uri="{FF2B5EF4-FFF2-40B4-BE49-F238E27FC236}">
                <a16:creationId xmlns:a16="http://schemas.microsoft.com/office/drawing/2014/main" id="{35B6E01C-4DDC-4DE7-B12A-8D4520E9C6DE}"/>
              </a:ext>
            </a:extLst>
          </p:cNvPr>
          <p:cNvSpPr>
            <a:spLocks xmlns:a="http://schemas.openxmlformats.org/drawingml/2006/main" noGrp="1"/>
          </p:cNvSpPr>
          <p:nvPr/>
        </p:nvSpPr>
        <p:spPr>
          <a:xfrm xmlns:a="http://schemas.openxmlformats.org/drawingml/2006/main">
            <a:off x="4150690" y="4543425"/>
            <a:ext cx="613697"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الأدلة</a:t>
            </a:r>
          </a:p>
        </p:txBody>
      </p:sp>
      <p:sp>
        <p:nvSpPr>
          <p:cNvPr id="53" name="text-283">
            <a:extLst xmlns:a="http://schemas.openxmlformats.org/drawingml/2006/main">
              <a:ext uri="{FF2B5EF4-FFF2-40B4-BE49-F238E27FC236}">
                <a16:creationId xmlns:a16="http://schemas.microsoft.com/office/drawing/2014/main" id="{D0F93E90-8D56-4EBD-953E-5160A787B4E1}"/>
              </a:ext>
            </a:extLst>
          </p:cNvPr>
          <p:cNvSpPr>
            <a:spLocks xmlns:a="http://schemas.openxmlformats.org/drawingml/2006/main" noGrp="1"/>
          </p:cNvSpPr>
          <p:nvPr/>
        </p:nvSpPr>
        <p:spPr>
          <a:xfrm xmlns:a="http://schemas.openxmlformats.org/drawingml/2006/main">
            <a:off x="10987638" y="5324475"/>
            <a:ext cx="59476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مفتاح</a:t>
            </a:r>
          </a:p>
        </p:txBody>
      </p:sp>
      <p:sp>
        <p:nvSpPr>
          <p:cNvPr id="54" name="text-284">
            <a:extLst xmlns:a="http://schemas.openxmlformats.org/drawingml/2006/main">
              <a:ext uri="{FF2B5EF4-FFF2-40B4-BE49-F238E27FC236}">
                <a16:creationId xmlns:a16="http://schemas.microsoft.com/office/drawing/2014/main" id="{30221E60-5FDE-49DD-A151-F574B5FF3025}"/>
              </a:ext>
            </a:extLst>
          </p:cNvPr>
          <p:cNvSpPr>
            <a:spLocks xmlns:a="http://schemas.openxmlformats.org/drawingml/2006/main" noGrp="1"/>
          </p:cNvSpPr>
          <p:nvPr/>
        </p:nvSpPr>
        <p:spPr>
          <a:xfrm xmlns:a="http://schemas.openxmlformats.org/drawingml/2006/main">
            <a:off x="10199597" y="5324475"/>
            <a:ext cx="73270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الخدمة</a:t>
            </a:r>
          </a:p>
        </p:txBody>
      </p:sp>
      <p:sp>
        <p:nvSpPr>
          <p:cNvPr id="55" name="text-285">
            <a:extLst xmlns:a="http://schemas.openxmlformats.org/drawingml/2006/main">
              <a:ext uri="{FF2B5EF4-FFF2-40B4-BE49-F238E27FC236}">
                <a16:creationId xmlns:a16="http://schemas.microsoft.com/office/drawing/2014/main" id="{45C07F6B-3475-48B7-9D44-5EE60D4E1587}"/>
              </a:ext>
            </a:extLst>
          </p:cNvPr>
          <p:cNvSpPr>
            <a:spLocks xmlns:a="http://schemas.openxmlformats.org/drawingml/2006/main" noGrp="1"/>
          </p:cNvSpPr>
          <p:nvPr/>
        </p:nvSpPr>
        <p:spPr>
          <a:xfrm xmlns:a="http://schemas.openxmlformats.org/drawingml/2006/main">
            <a:off x="9761014" y="5324475"/>
            <a:ext cx="38324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في</a:t>
            </a:r>
          </a:p>
        </p:txBody>
      </p:sp>
      <p:sp>
        <p:nvSpPr>
          <p:cNvPr id="56" name="text-286">
            <a:extLst xmlns:a="http://schemas.openxmlformats.org/drawingml/2006/main">
              <a:ext uri="{FF2B5EF4-FFF2-40B4-BE49-F238E27FC236}">
                <a16:creationId xmlns:a16="http://schemas.microsoft.com/office/drawing/2014/main" id="{6495C960-3863-44F5-9652-D282B4AFC664}"/>
              </a:ext>
            </a:extLst>
          </p:cNvPr>
          <p:cNvSpPr>
            <a:spLocks xmlns:a="http://schemas.openxmlformats.org/drawingml/2006/main" noGrp="1"/>
          </p:cNvSpPr>
          <p:nvPr/>
        </p:nvSpPr>
        <p:spPr>
          <a:xfrm xmlns:a="http://schemas.openxmlformats.org/drawingml/2006/main">
            <a:off x="9040471" y="5324475"/>
            <a:ext cx="66520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الخادم</a:t>
            </a:r>
          </a:p>
        </p:txBody>
      </p:sp>
      <p:sp>
        <p:nvSpPr>
          <p:cNvPr id="57" name="text-287">
            <a:extLst xmlns:a="http://schemas.openxmlformats.org/drawingml/2006/main">
              <a:ext uri="{FF2B5EF4-FFF2-40B4-BE49-F238E27FC236}">
                <a16:creationId xmlns:a16="http://schemas.microsoft.com/office/drawing/2014/main" id="{85EC8F88-36FC-4B23-AB31-7F7F144AE944}"/>
              </a:ext>
            </a:extLst>
          </p:cNvPr>
          <p:cNvSpPr>
            <a:spLocks xmlns:a="http://schemas.openxmlformats.org/drawingml/2006/main" noGrp="1"/>
          </p:cNvSpPr>
          <p:nvPr/>
        </p:nvSpPr>
        <p:spPr>
          <a:xfrm xmlns:a="http://schemas.openxmlformats.org/drawingml/2006/main">
            <a:off x="8860304" y="5324475"/>
            <a:ext cx="12482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a:t>
            </a:r>
          </a:p>
        </p:txBody>
      </p:sp>
      <p:sp>
        <p:nvSpPr>
          <p:cNvPr id="58" name="text-288">
            <a:extLst xmlns:a="http://schemas.openxmlformats.org/drawingml/2006/main">
              <a:ext uri="{FF2B5EF4-FFF2-40B4-BE49-F238E27FC236}">
                <a16:creationId xmlns:a16="http://schemas.microsoft.com/office/drawing/2014/main" id="{E5174E29-F6F5-48DB-A80E-1FC0AFA5BADD}"/>
              </a:ext>
            </a:extLst>
          </p:cNvPr>
          <p:cNvSpPr>
            <a:spLocks xmlns:a="http://schemas.openxmlformats.org/drawingml/2006/main" noGrp="1"/>
          </p:cNvSpPr>
          <p:nvPr/>
        </p:nvSpPr>
        <p:spPr>
          <a:xfrm xmlns:a="http://schemas.openxmlformats.org/drawingml/2006/main">
            <a:off x="8295162" y="5324475"/>
            <a:ext cx="50980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أوزان</a:t>
            </a:r>
          </a:p>
        </p:txBody>
      </p:sp>
      <p:sp>
        <p:nvSpPr>
          <p:cNvPr id="59" name="text-289">
            <a:extLst xmlns:a="http://schemas.openxmlformats.org/drawingml/2006/main">
              <a:ext uri="{FF2B5EF4-FFF2-40B4-BE49-F238E27FC236}">
                <a16:creationId xmlns:a16="http://schemas.microsoft.com/office/drawing/2014/main" id="{B1B844A2-A06B-4478-BFDA-FAD8C4723548}"/>
              </a:ext>
            </a:extLst>
          </p:cNvPr>
          <p:cNvSpPr>
            <a:spLocks xmlns:a="http://schemas.openxmlformats.org/drawingml/2006/main" noGrp="1"/>
          </p:cNvSpPr>
          <p:nvPr/>
        </p:nvSpPr>
        <p:spPr>
          <a:xfrm xmlns:a="http://schemas.openxmlformats.org/drawingml/2006/main">
            <a:off x="7465818" y="5324475"/>
            <a:ext cx="77400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النموذج</a:t>
            </a:r>
          </a:p>
        </p:txBody>
      </p:sp>
      <p:sp>
        <p:nvSpPr>
          <p:cNvPr id="60" name="text-290">
            <a:extLst xmlns:a="http://schemas.openxmlformats.org/drawingml/2006/main">
              <a:ext uri="{FF2B5EF4-FFF2-40B4-BE49-F238E27FC236}">
                <a16:creationId xmlns:a16="http://schemas.microsoft.com/office/drawing/2014/main" id="{553847D6-58B2-47C1-B52A-B8086CB9F61A}"/>
              </a:ext>
            </a:extLst>
          </p:cNvPr>
          <p:cNvSpPr>
            <a:spLocks xmlns:a="http://schemas.openxmlformats.org/drawingml/2006/main" noGrp="1"/>
          </p:cNvSpPr>
          <p:nvPr/>
        </p:nvSpPr>
        <p:spPr>
          <a:xfrm xmlns:a="http://schemas.openxmlformats.org/drawingml/2006/main">
            <a:off x="6611554" y="5324475"/>
            <a:ext cx="79892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ومصنعه</a:t>
            </a:r>
          </a:p>
        </p:txBody>
      </p:sp>
      <p:sp>
        <p:nvSpPr>
          <p:cNvPr id="61" name="text-291">
            <a:extLst xmlns:a="http://schemas.openxmlformats.org/drawingml/2006/main">
              <a:ext uri="{FF2B5EF4-FFF2-40B4-BE49-F238E27FC236}">
                <a16:creationId xmlns:a16="http://schemas.microsoft.com/office/drawing/2014/main" id="{141ABB79-5D5E-4188-95EB-DEC8B6B530F5}"/>
              </a:ext>
            </a:extLst>
          </p:cNvPr>
          <p:cNvSpPr>
            <a:spLocks xmlns:a="http://schemas.openxmlformats.org/drawingml/2006/main" noGrp="1"/>
          </p:cNvSpPr>
          <p:nvPr/>
        </p:nvSpPr>
        <p:spPr>
          <a:xfrm xmlns:a="http://schemas.openxmlformats.org/drawingml/2006/main">
            <a:off x="6045824" y="5324475"/>
            <a:ext cx="51038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خارج</a:t>
            </a:r>
          </a:p>
        </p:txBody>
      </p:sp>
      <p:sp>
        <p:nvSpPr>
          <p:cNvPr id="62" name="text-292">
            <a:extLst xmlns:a="http://schemas.openxmlformats.org/drawingml/2006/main">
              <a:ext uri="{FF2B5EF4-FFF2-40B4-BE49-F238E27FC236}">
                <a16:creationId xmlns:a16="http://schemas.microsoft.com/office/drawing/2014/main" id="{CAF0DBA9-86D5-45DF-88AC-2D3013D97C23}"/>
              </a:ext>
            </a:extLst>
          </p:cNvPr>
          <p:cNvSpPr>
            <a:spLocks xmlns:a="http://schemas.openxmlformats.org/drawingml/2006/main" noGrp="1"/>
          </p:cNvSpPr>
          <p:nvPr/>
        </p:nvSpPr>
        <p:spPr>
          <a:xfrm xmlns:a="http://schemas.openxmlformats.org/drawingml/2006/main">
            <a:off x="5425056" y="5324475"/>
            <a:ext cx="56542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نطاق</a:t>
            </a:r>
          </a:p>
        </p:txBody>
      </p:sp>
      <p:sp>
        <p:nvSpPr>
          <p:cNvPr id="63" name="text-293">
            <a:extLst xmlns:a="http://schemas.openxmlformats.org/drawingml/2006/main">
              <a:ext uri="{FF2B5EF4-FFF2-40B4-BE49-F238E27FC236}">
                <a16:creationId xmlns:a16="http://schemas.microsoft.com/office/drawing/2014/main" id="{A99D7857-1D75-467E-A568-1B5415A33414}"/>
              </a:ext>
            </a:extLst>
          </p:cNvPr>
          <p:cNvSpPr>
            <a:spLocks xmlns:a="http://schemas.openxmlformats.org/drawingml/2006/main" noGrp="1"/>
          </p:cNvSpPr>
          <p:nvPr/>
        </p:nvSpPr>
        <p:spPr>
          <a:xfrm xmlns:a="http://schemas.openxmlformats.org/drawingml/2006/main">
            <a:off x="4516539" y="5324475"/>
            <a:ext cx="85317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التسليم</a:t>
            </a:r>
          </a:p>
        </p:txBody>
      </p:sp>
    </p:spTree>
    <p:extLst>
      <p:ext uri="{BB962C8B-B14F-4D97-AF65-F5344CB8AC3E}">
        <p14:creationId xmlns:p14="http://schemas.microsoft.com/office/powerpoint/2010/main" val="577992158"/>
      </p:ext>
    </p:extLst>
  </p:cSld>
</p:sld>
</file>

<file path=ppt/slides/slide8.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111" name="text-294">
            <a:extLst xmlns:a="http://schemas.openxmlformats.org/drawingml/2006/main">
              <a:ext uri="{FF2B5EF4-FFF2-40B4-BE49-F238E27FC236}">
                <a16:creationId xmlns:a16="http://schemas.microsoft.com/office/drawing/2014/main" id="{DC4722F8-5FBA-4C60-AF68-64EE39D564A4}"/>
              </a:ext>
            </a:extLst>
          </p:cNvPr>
          <p:cNvSpPr>
            <a:spLocks xmlns:a="http://schemas.openxmlformats.org/drawingml/2006/main" noGrp="1"/>
          </p:cNvSpPr>
          <p:nvPr/>
        </p:nvSpPr>
        <p:spPr>
          <a:xfrm xmlns:a="http://schemas.openxmlformats.org/drawingml/2006/main">
            <a:off x="10623339" y="457200"/>
            <a:ext cx="95906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إدارة</a:t>
            </a:r>
          </a:p>
        </p:txBody>
      </p:sp>
      <p:sp>
        <p:nvSpPr>
          <p:cNvPr id="2" name="text-295">
            <a:extLst xmlns:a="http://schemas.openxmlformats.org/drawingml/2006/main">
              <a:ext uri="{FF2B5EF4-FFF2-40B4-BE49-F238E27FC236}">
                <a16:creationId xmlns:a16="http://schemas.microsoft.com/office/drawing/2014/main" id="{1654D413-59C2-4873-B01F-F79102737B65}"/>
              </a:ext>
            </a:extLst>
          </p:cNvPr>
          <p:cNvSpPr>
            <a:spLocks xmlns:a="http://schemas.openxmlformats.org/drawingml/2006/main" noGrp="1"/>
          </p:cNvSpPr>
          <p:nvPr/>
        </p:nvSpPr>
        <p:spPr>
          <a:xfrm xmlns:a="http://schemas.openxmlformats.org/drawingml/2006/main">
            <a:off x="9196746" y="457200"/>
            <a:ext cx="1297054"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التنفيذ</a:t>
            </a:r>
          </a:p>
        </p:txBody>
      </p:sp>
      <p:sp>
        <p:nvSpPr>
          <p:cNvPr id="3" name="text-296">
            <a:extLst xmlns:a="http://schemas.openxmlformats.org/drawingml/2006/main">
              <a:ext uri="{FF2B5EF4-FFF2-40B4-BE49-F238E27FC236}">
                <a16:creationId xmlns:a16="http://schemas.microsoft.com/office/drawing/2014/main" id="{2D02D5AE-509C-4698-9547-B9625F0A0FBE}"/>
              </a:ext>
            </a:extLst>
          </p:cNvPr>
          <p:cNvSpPr>
            <a:spLocks xmlns:a="http://schemas.openxmlformats.org/drawingml/2006/main" noGrp="1"/>
          </p:cNvSpPr>
          <p:nvPr/>
        </p:nvSpPr>
        <p:spPr>
          <a:xfrm xmlns:a="http://schemas.openxmlformats.org/drawingml/2006/main">
            <a:off x="7421758" y="457200"/>
            <a:ext cx="164544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مسارات</a:t>
            </a:r>
          </a:p>
        </p:txBody>
      </p:sp>
      <p:sp>
        <p:nvSpPr>
          <p:cNvPr id="4" name="text-297">
            <a:extLst xmlns:a="http://schemas.openxmlformats.org/drawingml/2006/main">
              <a:ext uri="{FF2B5EF4-FFF2-40B4-BE49-F238E27FC236}">
                <a16:creationId xmlns:a16="http://schemas.microsoft.com/office/drawing/2014/main" id="{535B4458-9D6D-4EA4-B01B-E920977A2708}"/>
              </a:ext>
            </a:extLst>
          </p:cNvPr>
          <p:cNvSpPr>
            <a:spLocks xmlns:a="http://schemas.openxmlformats.org/drawingml/2006/main" noGrp="1"/>
          </p:cNvSpPr>
          <p:nvPr/>
        </p:nvSpPr>
        <p:spPr>
          <a:xfrm xmlns:a="http://schemas.openxmlformats.org/drawingml/2006/main">
            <a:off x="5865198" y="457200"/>
            <a:ext cx="142702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بحسب</a:t>
            </a:r>
          </a:p>
        </p:txBody>
      </p:sp>
      <p:sp>
        <p:nvSpPr>
          <p:cNvPr id="5" name="text-298">
            <a:extLst xmlns:a="http://schemas.openxmlformats.org/drawingml/2006/main">
              <a:ext uri="{FF2B5EF4-FFF2-40B4-BE49-F238E27FC236}">
                <a16:creationId xmlns:a16="http://schemas.microsoft.com/office/drawing/2014/main" id="{5EBC45B4-85D0-4FA0-B393-7160A0B4901E}"/>
              </a:ext>
            </a:extLst>
          </p:cNvPr>
          <p:cNvSpPr>
            <a:spLocks xmlns:a="http://schemas.openxmlformats.org/drawingml/2006/main" noGrp="1"/>
          </p:cNvSpPr>
          <p:nvPr/>
        </p:nvSpPr>
        <p:spPr>
          <a:xfrm xmlns:a="http://schemas.openxmlformats.org/drawingml/2006/main">
            <a:off x="4236819" y="457200"/>
            <a:ext cx="1498839"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السؤال</a:t>
            </a:r>
          </a:p>
        </p:txBody>
      </p:sp>
      <p:sp>
        <p:nvSpPr>
          <p:cNvPr id="6" name="shape-299">
            <a:extLst xmlns:a="http://schemas.openxmlformats.org/drawingml/2006/main">
              <a:ext uri="{FF2B5EF4-FFF2-40B4-BE49-F238E27FC236}">
                <a16:creationId xmlns:a16="http://schemas.microsoft.com/office/drawing/2014/main" id="{83BEB694-F2FE-4F17-A5B0-276E20F93DC6}"/>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7" name="text-300">
            <a:extLst xmlns:a="http://schemas.openxmlformats.org/drawingml/2006/main">
              <a:ext uri="{FF2B5EF4-FFF2-40B4-BE49-F238E27FC236}">
                <a16:creationId xmlns:a16="http://schemas.microsoft.com/office/drawing/2014/main" id="{97FC00BE-78E0-41B7-B10B-FF8CAC239144}"/>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8" name="text-301">
            <a:extLst xmlns:a="http://schemas.openxmlformats.org/drawingml/2006/main">
              <a:ext uri="{FF2B5EF4-FFF2-40B4-BE49-F238E27FC236}">
                <a16:creationId xmlns:a16="http://schemas.microsoft.com/office/drawing/2014/main" id="{8428CFF7-4D87-44E6-A372-FA644781C343}"/>
              </a:ext>
            </a:extLst>
          </p:cNvPr>
          <p:cNvSpPr>
            <a:spLocks xmlns:a="http://schemas.openxmlformats.org/drawingml/2006/main" noGrp="1"/>
          </p:cNvSpPr>
          <p:nvPr/>
        </p:nvSpPr>
        <p:spPr>
          <a:xfrm xmlns:a="http://schemas.openxmlformats.org/drawingml/2006/main">
            <a:off x="10750417"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9" name="text-302">
            <a:extLst xmlns:a="http://schemas.openxmlformats.org/drawingml/2006/main">
              <a:ext uri="{FF2B5EF4-FFF2-40B4-BE49-F238E27FC236}">
                <a16:creationId xmlns:a16="http://schemas.microsoft.com/office/drawing/2014/main" id="{BBC8FB66-18B8-4387-9D41-A8D66D226FC7}"/>
              </a:ext>
            </a:extLst>
          </p:cNvPr>
          <p:cNvSpPr>
            <a:spLocks xmlns:a="http://schemas.openxmlformats.org/drawingml/2006/main" noGrp="1"/>
          </p:cNvSpPr>
          <p:nvPr/>
        </p:nvSpPr>
        <p:spPr>
          <a:xfrm xmlns:a="http://schemas.openxmlformats.org/drawingml/2006/main">
            <a:off x="1019689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0" name="text-303">
            <a:extLst xmlns:a="http://schemas.openxmlformats.org/drawingml/2006/main">
              <a:ext uri="{FF2B5EF4-FFF2-40B4-BE49-F238E27FC236}">
                <a16:creationId xmlns:a16="http://schemas.microsoft.com/office/drawing/2014/main" id="{329F39A3-FF01-4273-8C31-7DC079C96149}"/>
              </a:ext>
            </a:extLst>
          </p:cNvPr>
          <p:cNvSpPr>
            <a:spLocks xmlns:a="http://schemas.openxmlformats.org/drawingml/2006/main" noGrp="1"/>
          </p:cNvSpPr>
          <p:nvPr/>
        </p:nvSpPr>
        <p:spPr>
          <a:xfrm xmlns:a="http://schemas.openxmlformats.org/drawingml/2006/main">
            <a:off x="10003334"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1" name="text-304">
            <a:extLst xmlns:a="http://schemas.openxmlformats.org/drawingml/2006/main">
              <a:ext uri="{FF2B5EF4-FFF2-40B4-BE49-F238E27FC236}">
                <a16:creationId xmlns:a16="http://schemas.microsoft.com/office/drawing/2014/main" id="{D2490D31-C4BC-473A-96D4-44EFEEEC0B11}"/>
              </a:ext>
            </a:extLst>
          </p:cNvPr>
          <p:cNvSpPr>
            <a:spLocks xmlns:a="http://schemas.openxmlformats.org/drawingml/2006/main" noGrp="1"/>
          </p:cNvSpPr>
          <p:nvPr/>
        </p:nvSpPr>
        <p:spPr>
          <a:xfrm xmlns:a="http://schemas.openxmlformats.org/drawingml/2006/main">
            <a:off x="95360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2" name="text-305">
            <a:extLst xmlns:a="http://schemas.openxmlformats.org/drawingml/2006/main">
              <a:ext uri="{FF2B5EF4-FFF2-40B4-BE49-F238E27FC236}">
                <a16:creationId xmlns:a16="http://schemas.microsoft.com/office/drawing/2014/main" id="{C185E34C-B953-4E21-9EA4-22DFBD97FA57}"/>
              </a:ext>
            </a:extLst>
          </p:cNvPr>
          <p:cNvSpPr>
            <a:spLocks xmlns:a="http://schemas.openxmlformats.org/drawingml/2006/main" noGrp="1"/>
          </p:cNvSpPr>
          <p:nvPr/>
        </p:nvSpPr>
        <p:spPr>
          <a:xfrm xmlns:a="http://schemas.openxmlformats.org/drawingml/2006/main">
            <a:off x="9056406"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3" name="text-306">
            <a:extLst xmlns:a="http://schemas.openxmlformats.org/drawingml/2006/main">
              <a:ext uri="{FF2B5EF4-FFF2-40B4-BE49-F238E27FC236}">
                <a16:creationId xmlns:a16="http://schemas.microsoft.com/office/drawing/2014/main" id="{EE13F7EE-8DFC-4697-911B-8BFF77EFC852}"/>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08</a:t>
            </a:r>
          </a:p>
        </p:txBody>
      </p:sp>
      <p:sp>
        <p:nvSpPr>
          <p:cNvPr id="14" name="text-307">
            <a:extLst xmlns:a="http://schemas.openxmlformats.org/drawingml/2006/main">
              <a:ext uri="{FF2B5EF4-FFF2-40B4-BE49-F238E27FC236}">
                <a16:creationId xmlns:a16="http://schemas.microsoft.com/office/drawing/2014/main" id="{7C063D33-08A8-4988-93DE-E9C14B849522}"/>
              </a:ext>
            </a:extLst>
          </p:cNvPr>
          <p:cNvSpPr>
            <a:spLocks xmlns:a="http://schemas.openxmlformats.org/drawingml/2006/main" noGrp="1"/>
          </p:cNvSpPr>
          <p:nvPr/>
        </p:nvSpPr>
        <p:spPr>
          <a:xfrm xmlns:a="http://schemas.openxmlformats.org/drawingml/2006/main">
            <a:off x="11106937" y="1085850"/>
            <a:ext cx="47546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إدارة</a:t>
            </a:r>
          </a:p>
        </p:txBody>
      </p:sp>
      <p:sp>
        <p:nvSpPr>
          <p:cNvPr id="15" name="text-308">
            <a:extLst xmlns:a="http://schemas.openxmlformats.org/drawingml/2006/main">
              <a:ext uri="{FF2B5EF4-FFF2-40B4-BE49-F238E27FC236}">
                <a16:creationId xmlns:a16="http://schemas.microsoft.com/office/drawing/2014/main" id="{A9747EFF-26D0-4EAE-A9C9-5B58E6290803}"/>
              </a:ext>
            </a:extLst>
          </p:cNvPr>
          <p:cNvSpPr>
            <a:spLocks xmlns:a="http://schemas.openxmlformats.org/drawingml/2006/main" noGrp="1"/>
          </p:cNvSpPr>
          <p:nvPr/>
        </p:nvSpPr>
        <p:spPr>
          <a:xfrm xmlns:a="http://schemas.openxmlformats.org/drawingml/2006/main">
            <a:off x="10224588" y="1085850"/>
            <a:ext cx="79843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السياق</a:t>
            </a:r>
          </a:p>
        </p:txBody>
      </p:sp>
      <p:sp>
        <p:nvSpPr>
          <p:cNvPr id="16" name="text-309">
            <a:extLst xmlns:a="http://schemas.openxmlformats.org/drawingml/2006/main">
              <a:ext uri="{FF2B5EF4-FFF2-40B4-BE49-F238E27FC236}">
                <a16:creationId xmlns:a16="http://schemas.microsoft.com/office/drawing/2014/main" id="{AD857A89-954A-47A0-A1E5-5F6E02A144A4}"/>
              </a:ext>
            </a:extLst>
          </p:cNvPr>
          <p:cNvSpPr>
            <a:spLocks xmlns:a="http://schemas.openxmlformats.org/drawingml/2006/main" noGrp="1"/>
          </p:cNvSpPr>
          <p:nvPr/>
        </p:nvSpPr>
        <p:spPr>
          <a:xfrm xmlns:a="http://schemas.openxmlformats.org/drawingml/2006/main">
            <a:off x="9371084" y="1085850"/>
            <a:ext cx="76958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والمهام</a:t>
            </a:r>
          </a:p>
        </p:txBody>
      </p:sp>
      <p:sp>
        <p:nvSpPr>
          <p:cNvPr id="17" name="text-310">
            <a:extLst xmlns:a="http://schemas.openxmlformats.org/drawingml/2006/main">
              <a:ext uri="{FF2B5EF4-FFF2-40B4-BE49-F238E27FC236}">
                <a16:creationId xmlns:a16="http://schemas.microsoft.com/office/drawing/2014/main" id="{A7EE51AB-737B-4813-9486-084E3A75E9B0}"/>
              </a:ext>
            </a:extLst>
          </p:cNvPr>
          <p:cNvSpPr>
            <a:spLocks xmlns:a="http://schemas.openxmlformats.org/drawingml/2006/main" noGrp="1"/>
          </p:cNvSpPr>
          <p:nvPr/>
        </p:nvSpPr>
        <p:spPr>
          <a:xfrm xmlns:a="http://schemas.openxmlformats.org/drawingml/2006/main">
            <a:off x="8464208" y="1085850"/>
            <a:ext cx="82296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والأدوات</a:t>
            </a:r>
          </a:p>
        </p:txBody>
      </p:sp>
      <p:sp>
        <p:nvSpPr>
          <p:cNvPr id="18" name="text-311">
            <a:extLst xmlns:a="http://schemas.openxmlformats.org/drawingml/2006/main">
              <a:ext uri="{FF2B5EF4-FFF2-40B4-BE49-F238E27FC236}">
                <a16:creationId xmlns:a16="http://schemas.microsoft.com/office/drawing/2014/main" id="{41E0B221-2A4E-442E-A62F-8D327B974E56}"/>
              </a:ext>
            </a:extLst>
          </p:cNvPr>
          <p:cNvSpPr>
            <a:spLocks xmlns:a="http://schemas.openxmlformats.org/drawingml/2006/main" noGrp="1"/>
          </p:cNvSpPr>
          <p:nvPr/>
        </p:nvSpPr>
        <p:spPr>
          <a:xfrm xmlns:a="http://schemas.openxmlformats.org/drawingml/2006/main">
            <a:off x="7592358" y="1085850"/>
            <a:ext cx="78793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منفصلة</a:t>
            </a:r>
          </a:p>
        </p:txBody>
      </p:sp>
      <p:sp>
        <p:nvSpPr>
          <p:cNvPr id="19" name="text-312">
            <a:extLst xmlns:a="http://schemas.openxmlformats.org/drawingml/2006/main">
              <a:ext uri="{FF2B5EF4-FFF2-40B4-BE49-F238E27FC236}">
                <a16:creationId xmlns:a16="http://schemas.microsoft.com/office/drawing/2014/main" id="{88B0F774-8B2A-46AA-B24E-8B048252F547}"/>
              </a:ext>
            </a:extLst>
          </p:cNvPr>
          <p:cNvSpPr>
            <a:spLocks xmlns:a="http://schemas.openxmlformats.org/drawingml/2006/main" noGrp="1"/>
          </p:cNvSpPr>
          <p:nvPr/>
        </p:nvSpPr>
        <p:spPr>
          <a:xfrm xmlns:a="http://schemas.openxmlformats.org/drawingml/2006/main">
            <a:off x="7140309" y="1085850"/>
            <a:ext cx="36813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عن</a:t>
            </a:r>
          </a:p>
        </p:txBody>
      </p:sp>
      <p:sp>
        <p:nvSpPr>
          <p:cNvPr id="20" name="text-313">
            <a:extLst xmlns:a="http://schemas.openxmlformats.org/drawingml/2006/main">
              <a:ext uri="{FF2B5EF4-FFF2-40B4-BE49-F238E27FC236}">
                <a16:creationId xmlns:a16="http://schemas.microsoft.com/office/drawing/2014/main" id="{58D048AF-209E-4167-8174-520429C39B3D}"/>
              </a:ext>
            </a:extLst>
          </p:cNvPr>
          <p:cNvSpPr>
            <a:spLocks xmlns:a="http://schemas.openxmlformats.org/drawingml/2006/main" noGrp="1"/>
          </p:cNvSpPr>
          <p:nvPr/>
        </p:nvSpPr>
        <p:spPr>
          <a:xfrm xmlns:a="http://schemas.openxmlformats.org/drawingml/2006/main">
            <a:off x="6282389" y="1085850"/>
            <a:ext cx="77400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النموذج</a:t>
            </a:r>
          </a:p>
        </p:txBody>
      </p:sp>
      <p:sp>
        <p:nvSpPr>
          <p:cNvPr id="21" name="shape-314">
            <a:extLst xmlns:a="http://schemas.openxmlformats.org/drawingml/2006/main">
              <a:ext uri="{FF2B5EF4-FFF2-40B4-BE49-F238E27FC236}">
                <a16:creationId xmlns:a16="http://schemas.microsoft.com/office/drawing/2014/main" id="{A643FC5C-E559-4E1C-9991-A8D65F2B1165}"/>
              </a:ext>
            </a:extLst>
          </p:cNvPr>
          <p:cNvSpPr>
            <a:spLocks xmlns:a="http://schemas.openxmlformats.org/drawingml/2006/main" noGrp="1"/>
          </p:cNvSpPr>
          <p:nvPr/>
        </p:nvSpPr>
        <p:spPr>
          <a:xfrm xmlns:a="http://schemas.openxmlformats.org/drawingml/2006/main">
            <a:off x="9867900" y="2743200"/>
            <a:ext cx="1714500" cy="104775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22" name="text-315">
            <a:extLst xmlns:a="http://schemas.openxmlformats.org/drawingml/2006/main">
              <a:ext uri="{FF2B5EF4-FFF2-40B4-BE49-F238E27FC236}">
                <a16:creationId xmlns:a16="http://schemas.microsoft.com/office/drawing/2014/main" id="{B302383C-5F71-47B5-A59D-819FF267283C}"/>
              </a:ext>
            </a:extLst>
          </p:cNvPr>
          <p:cNvSpPr>
            <a:spLocks xmlns:a="http://schemas.openxmlformats.org/drawingml/2006/main" noGrp="1"/>
          </p:cNvSpPr>
          <p:nvPr/>
        </p:nvSpPr>
        <p:spPr>
          <a:xfrm xmlns:a="http://schemas.openxmlformats.org/drawingml/2006/main">
            <a:off x="10279418" y="2847975"/>
            <a:ext cx="853364"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1">
                <a:solidFill>
                  <a:srgbClr val="DDC087"/>
                </a:solidFill>
                <a:latin typeface="Tahoma"/>
                <a:ea typeface="Tahoma"/>
                <a:cs typeface="Tahoma"/>
              </a:defRPr>
            </a:pPr>
            <a:r>
              <a:rPr sz="1800" b="1">
                <a:solidFill>
                  <a:srgbClr val="DDC087"/>
                </a:solidFill>
                <a:latin typeface="Tahoma"/>
                <a:ea typeface="Tahoma"/>
                <a:cs typeface="Tahoma"/>
              </a:rPr>
              <a:t>السؤال</a:t>
            </a:r>
          </a:p>
        </p:txBody>
      </p:sp>
      <p:sp>
        <p:nvSpPr>
          <p:cNvPr id="23" name="text-316">
            <a:extLst xmlns:a="http://schemas.openxmlformats.org/drawingml/2006/main">
              <a:ext uri="{FF2B5EF4-FFF2-40B4-BE49-F238E27FC236}">
                <a16:creationId xmlns:a16="http://schemas.microsoft.com/office/drawing/2014/main" id="{8E013F36-E1A7-481D-87A0-2AE200DDA736}"/>
              </a:ext>
            </a:extLst>
          </p:cNvPr>
          <p:cNvSpPr>
            <a:spLocks xmlns:a="http://schemas.openxmlformats.org/drawingml/2006/main" noGrp="1"/>
          </p:cNvSpPr>
          <p:nvPr/>
        </p:nvSpPr>
        <p:spPr>
          <a:xfrm xmlns:a="http://schemas.openxmlformats.org/drawingml/2006/main">
            <a:off x="10898243" y="3238500"/>
            <a:ext cx="26384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مع</a:t>
            </a:r>
          </a:p>
        </p:txBody>
      </p:sp>
      <p:sp>
        <p:nvSpPr>
          <p:cNvPr id="24" name="text-317">
            <a:extLst xmlns:a="http://schemas.openxmlformats.org/drawingml/2006/main">
              <a:ext uri="{FF2B5EF4-FFF2-40B4-BE49-F238E27FC236}">
                <a16:creationId xmlns:a16="http://schemas.microsoft.com/office/drawing/2014/main" id="{BDDD6720-693D-404C-A094-2423CF73CCED}"/>
              </a:ext>
            </a:extLst>
          </p:cNvPr>
          <p:cNvSpPr>
            <a:spLocks xmlns:a="http://schemas.openxmlformats.org/drawingml/2006/main" noGrp="1"/>
          </p:cNvSpPr>
          <p:nvPr/>
        </p:nvSpPr>
        <p:spPr>
          <a:xfrm xmlns:a="http://schemas.openxmlformats.org/drawingml/2006/main">
            <a:off x="10250112" y="3238500"/>
            <a:ext cx="57612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سياقه</a:t>
            </a:r>
          </a:p>
        </p:txBody>
      </p:sp>
      <p:sp>
        <p:nvSpPr>
          <p:cNvPr id="25" name="text-318">
            <a:extLst xmlns:a="http://schemas.openxmlformats.org/drawingml/2006/main">
              <a:ext uri="{FF2B5EF4-FFF2-40B4-BE49-F238E27FC236}">
                <a16:creationId xmlns:a16="http://schemas.microsoft.com/office/drawing/2014/main" id="{677B5872-6658-4A69-AE77-6F5DDC130991}"/>
              </a:ext>
            </a:extLst>
          </p:cNvPr>
          <p:cNvSpPr>
            <a:spLocks xmlns:a="http://schemas.openxmlformats.org/drawingml/2006/main" noGrp="1"/>
          </p:cNvSpPr>
          <p:nvPr/>
        </p:nvSpPr>
        <p:spPr>
          <a:xfrm xmlns:a="http://schemas.openxmlformats.org/drawingml/2006/main">
            <a:off x="9534525" y="3048000"/>
            <a:ext cx="29527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650" b="0">
                <a:solidFill>
                  <a:srgbClr val="A6DAB5"/>
                </a:solidFill>
                <a:latin typeface="Tahoma"/>
                <a:ea typeface="Tahoma"/>
                <a:cs typeface="Tahoma"/>
              </a:defRPr>
            </a:pPr>
            <a:r>
              <a:rPr sz="1650" b="0">
                <a:solidFill>
                  <a:srgbClr val="A6DAB5"/>
                </a:solidFill>
                <a:latin typeface="Tahoma"/>
                <a:ea typeface="Tahoma"/>
                <a:cs typeface="Tahoma"/>
              </a:rPr>
              <a:t>←</a:t>
            </a:r>
          </a:p>
        </p:txBody>
      </p:sp>
      <p:sp>
        <p:nvSpPr>
          <p:cNvPr id="26" name="shape-319">
            <a:extLst xmlns:a="http://schemas.openxmlformats.org/drawingml/2006/main">
              <a:ext uri="{FF2B5EF4-FFF2-40B4-BE49-F238E27FC236}">
                <a16:creationId xmlns:a16="http://schemas.microsoft.com/office/drawing/2014/main" id="{33E85EB5-0533-469D-8714-94E77A5B8C20}"/>
              </a:ext>
            </a:extLst>
          </p:cNvPr>
          <p:cNvSpPr>
            <a:spLocks xmlns:a="http://schemas.openxmlformats.org/drawingml/2006/main" noGrp="1"/>
          </p:cNvSpPr>
          <p:nvPr/>
        </p:nvSpPr>
        <p:spPr>
          <a:xfrm xmlns:a="http://schemas.openxmlformats.org/drawingml/2006/main">
            <a:off x="7696200" y="2514600"/>
            <a:ext cx="1752600" cy="150495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27" name="text-320">
            <a:extLst xmlns:a="http://schemas.openxmlformats.org/drawingml/2006/main">
              <a:ext uri="{FF2B5EF4-FFF2-40B4-BE49-F238E27FC236}">
                <a16:creationId xmlns:a16="http://schemas.microsoft.com/office/drawing/2014/main" id="{D6CF99C0-1BA1-437E-971A-26EAFE1061EF}"/>
              </a:ext>
            </a:extLst>
          </p:cNvPr>
          <p:cNvSpPr>
            <a:spLocks xmlns:a="http://schemas.openxmlformats.org/drawingml/2006/main" noGrp="1"/>
          </p:cNvSpPr>
          <p:nvPr/>
        </p:nvSpPr>
        <p:spPr>
          <a:xfrm xmlns:a="http://schemas.openxmlformats.org/drawingml/2006/main">
            <a:off x="7820025" y="2619375"/>
            <a:ext cx="150495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875" b="1">
                <a:solidFill>
                  <a:srgbClr val="DDC087"/>
                </a:solidFill>
                <a:latin typeface="Tahoma"/>
                <a:ea typeface="Tahoma"/>
                <a:cs typeface="Tahoma"/>
              </a:defRPr>
            </a:pPr>
            <a:r>
              <a:rPr sz="1875" b="1">
                <a:solidFill>
                  <a:srgbClr val="DDC087"/>
                </a:solidFill>
                <a:latin typeface="Tahoma"/>
                <a:ea typeface="Tahoma"/>
                <a:cs typeface="Tahoma"/>
              </a:rPr>
              <a:t>Harness</a:t>
            </a:r>
          </a:p>
        </p:txBody>
      </p:sp>
      <p:sp>
        <p:nvSpPr>
          <p:cNvPr id="28" name="text-321">
            <a:extLst xmlns:a="http://schemas.openxmlformats.org/drawingml/2006/main">
              <a:ext uri="{FF2B5EF4-FFF2-40B4-BE49-F238E27FC236}">
                <a16:creationId xmlns:a16="http://schemas.microsoft.com/office/drawing/2014/main" id="{DDA24363-9CAE-4AD7-9A18-C29F86665D76}"/>
              </a:ext>
            </a:extLst>
          </p:cNvPr>
          <p:cNvSpPr>
            <a:spLocks xmlns:a="http://schemas.openxmlformats.org/drawingml/2006/main" noGrp="1"/>
          </p:cNvSpPr>
          <p:nvPr/>
        </p:nvSpPr>
        <p:spPr>
          <a:xfrm xmlns:a="http://schemas.openxmlformats.org/drawingml/2006/main">
            <a:off x="8716455" y="3009900"/>
            <a:ext cx="422779"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حفظ</a:t>
            </a:r>
          </a:p>
        </p:txBody>
      </p:sp>
      <p:sp>
        <p:nvSpPr>
          <p:cNvPr id="29" name="text-322">
            <a:extLst xmlns:a="http://schemas.openxmlformats.org/drawingml/2006/main">
              <a:ext uri="{FF2B5EF4-FFF2-40B4-BE49-F238E27FC236}">
                <a16:creationId xmlns:a16="http://schemas.microsoft.com/office/drawing/2014/main" id="{C6845B12-C274-4054-8C3A-44ACA4FC3906}"/>
              </a:ext>
            </a:extLst>
          </p:cNvPr>
          <p:cNvSpPr>
            <a:spLocks xmlns:a="http://schemas.openxmlformats.org/drawingml/2006/main" noGrp="1"/>
          </p:cNvSpPr>
          <p:nvPr/>
        </p:nvSpPr>
        <p:spPr>
          <a:xfrm xmlns:a="http://schemas.openxmlformats.org/drawingml/2006/main">
            <a:off x="7967666" y="3009900"/>
            <a:ext cx="676780"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السياق</a:t>
            </a:r>
          </a:p>
        </p:txBody>
      </p:sp>
      <p:sp>
        <p:nvSpPr>
          <p:cNvPr id="30" name="text-323">
            <a:extLst xmlns:a="http://schemas.openxmlformats.org/drawingml/2006/main">
              <a:ext uri="{FF2B5EF4-FFF2-40B4-BE49-F238E27FC236}">
                <a16:creationId xmlns:a16="http://schemas.microsoft.com/office/drawing/2014/main" id="{34DB9BAC-3FD4-4DE5-862A-CC2275971A57}"/>
              </a:ext>
            </a:extLst>
          </p:cNvPr>
          <p:cNvSpPr>
            <a:spLocks xmlns:a="http://schemas.openxmlformats.org/drawingml/2006/main" noGrp="1"/>
          </p:cNvSpPr>
          <p:nvPr/>
        </p:nvSpPr>
        <p:spPr>
          <a:xfrm xmlns:a="http://schemas.openxmlformats.org/drawingml/2006/main">
            <a:off x="8609763" y="3295650"/>
            <a:ext cx="525989"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وتوزيع</a:t>
            </a:r>
          </a:p>
        </p:txBody>
      </p:sp>
      <p:sp>
        <p:nvSpPr>
          <p:cNvPr id="31" name="text-324">
            <a:extLst xmlns:a="http://schemas.openxmlformats.org/drawingml/2006/main">
              <a:ext uri="{FF2B5EF4-FFF2-40B4-BE49-F238E27FC236}">
                <a16:creationId xmlns:a16="http://schemas.microsoft.com/office/drawing/2014/main" id="{7B80E499-DC00-42DC-B506-7DC44F487910}"/>
              </a:ext>
            </a:extLst>
          </p:cNvPr>
          <p:cNvSpPr>
            <a:spLocks xmlns:a="http://schemas.openxmlformats.org/drawingml/2006/main" noGrp="1"/>
          </p:cNvSpPr>
          <p:nvPr/>
        </p:nvSpPr>
        <p:spPr>
          <a:xfrm xmlns:a="http://schemas.openxmlformats.org/drawingml/2006/main">
            <a:off x="7971149" y="3295650"/>
            <a:ext cx="56660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المهام</a:t>
            </a:r>
          </a:p>
        </p:txBody>
      </p:sp>
      <p:sp>
        <p:nvSpPr>
          <p:cNvPr id="32" name="text-325">
            <a:extLst xmlns:a="http://schemas.openxmlformats.org/drawingml/2006/main">
              <a:ext uri="{FF2B5EF4-FFF2-40B4-BE49-F238E27FC236}">
                <a16:creationId xmlns:a16="http://schemas.microsoft.com/office/drawing/2014/main" id="{F5946833-AC12-48DB-82B8-1D1E3E409027}"/>
              </a:ext>
            </a:extLst>
          </p:cNvPr>
          <p:cNvSpPr>
            <a:spLocks xmlns:a="http://schemas.openxmlformats.org/drawingml/2006/main" noGrp="1"/>
          </p:cNvSpPr>
          <p:nvPr/>
        </p:nvSpPr>
        <p:spPr>
          <a:xfrm xmlns:a="http://schemas.openxmlformats.org/drawingml/2006/main">
            <a:off x="8505524" y="3581400"/>
            <a:ext cx="779400"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وسياسة</a:t>
            </a:r>
          </a:p>
        </p:txBody>
      </p:sp>
      <p:sp>
        <p:nvSpPr>
          <p:cNvPr id="33" name="text-326">
            <a:extLst xmlns:a="http://schemas.openxmlformats.org/drawingml/2006/main">
              <a:ext uri="{FF2B5EF4-FFF2-40B4-BE49-F238E27FC236}">
                <a16:creationId xmlns:a16="http://schemas.microsoft.com/office/drawing/2014/main" id="{C0758382-29E3-43E5-8243-52959F87E182}"/>
              </a:ext>
            </a:extLst>
          </p:cNvPr>
          <p:cNvSpPr>
            <a:spLocks xmlns:a="http://schemas.openxmlformats.org/drawingml/2006/main" noGrp="1"/>
          </p:cNvSpPr>
          <p:nvPr/>
        </p:nvSpPr>
        <p:spPr>
          <a:xfrm xmlns:a="http://schemas.openxmlformats.org/drawingml/2006/main">
            <a:off x="7821976" y="3581400"/>
            <a:ext cx="611538"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الأدوات</a:t>
            </a:r>
          </a:p>
        </p:txBody>
      </p:sp>
      <p:sp>
        <p:nvSpPr>
          <p:cNvPr id="34" name="shape-327">
            <a:extLst xmlns:a="http://schemas.openxmlformats.org/drawingml/2006/main">
              <a:ext uri="{FF2B5EF4-FFF2-40B4-BE49-F238E27FC236}">
                <a16:creationId xmlns:a16="http://schemas.microsoft.com/office/drawing/2014/main" id="{26063F19-DBCB-4202-9224-EDA2665F58AC}"/>
              </a:ext>
            </a:extLst>
          </p:cNvPr>
          <p:cNvSpPr>
            <a:spLocks xmlns:a="http://schemas.openxmlformats.org/drawingml/2006/main" noGrp="1"/>
          </p:cNvSpPr>
          <p:nvPr/>
        </p:nvSpPr>
        <p:spPr>
          <a:xfrm xmlns:a="http://schemas.openxmlformats.org/drawingml/2006/main">
            <a:off x="7419975" y="3267075"/>
            <a:ext cx="276225" cy="19050"/>
          </a:xfrm>
          <a:prstGeom xmlns:a="http://schemas.openxmlformats.org/drawingml/2006/main" prst="rect">
            <a:avLst/>
          </a:prstGeom>
          <a:solidFill xmlns:a="http://schemas.openxmlformats.org/drawingml/2006/main">
            <a:srgbClr val="A6DAB5"/>
          </a:solidFill>
          <a:ln xmlns:a="http://schemas.openxmlformats.org/drawingml/2006/main" w="9525">
            <a:noFill/>
          </a:ln>
        </p:spPr>
      </p:sp>
      <p:sp>
        <p:nvSpPr>
          <p:cNvPr id="35" name="shape-328">
            <a:extLst xmlns:a="http://schemas.openxmlformats.org/drawingml/2006/main">
              <a:ext uri="{FF2B5EF4-FFF2-40B4-BE49-F238E27FC236}">
                <a16:creationId xmlns:a16="http://schemas.microsoft.com/office/drawing/2014/main" id="{02DEDB7D-7D6E-431C-B7A7-B240F831461C}"/>
              </a:ext>
            </a:extLst>
          </p:cNvPr>
          <p:cNvSpPr>
            <a:spLocks xmlns:a="http://schemas.openxmlformats.org/drawingml/2006/main" noGrp="1"/>
          </p:cNvSpPr>
          <p:nvPr/>
        </p:nvSpPr>
        <p:spPr>
          <a:xfrm xmlns:a="http://schemas.openxmlformats.org/drawingml/2006/main">
            <a:off x="7419975" y="2133600"/>
            <a:ext cx="19050" cy="2552700"/>
          </a:xfrm>
          <a:prstGeom xmlns:a="http://schemas.openxmlformats.org/drawingml/2006/main" prst="rect">
            <a:avLst/>
          </a:prstGeom>
          <a:solidFill xmlns:a="http://schemas.openxmlformats.org/drawingml/2006/main">
            <a:srgbClr val="A6DAB5"/>
          </a:solidFill>
          <a:ln xmlns:a="http://schemas.openxmlformats.org/drawingml/2006/main" w="9525">
            <a:noFill/>
          </a:ln>
        </p:spPr>
      </p:sp>
      <p:sp>
        <p:nvSpPr>
          <p:cNvPr id="36" name="shape-329">
            <a:extLst xmlns:a="http://schemas.openxmlformats.org/drawingml/2006/main">
              <a:ext uri="{FF2B5EF4-FFF2-40B4-BE49-F238E27FC236}">
                <a16:creationId xmlns:a16="http://schemas.microsoft.com/office/drawing/2014/main" id="{F7EBCB4B-5EBA-4218-B5F9-6C8AC7324411}"/>
              </a:ext>
            </a:extLst>
          </p:cNvPr>
          <p:cNvSpPr>
            <a:spLocks xmlns:a="http://schemas.openxmlformats.org/drawingml/2006/main" noGrp="1"/>
          </p:cNvSpPr>
          <p:nvPr/>
        </p:nvSpPr>
        <p:spPr>
          <a:xfrm xmlns:a="http://schemas.openxmlformats.org/drawingml/2006/main">
            <a:off x="7153275" y="2133600"/>
            <a:ext cx="266700" cy="19050"/>
          </a:xfrm>
          <a:prstGeom xmlns:a="http://schemas.openxmlformats.org/drawingml/2006/main" prst="rect">
            <a:avLst/>
          </a:prstGeom>
          <a:solidFill xmlns:a="http://schemas.openxmlformats.org/drawingml/2006/main">
            <a:srgbClr val="A6DAB5"/>
          </a:solidFill>
          <a:ln xmlns:a="http://schemas.openxmlformats.org/drawingml/2006/main" w="9525">
            <a:noFill/>
          </a:ln>
        </p:spPr>
      </p:sp>
      <p:sp>
        <p:nvSpPr>
          <p:cNvPr id="37" name="text-330">
            <a:extLst xmlns:a="http://schemas.openxmlformats.org/drawingml/2006/main">
              <a:ext uri="{FF2B5EF4-FFF2-40B4-BE49-F238E27FC236}">
                <a16:creationId xmlns:a16="http://schemas.microsoft.com/office/drawing/2014/main" id="{7C2F77C2-0CB0-407E-BCFB-D5A32604CB9A}"/>
              </a:ext>
            </a:extLst>
          </p:cNvPr>
          <p:cNvSpPr>
            <a:spLocks xmlns:a="http://schemas.openxmlformats.org/drawingml/2006/main" noGrp="1"/>
          </p:cNvSpPr>
          <p:nvPr/>
        </p:nvSpPr>
        <p:spPr>
          <a:xfrm xmlns:a="http://schemas.openxmlformats.org/drawingml/2006/main">
            <a:off x="7172325" y="1971675"/>
            <a:ext cx="29527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650" b="0">
                <a:solidFill>
                  <a:srgbClr val="A6DAB5"/>
                </a:solidFill>
                <a:latin typeface="Tahoma"/>
                <a:ea typeface="Tahoma"/>
                <a:cs typeface="Tahoma"/>
              </a:defRPr>
            </a:pPr>
            <a:r>
              <a:rPr sz="1650" b="0">
                <a:solidFill>
                  <a:srgbClr val="A6DAB5"/>
                </a:solidFill>
                <a:latin typeface="Tahoma"/>
                <a:ea typeface="Tahoma"/>
                <a:cs typeface="Tahoma"/>
              </a:rPr>
              <a:t>←</a:t>
            </a:r>
          </a:p>
        </p:txBody>
      </p:sp>
      <p:sp>
        <p:nvSpPr>
          <p:cNvPr id="38" name="shape-331">
            <a:extLst xmlns:a="http://schemas.openxmlformats.org/drawingml/2006/main">
              <a:ext uri="{FF2B5EF4-FFF2-40B4-BE49-F238E27FC236}">
                <a16:creationId xmlns:a16="http://schemas.microsoft.com/office/drawing/2014/main" id="{D3B0AF81-4BAC-47DD-9D34-24CA371D20C8}"/>
              </a:ext>
            </a:extLst>
          </p:cNvPr>
          <p:cNvSpPr>
            <a:spLocks xmlns:a="http://schemas.openxmlformats.org/drawingml/2006/main" noGrp="1"/>
          </p:cNvSpPr>
          <p:nvPr/>
        </p:nvSpPr>
        <p:spPr>
          <a:xfrm xmlns:a="http://schemas.openxmlformats.org/drawingml/2006/main">
            <a:off x="7153275" y="3409950"/>
            <a:ext cx="266700" cy="19050"/>
          </a:xfrm>
          <a:prstGeom xmlns:a="http://schemas.openxmlformats.org/drawingml/2006/main" prst="rect">
            <a:avLst/>
          </a:prstGeom>
          <a:solidFill xmlns:a="http://schemas.openxmlformats.org/drawingml/2006/main">
            <a:srgbClr val="A6DAB5"/>
          </a:solidFill>
          <a:ln xmlns:a="http://schemas.openxmlformats.org/drawingml/2006/main" w="9525">
            <a:noFill/>
          </a:ln>
        </p:spPr>
      </p:sp>
      <p:sp>
        <p:nvSpPr>
          <p:cNvPr id="39" name="text-332">
            <a:extLst xmlns:a="http://schemas.openxmlformats.org/drawingml/2006/main">
              <a:ext uri="{FF2B5EF4-FFF2-40B4-BE49-F238E27FC236}">
                <a16:creationId xmlns:a16="http://schemas.microsoft.com/office/drawing/2014/main" id="{4A02831B-47A1-42E7-8106-A29563809305}"/>
              </a:ext>
            </a:extLst>
          </p:cNvPr>
          <p:cNvSpPr>
            <a:spLocks xmlns:a="http://schemas.openxmlformats.org/drawingml/2006/main" noGrp="1"/>
          </p:cNvSpPr>
          <p:nvPr/>
        </p:nvSpPr>
        <p:spPr>
          <a:xfrm xmlns:a="http://schemas.openxmlformats.org/drawingml/2006/main">
            <a:off x="7172325" y="3248025"/>
            <a:ext cx="29527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650" b="0">
                <a:solidFill>
                  <a:srgbClr val="A6DAB5"/>
                </a:solidFill>
                <a:latin typeface="Tahoma"/>
                <a:ea typeface="Tahoma"/>
                <a:cs typeface="Tahoma"/>
              </a:defRPr>
            </a:pPr>
            <a:r>
              <a:rPr sz="1650" b="0">
                <a:solidFill>
                  <a:srgbClr val="A6DAB5"/>
                </a:solidFill>
                <a:latin typeface="Tahoma"/>
                <a:ea typeface="Tahoma"/>
                <a:cs typeface="Tahoma"/>
              </a:rPr>
              <a:t>←</a:t>
            </a:r>
          </a:p>
        </p:txBody>
      </p:sp>
      <p:sp>
        <p:nvSpPr>
          <p:cNvPr id="40" name="shape-333">
            <a:extLst xmlns:a="http://schemas.openxmlformats.org/drawingml/2006/main">
              <a:ext uri="{FF2B5EF4-FFF2-40B4-BE49-F238E27FC236}">
                <a16:creationId xmlns:a16="http://schemas.microsoft.com/office/drawing/2014/main" id="{35B39B06-0A34-4E0B-826E-F44C69E3820A}"/>
              </a:ext>
            </a:extLst>
          </p:cNvPr>
          <p:cNvSpPr>
            <a:spLocks xmlns:a="http://schemas.openxmlformats.org/drawingml/2006/main" noGrp="1"/>
          </p:cNvSpPr>
          <p:nvPr/>
        </p:nvSpPr>
        <p:spPr>
          <a:xfrm xmlns:a="http://schemas.openxmlformats.org/drawingml/2006/main">
            <a:off x="7153275" y="4686300"/>
            <a:ext cx="266700" cy="19050"/>
          </a:xfrm>
          <a:prstGeom xmlns:a="http://schemas.openxmlformats.org/drawingml/2006/main" prst="rect">
            <a:avLst/>
          </a:prstGeom>
          <a:solidFill xmlns:a="http://schemas.openxmlformats.org/drawingml/2006/main">
            <a:srgbClr val="A6DAB5"/>
          </a:solidFill>
          <a:ln xmlns:a="http://schemas.openxmlformats.org/drawingml/2006/main" w="9525">
            <a:noFill/>
          </a:ln>
        </p:spPr>
      </p:sp>
      <p:sp>
        <p:nvSpPr>
          <p:cNvPr id="41" name="text-334">
            <a:extLst xmlns:a="http://schemas.openxmlformats.org/drawingml/2006/main">
              <a:ext uri="{FF2B5EF4-FFF2-40B4-BE49-F238E27FC236}">
                <a16:creationId xmlns:a16="http://schemas.microsoft.com/office/drawing/2014/main" id="{20D014B5-5820-4DCB-9504-77D290A09A60}"/>
              </a:ext>
            </a:extLst>
          </p:cNvPr>
          <p:cNvSpPr>
            <a:spLocks xmlns:a="http://schemas.openxmlformats.org/drawingml/2006/main" noGrp="1"/>
          </p:cNvSpPr>
          <p:nvPr/>
        </p:nvSpPr>
        <p:spPr>
          <a:xfrm xmlns:a="http://schemas.openxmlformats.org/drawingml/2006/main">
            <a:off x="7172325" y="4524375"/>
            <a:ext cx="29527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650" b="0">
                <a:solidFill>
                  <a:srgbClr val="A6DAB5"/>
                </a:solidFill>
                <a:latin typeface="Tahoma"/>
                <a:ea typeface="Tahoma"/>
                <a:cs typeface="Tahoma"/>
              </a:defRPr>
            </a:pPr>
            <a:r>
              <a:rPr sz="1650" b="0">
                <a:solidFill>
                  <a:srgbClr val="A6DAB5"/>
                </a:solidFill>
                <a:latin typeface="Tahoma"/>
                <a:ea typeface="Tahoma"/>
                <a:cs typeface="Tahoma"/>
              </a:rPr>
              <a:t>←</a:t>
            </a:r>
          </a:p>
        </p:txBody>
      </p:sp>
      <p:sp>
        <p:nvSpPr>
          <p:cNvPr id="42" name="shape-335">
            <a:extLst xmlns:a="http://schemas.openxmlformats.org/drawingml/2006/main">
              <a:ext uri="{FF2B5EF4-FFF2-40B4-BE49-F238E27FC236}">
                <a16:creationId xmlns:a16="http://schemas.microsoft.com/office/drawing/2014/main" id="{4B57C1AA-5AF5-401B-BB45-17E6F0F43278}"/>
              </a:ext>
            </a:extLst>
          </p:cNvPr>
          <p:cNvSpPr>
            <a:spLocks xmlns:a="http://schemas.openxmlformats.org/drawingml/2006/main" noGrp="1"/>
          </p:cNvSpPr>
          <p:nvPr/>
        </p:nvSpPr>
        <p:spPr>
          <a:xfrm xmlns:a="http://schemas.openxmlformats.org/drawingml/2006/main">
            <a:off x="4229100" y="1619250"/>
            <a:ext cx="2924175" cy="102870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43" name="text-336">
            <a:extLst xmlns:a="http://schemas.openxmlformats.org/drawingml/2006/main">
              <a:ext uri="{FF2B5EF4-FFF2-40B4-BE49-F238E27FC236}">
                <a16:creationId xmlns:a16="http://schemas.microsoft.com/office/drawing/2014/main" id="{7F0297E2-8F69-4167-8B2F-B1F959F3A9E7}"/>
              </a:ext>
            </a:extLst>
          </p:cNvPr>
          <p:cNvSpPr>
            <a:spLocks xmlns:a="http://schemas.openxmlformats.org/drawingml/2006/main" noGrp="1"/>
          </p:cNvSpPr>
          <p:nvPr/>
        </p:nvSpPr>
        <p:spPr>
          <a:xfrm xmlns:a="http://schemas.openxmlformats.org/drawingml/2006/main">
            <a:off x="5789777" y="1724025"/>
            <a:ext cx="57589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1">
                <a:solidFill>
                  <a:srgbClr val="DDC087"/>
                </a:solidFill>
                <a:latin typeface="Tahoma"/>
                <a:ea typeface="Tahoma"/>
                <a:cs typeface="Tahoma"/>
              </a:defRPr>
            </a:pPr>
            <a:r>
              <a:rPr sz="1800" b="1">
                <a:solidFill>
                  <a:srgbClr val="DDC087"/>
                </a:solidFill>
                <a:latin typeface="Tahoma"/>
                <a:ea typeface="Tahoma"/>
                <a:cs typeface="Tahoma"/>
              </a:rPr>
              <a:t>تنفيذ</a:t>
            </a:r>
          </a:p>
        </p:txBody>
      </p:sp>
      <p:sp>
        <p:nvSpPr>
          <p:cNvPr id="44" name="text-337">
            <a:extLst xmlns:a="http://schemas.openxmlformats.org/drawingml/2006/main">
              <a:ext uri="{FF2B5EF4-FFF2-40B4-BE49-F238E27FC236}">
                <a16:creationId xmlns:a16="http://schemas.microsoft.com/office/drawing/2014/main" id="{CCE6029E-1000-46C0-BE21-95830EBB3046}"/>
              </a:ext>
            </a:extLst>
          </p:cNvPr>
          <p:cNvSpPr>
            <a:spLocks xmlns:a="http://schemas.openxmlformats.org/drawingml/2006/main" noGrp="1"/>
          </p:cNvSpPr>
          <p:nvPr/>
        </p:nvSpPr>
        <p:spPr>
          <a:xfrm xmlns:a="http://schemas.openxmlformats.org/drawingml/2006/main">
            <a:off x="4978601" y="1724025"/>
            <a:ext cx="73469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1">
                <a:solidFill>
                  <a:srgbClr val="DDC087"/>
                </a:solidFill>
                <a:latin typeface="Tahoma"/>
                <a:ea typeface="Tahoma"/>
                <a:cs typeface="Tahoma"/>
              </a:defRPr>
            </a:pPr>
            <a:r>
              <a:rPr sz="1800" b="1">
                <a:solidFill>
                  <a:srgbClr val="DDC087"/>
                </a:solidFill>
                <a:latin typeface="Tahoma"/>
                <a:ea typeface="Tahoma"/>
                <a:cs typeface="Tahoma"/>
              </a:rPr>
              <a:t>مباشر</a:t>
            </a:r>
          </a:p>
        </p:txBody>
      </p:sp>
      <p:sp>
        <p:nvSpPr>
          <p:cNvPr id="45" name="text-338">
            <a:extLst xmlns:a="http://schemas.openxmlformats.org/drawingml/2006/main">
              <a:ext uri="{FF2B5EF4-FFF2-40B4-BE49-F238E27FC236}">
                <a16:creationId xmlns:a16="http://schemas.microsoft.com/office/drawing/2014/main" id="{C52BDF94-E52A-4D7C-9718-4D0B99F57CA1}"/>
              </a:ext>
            </a:extLst>
          </p:cNvPr>
          <p:cNvSpPr>
            <a:spLocks xmlns:a="http://schemas.openxmlformats.org/drawingml/2006/main" noGrp="1"/>
          </p:cNvSpPr>
          <p:nvPr/>
        </p:nvSpPr>
        <p:spPr>
          <a:xfrm xmlns:a="http://schemas.openxmlformats.org/drawingml/2006/main">
            <a:off x="6414810" y="2114550"/>
            <a:ext cx="330951"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أداة</a:t>
            </a:r>
          </a:p>
        </p:txBody>
      </p:sp>
      <p:sp>
        <p:nvSpPr>
          <p:cNvPr id="46" name="text-339">
            <a:extLst xmlns:a="http://schemas.openxmlformats.org/drawingml/2006/main">
              <a:ext uri="{FF2B5EF4-FFF2-40B4-BE49-F238E27FC236}">
                <a16:creationId xmlns:a16="http://schemas.microsoft.com/office/drawing/2014/main" id="{AC2A9145-BA10-4E08-A36E-A312AD929077}"/>
              </a:ext>
            </a:extLst>
          </p:cNvPr>
          <p:cNvSpPr>
            <a:spLocks xmlns:a="http://schemas.openxmlformats.org/drawingml/2006/main" noGrp="1"/>
          </p:cNvSpPr>
          <p:nvPr/>
        </p:nvSpPr>
        <p:spPr>
          <a:xfrm xmlns:a="http://schemas.openxmlformats.org/drawingml/2006/main">
            <a:off x="5829370" y="2114550"/>
            <a:ext cx="513431"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دقيقة</a:t>
            </a:r>
          </a:p>
        </p:txBody>
      </p:sp>
      <p:sp>
        <p:nvSpPr>
          <p:cNvPr id="47" name="text-340">
            <a:extLst xmlns:a="http://schemas.openxmlformats.org/drawingml/2006/main">
              <a:ext uri="{FF2B5EF4-FFF2-40B4-BE49-F238E27FC236}">
                <a16:creationId xmlns:a16="http://schemas.microsoft.com/office/drawing/2014/main" id="{9DFC1561-8695-4946-AC55-EC00617C6E6E}"/>
              </a:ext>
            </a:extLst>
          </p:cNvPr>
          <p:cNvSpPr>
            <a:spLocks xmlns:a="http://schemas.openxmlformats.org/drawingml/2006/main" noGrp="1"/>
          </p:cNvSpPr>
          <p:nvPr/>
        </p:nvSpPr>
        <p:spPr>
          <a:xfrm xmlns:a="http://schemas.openxmlformats.org/drawingml/2006/main">
            <a:off x="5583676" y="2114550"/>
            <a:ext cx="17368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أو</a:t>
            </a:r>
          </a:p>
        </p:txBody>
      </p:sp>
      <p:sp>
        <p:nvSpPr>
          <p:cNvPr id="48" name="text-341">
            <a:extLst xmlns:a="http://schemas.openxmlformats.org/drawingml/2006/main">
              <a:ext uri="{FF2B5EF4-FFF2-40B4-BE49-F238E27FC236}">
                <a16:creationId xmlns:a16="http://schemas.microsoft.com/office/drawing/2014/main" id="{0754C3EF-509D-4E12-9509-6E008367AF85}"/>
              </a:ext>
            </a:extLst>
          </p:cNvPr>
          <p:cNvSpPr>
            <a:spLocks xmlns:a="http://schemas.openxmlformats.org/drawingml/2006/main" noGrp="1"/>
          </p:cNvSpPr>
          <p:nvPr/>
        </p:nvSpPr>
        <p:spPr>
          <a:xfrm xmlns:a="http://schemas.openxmlformats.org/drawingml/2006/main">
            <a:off x="5176106" y="2114550"/>
            <a:ext cx="33556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نص</a:t>
            </a:r>
          </a:p>
        </p:txBody>
      </p:sp>
      <p:sp>
        <p:nvSpPr>
          <p:cNvPr id="49" name="text-342">
            <a:extLst xmlns:a="http://schemas.openxmlformats.org/drawingml/2006/main">
              <a:ext uri="{FF2B5EF4-FFF2-40B4-BE49-F238E27FC236}">
                <a16:creationId xmlns:a16="http://schemas.microsoft.com/office/drawing/2014/main" id="{5B1AA4FE-D7EF-4C52-B625-16708B962124}"/>
              </a:ext>
            </a:extLst>
          </p:cNvPr>
          <p:cNvSpPr>
            <a:spLocks xmlns:a="http://schemas.openxmlformats.org/drawingml/2006/main" noGrp="1"/>
          </p:cNvSpPr>
          <p:nvPr/>
        </p:nvSpPr>
        <p:spPr>
          <a:xfrm xmlns:a="http://schemas.openxmlformats.org/drawingml/2006/main">
            <a:off x="4598514" y="2114550"/>
            <a:ext cx="50558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مخزن</a:t>
            </a:r>
          </a:p>
        </p:txBody>
      </p:sp>
      <p:sp>
        <p:nvSpPr>
          <p:cNvPr id="50" name="shape-343">
            <a:extLst xmlns:a="http://schemas.openxmlformats.org/drawingml/2006/main">
              <a:ext uri="{FF2B5EF4-FFF2-40B4-BE49-F238E27FC236}">
                <a16:creationId xmlns:a16="http://schemas.microsoft.com/office/drawing/2014/main" id="{0F9CE604-486B-4351-B0EC-5A9359DE7491}"/>
              </a:ext>
            </a:extLst>
          </p:cNvPr>
          <p:cNvSpPr>
            <a:spLocks xmlns:a="http://schemas.openxmlformats.org/drawingml/2006/main" noGrp="1"/>
          </p:cNvSpPr>
          <p:nvPr/>
        </p:nvSpPr>
        <p:spPr>
          <a:xfrm xmlns:a="http://schemas.openxmlformats.org/drawingml/2006/main">
            <a:off x="4229100" y="2895600"/>
            <a:ext cx="2924175" cy="102870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51" name="text-344">
            <a:extLst xmlns:a="http://schemas.openxmlformats.org/drawingml/2006/main">
              <a:ext uri="{FF2B5EF4-FFF2-40B4-BE49-F238E27FC236}">
                <a16:creationId xmlns:a16="http://schemas.microsoft.com/office/drawing/2014/main" id="{FA812C97-8235-4D64-86AE-8E817574EA5C}"/>
              </a:ext>
            </a:extLst>
          </p:cNvPr>
          <p:cNvSpPr>
            <a:spLocks xmlns:a="http://schemas.openxmlformats.org/drawingml/2006/main" noGrp="1"/>
          </p:cNvSpPr>
          <p:nvPr/>
        </p:nvSpPr>
        <p:spPr>
          <a:xfrm xmlns:a="http://schemas.openxmlformats.org/drawingml/2006/main">
            <a:off x="6116860" y="3000375"/>
            <a:ext cx="48000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1">
                <a:solidFill>
                  <a:srgbClr val="DDC087"/>
                </a:solidFill>
                <a:latin typeface="Tahoma"/>
                <a:ea typeface="Tahoma"/>
                <a:cs typeface="Tahoma"/>
              </a:defRPr>
            </a:pPr>
            <a:r>
              <a:rPr sz="1800" b="1">
                <a:solidFill>
                  <a:srgbClr val="DDC087"/>
                </a:solidFill>
                <a:latin typeface="Tahoma"/>
                <a:ea typeface="Tahoma"/>
                <a:cs typeface="Tahoma"/>
              </a:rPr>
              <a:t>فهم</a:t>
            </a:r>
          </a:p>
        </p:txBody>
      </p:sp>
      <p:sp>
        <p:nvSpPr>
          <p:cNvPr id="52" name="text-345">
            <a:extLst xmlns:a="http://schemas.openxmlformats.org/drawingml/2006/main">
              <a:ext uri="{FF2B5EF4-FFF2-40B4-BE49-F238E27FC236}">
                <a16:creationId xmlns:a16="http://schemas.microsoft.com/office/drawing/2014/main" id="{A8AD0D9B-B38F-4474-B824-AE55576D0D36}"/>
              </a:ext>
            </a:extLst>
          </p:cNvPr>
          <p:cNvSpPr>
            <a:spLocks xmlns:a="http://schemas.openxmlformats.org/drawingml/2006/main" noGrp="1"/>
          </p:cNvSpPr>
          <p:nvPr/>
        </p:nvSpPr>
        <p:spPr>
          <a:xfrm xmlns:a="http://schemas.openxmlformats.org/drawingml/2006/main">
            <a:off x="5611978" y="3000375"/>
            <a:ext cx="42839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1">
                <a:solidFill>
                  <a:srgbClr val="DDC087"/>
                </a:solidFill>
                <a:latin typeface="Tahoma"/>
                <a:ea typeface="Tahoma"/>
                <a:cs typeface="Tahoma"/>
              </a:defRPr>
            </a:pPr>
            <a:r>
              <a:rPr sz="1800" b="1">
                <a:solidFill>
                  <a:srgbClr val="DDC087"/>
                </a:solidFill>
                <a:latin typeface="Tahoma"/>
                <a:ea typeface="Tahoma"/>
                <a:cs typeface="Tahoma"/>
              </a:rPr>
              <a:t>عند</a:t>
            </a:r>
          </a:p>
        </p:txBody>
      </p:sp>
      <p:sp>
        <p:nvSpPr>
          <p:cNvPr id="53" name="text-346">
            <a:extLst xmlns:a="http://schemas.openxmlformats.org/drawingml/2006/main">
              <a:ext uri="{FF2B5EF4-FFF2-40B4-BE49-F238E27FC236}">
                <a16:creationId xmlns:a16="http://schemas.microsoft.com/office/drawing/2014/main" id="{7F312329-18D6-4E88-A760-99915324BB21}"/>
              </a:ext>
            </a:extLst>
          </p:cNvPr>
          <p:cNvSpPr>
            <a:spLocks xmlns:a="http://schemas.openxmlformats.org/drawingml/2006/main" noGrp="1"/>
          </p:cNvSpPr>
          <p:nvPr/>
        </p:nvSpPr>
        <p:spPr>
          <a:xfrm xmlns:a="http://schemas.openxmlformats.org/drawingml/2006/main">
            <a:off x="4747409" y="3000375"/>
            <a:ext cx="78808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1">
                <a:solidFill>
                  <a:srgbClr val="DDC087"/>
                </a:solidFill>
                <a:latin typeface="Tahoma"/>
                <a:ea typeface="Tahoma"/>
                <a:cs typeface="Tahoma"/>
              </a:defRPr>
            </a:pPr>
            <a:r>
              <a:rPr sz="1800" b="1">
                <a:solidFill>
                  <a:srgbClr val="DDC087"/>
                </a:solidFill>
                <a:latin typeface="Tahoma"/>
                <a:ea typeface="Tahoma"/>
                <a:cs typeface="Tahoma"/>
              </a:rPr>
              <a:t>الحاجة</a:t>
            </a:r>
          </a:p>
        </p:txBody>
      </p:sp>
      <p:sp>
        <p:nvSpPr>
          <p:cNvPr id="54" name="text-347">
            <a:extLst xmlns:a="http://schemas.openxmlformats.org/drawingml/2006/main">
              <a:ext uri="{FF2B5EF4-FFF2-40B4-BE49-F238E27FC236}">
                <a16:creationId xmlns:a16="http://schemas.microsoft.com/office/drawing/2014/main" id="{C44BDED8-EDAF-4B0D-9245-F91D6062B3A9}"/>
              </a:ext>
            </a:extLst>
          </p:cNvPr>
          <p:cNvSpPr>
            <a:spLocks xmlns:a="http://schemas.openxmlformats.org/drawingml/2006/main" noGrp="1"/>
          </p:cNvSpPr>
          <p:nvPr/>
        </p:nvSpPr>
        <p:spPr>
          <a:xfrm xmlns:a="http://schemas.openxmlformats.org/drawingml/2006/main">
            <a:off x="6311944" y="3390900"/>
            <a:ext cx="287391"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RB</a:t>
            </a:r>
          </a:p>
        </p:txBody>
      </p:sp>
      <p:sp>
        <p:nvSpPr>
          <p:cNvPr id="55" name="text-348">
            <a:extLst xmlns:a="http://schemas.openxmlformats.org/drawingml/2006/main">
              <a:ext uri="{FF2B5EF4-FFF2-40B4-BE49-F238E27FC236}">
                <a16:creationId xmlns:a16="http://schemas.microsoft.com/office/drawing/2014/main" id="{7E21B240-FC27-40BF-8493-D0C8B5B89006}"/>
              </a:ext>
            </a:extLst>
          </p:cNvPr>
          <p:cNvSpPr>
            <a:spLocks xmlns:a="http://schemas.openxmlformats.org/drawingml/2006/main" noGrp="1"/>
          </p:cNvSpPr>
          <p:nvPr/>
        </p:nvSpPr>
        <p:spPr>
          <a:xfrm xmlns:a="http://schemas.openxmlformats.org/drawingml/2006/main">
            <a:off x="6002677" y="3390900"/>
            <a:ext cx="237258"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ثم</a:t>
            </a:r>
          </a:p>
        </p:txBody>
      </p:sp>
      <p:sp>
        <p:nvSpPr>
          <p:cNvPr id="56" name="text-349">
            <a:extLst xmlns:a="http://schemas.openxmlformats.org/drawingml/2006/main">
              <a:ext uri="{FF2B5EF4-FFF2-40B4-BE49-F238E27FC236}">
                <a16:creationId xmlns:a16="http://schemas.microsoft.com/office/drawing/2014/main" id="{FAD731B3-B072-4DF1-9186-99A39EB42081}"/>
              </a:ext>
            </a:extLst>
          </p:cNvPr>
          <p:cNvSpPr>
            <a:spLocks xmlns:a="http://schemas.openxmlformats.org/drawingml/2006/main" noGrp="1"/>
          </p:cNvSpPr>
          <p:nvPr/>
        </p:nvSpPr>
        <p:spPr>
          <a:xfrm xmlns:a="http://schemas.openxmlformats.org/drawingml/2006/main">
            <a:off x="5501708" y="3390900"/>
            <a:ext cx="428960"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بحث</a:t>
            </a:r>
          </a:p>
        </p:txBody>
      </p:sp>
      <p:sp>
        <p:nvSpPr>
          <p:cNvPr id="57" name="text-350">
            <a:extLst xmlns:a="http://schemas.openxmlformats.org/drawingml/2006/main">
              <a:ext uri="{FF2B5EF4-FFF2-40B4-BE49-F238E27FC236}">
                <a16:creationId xmlns:a16="http://schemas.microsoft.com/office/drawing/2014/main" id="{A0D02B6B-45D8-44F6-90E3-A631AF0D2F03}"/>
              </a:ext>
            </a:extLst>
          </p:cNvPr>
          <p:cNvSpPr>
            <a:spLocks xmlns:a="http://schemas.openxmlformats.org/drawingml/2006/main" noGrp="1"/>
          </p:cNvSpPr>
          <p:nvPr/>
        </p:nvSpPr>
        <p:spPr>
          <a:xfrm xmlns:a="http://schemas.openxmlformats.org/drawingml/2006/main">
            <a:off x="5256014" y="3390900"/>
            <a:ext cx="17368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أو</a:t>
            </a:r>
          </a:p>
        </p:txBody>
      </p:sp>
      <p:sp>
        <p:nvSpPr>
          <p:cNvPr id="58" name="text-351">
            <a:extLst xmlns:a="http://schemas.openxmlformats.org/drawingml/2006/main">
              <a:ext uri="{FF2B5EF4-FFF2-40B4-BE49-F238E27FC236}">
                <a16:creationId xmlns:a16="http://schemas.microsoft.com/office/drawing/2014/main" id="{B8ADAFB3-B02F-471F-A8E8-9E72AA09E909}"/>
              </a:ext>
            </a:extLst>
          </p:cNvPr>
          <p:cNvSpPr>
            <a:spLocks xmlns:a="http://schemas.openxmlformats.org/drawingml/2006/main" noGrp="1"/>
          </p:cNvSpPr>
          <p:nvPr/>
        </p:nvSpPr>
        <p:spPr>
          <a:xfrm xmlns:a="http://schemas.openxmlformats.org/drawingml/2006/main">
            <a:off x="4744940" y="3390900"/>
            <a:ext cx="43906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مهام</a:t>
            </a:r>
          </a:p>
        </p:txBody>
      </p:sp>
      <p:sp>
        <p:nvSpPr>
          <p:cNvPr id="59" name="shape-352">
            <a:extLst xmlns:a="http://schemas.openxmlformats.org/drawingml/2006/main">
              <a:ext uri="{FF2B5EF4-FFF2-40B4-BE49-F238E27FC236}">
                <a16:creationId xmlns:a16="http://schemas.microsoft.com/office/drawing/2014/main" id="{39183DEB-F4A2-4EFA-8C8D-F0545B3D4585}"/>
              </a:ext>
            </a:extLst>
          </p:cNvPr>
          <p:cNvSpPr>
            <a:spLocks xmlns:a="http://schemas.openxmlformats.org/drawingml/2006/main" noGrp="1"/>
          </p:cNvSpPr>
          <p:nvPr/>
        </p:nvSpPr>
        <p:spPr>
          <a:xfrm xmlns:a="http://schemas.openxmlformats.org/drawingml/2006/main">
            <a:off x="4229100" y="4171950"/>
            <a:ext cx="2924175" cy="102870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60" name="text-353">
            <a:extLst xmlns:a="http://schemas.openxmlformats.org/drawingml/2006/main">
              <a:ext uri="{FF2B5EF4-FFF2-40B4-BE49-F238E27FC236}">
                <a16:creationId xmlns:a16="http://schemas.microsoft.com/office/drawing/2014/main" id="{4000D0AB-D73A-4B2B-A873-02A9A9943A30}"/>
              </a:ext>
            </a:extLst>
          </p:cNvPr>
          <p:cNvSpPr>
            <a:spLocks xmlns:a="http://schemas.openxmlformats.org/drawingml/2006/main" noGrp="1"/>
          </p:cNvSpPr>
          <p:nvPr/>
        </p:nvSpPr>
        <p:spPr>
          <a:xfrm xmlns:a="http://schemas.openxmlformats.org/drawingml/2006/main">
            <a:off x="5846439" y="4276725"/>
            <a:ext cx="46138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1">
                <a:solidFill>
                  <a:srgbClr val="DDC087"/>
                </a:solidFill>
                <a:latin typeface="Tahoma"/>
                <a:ea typeface="Tahoma"/>
                <a:cs typeface="Tahoma"/>
              </a:defRPr>
            </a:pPr>
            <a:r>
              <a:rPr sz="1800" b="1">
                <a:solidFill>
                  <a:srgbClr val="DDC087"/>
                </a:solidFill>
                <a:latin typeface="Tahoma"/>
                <a:ea typeface="Tahoma"/>
                <a:cs typeface="Tahoma"/>
              </a:rPr>
              <a:t>لينة</a:t>
            </a:r>
          </a:p>
        </p:txBody>
      </p:sp>
      <p:sp>
        <p:nvSpPr>
          <p:cNvPr id="61" name="text-354">
            <a:extLst xmlns:a="http://schemas.openxmlformats.org/drawingml/2006/main">
              <a:ext uri="{FF2B5EF4-FFF2-40B4-BE49-F238E27FC236}">
                <a16:creationId xmlns:a16="http://schemas.microsoft.com/office/drawing/2014/main" id="{580890F1-C4CB-4991-8534-131531EE4FF7}"/>
              </a:ext>
            </a:extLst>
          </p:cNvPr>
          <p:cNvSpPr>
            <a:spLocks xmlns:a="http://schemas.openxmlformats.org/drawingml/2006/main" noGrp="1"/>
          </p:cNvSpPr>
          <p:nvPr/>
        </p:nvSpPr>
        <p:spPr>
          <a:xfrm xmlns:a="http://schemas.openxmlformats.org/drawingml/2006/main">
            <a:off x="5036452" y="4276725"/>
            <a:ext cx="73350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1">
                <a:solidFill>
                  <a:srgbClr val="DDC087"/>
                </a:solidFill>
                <a:latin typeface="Tahoma"/>
                <a:ea typeface="Tahoma"/>
                <a:cs typeface="Tahoma"/>
              </a:defRPr>
            </a:pPr>
            <a:r>
              <a:rPr sz="1800" b="1">
                <a:solidFill>
                  <a:srgbClr val="DDC087"/>
                </a:solidFill>
                <a:latin typeface="Tahoma"/>
                <a:ea typeface="Tahoma"/>
                <a:cs typeface="Tahoma"/>
              </a:rPr>
              <a:t>وقبس</a:t>
            </a:r>
          </a:p>
        </p:txBody>
      </p:sp>
      <p:sp>
        <p:nvSpPr>
          <p:cNvPr id="62" name="text-355">
            <a:extLst xmlns:a="http://schemas.openxmlformats.org/drawingml/2006/main">
              <a:ext uri="{FF2B5EF4-FFF2-40B4-BE49-F238E27FC236}">
                <a16:creationId xmlns:a16="http://schemas.microsoft.com/office/drawing/2014/main" id="{658B36F8-BA67-4A34-B635-75E7F2A22D03}"/>
              </a:ext>
            </a:extLst>
          </p:cNvPr>
          <p:cNvSpPr>
            <a:spLocks xmlns:a="http://schemas.openxmlformats.org/drawingml/2006/main" noGrp="1"/>
          </p:cNvSpPr>
          <p:nvPr/>
        </p:nvSpPr>
        <p:spPr>
          <a:xfrm xmlns:a="http://schemas.openxmlformats.org/drawingml/2006/main">
            <a:off x="6134370" y="4667250"/>
            <a:ext cx="534033"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نموذج</a:t>
            </a:r>
          </a:p>
        </p:txBody>
      </p:sp>
      <p:sp>
        <p:nvSpPr>
          <p:cNvPr id="63" name="text-356">
            <a:extLst xmlns:a="http://schemas.openxmlformats.org/drawingml/2006/main">
              <a:ext uri="{FF2B5EF4-FFF2-40B4-BE49-F238E27FC236}">
                <a16:creationId xmlns:a16="http://schemas.microsoft.com/office/drawing/2014/main" id="{6386312C-BDFF-4300-8B0F-8F8EF5905304}"/>
              </a:ext>
            </a:extLst>
          </p:cNvPr>
          <p:cNvSpPr>
            <a:spLocks xmlns:a="http://schemas.openxmlformats.org/drawingml/2006/main" noGrp="1"/>
          </p:cNvSpPr>
          <p:nvPr/>
        </p:nvSpPr>
        <p:spPr>
          <a:xfrm xmlns:a="http://schemas.openxmlformats.org/drawingml/2006/main">
            <a:off x="5874352" y="4667250"/>
            <a:ext cx="188008"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a:t>
            </a:r>
          </a:p>
        </p:txBody>
      </p:sp>
      <p:sp>
        <p:nvSpPr>
          <p:cNvPr id="64" name="text-357">
            <a:extLst xmlns:a="http://schemas.openxmlformats.org/drawingml/2006/main">
              <a:ext uri="{FF2B5EF4-FFF2-40B4-BE49-F238E27FC236}">
                <a16:creationId xmlns:a16="http://schemas.microsoft.com/office/drawing/2014/main" id="{0807FA5E-BEA2-4EC8-A6F7-54C18FFDE7D4}"/>
              </a:ext>
            </a:extLst>
          </p:cNvPr>
          <p:cNvSpPr>
            <a:spLocks xmlns:a="http://schemas.openxmlformats.org/drawingml/2006/main" noGrp="1"/>
          </p:cNvSpPr>
          <p:nvPr/>
        </p:nvSpPr>
        <p:spPr>
          <a:xfrm xmlns:a="http://schemas.openxmlformats.org/drawingml/2006/main">
            <a:off x="5368183" y="4667250"/>
            <a:ext cx="434160"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MCP</a:t>
            </a:r>
          </a:p>
        </p:txBody>
      </p:sp>
      <p:sp>
        <p:nvSpPr>
          <p:cNvPr id="65" name="text-358">
            <a:extLst xmlns:a="http://schemas.openxmlformats.org/drawingml/2006/main">
              <a:ext uri="{FF2B5EF4-FFF2-40B4-BE49-F238E27FC236}">
                <a16:creationId xmlns:a16="http://schemas.microsoft.com/office/drawing/2014/main" id="{64838B48-8E29-45E4-880C-A10D92B09AD7}"/>
              </a:ext>
            </a:extLst>
          </p:cNvPr>
          <p:cNvSpPr>
            <a:spLocks xmlns:a="http://schemas.openxmlformats.org/drawingml/2006/main" noGrp="1"/>
          </p:cNvSpPr>
          <p:nvPr/>
        </p:nvSpPr>
        <p:spPr>
          <a:xfrm xmlns:a="http://schemas.openxmlformats.org/drawingml/2006/main">
            <a:off x="5108166" y="4667250"/>
            <a:ext cx="188008"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a:t>
            </a:r>
          </a:p>
        </p:txBody>
      </p:sp>
      <p:sp>
        <p:nvSpPr>
          <p:cNvPr id="66" name="text-359">
            <a:extLst xmlns:a="http://schemas.openxmlformats.org/drawingml/2006/main">
              <a:ext uri="{FF2B5EF4-FFF2-40B4-BE49-F238E27FC236}">
                <a16:creationId xmlns:a16="http://schemas.microsoft.com/office/drawing/2014/main" id="{B8328687-D99C-414C-9366-AF5CD8E6CAE8}"/>
              </a:ext>
            </a:extLst>
          </p:cNvPr>
          <p:cNvSpPr>
            <a:spLocks xmlns:a="http://schemas.openxmlformats.org/drawingml/2006/main" noGrp="1"/>
          </p:cNvSpPr>
          <p:nvPr/>
        </p:nvSpPr>
        <p:spPr>
          <a:xfrm xmlns:a="http://schemas.openxmlformats.org/drawingml/2006/main">
            <a:off x="4675872" y="4667250"/>
            <a:ext cx="36028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أدلة</a:t>
            </a:r>
          </a:p>
        </p:txBody>
      </p:sp>
      <p:sp>
        <p:nvSpPr>
          <p:cNvPr id="67" name="shape-360">
            <a:extLst xmlns:a="http://schemas.openxmlformats.org/drawingml/2006/main">
              <a:ext uri="{FF2B5EF4-FFF2-40B4-BE49-F238E27FC236}">
                <a16:creationId xmlns:a16="http://schemas.microsoft.com/office/drawing/2014/main" id="{1B7EEE02-06E5-465F-BE63-F3CC7D6CC070}"/>
              </a:ext>
            </a:extLst>
          </p:cNvPr>
          <p:cNvSpPr>
            <a:spLocks xmlns:a="http://schemas.openxmlformats.org/drawingml/2006/main" noGrp="1"/>
          </p:cNvSpPr>
          <p:nvPr/>
        </p:nvSpPr>
        <p:spPr>
          <a:xfrm xmlns:a="http://schemas.openxmlformats.org/drawingml/2006/main">
            <a:off x="3857625" y="2133600"/>
            <a:ext cx="371475" cy="19050"/>
          </a:xfrm>
          <a:prstGeom xmlns:a="http://schemas.openxmlformats.org/drawingml/2006/main" prst="rect">
            <a:avLst/>
          </a:prstGeom>
          <a:solidFill xmlns:a="http://schemas.openxmlformats.org/drawingml/2006/main">
            <a:srgbClr val="A6DAB5"/>
          </a:solidFill>
          <a:ln xmlns:a="http://schemas.openxmlformats.org/drawingml/2006/main" w="9525">
            <a:noFill/>
          </a:ln>
        </p:spPr>
      </p:sp>
      <p:sp>
        <p:nvSpPr>
          <p:cNvPr id="68" name="shape-361">
            <a:extLst xmlns:a="http://schemas.openxmlformats.org/drawingml/2006/main">
              <a:ext uri="{FF2B5EF4-FFF2-40B4-BE49-F238E27FC236}">
                <a16:creationId xmlns:a16="http://schemas.microsoft.com/office/drawing/2014/main" id="{FE8CC236-5328-4E4D-B924-00D57F44F15B}"/>
              </a:ext>
            </a:extLst>
          </p:cNvPr>
          <p:cNvSpPr>
            <a:spLocks xmlns:a="http://schemas.openxmlformats.org/drawingml/2006/main" noGrp="1"/>
          </p:cNvSpPr>
          <p:nvPr/>
        </p:nvSpPr>
        <p:spPr>
          <a:xfrm xmlns:a="http://schemas.openxmlformats.org/drawingml/2006/main">
            <a:off x="3857625" y="3409950"/>
            <a:ext cx="371475" cy="19050"/>
          </a:xfrm>
          <a:prstGeom xmlns:a="http://schemas.openxmlformats.org/drawingml/2006/main" prst="rect">
            <a:avLst/>
          </a:prstGeom>
          <a:solidFill xmlns:a="http://schemas.openxmlformats.org/drawingml/2006/main">
            <a:srgbClr val="A6DAB5"/>
          </a:solidFill>
          <a:ln xmlns:a="http://schemas.openxmlformats.org/drawingml/2006/main" w="9525">
            <a:noFill/>
          </a:ln>
        </p:spPr>
      </p:sp>
      <p:sp>
        <p:nvSpPr>
          <p:cNvPr id="69" name="shape-362">
            <a:extLst xmlns:a="http://schemas.openxmlformats.org/drawingml/2006/main">
              <a:ext uri="{FF2B5EF4-FFF2-40B4-BE49-F238E27FC236}">
                <a16:creationId xmlns:a16="http://schemas.microsoft.com/office/drawing/2014/main" id="{623799DC-6B98-4F89-BD74-7AC8A2D22F3F}"/>
              </a:ext>
            </a:extLst>
          </p:cNvPr>
          <p:cNvSpPr>
            <a:spLocks xmlns:a="http://schemas.openxmlformats.org/drawingml/2006/main" noGrp="1"/>
          </p:cNvSpPr>
          <p:nvPr/>
        </p:nvSpPr>
        <p:spPr>
          <a:xfrm xmlns:a="http://schemas.openxmlformats.org/drawingml/2006/main">
            <a:off x="3857625" y="4686300"/>
            <a:ext cx="371475" cy="19050"/>
          </a:xfrm>
          <a:prstGeom xmlns:a="http://schemas.openxmlformats.org/drawingml/2006/main" prst="rect">
            <a:avLst/>
          </a:prstGeom>
          <a:solidFill xmlns:a="http://schemas.openxmlformats.org/drawingml/2006/main">
            <a:srgbClr val="A6DAB5"/>
          </a:solidFill>
          <a:ln xmlns:a="http://schemas.openxmlformats.org/drawingml/2006/main" w="9525">
            <a:noFill/>
          </a:ln>
        </p:spPr>
      </p:sp>
      <p:sp>
        <p:nvSpPr>
          <p:cNvPr id="70" name="shape-363">
            <a:extLst xmlns:a="http://schemas.openxmlformats.org/drawingml/2006/main">
              <a:ext uri="{FF2B5EF4-FFF2-40B4-BE49-F238E27FC236}">
                <a16:creationId xmlns:a16="http://schemas.microsoft.com/office/drawing/2014/main" id="{14D73C89-89DC-4A1A-8D17-FF0A4E614879}"/>
              </a:ext>
            </a:extLst>
          </p:cNvPr>
          <p:cNvSpPr>
            <a:spLocks xmlns:a="http://schemas.openxmlformats.org/drawingml/2006/main" noGrp="1"/>
          </p:cNvSpPr>
          <p:nvPr/>
        </p:nvSpPr>
        <p:spPr>
          <a:xfrm xmlns:a="http://schemas.openxmlformats.org/drawingml/2006/main">
            <a:off x="3857625" y="2133600"/>
            <a:ext cx="19050" cy="2552700"/>
          </a:xfrm>
          <a:prstGeom xmlns:a="http://schemas.openxmlformats.org/drawingml/2006/main" prst="rect">
            <a:avLst/>
          </a:prstGeom>
          <a:solidFill xmlns:a="http://schemas.openxmlformats.org/drawingml/2006/main">
            <a:srgbClr val="A6DAB5"/>
          </a:solidFill>
          <a:ln xmlns:a="http://schemas.openxmlformats.org/drawingml/2006/main" w="9525">
            <a:noFill/>
          </a:ln>
        </p:spPr>
      </p:sp>
      <p:sp>
        <p:nvSpPr>
          <p:cNvPr id="71" name="shape-364">
            <a:extLst xmlns:a="http://schemas.openxmlformats.org/drawingml/2006/main">
              <a:ext uri="{FF2B5EF4-FFF2-40B4-BE49-F238E27FC236}">
                <a16:creationId xmlns:a16="http://schemas.microsoft.com/office/drawing/2014/main" id="{4400B29A-9143-4479-8F51-648D08BDEBE4}"/>
              </a:ext>
            </a:extLst>
          </p:cNvPr>
          <p:cNvSpPr>
            <a:spLocks xmlns:a="http://schemas.openxmlformats.org/drawingml/2006/main" noGrp="1"/>
          </p:cNvSpPr>
          <p:nvPr/>
        </p:nvSpPr>
        <p:spPr>
          <a:xfrm xmlns:a="http://schemas.openxmlformats.org/drawingml/2006/main">
            <a:off x="3562350" y="3409950"/>
            <a:ext cx="295275" cy="19050"/>
          </a:xfrm>
          <a:prstGeom xmlns:a="http://schemas.openxmlformats.org/drawingml/2006/main" prst="rect">
            <a:avLst/>
          </a:prstGeom>
          <a:solidFill xmlns:a="http://schemas.openxmlformats.org/drawingml/2006/main">
            <a:srgbClr val="A6DAB5"/>
          </a:solidFill>
          <a:ln xmlns:a="http://schemas.openxmlformats.org/drawingml/2006/main" w="9525">
            <a:noFill/>
          </a:ln>
        </p:spPr>
      </p:sp>
      <p:sp>
        <p:nvSpPr>
          <p:cNvPr id="72" name="text-365">
            <a:extLst xmlns:a="http://schemas.openxmlformats.org/drawingml/2006/main">
              <a:ext uri="{FF2B5EF4-FFF2-40B4-BE49-F238E27FC236}">
                <a16:creationId xmlns:a16="http://schemas.microsoft.com/office/drawing/2014/main" id="{FDE3606B-2B03-4657-9B41-F1C883E881F9}"/>
              </a:ext>
            </a:extLst>
          </p:cNvPr>
          <p:cNvSpPr>
            <a:spLocks xmlns:a="http://schemas.openxmlformats.org/drawingml/2006/main" noGrp="1"/>
          </p:cNvSpPr>
          <p:nvPr/>
        </p:nvSpPr>
        <p:spPr>
          <a:xfrm xmlns:a="http://schemas.openxmlformats.org/drawingml/2006/main">
            <a:off x="3543300" y="3248025"/>
            <a:ext cx="29527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650" b="0">
                <a:solidFill>
                  <a:srgbClr val="A6DAB5"/>
                </a:solidFill>
                <a:latin typeface="Tahoma"/>
                <a:ea typeface="Tahoma"/>
                <a:cs typeface="Tahoma"/>
              </a:defRPr>
            </a:pPr>
            <a:r>
              <a:rPr sz="1650" b="0">
                <a:solidFill>
                  <a:srgbClr val="A6DAB5"/>
                </a:solidFill>
                <a:latin typeface="Tahoma"/>
                <a:ea typeface="Tahoma"/>
                <a:cs typeface="Tahoma"/>
              </a:rPr>
              <a:t>←</a:t>
            </a:r>
          </a:p>
        </p:txBody>
      </p:sp>
      <p:sp>
        <p:nvSpPr>
          <p:cNvPr id="73" name="shape-366">
            <a:extLst xmlns:a="http://schemas.openxmlformats.org/drawingml/2006/main">
              <a:ext uri="{FF2B5EF4-FFF2-40B4-BE49-F238E27FC236}">
                <a16:creationId xmlns:a16="http://schemas.microsoft.com/office/drawing/2014/main" id="{8258F4DF-FB33-4DB3-B334-A8A7D73E65EA}"/>
              </a:ext>
            </a:extLst>
          </p:cNvPr>
          <p:cNvSpPr>
            <a:spLocks xmlns:a="http://schemas.openxmlformats.org/drawingml/2006/main" noGrp="1"/>
          </p:cNvSpPr>
          <p:nvPr/>
        </p:nvSpPr>
        <p:spPr>
          <a:xfrm xmlns:a="http://schemas.openxmlformats.org/drawingml/2006/main">
            <a:off x="609600" y="2428875"/>
            <a:ext cx="2895600" cy="19716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74" name="text-367">
            <a:extLst xmlns:a="http://schemas.openxmlformats.org/drawingml/2006/main">
              <a:ext uri="{FF2B5EF4-FFF2-40B4-BE49-F238E27FC236}">
                <a16:creationId xmlns:a16="http://schemas.microsoft.com/office/drawing/2014/main" id="{EF290F84-A518-4A3C-9EAF-35AA4A4E29DB}"/>
              </a:ext>
            </a:extLst>
          </p:cNvPr>
          <p:cNvSpPr>
            <a:spLocks xmlns:a="http://schemas.openxmlformats.org/drawingml/2006/main" noGrp="1"/>
          </p:cNvSpPr>
          <p:nvPr/>
        </p:nvSpPr>
        <p:spPr>
          <a:xfrm xmlns:a="http://schemas.openxmlformats.org/drawingml/2006/main">
            <a:off x="2108534" y="2533650"/>
            <a:ext cx="78204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ضوابط</a:t>
            </a:r>
          </a:p>
        </p:txBody>
      </p:sp>
      <p:sp>
        <p:nvSpPr>
          <p:cNvPr id="75" name="text-368">
            <a:extLst xmlns:a="http://schemas.openxmlformats.org/drawingml/2006/main">
              <a:ext uri="{FF2B5EF4-FFF2-40B4-BE49-F238E27FC236}">
                <a16:creationId xmlns:a16="http://schemas.microsoft.com/office/drawing/2014/main" id="{EDFB4B8B-12BD-4692-98FF-58079D52FBF4}"/>
              </a:ext>
            </a:extLst>
          </p:cNvPr>
          <p:cNvSpPr>
            <a:spLocks xmlns:a="http://schemas.openxmlformats.org/drawingml/2006/main" noGrp="1"/>
          </p:cNvSpPr>
          <p:nvPr/>
        </p:nvSpPr>
        <p:spPr>
          <a:xfrm xmlns:a="http://schemas.openxmlformats.org/drawingml/2006/main">
            <a:off x="1186125" y="2533650"/>
            <a:ext cx="84316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الإخراج</a:t>
            </a:r>
          </a:p>
        </p:txBody>
      </p:sp>
      <p:sp>
        <p:nvSpPr>
          <p:cNvPr id="76" name="text-369">
            <a:extLst xmlns:a="http://schemas.openxmlformats.org/drawingml/2006/main">
              <a:ext uri="{FF2B5EF4-FFF2-40B4-BE49-F238E27FC236}">
                <a16:creationId xmlns:a16="http://schemas.microsoft.com/office/drawing/2014/main" id="{A7294349-A3FE-4122-B661-561F22A68A83}"/>
              </a:ext>
            </a:extLst>
          </p:cNvPr>
          <p:cNvSpPr>
            <a:spLocks xmlns:a="http://schemas.openxmlformats.org/drawingml/2006/main" noGrp="1"/>
          </p:cNvSpPr>
          <p:nvPr/>
        </p:nvSpPr>
        <p:spPr>
          <a:xfrm xmlns:a="http://schemas.openxmlformats.org/drawingml/2006/main">
            <a:off x="2673431" y="2924175"/>
            <a:ext cx="41159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ضبط</a:t>
            </a:r>
          </a:p>
        </p:txBody>
      </p:sp>
      <p:sp>
        <p:nvSpPr>
          <p:cNvPr id="77" name="text-370">
            <a:extLst xmlns:a="http://schemas.openxmlformats.org/drawingml/2006/main">
              <a:ext uri="{FF2B5EF4-FFF2-40B4-BE49-F238E27FC236}">
                <a16:creationId xmlns:a16="http://schemas.microsoft.com/office/drawing/2014/main" id="{F94525E1-021C-4E3E-BAE8-1C9BC602738D}"/>
              </a:ext>
            </a:extLst>
          </p:cNvPr>
          <p:cNvSpPr>
            <a:spLocks xmlns:a="http://schemas.openxmlformats.org/drawingml/2006/main" noGrp="1"/>
          </p:cNvSpPr>
          <p:nvPr/>
        </p:nvSpPr>
        <p:spPr>
          <a:xfrm xmlns:a="http://schemas.openxmlformats.org/drawingml/2006/main">
            <a:off x="2143618" y="2924175"/>
            <a:ext cx="457804"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النص</a:t>
            </a:r>
          </a:p>
        </p:txBody>
      </p:sp>
      <p:sp>
        <p:nvSpPr>
          <p:cNvPr id="78" name="text-371">
            <a:extLst xmlns:a="http://schemas.openxmlformats.org/drawingml/2006/main">
              <a:ext uri="{FF2B5EF4-FFF2-40B4-BE49-F238E27FC236}">
                <a16:creationId xmlns:a16="http://schemas.microsoft.com/office/drawing/2014/main" id="{E1420177-5B4E-470A-8395-76D3870F1524}"/>
              </a:ext>
            </a:extLst>
          </p:cNvPr>
          <p:cNvSpPr>
            <a:spLocks xmlns:a="http://schemas.openxmlformats.org/drawingml/2006/main" noGrp="1"/>
          </p:cNvSpPr>
          <p:nvPr/>
        </p:nvSpPr>
        <p:spPr>
          <a:xfrm xmlns:a="http://schemas.openxmlformats.org/drawingml/2006/main">
            <a:off x="1632348" y="2924175"/>
            <a:ext cx="43926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حيث</a:t>
            </a:r>
          </a:p>
        </p:txBody>
      </p:sp>
      <p:sp>
        <p:nvSpPr>
          <p:cNvPr id="79" name="text-372">
            <a:extLst xmlns:a="http://schemas.openxmlformats.org/drawingml/2006/main">
              <a:ext uri="{FF2B5EF4-FFF2-40B4-BE49-F238E27FC236}">
                <a16:creationId xmlns:a16="http://schemas.microsoft.com/office/drawing/2014/main" id="{B6A1D22C-8B21-40B6-A0C3-A1AE193B2156}"/>
              </a:ext>
            </a:extLst>
          </p:cNvPr>
          <p:cNvSpPr>
            <a:spLocks xmlns:a="http://schemas.openxmlformats.org/drawingml/2006/main" noGrp="1"/>
          </p:cNvSpPr>
          <p:nvPr/>
        </p:nvSpPr>
        <p:spPr>
          <a:xfrm xmlns:a="http://schemas.openxmlformats.org/drawingml/2006/main">
            <a:off x="991673" y="2924175"/>
            <a:ext cx="56866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ينطبق</a:t>
            </a:r>
          </a:p>
        </p:txBody>
      </p:sp>
      <p:sp>
        <p:nvSpPr>
          <p:cNvPr id="80" name="text-373">
            <a:extLst xmlns:a="http://schemas.openxmlformats.org/drawingml/2006/main">
              <a:ext uri="{FF2B5EF4-FFF2-40B4-BE49-F238E27FC236}">
                <a16:creationId xmlns:a16="http://schemas.microsoft.com/office/drawing/2014/main" id="{8229162B-5803-42D3-BD87-94D667C06A89}"/>
              </a:ext>
            </a:extLst>
          </p:cNvPr>
          <p:cNvSpPr>
            <a:spLocks xmlns:a="http://schemas.openxmlformats.org/drawingml/2006/main" noGrp="1"/>
          </p:cNvSpPr>
          <p:nvPr/>
        </p:nvSpPr>
        <p:spPr>
          <a:xfrm xmlns:a="http://schemas.openxmlformats.org/drawingml/2006/main">
            <a:off x="2660726" y="3209925"/>
            <a:ext cx="567979"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صياغة</a:t>
            </a:r>
          </a:p>
        </p:txBody>
      </p:sp>
      <p:sp>
        <p:nvSpPr>
          <p:cNvPr id="81" name="text-374">
            <a:extLst xmlns:a="http://schemas.openxmlformats.org/drawingml/2006/main">
              <a:ext uri="{FF2B5EF4-FFF2-40B4-BE49-F238E27FC236}">
                <a16:creationId xmlns:a16="http://schemas.microsoft.com/office/drawing/2014/main" id="{BE6DCED6-B054-45F0-AC7E-005101F89D28}"/>
              </a:ext>
            </a:extLst>
          </p:cNvPr>
          <p:cNvSpPr>
            <a:spLocks xmlns:a="http://schemas.openxmlformats.org/drawingml/2006/main" noGrp="1"/>
          </p:cNvSpPr>
          <p:nvPr/>
        </p:nvSpPr>
        <p:spPr>
          <a:xfrm xmlns:a="http://schemas.openxmlformats.org/drawingml/2006/main">
            <a:off x="2415033" y="3209925"/>
            <a:ext cx="17368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أو</a:t>
            </a:r>
          </a:p>
        </p:txBody>
      </p:sp>
      <p:sp>
        <p:nvSpPr>
          <p:cNvPr id="82" name="text-375">
            <a:extLst xmlns:a="http://schemas.openxmlformats.org/drawingml/2006/main">
              <a:ext uri="{FF2B5EF4-FFF2-40B4-BE49-F238E27FC236}">
                <a16:creationId xmlns:a16="http://schemas.microsoft.com/office/drawing/2014/main" id="{4F45A0AA-933A-46A2-AFF1-F7A3054A9081}"/>
              </a:ext>
            </a:extLst>
          </p:cNvPr>
          <p:cNvSpPr>
            <a:spLocks xmlns:a="http://schemas.openxmlformats.org/drawingml/2006/main" noGrp="1"/>
          </p:cNvSpPr>
          <p:nvPr/>
        </p:nvSpPr>
        <p:spPr>
          <a:xfrm xmlns:a="http://schemas.openxmlformats.org/drawingml/2006/main">
            <a:off x="1710687" y="3209925"/>
            <a:ext cx="632337"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مراجعة</a:t>
            </a:r>
          </a:p>
        </p:txBody>
      </p:sp>
      <p:sp>
        <p:nvSpPr>
          <p:cNvPr id="83" name="text-376">
            <a:extLst xmlns:a="http://schemas.openxmlformats.org/drawingml/2006/main">
              <a:ext uri="{FF2B5EF4-FFF2-40B4-BE49-F238E27FC236}">
                <a16:creationId xmlns:a16="http://schemas.microsoft.com/office/drawing/2014/main" id="{71ADDE7C-5D34-41C2-AFCA-0FC03DADEC7C}"/>
              </a:ext>
            </a:extLst>
          </p:cNvPr>
          <p:cNvSpPr>
            <a:spLocks xmlns:a="http://schemas.openxmlformats.org/drawingml/2006/main" noGrp="1"/>
          </p:cNvSpPr>
          <p:nvPr/>
        </p:nvSpPr>
        <p:spPr>
          <a:xfrm xmlns:a="http://schemas.openxmlformats.org/drawingml/2006/main">
            <a:off x="847995" y="3209925"/>
            <a:ext cx="790683"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مشروطة</a:t>
            </a:r>
          </a:p>
        </p:txBody>
      </p:sp>
      <p:sp>
        <p:nvSpPr>
          <p:cNvPr id="84" name="text-377">
            <a:extLst xmlns:a="http://schemas.openxmlformats.org/drawingml/2006/main">
              <a:ext uri="{FF2B5EF4-FFF2-40B4-BE49-F238E27FC236}">
                <a16:creationId xmlns:a16="http://schemas.microsoft.com/office/drawing/2014/main" id="{92B76FCD-C0F2-4459-A381-BCE788DAFE67}"/>
              </a:ext>
            </a:extLst>
          </p:cNvPr>
          <p:cNvSpPr>
            <a:spLocks xmlns:a="http://schemas.openxmlformats.org/drawingml/2006/main" noGrp="1"/>
          </p:cNvSpPr>
          <p:nvPr/>
        </p:nvSpPr>
        <p:spPr>
          <a:xfrm xmlns:a="http://schemas.openxmlformats.org/drawingml/2006/main">
            <a:off x="2299626" y="3495675"/>
            <a:ext cx="53305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مصادر</a:t>
            </a:r>
          </a:p>
        </p:txBody>
      </p:sp>
      <p:sp>
        <p:nvSpPr>
          <p:cNvPr id="85" name="text-378">
            <a:extLst xmlns:a="http://schemas.openxmlformats.org/drawingml/2006/main">
              <a:ext uri="{FF2B5EF4-FFF2-40B4-BE49-F238E27FC236}">
                <a16:creationId xmlns:a16="http://schemas.microsoft.com/office/drawing/2014/main" id="{2C278B58-9932-4CBF-9E27-B125628E49EF}"/>
              </a:ext>
            </a:extLst>
          </p:cNvPr>
          <p:cNvSpPr>
            <a:spLocks xmlns:a="http://schemas.openxmlformats.org/drawingml/2006/main" noGrp="1"/>
          </p:cNvSpPr>
          <p:nvPr/>
        </p:nvSpPr>
        <p:spPr>
          <a:xfrm xmlns:a="http://schemas.openxmlformats.org/drawingml/2006/main">
            <a:off x="1690738" y="3495675"/>
            <a:ext cx="536879"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وروابط</a:t>
            </a:r>
          </a:p>
        </p:txBody>
      </p:sp>
      <p:sp>
        <p:nvSpPr>
          <p:cNvPr id="86" name="text-379">
            <a:extLst xmlns:a="http://schemas.openxmlformats.org/drawingml/2006/main">
              <a:ext uri="{FF2B5EF4-FFF2-40B4-BE49-F238E27FC236}">
                <a16:creationId xmlns:a16="http://schemas.microsoft.com/office/drawing/2014/main" id="{78114695-C263-440C-B354-3DD9469C1749}"/>
              </a:ext>
            </a:extLst>
          </p:cNvPr>
          <p:cNvSpPr>
            <a:spLocks xmlns:a="http://schemas.openxmlformats.org/drawingml/2006/main" noGrp="1"/>
          </p:cNvSpPr>
          <p:nvPr/>
        </p:nvSpPr>
        <p:spPr>
          <a:xfrm xmlns:a="http://schemas.openxmlformats.org/drawingml/2006/main">
            <a:off x="1244022" y="3495675"/>
            <a:ext cx="374707"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وبث</a:t>
            </a:r>
          </a:p>
        </p:txBody>
      </p:sp>
      <p:sp>
        <p:nvSpPr>
          <p:cNvPr id="87" name="text-380">
            <a:extLst xmlns:a="http://schemas.openxmlformats.org/drawingml/2006/main">
              <a:ext uri="{FF2B5EF4-FFF2-40B4-BE49-F238E27FC236}">
                <a16:creationId xmlns:a16="http://schemas.microsoft.com/office/drawing/2014/main" id="{F389308C-0BE7-4A63-9B2F-4038368774DB}"/>
              </a:ext>
            </a:extLst>
          </p:cNvPr>
          <p:cNvSpPr>
            <a:spLocks xmlns:a="http://schemas.openxmlformats.org/drawingml/2006/main" noGrp="1"/>
          </p:cNvSpPr>
          <p:nvPr/>
        </p:nvSpPr>
        <p:spPr>
          <a:xfrm xmlns:a="http://schemas.openxmlformats.org/drawingml/2006/main">
            <a:off x="2583090" y="3781425"/>
            <a:ext cx="778812"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استيضاح</a:t>
            </a:r>
          </a:p>
        </p:txBody>
      </p:sp>
      <p:sp>
        <p:nvSpPr>
          <p:cNvPr id="88" name="text-381">
            <a:extLst xmlns:a="http://schemas.openxmlformats.org/drawingml/2006/main">
              <a:ext uri="{FF2B5EF4-FFF2-40B4-BE49-F238E27FC236}">
                <a16:creationId xmlns:a16="http://schemas.microsoft.com/office/drawing/2014/main" id="{48F0EEE7-9FEF-40AA-A4A1-80949C15C0D6}"/>
              </a:ext>
            </a:extLst>
          </p:cNvPr>
          <p:cNvSpPr>
            <a:spLocks xmlns:a="http://schemas.openxmlformats.org/drawingml/2006/main" noGrp="1"/>
          </p:cNvSpPr>
          <p:nvPr/>
        </p:nvSpPr>
        <p:spPr>
          <a:xfrm xmlns:a="http://schemas.openxmlformats.org/drawingml/2006/main">
            <a:off x="2337397" y="3781425"/>
            <a:ext cx="17368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أو</a:t>
            </a:r>
          </a:p>
        </p:txBody>
      </p:sp>
      <p:sp>
        <p:nvSpPr>
          <p:cNvPr id="89" name="text-382">
            <a:extLst xmlns:a="http://schemas.openxmlformats.org/drawingml/2006/main">
              <a:ext uri="{FF2B5EF4-FFF2-40B4-BE49-F238E27FC236}">
                <a16:creationId xmlns:a16="http://schemas.microsoft.com/office/drawing/2014/main" id="{9B633CF4-1FB8-474C-81BC-E1410EE74CBA}"/>
              </a:ext>
            </a:extLst>
          </p:cNvPr>
          <p:cNvSpPr>
            <a:spLocks xmlns:a="http://schemas.openxmlformats.org/drawingml/2006/main" noGrp="1"/>
          </p:cNvSpPr>
          <p:nvPr/>
        </p:nvSpPr>
        <p:spPr>
          <a:xfrm xmlns:a="http://schemas.openxmlformats.org/drawingml/2006/main">
            <a:off x="1804641" y="3781425"/>
            <a:ext cx="460747"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إحالة</a:t>
            </a:r>
          </a:p>
        </p:txBody>
      </p:sp>
      <p:sp>
        <p:nvSpPr>
          <p:cNvPr id="90" name="text-383">
            <a:extLst xmlns:a="http://schemas.openxmlformats.org/drawingml/2006/main">
              <a:ext uri="{FF2B5EF4-FFF2-40B4-BE49-F238E27FC236}">
                <a16:creationId xmlns:a16="http://schemas.microsoft.com/office/drawing/2014/main" id="{D7B0EA2D-84FA-40AC-B981-F1DCFED4BAE6}"/>
              </a:ext>
            </a:extLst>
          </p:cNvPr>
          <p:cNvSpPr>
            <a:spLocks xmlns:a="http://schemas.openxmlformats.org/drawingml/2006/main" noGrp="1"/>
          </p:cNvSpPr>
          <p:nvPr/>
        </p:nvSpPr>
        <p:spPr>
          <a:xfrm xmlns:a="http://schemas.openxmlformats.org/drawingml/2006/main">
            <a:off x="1387652" y="3781425"/>
            <a:ext cx="344980"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عند</a:t>
            </a:r>
          </a:p>
        </p:txBody>
      </p:sp>
      <p:sp>
        <p:nvSpPr>
          <p:cNvPr id="91" name="text-384">
            <a:extLst xmlns:a="http://schemas.openxmlformats.org/drawingml/2006/main">
              <a:ext uri="{FF2B5EF4-FFF2-40B4-BE49-F238E27FC236}">
                <a16:creationId xmlns:a16="http://schemas.microsoft.com/office/drawing/2014/main" id="{A22F270B-894D-4C25-9180-A4ACDFDE3513}"/>
              </a:ext>
            </a:extLst>
          </p:cNvPr>
          <p:cNvSpPr>
            <a:spLocks xmlns:a="http://schemas.openxmlformats.org/drawingml/2006/main" noGrp="1"/>
          </p:cNvSpPr>
          <p:nvPr/>
        </p:nvSpPr>
        <p:spPr>
          <a:xfrm xmlns:a="http://schemas.openxmlformats.org/drawingml/2006/main">
            <a:off x="714798" y="3781425"/>
            <a:ext cx="600845" cy="4252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F3F0E6"/>
                </a:solidFill>
                <a:latin typeface="Tahoma"/>
                <a:ea typeface="Tahoma"/>
                <a:cs typeface="Tahoma"/>
              </a:defRPr>
            </a:pPr>
            <a:r>
              <a:rPr sz="1575" b="0">
                <a:solidFill>
                  <a:srgbClr val="F3F0E6"/>
                </a:solidFill>
                <a:latin typeface="Tahoma"/>
                <a:ea typeface="Tahoma"/>
                <a:cs typeface="Tahoma"/>
              </a:rPr>
              <a:t>الحاجة</a:t>
            </a:r>
          </a:p>
        </p:txBody>
      </p:sp>
      <p:sp>
        <p:nvSpPr>
          <p:cNvPr id="92" name="text-385">
            <a:extLst xmlns:a="http://schemas.openxmlformats.org/drawingml/2006/main">
              <a:ext uri="{FF2B5EF4-FFF2-40B4-BE49-F238E27FC236}">
                <a16:creationId xmlns:a16="http://schemas.microsoft.com/office/drawing/2014/main" id="{8700030E-2C2F-4F1D-BA0E-FE8699F57581}"/>
              </a:ext>
            </a:extLst>
          </p:cNvPr>
          <p:cNvSpPr>
            <a:spLocks xmlns:a="http://schemas.openxmlformats.org/drawingml/2006/main" noGrp="1"/>
          </p:cNvSpPr>
          <p:nvPr/>
        </p:nvSpPr>
        <p:spPr>
          <a:xfrm xmlns:a="http://schemas.openxmlformats.org/drawingml/2006/main">
            <a:off x="11044638" y="5476875"/>
            <a:ext cx="53776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النص</a:t>
            </a:r>
          </a:p>
        </p:txBody>
      </p:sp>
      <p:sp>
        <p:nvSpPr>
          <p:cNvPr id="93" name="text-386">
            <a:extLst xmlns:a="http://schemas.openxmlformats.org/drawingml/2006/main">
              <a:ext uri="{FF2B5EF4-FFF2-40B4-BE49-F238E27FC236}">
                <a16:creationId xmlns:a16="http://schemas.microsoft.com/office/drawing/2014/main" id="{D117DE52-3A71-49C1-B048-ECE86D35C9D5}"/>
              </a:ext>
            </a:extLst>
          </p:cNvPr>
          <p:cNvSpPr>
            <a:spLocks xmlns:a="http://schemas.openxmlformats.org/drawingml/2006/main" noGrp="1"/>
          </p:cNvSpPr>
          <p:nvPr/>
        </p:nvSpPr>
        <p:spPr>
          <a:xfrm xmlns:a="http://schemas.openxmlformats.org/drawingml/2006/main">
            <a:off x="10214287" y="5476875"/>
            <a:ext cx="74643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المخزن</a:t>
            </a:r>
          </a:p>
        </p:txBody>
      </p:sp>
      <p:sp>
        <p:nvSpPr>
          <p:cNvPr id="94" name="text-387">
            <a:extLst xmlns:a="http://schemas.openxmlformats.org/drawingml/2006/main">
              <a:ext uri="{FF2B5EF4-FFF2-40B4-BE49-F238E27FC236}">
                <a16:creationId xmlns:a16="http://schemas.microsoft.com/office/drawing/2014/main" id="{545D0024-8A69-48D3-8379-E50855A01158}"/>
              </a:ext>
            </a:extLst>
          </p:cNvPr>
          <p:cNvSpPr>
            <a:spLocks xmlns:a="http://schemas.openxmlformats.org/drawingml/2006/main" noGrp="1"/>
          </p:cNvSpPr>
          <p:nvPr/>
        </p:nvSpPr>
        <p:spPr>
          <a:xfrm xmlns:a="http://schemas.openxmlformats.org/drawingml/2006/main">
            <a:off x="9419843" y="5476875"/>
            <a:ext cx="71052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الموثق</a:t>
            </a:r>
          </a:p>
        </p:txBody>
      </p:sp>
      <p:sp>
        <p:nvSpPr>
          <p:cNvPr id="95" name="text-388">
            <a:extLst xmlns:a="http://schemas.openxmlformats.org/drawingml/2006/main">
              <a:ext uri="{FF2B5EF4-FFF2-40B4-BE49-F238E27FC236}">
                <a16:creationId xmlns:a16="http://schemas.microsoft.com/office/drawing/2014/main" id="{E1FEB426-72CE-4CC8-8D56-F53A1AA407C7}"/>
              </a:ext>
            </a:extLst>
          </p:cNvPr>
          <p:cNvSpPr>
            <a:spLocks xmlns:a="http://schemas.openxmlformats.org/drawingml/2006/main" noGrp="1"/>
          </p:cNvSpPr>
          <p:nvPr/>
        </p:nvSpPr>
        <p:spPr>
          <a:xfrm xmlns:a="http://schemas.openxmlformats.org/drawingml/2006/main">
            <a:off x="8780605" y="5476875"/>
            <a:ext cx="55532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يُنشر</a:t>
            </a:r>
          </a:p>
        </p:txBody>
      </p:sp>
      <p:sp>
        <p:nvSpPr>
          <p:cNvPr id="96" name="text-389">
            <a:extLst xmlns:a="http://schemas.openxmlformats.org/drawingml/2006/main">
              <a:ext uri="{FF2B5EF4-FFF2-40B4-BE49-F238E27FC236}">
                <a16:creationId xmlns:a16="http://schemas.microsoft.com/office/drawing/2014/main" id="{42C20128-CCB6-49C3-B17C-7BFDC0B456C7}"/>
              </a:ext>
            </a:extLst>
          </p:cNvPr>
          <p:cNvSpPr>
            <a:spLocks xmlns:a="http://schemas.openxmlformats.org/drawingml/2006/main" noGrp="1"/>
          </p:cNvSpPr>
          <p:nvPr/>
        </p:nvSpPr>
        <p:spPr>
          <a:xfrm xmlns:a="http://schemas.openxmlformats.org/drawingml/2006/main">
            <a:off x="8279208" y="5476875"/>
            <a:ext cx="41748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دون</a:t>
            </a:r>
          </a:p>
        </p:txBody>
      </p:sp>
      <p:sp>
        <p:nvSpPr>
          <p:cNvPr id="97" name="text-390">
            <a:extLst xmlns:a="http://schemas.openxmlformats.org/drawingml/2006/main">
              <a:ext uri="{FF2B5EF4-FFF2-40B4-BE49-F238E27FC236}">
                <a16:creationId xmlns:a16="http://schemas.microsoft.com/office/drawing/2014/main" id="{0833D6A3-7025-4E8D-A0D9-9F608C42226E}"/>
              </a:ext>
            </a:extLst>
          </p:cNvPr>
          <p:cNvSpPr>
            <a:spLocks xmlns:a="http://schemas.openxmlformats.org/drawingml/2006/main" noGrp="1"/>
          </p:cNvSpPr>
          <p:nvPr/>
        </p:nvSpPr>
        <p:spPr>
          <a:xfrm xmlns:a="http://schemas.openxmlformats.org/drawingml/2006/main">
            <a:off x="7820880" y="5476875"/>
            <a:ext cx="37441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إذن</a:t>
            </a:r>
          </a:p>
        </p:txBody>
      </p:sp>
      <p:sp>
        <p:nvSpPr>
          <p:cNvPr id="98" name="text-391">
            <a:extLst xmlns:a="http://schemas.openxmlformats.org/drawingml/2006/main">
              <a:ext uri="{FF2B5EF4-FFF2-40B4-BE49-F238E27FC236}">
                <a16:creationId xmlns:a16="http://schemas.microsoft.com/office/drawing/2014/main" id="{2D7AFCCA-9F83-4254-BB15-AD177DAA0B45}"/>
              </a:ext>
            </a:extLst>
          </p:cNvPr>
          <p:cNvSpPr>
            <a:spLocks xmlns:a="http://schemas.openxmlformats.org/drawingml/2006/main" noGrp="1"/>
          </p:cNvSpPr>
          <p:nvPr/>
        </p:nvSpPr>
        <p:spPr>
          <a:xfrm xmlns:a="http://schemas.openxmlformats.org/drawingml/2006/main">
            <a:off x="7108454" y="5476875"/>
            <a:ext cx="62851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نموذج</a:t>
            </a:r>
          </a:p>
        </p:txBody>
      </p:sp>
      <p:sp>
        <p:nvSpPr>
          <p:cNvPr id="99" name="text-392">
            <a:extLst xmlns:a="http://schemas.openxmlformats.org/drawingml/2006/main">
              <a:ext uri="{FF2B5EF4-FFF2-40B4-BE49-F238E27FC236}">
                <a16:creationId xmlns:a16="http://schemas.microsoft.com/office/drawing/2014/main" id="{391761DF-C742-4264-BFFF-6B82C462F5A9}"/>
              </a:ext>
            </a:extLst>
          </p:cNvPr>
          <p:cNvSpPr>
            <a:spLocks xmlns:a="http://schemas.openxmlformats.org/drawingml/2006/main" noGrp="1"/>
          </p:cNvSpPr>
          <p:nvPr/>
        </p:nvSpPr>
        <p:spPr>
          <a:xfrm xmlns:a="http://schemas.openxmlformats.org/drawingml/2006/main">
            <a:off x="6257206" y="5476875"/>
            <a:ext cx="76733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خارجي</a:t>
            </a:r>
          </a:p>
        </p:txBody>
      </p:sp>
      <p:sp>
        <p:nvSpPr>
          <p:cNvPr id="100" name="text-393">
            <a:extLst xmlns:a="http://schemas.openxmlformats.org/drawingml/2006/main">
              <a:ext uri="{FF2B5EF4-FFF2-40B4-BE49-F238E27FC236}">
                <a16:creationId xmlns:a16="http://schemas.microsoft.com/office/drawing/2014/main" id="{810C9CD3-EB1E-40A6-9309-31EC5261C8EC}"/>
              </a:ext>
            </a:extLst>
          </p:cNvPr>
          <p:cNvSpPr>
            <a:spLocks xmlns:a="http://schemas.openxmlformats.org/drawingml/2006/main" noGrp="1"/>
          </p:cNvSpPr>
          <p:nvPr/>
        </p:nvSpPr>
        <p:spPr>
          <a:xfrm xmlns:a="http://schemas.openxmlformats.org/drawingml/2006/main">
            <a:off x="11063279" y="5829300"/>
            <a:ext cx="51912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مسار</a:t>
            </a:r>
          </a:p>
        </p:txBody>
      </p:sp>
      <p:sp>
        <p:nvSpPr>
          <p:cNvPr id="101" name="text-394">
            <a:extLst xmlns:a="http://schemas.openxmlformats.org/drawingml/2006/main">
              <a:ext uri="{FF2B5EF4-FFF2-40B4-BE49-F238E27FC236}">
                <a16:creationId xmlns:a16="http://schemas.microsoft.com/office/drawing/2014/main" id="{CC7510A5-AAE1-486A-9469-9DF928AEBE69}"/>
              </a:ext>
            </a:extLst>
          </p:cNvPr>
          <p:cNvSpPr>
            <a:spLocks xmlns:a="http://schemas.openxmlformats.org/drawingml/2006/main" noGrp="1"/>
          </p:cNvSpPr>
          <p:nvPr/>
        </p:nvSpPr>
        <p:spPr>
          <a:xfrm xmlns:a="http://schemas.openxmlformats.org/drawingml/2006/main">
            <a:off x="10407489" y="5829300"/>
            <a:ext cx="58073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الطلب</a:t>
            </a:r>
          </a:p>
        </p:txBody>
      </p:sp>
      <p:sp>
        <p:nvSpPr>
          <p:cNvPr id="102" name="text-395">
            <a:extLst xmlns:a="http://schemas.openxmlformats.org/drawingml/2006/main">
              <a:ext uri="{FF2B5EF4-FFF2-40B4-BE49-F238E27FC236}">
                <a16:creationId xmlns:a16="http://schemas.microsoft.com/office/drawing/2014/main" id="{D0E9BE9E-5EF2-4394-A3BE-9F4599C8B9F9}"/>
              </a:ext>
            </a:extLst>
          </p:cNvPr>
          <p:cNvSpPr>
            <a:spLocks xmlns:a="http://schemas.openxmlformats.org/drawingml/2006/main" noGrp="1"/>
          </p:cNvSpPr>
          <p:nvPr/>
        </p:nvSpPr>
        <p:spPr>
          <a:xfrm xmlns:a="http://schemas.openxmlformats.org/drawingml/2006/main">
            <a:off x="10162868" y="5829300"/>
            <a:ext cx="16956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لا</a:t>
            </a:r>
          </a:p>
        </p:txBody>
      </p:sp>
      <p:sp>
        <p:nvSpPr>
          <p:cNvPr id="103" name="text-396">
            <a:extLst xmlns:a="http://schemas.openxmlformats.org/drawingml/2006/main">
              <a:ext uri="{FF2B5EF4-FFF2-40B4-BE49-F238E27FC236}">
                <a16:creationId xmlns:a16="http://schemas.microsoft.com/office/drawing/2014/main" id="{C70916B7-95FB-4131-9C87-FE915DF86D9D}"/>
              </a:ext>
            </a:extLst>
          </p:cNvPr>
          <p:cNvSpPr>
            <a:spLocks xmlns:a="http://schemas.openxmlformats.org/drawingml/2006/main" noGrp="1"/>
          </p:cNvSpPr>
          <p:nvPr/>
        </p:nvSpPr>
        <p:spPr>
          <a:xfrm xmlns:a="http://schemas.openxmlformats.org/drawingml/2006/main">
            <a:off x="9223548" y="5829300"/>
            <a:ext cx="86426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يستدعي</a:t>
            </a:r>
          </a:p>
        </p:txBody>
      </p:sp>
      <p:sp>
        <p:nvSpPr>
          <p:cNvPr id="104" name="text-397">
            <a:extLst xmlns:a="http://schemas.openxmlformats.org/drawingml/2006/main">
              <a:ext uri="{FF2B5EF4-FFF2-40B4-BE49-F238E27FC236}">
                <a16:creationId xmlns:a16="http://schemas.microsoft.com/office/drawing/2014/main" id="{E4DE9F2D-A4EC-4825-8C3B-D36C7E156541}"/>
              </a:ext>
            </a:extLst>
          </p:cNvPr>
          <p:cNvSpPr>
            <a:spLocks xmlns:a="http://schemas.openxmlformats.org/drawingml/2006/main" noGrp="1"/>
          </p:cNvSpPr>
          <p:nvPr/>
        </p:nvSpPr>
        <p:spPr>
          <a:xfrm xmlns:a="http://schemas.openxmlformats.org/drawingml/2006/main">
            <a:off x="8850700" y="5829300"/>
            <a:ext cx="29779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كل</a:t>
            </a:r>
          </a:p>
        </p:txBody>
      </p:sp>
      <p:sp>
        <p:nvSpPr>
          <p:cNvPr id="105" name="text-398">
            <a:extLst xmlns:a="http://schemas.openxmlformats.org/drawingml/2006/main">
              <a:ext uri="{FF2B5EF4-FFF2-40B4-BE49-F238E27FC236}">
                <a16:creationId xmlns:a16="http://schemas.microsoft.com/office/drawing/2014/main" id="{EE4FEE98-7E90-40FB-AE6E-163EDFA88CC5}"/>
              </a:ext>
            </a:extLst>
          </p:cNvPr>
          <p:cNvSpPr>
            <a:spLocks xmlns:a="http://schemas.openxmlformats.org/drawingml/2006/main" noGrp="1"/>
          </p:cNvSpPr>
          <p:nvPr/>
        </p:nvSpPr>
        <p:spPr>
          <a:xfrm xmlns:a="http://schemas.openxmlformats.org/drawingml/2006/main">
            <a:off x="8168912" y="5829300"/>
            <a:ext cx="60673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محوّل؛</a:t>
            </a:r>
          </a:p>
        </p:txBody>
      </p:sp>
      <p:sp>
        <p:nvSpPr>
          <p:cNvPr id="106" name="text-399">
            <a:extLst xmlns:a="http://schemas.openxmlformats.org/drawingml/2006/main">
              <a:ext uri="{FF2B5EF4-FFF2-40B4-BE49-F238E27FC236}">
                <a16:creationId xmlns:a16="http://schemas.microsoft.com/office/drawing/2014/main" id="{7263F766-01CC-4A4F-AA7C-DA840E8179FD}"/>
              </a:ext>
            </a:extLst>
          </p:cNvPr>
          <p:cNvSpPr>
            <a:spLocks xmlns:a="http://schemas.openxmlformats.org/drawingml/2006/main" noGrp="1"/>
          </p:cNvSpPr>
          <p:nvPr/>
        </p:nvSpPr>
        <p:spPr>
          <a:xfrm xmlns:a="http://schemas.openxmlformats.org/drawingml/2006/main">
            <a:off x="7068009" y="5829300"/>
            <a:ext cx="102584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والاسترجاع</a:t>
            </a:r>
          </a:p>
        </p:txBody>
      </p:sp>
      <p:sp>
        <p:nvSpPr>
          <p:cNvPr id="107" name="text-400">
            <a:extLst xmlns:a="http://schemas.openxmlformats.org/drawingml/2006/main">
              <a:ext uri="{FF2B5EF4-FFF2-40B4-BE49-F238E27FC236}">
                <a16:creationId xmlns:a16="http://schemas.microsoft.com/office/drawing/2014/main" id="{FF298836-BCA1-4306-93C9-6C206C3A8935}"/>
              </a:ext>
            </a:extLst>
          </p:cNvPr>
          <p:cNvSpPr>
            <a:spLocks xmlns:a="http://schemas.openxmlformats.org/drawingml/2006/main" noGrp="1"/>
          </p:cNvSpPr>
          <p:nvPr/>
        </p:nvSpPr>
        <p:spPr>
          <a:xfrm xmlns:a="http://schemas.openxmlformats.org/drawingml/2006/main">
            <a:off x="6538974" y="5829300"/>
            <a:ext cx="45397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ليس</a:t>
            </a:r>
          </a:p>
        </p:txBody>
      </p:sp>
      <p:sp>
        <p:nvSpPr>
          <p:cNvPr id="108" name="text-401">
            <a:extLst xmlns:a="http://schemas.openxmlformats.org/drawingml/2006/main">
              <a:ext uri="{FF2B5EF4-FFF2-40B4-BE49-F238E27FC236}">
                <a16:creationId xmlns:a16="http://schemas.microsoft.com/office/drawing/2014/main" id="{6172CA0A-7FD4-473C-A9B6-9859AAA784FC}"/>
              </a:ext>
            </a:extLst>
          </p:cNvPr>
          <p:cNvSpPr>
            <a:spLocks xmlns:a="http://schemas.openxmlformats.org/drawingml/2006/main" noGrp="1"/>
          </p:cNvSpPr>
          <p:nvPr/>
        </p:nvSpPr>
        <p:spPr>
          <a:xfrm xmlns:a="http://schemas.openxmlformats.org/drawingml/2006/main">
            <a:off x="5867978" y="5829300"/>
            <a:ext cx="59593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مطلوبًا</a:t>
            </a:r>
          </a:p>
        </p:txBody>
      </p:sp>
      <p:sp>
        <p:nvSpPr>
          <p:cNvPr id="109" name="text-402">
            <a:extLst xmlns:a="http://schemas.openxmlformats.org/drawingml/2006/main">
              <a:ext uri="{FF2B5EF4-FFF2-40B4-BE49-F238E27FC236}">
                <a16:creationId xmlns:a16="http://schemas.microsoft.com/office/drawing/2014/main" id="{5CBDD4CF-0988-4C5E-8247-64340C43EFE4}"/>
              </a:ext>
            </a:extLst>
          </p:cNvPr>
          <p:cNvSpPr>
            <a:spLocks xmlns:a="http://schemas.openxmlformats.org/drawingml/2006/main" noGrp="1"/>
          </p:cNvSpPr>
          <p:nvPr/>
        </p:nvSpPr>
        <p:spPr>
          <a:xfrm xmlns:a="http://schemas.openxmlformats.org/drawingml/2006/main">
            <a:off x="5423316" y="5829300"/>
            <a:ext cx="36960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لكل</a:t>
            </a:r>
          </a:p>
        </p:txBody>
      </p:sp>
      <p:sp>
        <p:nvSpPr>
          <p:cNvPr id="110" name="text-403">
            <a:extLst xmlns:a="http://schemas.openxmlformats.org/drawingml/2006/main">
              <a:ext uri="{FF2B5EF4-FFF2-40B4-BE49-F238E27FC236}">
                <a16:creationId xmlns:a16="http://schemas.microsoft.com/office/drawing/2014/main" id="{E191C7B9-56D3-4FFB-A01B-D4FC9DA3A0FF}"/>
              </a:ext>
            </a:extLst>
          </p:cNvPr>
          <p:cNvSpPr>
            <a:spLocks xmlns:a="http://schemas.openxmlformats.org/drawingml/2006/main" noGrp="1"/>
          </p:cNvSpPr>
          <p:nvPr/>
        </p:nvSpPr>
        <p:spPr>
          <a:xfrm xmlns:a="http://schemas.openxmlformats.org/drawingml/2006/main">
            <a:off x="4811184" y="5829300"/>
            <a:ext cx="53707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سؤال</a:t>
            </a:r>
          </a:p>
        </p:txBody>
      </p:sp>
    </p:spTree>
    <p:extLst>
      <p:ext uri="{BB962C8B-B14F-4D97-AF65-F5344CB8AC3E}">
        <p14:creationId xmlns:p14="http://schemas.microsoft.com/office/powerpoint/2010/main" val="2075063426"/>
      </p:ext>
    </p:extLst>
  </p:cSld>
</p:sld>
</file>

<file path=ppt/slides/slide9.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108" name="text-404">
            <a:extLst xmlns:a="http://schemas.openxmlformats.org/drawingml/2006/main">
              <a:ext uri="{FF2B5EF4-FFF2-40B4-BE49-F238E27FC236}">
                <a16:creationId xmlns:a16="http://schemas.microsoft.com/office/drawing/2014/main" id="{88C30108-7F93-4D82-808C-461AF66AA1DD}"/>
              </a:ext>
            </a:extLst>
          </p:cNvPr>
          <p:cNvSpPr>
            <a:spLocks xmlns:a="http://schemas.openxmlformats.org/drawingml/2006/main" noGrp="1"/>
          </p:cNvSpPr>
          <p:nvPr/>
        </p:nvSpPr>
        <p:spPr>
          <a:xfrm xmlns:a="http://schemas.openxmlformats.org/drawingml/2006/main">
            <a:off x="9741012" y="457200"/>
            <a:ext cx="184138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المحوّلات</a:t>
            </a:r>
          </a:p>
        </p:txBody>
      </p:sp>
      <p:sp>
        <p:nvSpPr>
          <p:cNvPr id="2" name="text-405">
            <a:extLst xmlns:a="http://schemas.openxmlformats.org/drawingml/2006/main">
              <a:ext uri="{FF2B5EF4-FFF2-40B4-BE49-F238E27FC236}">
                <a16:creationId xmlns:a16="http://schemas.microsoft.com/office/drawing/2014/main" id="{00929A5D-CA5E-4113-A530-1A62100FDF5C}"/>
              </a:ext>
            </a:extLst>
          </p:cNvPr>
          <p:cNvSpPr>
            <a:spLocks xmlns:a="http://schemas.openxmlformats.org/drawingml/2006/main" noGrp="1"/>
          </p:cNvSpPr>
          <p:nvPr/>
        </p:nvSpPr>
        <p:spPr>
          <a:xfrm xmlns:a="http://schemas.openxmlformats.org/drawingml/2006/main">
            <a:off x="7793660" y="457200"/>
            <a:ext cx="1817812"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والتقنيات</a:t>
            </a:r>
          </a:p>
        </p:txBody>
      </p:sp>
      <p:sp>
        <p:nvSpPr>
          <p:cNvPr id="3" name="text-406">
            <a:extLst xmlns:a="http://schemas.openxmlformats.org/drawingml/2006/main">
              <a:ext uri="{FF2B5EF4-FFF2-40B4-BE49-F238E27FC236}">
                <a16:creationId xmlns:a16="http://schemas.microsoft.com/office/drawing/2014/main" id="{4389AF0D-9FCE-46E4-B640-35A345E0273B}"/>
              </a:ext>
            </a:extLst>
          </p:cNvPr>
          <p:cNvSpPr>
            <a:spLocks xmlns:a="http://schemas.openxmlformats.org/drawingml/2006/main" noGrp="1"/>
          </p:cNvSpPr>
          <p:nvPr/>
        </p:nvSpPr>
        <p:spPr>
          <a:xfrm xmlns:a="http://schemas.openxmlformats.org/drawingml/2006/main">
            <a:off x="6877721" y="457200"/>
            <a:ext cx="786399"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لكل</a:t>
            </a:r>
          </a:p>
        </p:txBody>
      </p:sp>
      <p:sp>
        <p:nvSpPr>
          <p:cNvPr id="4" name="text-407">
            <a:extLst xmlns:a="http://schemas.openxmlformats.org/drawingml/2006/main">
              <a:ext uri="{FF2B5EF4-FFF2-40B4-BE49-F238E27FC236}">
                <a16:creationId xmlns:a16="http://schemas.microsoft.com/office/drawing/2014/main" id="{B8EFB9F3-72D5-4EAF-ADF6-114519D534A4}"/>
              </a:ext>
            </a:extLst>
          </p:cNvPr>
          <p:cNvSpPr>
            <a:spLocks xmlns:a="http://schemas.openxmlformats.org/drawingml/2006/main" noGrp="1"/>
          </p:cNvSpPr>
          <p:nvPr/>
        </p:nvSpPr>
        <p:spPr>
          <a:xfrm xmlns:a="http://schemas.openxmlformats.org/drawingml/2006/main">
            <a:off x="5672427" y="457200"/>
            <a:ext cx="1075754"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طبقة</a:t>
            </a:r>
          </a:p>
        </p:txBody>
      </p:sp>
      <p:sp>
        <p:nvSpPr>
          <p:cNvPr id="5" name="text-408">
            <a:extLst xmlns:a="http://schemas.openxmlformats.org/drawingml/2006/main">
              <a:ext uri="{FF2B5EF4-FFF2-40B4-BE49-F238E27FC236}">
                <a16:creationId xmlns:a16="http://schemas.microsoft.com/office/drawing/2014/main" id="{0C1C1253-FA4D-4455-9121-DB3D23563406}"/>
              </a:ext>
            </a:extLst>
          </p:cNvPr>
          <p:cNvSpPr>
            <a:spLocks xmlns:a="http://schemas.openxmlformats.org/drawingml/2006/main" noGrp="1"/>
          </p:cNvSpPr>
          <p:nvPr/>
        </p:nvSpPr>
        <p:spPr>
          <a:xfrm xmlns:a="http://schemas.openxmlformats.org/drawingml/2006/main">
            <a:off x="4241871" y="457200"/>
            <a:ext cx="130101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وظيفة</a:t>
            </a:r>
          </a:p>
        </p:txBody>
      </p:sp>
      <p:sp>
        <p:nvSpPr>
          <p:cNvPr id="6" name="shape-409">
            <a:extLst xmlns:a="http://schemas.openxmlformats.org/drawingml/2006/main">
              <a:ext uri="{FF2B5EF4-FFF2-40B4-BE49-F238E27FC236}">
                <a16:creationId xmlns:a16="http://schemas.microsoft.com/office/drawing/2014/main" id="{C84F9F1C-4E4F-42C8-BD8D-57EC5382E3F5}"/>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7" name="text-410">
            <a:extLst xmlns:a="http://schemas.openxmlformats.org/drawingml/2006/main">
              <a:ext uri="{FF2B5EF4-FFF2-40B4-BE49-F238E27FC236}">
                <a16:creationId xmlns:a16="http://schemas.microsoft.com/office/drawing/2014/main" id="{2DAD1583-7891-4FC6-86AE-6F0EA8ACF507}"/>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8" name="text-411">
            <a:extLst xmlns:a="http://schemas.openxmlformats.org/drawingml/2006/main">
              <a:ext uri="{FF2B5EF4-FFF2-40B4-BE49-F238E27FC236}">
                <a16:creationId xmlns:a16="http://schemas.microsoft.com/office/drawing/2014/main" id="{A1D14AC0-E757-4D2A-ADEB-18B894A015C4}"/>
              </a:ext>
            </a:extLst>
          </p:cNvPr>
          <p:cNvSpPr>
            <a:spLocks xmlns:a="http://schemas.openxmlformats.org/drawingml/2006/main" noGrp="1"/>
          </p:cNvSpPr>
          <p:nvPr/>
        </p:nvSpPr>
        <p:spPr>
          <a:xfrm xmlns:a="http://schemas.openxmlformats.org/drawingml/2006/main">
            <a:off x="10750417"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9" name="text-412">
            <a:extLst xmlns:a="http://schemas.openxmlformats.org/drawingml/2006/main">
              <a:ext uri="{FF2B5EF4-FFF2-40B4-BE49-F238E27FC236}">
                <a16:creationId xmlns:a16="http://schemas.microsoft.com/office/drawing/2014/main" id="{C3656D1E-88D7-44FD-AA7D-E5A5820DF932}"/>
              </a:ext>
            </a:extLst>
          </p:cNvPr>
          <p:cNvSpPr>
            <a:spLocks xmlns:a="http://schemas.openxmlformats.org/drawingml/2006/main" noGrp="1"/>
          </p:cNvSpPr>
          <p:nvPr/>
        </p:nvSpPr>
        <p:spPr>
          <a:xfrm xmlns:a="http://schemas.openxmlformats.org/drawingml/2006/main">
            <a:off x="1019689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0" name="text-413">
            <a:extLst xmlns:a="http://schemas.openxmlformats.org/drawingml/2006/main">
              <a:ext uri="{FF2B5EF4-FFF2-40B4-BE49-F238E27FC236}">
                <a16:creationId xmlns:a16="http://schemas.microsoft.com/office/drawing/2014/main" id="{36F7F575-51FF-49B1-8CB5-8EC3C02CF7F1}"/>
              </a:ext>
            </a:extLst>
          </p:cNvPr>
          <p:cNvSpPr>
            <a:spLocks xmlns:a="http://schemas.openxmlformats.org/drawingml/2006/main" noGrp="1"/>
          </p:cNvSpPr>
          <p:nvPr/>
        </p:nvSpPr>
        <p:spPr>
          <a:xfrm xmlns:a="http://schemas.openxmlformats.org/drawingml/2006/main">
            <a:off x="10003334"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1" name="text-414">
            <a:extLst xmlns:a="http://schemas.openxmlformats.org/drawingml/2006/main">
              <a:ext uri="{FF2B5EF4-FFF2-40B4-BE49-F238E27FC236}">
                <a16:creationId xmlns:a16="http://schemas.microsoft.com/office/drawing/2014/main" id="{65EC9B3F-A7C2-479D-906E-2E211E627002}"/>
              </a:ext>
            </a:extLst>
          </p:cNvPr>
          <p:cNvSpPr>
            <a:spLocks xmlns:a="http://schemas.openxmlformats.org/drawingml/2006/main" noGrp="1"/>
          </p:cNvSpPr>
          <p:nvPr/>
        </p:nvSpPr>
        <p:spPr>
          <a:xfrm xmlns:a="http://schemas.openxmlformats.org/drawingml/2006/main">
            <a:off x="95360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2" name="text-415">
            <a:extLst xmlns:a="http://schemas.openxmlformats.org/drawingml/2006/main">
              <a:ext uri="{FF2B5EF4-FFF2-40B4-BE49-F238E27FC236}">
                <a16:creationId xmlns:a16="http://schemas.microsoft.com/office/drawing/2014/main" id="{59685447-3182-43F7-87CB-49DEDD79904A}"/>
              </a:ext>
            </a:extLst>
          </p:cNvPr>
          <p:cNvSpPr>
            <a:spLocks xmlns:a="http://schemas.openxmlformats.org/drawingml/2006/main" noGrp="1"/>
          </p:cNvSpPr>
          <p:nvPr/>
        </p:nvSpPr>
        <p:spPr>
          <a:xfrm xmlns:a="http://schemas.openxmlformats.org/drawingml/2006/main">
            <a:off x="9056406"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3" name="text-416">
            <a:extLst xmlns:a="http://schemas.openxmlformats.org/drawingml/2006/main">
              <a:ext uri="{FF2B5EF4-FFF2-40B4-BE49-F238E27FC236}">
                <a16:creationId xmlns:a16="http://schemas.microsoft.com/office/drawing/2014/main" id="{CD95ABAF-35BB-4B60-B58E-CFF3380C9EB2}"/>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09</a:t>
            </a:r>
          </a:p>
        </p:txBody>
      </p:sp>
      <p:sp>
        <p:nvSpPr>
          <p:cNvPr id="14" name="text-417">
            <a:extLst xmlns:a="http://schemas.openxmlformats.org/drawingml/2006/main">
              <a:ext uri="{FF2B5EF4-FFF2-40B4-BE49-F238E27FC236}">
                <a16:creationId xmlns:a16="http://schemas.microsoft.com/office/drawing/2014/main" id="{91FE55E5-234D-46C4-A5E3-D33CBB6EE5A8}"/>
              </a:ext>
            </a:extLst>
          </p:cNvPr>
          <p:cNvSpPr>
            <a:spLocks xmlns:a="http://schemas.openxmlformats.org/drawingml/2006/main" noGrp="1"/>
          </p:cNvSpPr>
          <p:nvPr/>
        </p:nvSpPr>
        <p:spPr>
          <a:xfrm xmlns:a="http://schemas.openxmlformats.org/drawingml/2006/main">
            <a:off x="11129207" y="1104900"/>
            <a:ext cx="453193"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برق</a:t>
            </a:r>
          </a:p>
        </p:txBody>
      </p:sp>
      <p:sp>
        <p:nvSpPr>
          <p:cNvPr id="15" name="text-418">
            <a:extLst xmlns:a="http://schemas.openxmlformats.org/drawingml/2006/main">
              <a:ext uri="{FF2B5EF4-FFF2-40B4-BE49-F238E27FC236}">
                <a16:creationId xmlns:a16="http://schemas.microsoft.com/office/drawing/2014/main" id="{73654740-6BEA-44C8-A740-14D464DA62D5}"/>
              </a:ext>
            </a:extLst>
          </p:cNvPr>
          <p:cNvSpPr>
            <a:spLocks xmlns:a="http://schemas.openxmlformats.org/drawingml/2006/main" noGrp="1"/>
          </p:cNvSpPr>
          <p:nvPr/>
        </p:nvSpPr>
        <p:spPr>
          <a:xfrm xmlns:a="http://schemas.openxmlformats.org/drawingml/2006/main">
            <a:off x="10372322" y="1104900"/>
            <a:ext cx="666969"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الفتى</a:t>
            </a:r>
          </a:p>
        </p:txBody>
      </p:sp>
      <p:sp>
        <p:nvSpPr>
          <p:cNvPr id="16" name="text-419">
            <a:extLst xmlns:a="http://schemas.openxmlformats.org/drawingml/2006/main">
              <a:ext uri="{FF2B5EF4-FFF2-40B4-BE49-F238E27FC236}">
                <a16:creationId xmlns:a16="http://schemas.microsoft.com/office/drawing/2014/main" id="{20B85D0C-F71F-4A78-91E8-2A6B2E03C32C}"/>
              </a:ext>
            </a:extLst>
          </p:cNvPr>
          <p:cNvSpPr>
            <a:spLocks xmlns:a="http://schemas.openxmlformats.org/drawingml/2006/main" noGrp="1"/>
          </p:cNvSpPr>
          <p:nvPr/>
        </p:nvSpPr>
        <p:spPr>
          <a:xfrm xmlns:a="http://schemas.openxmlformats.org/drawingml/2006/main">
            <a:off x="9718842" y="1104900"/>
            <a:ext cx="56356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1.5B</a:t>
            </a:r>
          </a:p>
        </p:txBody>
      </p:sp>
      <p:sp>
        <p:nvSpPr>
          <p:cNvPr id="17" name="text-420">
            <a:extLst xmlns:a="http://schemas.openxmlformats.org/drawingml/2006/main">
              <a:ext uri="{FF2B5EF4-FFF2-40B4-BE49-F238E27FC236}">
                <a16:creationId xmlns:a16="http://schemas.microsoft.com/office/drawing/2014/main" id="{ACF5BE19-B2CD-4536-AFC9-CE73E6648630}"/>
              </a:ext>
            </a:extLst>
          </p:cNvPr>
          <p:cNvSpPr>
            <a:spLocks xmlns:a="http://schemas.openxmlformats.org/drawingml/2006/main" noGrp="1"/>
          </p:cNvSpPr>
          <p:nvPr/>
        </p:nvSpPr>
        <p:spPr>
          <a:xfrm xmlns:a="http://schemas.openxmlformats.org/drawingml/2006/main">
            <a:off x="9497232" y="1104900"/>
            <a:ext cx="131695"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a:t>
            </a:r>
          </a:p>
        </p:txBody>
      </p:sp>
      <p:sp>
        <p:nvSpPr>
          <p:cNvPr id="18" name="text-421">
            <a:extLst xmlns:a="http://schemas.openxmlformats.org/drawingml/2006/main">
              <a:ext uri="{FF2B5EF4-FFF2-40B4-BE49-F238E27FC236}">
                <a16:creationId xmlns:a16="http://schemas.microsoft.com/office/drawing/2014/main" id="{8747DC55-9B1A-4466-A084-72FE37ADD517}"/>
              </a:ext>
            </a:extLst>
          </p:cNvPr>
          <p:cNvSpPr>
            <a:spLocks xmlns:a="http://schemas.openxmlformats.org/drawingml/2006/main" noGrp="1"/>
          </p:cNvSpPr>
          <p:nvPr/>
        </p:nvSpPr>
        <p:spPr>
          <a:xfrm xmlns:a="http://schemas.openxmlformats.org/drawingml/2006/main">
            <a:off x="8561399" y="1104900"/>
            <a:ext cx="845917"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محوّلات</a:t>
            </a:r>
          </a:p>
        </p:txBody>
      </p:sp>
      <p:sp>
        <p:nvSpPr>
          <p:cNvPr id="19" name="text-422">
            <a:extLst xmlns:a="http://schemas.openxmlformats.org/drawingml/2006/main">
              <a:ext uri="{FF2B5EF4-FFF2-40B4-BE49-F238E27FC236}">
                <a16:creationId xmlns:a16="http://schemas.microsoft.com/office/drawing/2014/main" id="{B14EECF4-2F53-4F23-BED9-59F242F84E46}"/>
              </a:ext>
            </a:extLst>
          </p:cNvPr>
          <p:cNvSpPr>
            <a:spLocks xmlns:a="http://schemas.openxmlformats.org/drawingml/2006/main" noGrp="1"/>
          </p:cNvSpPr>
          <p:nvPr/>
        </p:nvSpPr>
        <p:spPr>
          <a:xfrm xmlns:a="http://schemas.openxmlformats.org/drawingml/2006/main">
            <a:off x="7574550" y="1104900"/>
            <a:ext cx="896933"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تخصيص</a:t>
            </a:r>
          </a:p>
        </p:txBody>
      </p:sp>
      <p:sp>
        <p:nvSpPr>
          <p:cNvPr id="20" name="text-423">
            <a:extLst xmlns:a="http://schemas.openxmlformats.org/drawingml/2006/main">
              <a:ext uri="{FF2B5EF4-FFF2-40B4-BE49-F238E27FC236}">
                <a16:creationId xmlns:a16="http://schemas.microsoft.com/office/drawing/2014/main" id="{CF77908E-BCBF-4425-A754-56632666E10C}"/>
              </a:ext>
            </a:extLst>
          </p:cNvPr>
          <p:cNvSpPr>
            <a:spLocks xmlns:a="http://schemas.openxmlformats.org/drawingml/2006/main" noGrp="1"/>
          </p:cNvSpPr>
          <p:nvPr/>
        </p:nvSpPr>
        <p:spPr>
          <a:xfrm xmlns:a="http://schemas.openxmlformats.org/drawingml/2006/main">
            <a:off x="6662949" y="1104900"/>
            <a:ext cx="821685"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بحسب</a:t>
            </a:r>
          </a:p>
        </p:txBody>
      </p:sp>
      <p:sp>
        <p:nvSpPr>
          <p:cNvPr id="21" name="text-424">
            <a:extLst xmlns:a="http://schemas.openxmlformats.org/drawingml/2006/main">
              <a:ext uri="{FF2B5EF4-FFF2-40B4-BE49-F238E27FC236}">
                <a16:creationId xmlns:a16="http://schemas.microsoft.com/office/drawing/2014/main" id="{2694B011-4998-44E2-8FD9-A05545D24ABD}"/>
              </a:ext>
            </a:extLst>
          </p:cNvPr>
          <p:cNvSpPr>
            <a:spLocks xmlns:a="http://schemas.openxmlformats.org/drawingml/2006/main" noGrp="1"/>
          </p:cNvSpPr>
          <p:nvPr/>
        </p:nvSpPr>
        <p:spPr>
          <a:xfrm xmlns:a="http://schemas.openxmlformats.org/drawingml/2006/main">
            <a:off x="5777347" y="1104900"/>
            <a:ext cx="795686"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المهمة</a:t>
            </a:r>
          </a:p>
        </p:txBody>
      </p:sp>
      <p:sp>
        <p:nvSpPr>
          <p:cNvPr id="22" name="shape-425">
            <a:extLst xmlns:a="http://schemas.openxmlformats.org/drawingml/2006/main">
              <a:ext uri="{FF2B5EF4-FFF2-40B4-BE49-F238E27FC236}">
                <a16:creationId xmlns:a16="http://schemas.microsoft.com/office/drawing/2014/main" id="{CC6AB64A-FBB8-4E6E-ACC8-1DBBB7C771D1}"/>
              </a:ext>
            </a:extLst>
          </p:cNvPr>
          <p:cNvSpPr>
            <a:spLocks xmlns:a="http://schemas.openxmlformats.org/drawingml/2006/main" noGrp="1"/>
          </p:cNvSpPr>
          <p:nvPr/>
        </p:nvSpPr>
        <p:spPr>
          <a:xfrm xmlns:a="http://schemas.openxmlformats.org/drawingml/2006/main">
            <a:off x="8039100" y="1685925"/>
            <a:ext cx="3543300" cy="187642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23" name="text-426">
            <a:extLst xmlns:a="http://schemas.openxmlformats.org/drawingml/2006/main">
              <a:ext uri="{FF2B5EF4-FFF2-40B4-BE49-F238E27FC236}">
                <a16:creationId xmlns:a16="http://schemas.microsoft.com/office/drawing/2014/main" id="{377C83CF-0691-422B-A0C7-18ECEF28AD3A}"/>
              </a:ext>
            </a:extLst>
          </p:cNvPr>
          <p:cNvSpPr>
            <a:spLocks xmlns:a="http://schemas.openxmlformats.org/drawingml/2006/main" noGrp="1"/>
          </p:cNvSpPr>
          <p:nvPr/>
        </p:nvSpPr>
        <p:spPr>
          <a:xfrm xmlns:a="http://schemas.openxmlformats.org/drawingml/2006/main">
            <a:off x="8201025" y="1819275"/>
            <a:ext cx="3219450"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2475" b="1">
                <a:solidFill>
                  <a:srgbClr val="DDC087"/>
                </a:solidFill>
                <a:latin typeface="Tahoma"/>
                <a:ea typeface="Tahoma"/>
                <a:cs typeface="Tahoma"/>
              </a:defRPr>
            </a:pPr>
            <a:r>
              <a:rPr sz="2475" b="1">
                <a:solidFill>
                  <a:srgbClr val="DDC087"/>
                </a:solidFill>
                <a:latin typeface="Tahoma"/>
                <a:ea typeface="Tahoma"/>
                <a:cs typeface="Tahoma"/>
              </a:rPr>
              <a:t>RB</a:t>
            </a:r>
          </a:p>
        </p:txBody>
      </p:sp>
      <p:sp>
        <p:nvSpPr>
          <p:cNvPr id="24" name="text-427">
            <a:extLst xmlns:a="http://schemas.openxmlformats.org/drawingml/2006/main">
              <a:ext uri="{FF2B5EF4-FFF2-40B4-BE49-F238E27FC236}">
                <a16:creationId xmlns:a16="http://schemas.microsoft.com/office/drawing/2014/main" id="{8EB8EDB0-380C-4D3A-86FD-FAF71BB16BCA}"/>
              </a:ext>
            </a:extLst>
          </p:cNvPr>
          <p:cNvSpPr>
            <a:spLocks xmlns:a="http://schemas.openxmlformats.org/drawingml/2006/main" noGrp="1"/>
          </p:cNvSpPr>
          <p:nvPr/>
        </p:nvSpPr>
        <p:spPr>
          <a:xfrm xmlns:a="http://schemas.openxmlformats.org/drawingml/2006/main">
            <a:off x="9970298" y="2333625"/>
            <a:ext cx="516857"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1">
                <a:solidFill>
                  <a:srgbClr val="F3F0E6"/>
                </a:solidFill>
                <a:latin typeface="Tahoma"/>
                <a:ea typeface="Tahoma"/>
                <a:cs typeface="Tahoma"/>
              </a:defRPr>
            </a:pPr>
            <a:r>
              <a:rPr sz="1950" b="1">
                <a:solidFill>
                  <a:srgbClr val="F3F0E6"/>
                </a:solidFill>
                <a:latin typeface="Tahoma"/>
                <a:ea typeface="Tahoma"/>
                <a:cs typeface="Tahoma"/>
              </a:rPr>
              <a:t>فهم</a:t>
            </a:r>
          </a:p>
        </p:txBody>
      </p:sp>
      <p:sp>
        <p:nvSpPr>
          <p:cNvPr id="25" name="text-428">
            <a:extLst xmlns:a="http://schemas.openxmlformats.org/drawingml/2006/main">
              <a:ext uri="{FF2B5EF4-FFF2-40B4-BE49-F238E27FC236}">
                <a16:creationId xmlns:a16="http://schemas.microsoft.com/office/drawing/2014/main" id="{0AA1CADA-5B70-405F-A95E-A1CC5670C77A}"/>
              </a:ext>
            </a:extLst>
          </p:cNvPr>
          <p:cNvSpPr>
            <a:spLocks xmlns:a="http://schemas.openxmlformats.org/drawingml/2006/main" noGrp="1"/>
          </p:cNvSpPr>
          <p:nvPr/>
        </p:nvSpPr>
        <p:spPr>
          <a:xfrm xmlns:a="http://schemas.openxmlformats.org/drawingml/2006/main">
            <a:off x="9096245" y="2333625"/>
            <a:ext cx="791947"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1">
                <a:solidFill>
                  <a:srgbClr val="F3F0E6"/>
                </a:solidFill>
                <a:latin typeface="Tahoma"/>
                <a:ea typeface="Tahoma"/>
                <a:cs typeface="Tahoma"/>
              </a:defRPr>
            </a:pPr>
            <a:r>
              <a:rPr sz="1950" b="1">
                <a:solidFill>
                  <a:srgbClr val="F3F0E6"/>
                </a:solidFill>
                <a:latin typeface="Tahoma"/>
                <a:ea typeface="Tahoma"/>
                <a:cs typeface="Tahoma"/>
              </a:rPr>
              <a:t>الطلب</a:t>
            </a:r>
          </a:p>
        </p:txBody>
      </p:sp>
      <p:sp>
        <p:nvSpPr>
          <p:cNvPr id="26" name="text-429">
            <a:extLst xmlns:a="http://schemas.openxmlformats.org/drawingml/2006/main">
              <a:ext uri="{FF2B5EF4-FFF2-40B4-BE49-F238E27FC236}">
                <a16:creationId xmlns:a16="http://schemas.microsoft.com/office/drawing/2014/main" id="{73E91F28-D4E4-4D71-86DE-32A127D900A8}"/>
              </a:ext>
            </a:extLst>
          </p:cNvPr>
          <p:cNvSpPr>
            <a:spLocks xmlns:a="http://schemas.openxmlformats.org/drawingml/2006/main" noGrp="1"/>
          </p:cNvSpPr>
          <p:nvPr/>
        </p:nvSpPr>
        <p:spPr>
          <a:xfrm xmlns:a="http://schemas.openxmlformats.org/drawingml/2006/main">
            <a:off x="10297221" y="2809875"/>
            <a:ext cx="42621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النية</a:t>
            </a:r>
          </a:p>
        </p:txBody>
      </p:sp>
      <p:sp>
        <p:nvSpPr>
          <p:cNvPr id="27" name="text-430">
            <a:extLst xmlns:a="http://schemas.openxmlformats.org/drawingml/2006/main">
              <a:ext uri="{FF2B5EF4-FFF2-40B4-BE49-F238E27FC236}">
                <a16:creationId xmlns:a16="http://schemas.microsoft.com/office/drawing/2014/main" id="{F663A963-488F-4855-99B1-1E198EB16875}"/>
              </a:ext>
            </a:extLst>
          </p:cNvPr>
          <p:cNvSpPr>
            <a:spLocks xmlns:a="http://schemas.openxmlformats.org/drawingml/2006/main" noGrp="1"/>
          </p:cNvSpPr>
          <p:nvPr/>
        </p:nvSpPr>
        <p:spPr>
          <a:xfrm xmlns:a="http://schemas.openxmlformats.org/drawingml/2006/main">
            <a:off x="9557059" y="2809875"/>
            <a:ext cx="66510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والهدف</a:t>
            </a:r>
          </a:p>
        </p:txBody>
      </p:sp>
      <p:sp>
        <p:nvSpPr>
          <p:cNvPr id="28" name="text-431">
            <a:extLst xmlns:a="http://schemas.openxmlformats.org/drawingml/2006/main">
              <a:ext uri="{FF2B5EF4-FFF2-40B4-BE49-F238E27FC236}">
                <a16:creationId xmlns:a16="http://schemas.microsoft.com/office/drawing/2014/main" id="{EA580063-02A9-4916-9E61-CA2A53DC9364}"/>
              </a:ext>
            </a:extLst>
          </p:cNvPr>
          <p:cNvSpPr>
            <a:spLocks xmlns:a="http://schemas.openxmlformats.org/drawingml/2006/main" noGrp="1"/>
          </p:cNvSpPr>
          <p:nvPr/>
        </p:nvSpPr>
        <p:spPr>
          <a:xfrm xmlns:a="http://schemas.openxmlformats.org/drawingml/2006/main">
            <a:off x="8859966" y="2809875"/>
            <a:ext cx="62203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والقيود</a:t>
            </a:r>
          </a:p>
        </p:txBody>
      </p:sp>
      <p:sp>
        <p:nvSpPr>
          <p:cNvPr id="29" name="text-432">
            <a:extLst xmlns:a="http://schemas.openxmlformats.org/drawingml/2006/main">
              <a:ext uri="{FF2B5EF4-FFF2-40B4-BE49-F238E27FC236}">
                <a16:creationId xmlns:a16="http://schemas.microsoft.com/office/drawing/2014/main" id="{49614A94-6FA3-4DE6-B9BE-DD61D60E6871}"/>
              </a:ext>
            </a:extLst>
          </p:cNvPr>
          <p:cNvSpPr>
            <a:spLocks xmlns:a="http://schemas.openxmlformats.org/drawingml/2006/main" noGrp="1"/>
          </p:cNvSpPr>
          <p:nvPr/>
        </p:nvSpPr>
        <p:spPr>
          <a:xfrm xmlns:a="http://schemas.openxmlformats.org/drawingml/2006/main">
            <a:off x="10445285" y="3105150"/>
            <a:ext cx="56954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يساند</a:t>
            </a:r>
          </a:p>
        </p:txBody>
      </p:sp>
      <p:sp>
        <p:nvSpPr>
          <p:cNvPr id="30" name="text-433">
            <a:extLst xmlns:a="http://schemas.openxmlformats.org/drawingml/2006/main">
              <a:ext uri="{FF2B5EF4-FFF2-40B4-BE49-F238E27FC236}">
                <a16:creationId xmlns:a16="http://schemas.microsoft.com/office/drawing/2014/main" id="{0C2B42E2-150A-417A-B097-4773E64E18A8}"/>
              </a:ext>
            </a:extLst>
          </p:cNvPr>
          <p:cNvSpPr>
            <a:spLocks xmlns:a="http://schemas.openxmlformats.org/drawingml/2006/main" noGrp="1"/>
          </p:cNvSpPr>
          <p:nvPr/>
        </p:nvSpPr>
        <p:spPr>
          <a:xfrm xmlns:a="http://schemas.openxmlformats.org/drawingml/2006/main">
            <a:off x="9705907" y="3105150"/>
            <a:ext cx="66432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التوجيه</a:t>
            </a:r>
          </a:p>
        </p:txBody>
      </p:sp>
      <p:sp>
        <p:nvSpPr>
          <p:cNvPr id="31" name="text-434">
            <a:extLst xmlns:a="http://schemas.openxmlformats.org/drawingml/2006/main">
              <a:ext uri="{FF2B5EF4-FFF2-40B4-BE49-F238E27FC236}">
                <a16:creationId xmlns:a16="http://schemas.microsoft.com/office/drawing/2014/main" id="{AACFD762-3644-4B14-B601-DD58EFF6658E}"/>
              </a:ext>
            </a:extLst>
          </p:cNvPr>
          <p:cNvSpPr>
            <a:spLocks xmlns:a="http://schemas.openxmlformats.org/drawingml/2006/main" noGrp="1"/>
          </p:cNvSpPr>
          <p:nvPr/>
        </p:nvSpPr>
        <p:spPr>
          <a:xfrm xmlns:a="http://schemas.openxmlformats.org/drawingml/2006/main">
            <a:off x="9271252" y="3105150"/>
            <a:ext cx="35959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عند</a:t>
            </a:r>
          </a:p>
        </p:txBody>
      </p:sp>
      <p:sp>
        <p:nvSpPr>
          <p:cNvPr id="32" name="text-435">
            <a:extLst xmlns:a="http://schemas.openxmlformats.org/drawingml/2006/main">
              <a:ext uri="{FF2B5EF4-FFF2-40B4-BE49-F238E27FC236}">
                <a16:creationId xmlns:a16="http://schemas.microsoft.com/office/drawing/2014/main" id="{5D522647-D767-4E73-B867-15837530D1FE}"/>
              </a:ext>
            </a:extLst>
          </p:cNvPr>
          <p:cNvSpPr>
            <a:spLocks xmlns:a="http://schemas.openxmlformats.org/drawingml/2006/main" noGrp="1"/>
          </p:cNvSpPr>
          <p:nvPr/>
        </p:nvSpPr>
        <p:spPr>
          <a:xfrm xmlns:a="http://schemas.openxmlformats.org/drawingml/2006/main">
            <a:off x="8568567" y="3105150"/>
            <a:ext cx="62762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الحاجة</a:t>
            </a:r>
          </a:p>
        </p:txBody>
      </p:sp>
      <p:sp>
        <p:nvSpPr>
          <p:cNvPr id="33" name="shape-436">
            <a:extLst xmlns:a="http://schemas.openxmlformats.org/drawingml/2006/main">
              <a:ext uri="{FF2B5EF4-FFF2-40B4-BE49-F238E27FC236}">
                <a16:creationId xmlns:a16="http://schemas.microsoft.com/office/drawing/2014/main" id="{D039EFD9-B587-4A34-9927-2D7DB252A6F1}"/>
              </a:ext>
            </a:extLst>
          </p:cNvPr>
          <p:cNvSpPr>
            <a:spLocks xmlns:a="http://schemas.openxmlformats.org/drawingml/2006/main" noGrp="1"/>
          </p:cNvSpPr>
          <p:nvPr/>
        </p:nvSpPr>
        <p:spPr>
          <a:xfrm xmlns:a="http://schemas.openxmlformats.org/drawingml/2006/main">
            <a:off x="4324350" y="1685925"/>
            <a:ext cx="3543300" cy="187642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34" name="text-437">
            <a:extLst xmlns:a="http://schemas.openxmlformats.org/drawingml/2006/main">
              <a:ext uri="{FF2B5EF4-FFF2-40B4-BE49-F238E27FC236}">
                <a16:creationId xmlns:a16="http://schemas.microsoft.com/office/drawing/2014/main" id="{5C684E95-B001-4526-9A2B-14C86E82995C}"/>
              </a:ext>
            </a:extLst>
          </p:cNvPr>
          <p:cNvSpPr>
            <a:spLocks xmlns:a="http://schemas.openxmlformats.org/drawingml/2006/main" noGrp="1"/>
          </p:cNvSpPr>
          <p:nvPr/>
        </p:nvSpPr>
        <p:spPr>
          <a:xfrm xmlns:a="http://schemas.openxmlformats.org/drawingml/2006/main">
            <a:off x="4486275" y="1819275"/>
            <a:ext cx="3219450"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2475" b="1">
                <a:solidFill>
                  <a:srgbClr val="DDC087"/>
                </a:solidFill>
                <a:latin typeface="Tahoma"/>
                <a:ea typeface="Tahoma"/>
                <a:cs typeface="Tahoma"/>
              </a:defRPr>
            </a:pPr>
            <a:r>
              <a:rPr sz="2475" b="1">
                <a:solidFill>
                  <a:srgbClr val="DDC087"/>
                </a:solidFill>
                <a:latin typeface="Tahoma"/>
                <a:ea typeface="Tahoma"/>
                <a:cs typeface="Tahoma"/>
              </a:rPr>
              <a:t>FB</a:t>
            </a:r>
          </a:p>
        </p:txBody>
      </p:sp>
      <p:sp>
        <p:nvSpPr>
          <p:cNvPr id="35" name="text-438">
            <a:extLst xmlns:a="http://schemas.openxmlformats.org/drawingml/2006/main">
              <a:ext uri="{FF2B5EF4-FFF2-40B4-BE49-F238E27FC236}">
                <a16:creationId xmlns:a16="http://schemas.microsoft.com/office/drawing/2014/main" id="{119C7AFC-F029-4A02-932E-438B7ABCB93F}"/>
              </a:ext>
            </a:extLst>
          </p:cNvPr>
          <p:cNvSpPr>
            <a:spLocks xmlns:a="http://schemas.openxmlformats.org/drawingml/2006/main" noGrp="1"/>
          </p:cNvSpPr>
          <p:nvPr/>
        </p:nvSpPr>
        <p:spPr>
          <a:xfrm xmlns:a="http://schemas.openxmlformats.org/drawingml/2006/main">
            <a:off x="6136180" y="2333625"/>
            <a:ext cx="811362"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1">
                <a:solidFill>
                  <a:srgbClr val="F3F0E6"/>
                </a:solidFill>
                <a:latin typeface="Tahoma"/>
                <a:ea typeface="Tahoma"/>
                <a:cs typeface="Tahoma"/>
              </a:defRPr>
            </a:pPr>
            <a:r>
              <a:rPr sz="1950" b="1">
                <a:solidFill>
                  <a:srgbClr val="F3F0E6"/>
                </a:solidFill>
                <a:latin typeface="Tahoma"/>
                <a:ea typeface="Tahoma"/>
                <a:cs typeface="Tahoma"/>
              </a:rPr>
              <a:t>صياغة</a:t>
            </a:r>
          </a:p>
        </p:txBody>
      </p:sp>
      <p:sp>
        <p:nvSpPr>
          <p:cNvPr id="36" name="text-439">
            <a:extLst xmlns:a="http://schemas.openxmlformats.org/drawingml/2006/main">
              <a:ext uri="{FF2B5EF4-FFF2-40B4-BE49-F238E27FC236}">
                <a16:creationId xmlns:a16="http://schemas.microsoft.com/office/drawing/2014/main" id="{3F9AB37D-DCB1-45C1-AC63-5A57A04989DB}"/>
              </a:ext>
            </a:extLst>
          </p:cNvPr>
          <p:cNvSpPr>
            <a:spLocks xmlns:a="http://schemas.openxmlformats.org/drawingml/2006/main" noGrp="1"/>
          </p:cNvSpPr>
          <p:nvPr/>
        </p:nvSpPr>
        <p:spPr>
          <a:xfrm xmlns:a="http://schemas.openxmlformats.org/drawingml/2006/main">
            <a:off x="5206357" y="2333625"/>
            <a:ext cx="847717"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1">
                <a:solidFill>
                  <a:srgbClr val="F3F0E6"/>
                </a:solidFill>
                <a:latin typeface="Tahoma"/>
                <a:ea typeface="Tahoma"/>
                <a:cs typeface="Tahoma"/>
              </a:defRPr>
            </a:pPr>
            <a:r>
              <a:rPr sz="1950" b="1">
                <a:solidFill>
                  <a:srgbClr val="F3F0E6"/>
                </a:solidFill>
                <a:latin typeface="Tahoma"/>
                <a:ea typeface="Tahoma"/>
                <a:cs typeface="Tahoma"/>
              </a:rPr>
              <a:t>بالدليل</a:t>
            </a:r>
          </a:p>
        </p:txBody>
      </p:sp>
      <p:sp>
        <p:nvSpPr>
          <p:cNvPr id="37" name="text-440">
            <a:extLst xmlns:a="http://schemas.openxmlformats.org/drawingml/2006/main">
              <a:ext uri="{FF2B5EF4-FFF2-40B4-BE49-F238E27FC236}">
                <a16:creationId xmlns:a16="http://schemas.microsoft.com/office/drawing/2014/main" id="{DD0F799F-28A4-47B9-B25E-D57EF26F8A53}"/>
              </a:ext>
            </a:extLst>
          </p:cNvPr>
          <p:cNvSpPr>
            <a:spLocks xmlns:a="http://schemas.openxmlformats.org/drawingml/2006/main" noGrp="1"/>
          </p:cNvSpPr>
          <p:nvPr/>
        </p:nvSpPr>
        <p:spPr>
          <a:xfrm xmlns:a="http://schemas.openxmlformats.org/drawingml/2006/main">
            <a:off x="6759820" y="2809875"/>
            <a:ext cx="593192"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صياغة</a:t>
            </a:r>
          </a:p>
        </p:txBody>
      </p:sp>
      <p:sp>
        <p:nvSpPr>
          <p:cNvPr id="38" name="text-441">
            <a:extLst xmlns:a="http://schemas.openxmlformats.org/drawingml/2006/main">
              <a:ext uri="{FF2B5EF4-FFF2-40B4-BE49-F238E27FC236}">
                <a16:creationId xmlns:a16="http://schemas.microsoft.com/office/drawing/2014/main" id="{A8E22607-890D-46FB-AA06-267E421634BD}"/>
              </a:ext>
            </a:extLst>
          </p:cNvPr>
          <p:cNvSpPr>
            <a:spLocks xmlns:a="http://schemas.openxmlformats.org/drawingml/2006/main" noGrp="1"/>
          </p:cNvSpPr>
          <p:nvPr/>
        </p:nvSpPr>
        <p:spPr>
          <a:xfrm xmlns:a="http://schemas.openxmlformats.org/drawingml/2006/main">
            <a:off x="6374120" y="2809875"/>
            <a:ext cx="31064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من</a:t>
            </a:r>
          </a:p>
        </p:txBody>
      </p:sp>
      <p:sp>
        <p:nvSpPr>
          <p:cNvPr id="39" name="text-442">
            <a:extLst xmlns:a="http://schemas.openxmlformats.org/drawingml/2006/main">
              <a:ext uri="{FF2B5EF4-FFF2-40B4-BE49-F238E27FC236}">
                <a16:creationId xmlns:a16="http://schemas.microsoft.com/office/drawing/2014/main" id="{A13F1BE2-DC5B-4C69-B094-F23E70DB02B4}"/>
              </a:ext>
            </a:extLst>
          </p:cNvPr>
          <p:cNvSpPr>
            <a:spLocks xmlns:a="http://schemas.openxmlformats.org/drawingml/2006/main" noGrp="1"/>
          </p:cNvSpPr>
          <p:nvPr/>
        </p:nvSpPr>
        <p:spPr>
          <a:xfrm xmlns:a="http://schemas.openxmlformats.org/drawingml/2006/main">
            <a:off x="5821245" y="2809875"/>
            <a:ext cx="47781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النص</a:t>
            </a:r>
          </a:p>
        </p:txBody>
      </p:sp>
      <p:sp>
        <p:nvSpPr>
          <p:cNvPr id="40" name="text-443">
            <a:extLst xmlns:a="http://schemas.openxmlformats.org/drawingml/2006/main">
              <a:ext uri="{FF2B5EF4-FFF2-40B4-BE49-F238E27FC236}">
                <a16:creationId xmlns:a16="http://schemas.microsoft.com/office/drawing/2014/main" id="{E7E411D6-E73E-4BD6-B2A0-F5EAAE6A4474}"/>
              </a:ext>
            </a:extLst>
          </p:cNvPr>
          <p:cNvSpPr>
            <a:spLocks xmlns:a="http://schemas.openxmlformats.org/drawingml/2006/main" noGrp="1"/>
          </p:cNvSpPr>
          <p:nvPr/>
        </p:nvSpPr>
        <p:spPr>
          <a:xfrm xmlns:a="http://schemas.openxmlformats.org/drawingml/2006/main">
            <a:off x="4800888" y="2809875"/>
            <a:ext cx="94530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المسترجع</a:t>
            </a:r>
          </a:p>
        </p:txBody>
      </p:sp>
      <p:sp>
        <p:nvSpPr>
          <p:cNvPr id="41" name="text-444">
            <a:extLst xmlns:a="http://schemas.openxmlformats.org/drawingml/2006/main">
              <a:ext uri="{FF2B5EF4-FFF2-40B4-BE49-F238E27FC236}">
                <a16:creationId xmlns:a16="http://schemas.microsoft.com/office/drawing/2014/main" id="{BA39DA89-93E5-4469-812A-9E3636532F6D}"/>
              </a:ext>
            </a:extLst>
          </p:cNvPr>
          <p:cNvSpPr>
            <a:spLocks xmlns:a="http://schemas.openxmlformats.org/drawingml/2006/main" noGrp="1"/>
          </p:cNvSpPr>
          <p:nvPr/>
        </p:nvSpPr>
        <p:spPr>
          <a:xfrm xmlns:a="http://schemas.openxmlformats.org/drawingml/2006/main">
            <a:off x="6375023" y="3105150"/>
            <a:ext cx="53736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تخضع</a:t>
            </a:r>
          </a:p>
        </p:txBody>
      </p:sp>
      <p:sp>
        <p:nvSpPr>
          <p:cNvPr id="42" name="text-445">
            <a:extLst xmlns:a="http://schemas.openxmlformats.org/drawingml/2006/main">
              <a:ext uri="{FF2B5EF4-FFF2-40B4-BE49-F238E27FC236}">
                <a16:creationId xmlns:a16="http://schemas.microsoft.com/office/drawing/2014/main" id="{C5C834BB-8C53-48AC-9128-F7D030ED923D}"/>
              </a:ext>
            </a:extLst>
          </p:cNvPr>
          <p:cNvSpPr>
            <a:spLocks xmlns:a="http://schemas.openxmlformats.org/drawingml/2006/main" noGrp="1"/>
          </p:cNvSpPr>
          <p:nvPr/>
        </p:nvSpPr>
        <p:spPr>
          <a:xfrm xmlns:a="http://schemas.openxmlformats.org/drawingml/2006/main">
            <a:off x="5807922" y="3105150"/>
            <a:ext cx="49204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لضبط</a:t>
            </a:r>
          </a:p>
        </p:txBody>
      </p:sp>
      <p:sp>
        <p:nvSpPr>
          <p:cNvPr id="43" name="text-446">
            <a:extLst xmlns:a="http://schemas.openxmlformats.org/drawingml/2006/main">
              <a:ext uri="{FF2B5EF4-FFF2-40B4-BE49-F238E27FC236}">
                <a16:creationId xmlns:a16="http://schemas.microsoft.com/office/drawing/2014/main" id="{467DF38E-8D9E-4BE4-91E9-D5F4168928C6}"/>
              </a:ext>
            </a:extLst>
          </p:cNvPr>
          <p:cNvSpPr>
            <a:spLocks xmlns:a="http://schemas.openxmlformats.org/drawingml/2006/main" noGrp="1"/>
          </p:cNvSpPr>
          <p:nvPr/>
        </p:nvSpPr>
        <p:spPr>
          <a:xfrm xmlns:a="http://schemas.openxmlformats.org/drawingml/2006/main">
            <a:off x="5241508" y="3105150"/>
            <a:ext cx="491357"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النقل</a:t>
            </a:r>
          </a:p>
        </p:txBody>
      </p:sp>
      <p:sp>
        <p:nvSpPr>
          <p:cNvPr id="44" name="shape-447">
            <a:extLst xmlns:a="http://schemas.openxmlformats.org/drawingml/2006/main">
              <a:ext uri="{FF2B5EF4-FFF2-40B4-BE49-F238E27FC236}">
                <a16:creationId xmlns:a16="http://schemas.microsoft.com/office/drawing/2014/main" id="{5E9E7A0F-0205-4694-B8E1-536B8429706A}"/>
              </a:ext>
            </a:extLst>
          </p:cNvPr>
          <p:cNvSpPr>
            <a:spLocks xmlns:a="http://schemas.openxmlformats.org/drawingml/2006/main" noGrp="1"/>
          </p:cNvSpPr>
          <p:nvPr/>
        </p:nvSpPr>
        <p:spPr>
          <a:xfrm xmlns:a="http://schemas.openxmlformats.org/drawingml/2006/main">
            <a:off x="609600" y="1685925"/>
            <a:ext cx="3543300" cy="187642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45" name="text-448">
            <a:extLst xmlns:a="http://schemas.openxmlformats.org/drawingml/2006/main">
              <a:ext uri="{FF2B5EF4-FFF2-40B4-BE49-F238E27FC236}">
                <a16:creationId xmlns:a16="http://schemas.microsoft.com/office/drawing/2014/main" id="{403A9AC9-D753-499D-82E0-CE3CE06D8098}"/>
              </a:ext>
            </a:extLst>
          </p:cNvPr>
          <p:cNvSpPr>
            <a:spLocks xmlns:a="http://schemas.openxmlformats.org/drawingml/2006/main" noGrp="1"/>
          </p:cNvSpPr>
          <p:nvPr/>
        </p:nvSpPr>
        <p:spPr>
          <a:xfrm xmlns:a="http://schemas.openxmlformats.org/drawingml/2006/main">
            <a:off x="771525" y="1819275"/>
            <a:ext cx="3219450"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2475" b="1">
                <a:solidFill>
                  <a:srgbClr val="DDC087"/>
                </a:solidFill>
                <a:latin typeface="Tahoma"/>
                <a:ea typeface="Tahoma"/>
                <a:cs typeface="Tahoma"/>
              </a:defRPr>
            </a:pPr>
            <a:r>
              <a:rPr sz="2475" b="1">
                <a:solidFill>
                  <a:srgbClr val="DDC087"/>
                </a:solidFill>
                <a:latin typeface="Tahoma"/>
                <a:ea typeface="Tahoma"/>
                <a:cs typeface="Tahoma"/>
              </a:rPr>
              <a:t>PB</a:t>
            </a:r>
          </a:p>
        </p:txBody>
      </p:sp>
      <p:sp>
        <p:nvSpPr>
          <p:cNvPr id="46" name="text-449">
            <a:extLst xmlns:a="http://schemas.openxmlformats.org/drawingml/2006/main">
              <a:ext uri="{FF2B5EF4-FFF2-40B4-BE49-F238E27FC236}">
                <a16:creationId xmlns:a16="http://schemas.microsoft.com/office/drawing/2014/main" id="{B805AE69-3EB8-41CA-8FB8-9808ACA862F2}"/>
              </a:ext>
            </a:extLst>
          </p:cNvPr>
          <p:cNvSpPr>
            <a:spLocks xmlns:a="http://schemas.openxmlformats.org/drawingml/2006/main" noGrp="1"/>
          </p:cNvSpPr>
          <p:nvPr/>
        </p:nvSpPr>
        <p:spPr>
          <a:xfrm xmlns:a="http://schemas.openxmlformats.org/drawingml/2006/main">
            <a:off x="1971526" y="2333625"/>
            <a:ext cx="781347"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1">
                <a:solidFill>
                  <a:srgbClr val="F3F0E6"/>
                </a:solidFill>
                <a:latin typeface="Tahoma"/>
                <a:ea typeface="Tahoma"/>
                <a:cs typeface="Tahoma"/>
              </a:defRPr>
            </a:pPr>
            <a:r>
              <a:rPr sz="1950" b="1">
                <a:solidFill>
                  <a:srgbClr val="F3F0E6"/>
                </a:solidFill>
                <a:latin typeface="Tahoma"/>
                <a:ea typeface="Tahoma"/>
                <a:cs typeface="Tahoma"/>
              </a:rPr>
              <a:t>الشعر</a:t>
            </a:r>
          </a:p>
        </p:txBody>
      </p:sp>
      <p:sp>
        <p:nvSpPr>
          <p:cNvPr id="47" name="text-450">
            <a:extLst xmlns:a="http://schemas.openxmlformats.org/drawingml/2006/main">
              <a:ext uri="{FF2B5EF4-FFF2-40B4-BE49-F238E27FC236}">
                <a16:creationId xmlns:a16="http://schemas.microsoft.com/office/drawing/2014/main" id="{0F235D25-26BC-4331-B72C-5C9CC2B45E0C}"/>
              </a:ext>
            </a:extLst>
          </p:cNvPr>
          <p:cNvSpPr>
            <a:spLocks xmlns:a="http://schemas.openxmlformats.org/drawingml/2006/main" noGrp="1"/>
          </p:cNvSpPr>
          <p:nvPr/>
        </p:nvSpPr>
        <p:spPr>
          <a:xfrm xmlns:a="http://schemas.openxmlformats.org/drawingml/2006/main">
            <a:off x="2948630" y="2809875"/>
            <a:ext cx="44848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توليد</a:t>
            </a:r>
          </a:p>
        </p:txBody>
      </p:sp>
      <p:sp>
        <p:nvSpPr>
          <p:cNvPr id="48" name="text-451">
            <a:extLst xmlns:a="http://schemas.openxmlformats.org/drawingml/2006/main">
              <a:ext uri="{FF2B5EF4-FFF2-40B4-BE49-F238E27FC236}">
                <a16:creationId xmlns:a16="http://schemas.microsoft.com/office/drawing/2014/main" id="{FCB20BA1-9049-4B23-9B5A-85C12F4F131B}"/>
              </a:ext>
            </a:extLst>
          </p:cNvPr>
          <p:cNvSpPr>
            <a:spLocks xmlns:a="http://schemas.openxmlformats.org/drawingml/2006/main" noGrp="1"/>
          </p:cNvSpPr>
          <p:nvPr/>
        </p:nvSpPr>
        <p:spPr>
          <a:xfrm xmlns:a="http://schemas.openxmlformats.org/drawingml/2006/main">
            <a:off x="2378390" y="2809875"/>
            <a:ext cx="49518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ضمن</a:t>
            </a:r>
          </a:p>
        </p:txBody>
      </p:sp>
      <p:sp>
        <p:nvSpPr>
          <p:cNvPr id="49" name="text-452">
            <a:extLst xmlns:a="http://schemas.openxmlformats.org/drawingml/2006/main">
              <a:ext uri="{FF2B5EF4-FFF2-40B4-BE49-F238E27FC236}">
                <a16:creationId xmlns:a16="http://schemas.microsoft.com/office/drawing/2014/main" id="{C5C03D80-5F18-4FFB-BD93-D53E0314F4B3}"/>
              </a:ext>
            </a:extLst>
          </p:cNvPr>
          <p:cNvSpPr>
            <a:spLocks xmlns:a="http://schemas.openxmlformats.org/drawingml/2006/main" noGrp="1"/>
          </p:cNvSpPr>
          <p:nvPr/>
        </p:nvSpPr>
        <p:spPr>
          <a:xfrm xmlns:a="http://schemas.openxmlformats.org/drawingml/2006/main">
            <a:off x="1983076" y="2809875"/>
            <a:ext cx="320257"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قيد</a:t>
            </a:r>
          </a:p>
        </p:txBody>
      </p:sp>
      <p:sp>
        <p:nvSpPr>
          <p:cNvPr id="50" name="text-453">
            <a:extLst xmlns:a="http://schemas.openxmlformats.org/drawingml/2006/main">
              <a:ext uri="{FF2B5EF4-FFF2-40B4-BE49-F238E27FC236}">
                <a16:creationId xmlns:a16="http://schemas.microsoft.com/office/drawing/2014/main" id="{26699CA7-9205-4D83-87B8-363DD9DF16F1}"/>
              </a:ext>
            </a:extLst>
          </p:cNvPr>
          <p:cNvSpPr>
            <a:spLocks xmlns:a="http://schemas.openxmlformats.org/drawingml/2006/main" noGrp="1"/>
          </p:cNvSpPr>
          <p:nvPr/>
        </p:nvSpPr>
        <p:spPr>
          <a:xfrm xmlns:a="http://schemas.openxmlformats.org/drawingml/2006/main">
            <a:off x="1327286" y="2809875"/>
            <a:ext cx="58073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الطلب</a:t>
            </a:r>
          </a:p>
        </p:txBody>
      </p:sp>
      <p:sp>
        <p:nvSpPr>
          <p:cNvPr id="51" name="text-454">
            <a:extLst xmlns:a="http://schemas.openxmlformats.org/drawingml/2006/main">
              <a:ext uri="{FF2B5EF4-FFF2-40B4-BE49-F238E27FC236}">
                <a16:creationId xmlns:a16="http://schemas.microsoft.com/office/drawing/2014/main" id="{5A44DDAA-43E9-4453-B487-B6B73EA20787}"/>
              </a:ext>
            </a:extLst>
          </p:cNvPr>
          <p:cNvSpPr>
            <a:spLocks xmlns:a="http://schemas.openxmlformats.org/drawingml/2006/main" noGrp="1"/>
          </p:cNvSpPr>
          <p:nvPr/>
        </p:nvSpPr>
        <p:spPr>
          <a:xfrm xmlns:a="http://schemas.openxmlformats.org/drawingml/2006/main">
            <a:off x="3280037" y="3105150"/>
            <a:ext cx="274637"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مع</a:t>
            </a:r>
          </a:p>
        </p:txBody>
      </p:sp>
      <p:sp>
        <p:nvSpPr>
          <p:cNvPr id="52" name="text-455">
            <a:extLst xmlns:a="http://schemas.openxmlformats.org/drawingml/2006/main">
              <a:ext uri="{FF2B5EF4-FFF2-40B4-BE49-F238E27FC236}">
                <a16:creationId xmlns:a16="http://schemas.microsoft.com/office/drawing/2014/main" id="{A43438B5-BF82-46C5-AE03-D8CF038F6EE5}"/>
              </a:ext>
            </a:extLst>
          </p:cNvPr>
          <p:cNvSpPr>
            <a:spLocks xmlns:a="http://schemas.openxmlformats.org/drawingml/2006/main" noGrp="1"/>
          </p:cNvSpPr>
          <p:nvPr/>
        </p:nvSpPr>
        <p:spPr>
          <a:xfrm xmlns:a="http://schemas.openxmlformats.org/drawingml/2006/main">
            <a:off x="2680267" y="3105150"/>
            <a:ext cx="52471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فحص</a:t>
            </a:r>
          </a:p>
        </p:txBody>
      </p:sp>
      <p:sp>
        <p:nvSpPr>
          <p:cNvPr id="53" name="text-456">
            <a:extLst xmlns:a="http://schemas.openxmlformats.org/drawingml/2006/main">
              <a:ext uri="{FF2B5EF4-FFF2-40B4-BE49-F238E27FC236}">
                <a16:creationId xmlns:a16="http://schemas.microsoft.com/office/drawing/2014/main" id="{A9C7B789-B0EC-44E0-9522-73746C8F63CB}"/>
              </a:ext>
            </a:extLst>
          </p:cNvPr>
          <p:cNvSpPr>
            <a:spLocks xmlns:a="http://schemas.openxmlformats.org/drawingml/2006/main" noGrp="1"/>
          </p:cNvSpPr>
          <p:nvPr/>
        </p:nvSpPr>
        <p:spPr>
          <a:xfrm xmlns:a="http://schemas.openxmlformats.org/drawingml/2006/main">
            <a:off x="2018983" y="3105150"/>
            <a:ext cx="586227"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القالب</a:t>
            </a:r>
          </a:p>
        </p:txBody>
      </p:sp>
      <p:sp>
        <p:nvSpPr>
          <p:cNvPr id="54" name="text-457">
            <a:extLst xmlns:a="http://schemas.openxmlformats.org/drawingml/2006/main">
              <a:ext uri="{FF2B5EF4-FFF2-40B4-BE49-F238E27FC236}">
                <a16:creationId xmlns:a16="http://schemas.microsoft.com/office/drawing/2014/main" id="{D37E42E9-58F3-464C-B073-8BAFFC4A9BBB}"/>
              </a:ext>
            </a:extLst>
          </p:cNvPr>
          <p:cNvSpPr>
            <a:spLocks xmlns:a="http://schemas.openxmlformats.org/drawingml/2006/main" noGrp="1"/>
          </p:cNvSpPr>
          <p:nvPr/>
        </p:nvSpPr>
        <p:spPr>
          <a:xfrm xmlns:a="http://schemas.openxmlformats.org/drawingml/2006/main">
            <a:off x="1169726" y="3105150"/>
            <a:ext cx="77420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والعروض</a:t>
            </a:r>
          </a:p>
        </p:txBody>
      </p:sp>
      <p:sp>
        <p:nvSpPr>
          <p:cNvPr id="55" name="shape-458">
            <a:extLst xmlns:a="http://schemas.openxmlformats.org/drawingml/2006/main">
              <a:ext uri="{FF2B5EF4-FFF2-40B4-BE49-F238E27FC236}">
                <a16:creationId xmlns:a16="http://schemas.microsoft.com/office/drawing/2014/main" id="{8363F925-2145-4FC4-B48E-416F9FE7782D}"/>
              </a:ext>
            </a:extLst>
          </p:cNvPr>
          <p:cNvSpPr>
            <a:spLocks xmlns:a="http://schemas.openxmlformats.org/drawingml/2006/main" noGrp="1"/>
          </p:cNvSpPr>
          <p:nvPr/>
        </p:nvSpPr>
        <p:spPr>
          <a:xfrm xmlns:a="http://schemas.openxmlformats.org/drawingml/2006/main">
            <a:off x="609600" y="3800475"/>
            <a:ext cx="10972800" cy="600075"/>
          </a:xfrm>
          <a:prstGeom xmlns:a="http://schemas.openxmlformats.org/drawingml/2006/main" prst="rect">
            <a:avLst/>
          </a:prstGeom>
          <a:solidFill xmlns:a="http://schemas.openxmlformats.org/drawingml/2006/main">
            <a:srgbClr val="1C3026"/>
          </a:solidFill>
          <a:ln xmlns:a="http://schemas.openxmlformats.org/drawingml/2006/main" w="9525">
            <a:solidFill>
              <a:srgbClr val="365046"/>
            </a:solidFill>
          </a:ln>
        </p:spPr>
      </p:sp>
      <p:sp>
        <p:nvSpPr>
          <p:cNvPr id="56" name="text-459">
            <a:extLst xmlns:a="http://schemas.openxmlformats.org/drawingml/2006/main">
              <a:ext uri="{FF2B5EF4-FFF2-40B4-BE49-F238E27FC236}">
                <a16:creationId xmlns:a16="http://schemas.microsoft.com/office/drawing/2014/main" id="{B5F41B86-85AF-42D3-8898-C7DCD0C61A22}"/>
              </a:ext>
            </a:extLst>
          </p:cNvPr>
          <p:cNvSpPr>
            <a:spLocks xmlns:a="http://schemas.openxmlformats.org/drawingml/2006/main" noGrp="1"/>
          </p:cNvSpPr>
          <p:nvPr/>
        </p:nvSpPr>
        <p:spPr>
          <a:xfrm xmlns:a="http://schemas.openxmlformats.org/drawingml/2006/main">
            <a:off x="8983785" y="3943350"/>
            <a:ext cx="49155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خارج</a:t>
            </a:r>
          </a:p>
        </p:txBody>
      </p:sp>
      <p:sp>
        <p:nvSpPr>
          <p:cNvPr id="57" name="text-460">
            <a:extLst xmlns:a="http://schemas.openxmlformats.org/drawingml/2006/main">
              <a:ext uri="{FF2B5EF4-FFF2-40B4-BE49-F238E27FC236}">
                <a16:creationId xmlns:a16="http://schemas.microsoft.com/office/drawing/2014/main" id="{A122E018-3AE8-45FC-88E8-DE0139245C33}"/>
              </a:ext>
            </a:extLst>
          </p:cNvPr>
          <p:cNvSpPr>
            <a:spLocks xmlns:a="http://schemas.openxmlformats.org/drawingml/2006/main" noGrp="1"/>
          </p:cNvSpPr>
          <p:nvPr/>
        </p:nvSpPr>
        <p:spPr>
          <a:xfrm xmlns:a="http://schemas.openxmlformats.org/drawingml/2006/main">
            <a:off x="8272742" y="3943350"/>
            <a:ext cx="63008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الطلب</a:t>
            </a:r>
          </a:p>
        </p:txBody>
      </p:sp>
      <p:sp>
        <p:nvSpPr>
          <p:cNvPr id="58" name="text-461">
            <a:extLst xmlns:a="http://schemas.openxmlformats.org/drawingml/2006/main">
              <a:ext uri="{FF2B5EF4-FFF2-40B4-BE49-F238E27FC236}">
                <a16:creationId xmlns:a16="http://schemas.microsoft.com/office/drawing/2014/main" id="{1602C400-EC33-4102-835E-F468A40A7C63}"/>
              </a:ext>
            </a:extLst>
          </p:cNvPr>
          <p:cNvSpPr>
            <a:spLocks xmlns:a="http://schemas.openxmlformats.org/drawingml/2006/main" noGrp="1"/>
          </p:cNvSpPr>
          <p:nvPr/>
        </p:nvSpPr>
        <p:spPr>
          <a:xfrm xmlns:a="http://schemas.openxmlformats.org/drawingml/2006/main">
            <a:off x="8153680" y="3943350"/>
            <a:ext cx="3810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r>
              <a:t/>
            </a:r>
          </a:p>
        </p:txBody>
      </p:sp>
      <p:sp>
        <p:nvSpPr>
          <p:cNvPr id="59" name="text-462">
            <a:extLst xmlns:a="http://schemas.openxmlformats.org/drawingml/2006/main">
              <a:ext uri="{FF2B5EF4-FFF2-40B4-BE49-F238E27FC236}">
                <a16:creationId xmlns:a16="http://schemas.microsoft.com/office/drawing/2014/main" id="{FFA60D10-FCBB-4567-8E91-6F4F3E16EAA1}"/>
              </a:ext>
            </a:extLst>
          </p:cNvPr>
          <p:cNvSpPr>
            <a:spLocks xmlns:a="http://schemas.openxmlformats.org/drawingml/2006/main" noGrp="1"/>
          </p:cNvSpPr>
          <p:nvPr/>
        </p:nvSpPr>
        <p:spPr>
          <a:xfrm xmlns:a="http://schemas.openxmlformats.org/drawingml/2006/main">
            <a:off x="7557226" y="3943350"/>
            <a:ext cx="51549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أمثلة</a:t>
            </a:r>
          </a:p>
        </p:txBody>
      </p:sp>
      <p:sp>
        <p:nvSpPr>
          <p:cNvPr id="60" name="text-463">
            <a:extLst xmlns:a="http://schemas.openxmlformats.org/drawingml/2006/main">
              <a:ext uri="{FF2B5EF4-FFF2-40B4-BE49-F238E27FC236}">
                <a16:creationId xmlns:a16="http://schemas.microsoft.com/office/drawing/2014/main" id="{BFD03DC6-3704-4D79-BAC9-20FB24838BF6}"/>
              </a:ext>
            </a:extLst>
          </p:cNvPr>
          <p:cNvSpPr>
            <a:spLocks xmlns:a="http://schemas.openxmlformats.org/drawingml/2006/main" noGrp="1"/>
          </p:cNvSpPr>
          <p:nvPr/>
        </p:nvSpPr>
        <p:spPr>
          <a:xfrm xmlns:a="http://schemas.openxmlformats.org/drawingml/2006/main">
            <a:off x="7202705" y="3943350"/>
            <a:ext cx="273558"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a:t>
            </a:r>
          </a:p>
        </p:txBody>
      </p:sp>
      <p:sp>
        <p:nvSpPr>
          <p:cNvPr id="61" name="text-464">
            <a:extLst xmlns:a="http://schemas.openxmlformats.org/drawingml/2006/main">
              <a:ext uri="{FF2B5EF4-FFF2-40B4-BE49-F238E27FC236}">
                <a16:creationId xmlns:a16="http://schemas.microsoft.com/office/drawing/2014/main" id="{E8FD74D8-BF1C-42C5-9323-DDC517F1B6E8}"/>
              </a:ext>
            </a:extLst>
          </p:cNvPr>
          <p:cNvSpPr>
            <a:spLocks xmlns:a="http://schemas.openxmlformats.org/drawingml/2006/main" noGrp="1"/>
          </p:cNvSpPr>
          <p:nvPr/>
        </p:nvSpPr>
        <p:spPr>
          <a:xfrm xmlns:a="http://schemas.openxmlformats.org/drawingml/2006/main">
            <a:off x="6517563" y="3943350"/>
            <a:ext cx="6041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تدريب</a:t>
            </a:r>
          </a:p>
        </p:txBody>
      </p:sp>
      <p:sp>
        <p:nvSpPr>
          <p:cNvPr id="62" name="text-465">
            <a:extLst xmlns:a="http://schemas.openxmlformats.org/drawingml/2006/main">
              <a:ext uri="{FF2B5EF4-FFF2-40B4-BE49-F238E27FC236}">
                <a16:creationId xmlns:a16="http://schemas.microsoft.com/office/drawing/2014/main" id="{FDC9F9F0-0A6E-4D16-9B3B-EF70390DA992}"/>
              </a:ext>
            </a:extLst>
          </p:cNvPr>
          <p:cNvSpPr>
            <a:spLocks xmlns:a="http://schemas.openxmlformats.org/drawingml/2006/main" noGrp="1"/>
          </p:cNvSpPr>
          <p:nvPr/>
        </p:nvSpPr>
        <p:spPr>
          <a:xfrm xmlns:a="http://schemas.openxmlformats.org/drawingml/2006/main">
            <a:off x="5381322" y="3943350"/>
            <a:ext cx="105527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SFT/LoRA</a:t>
            </a:r>
          </a:p>
        </p:txBody>
      </p:sp>
      <p:sp>
        <p:nvSpPr>
          <p:cNvPr id="63" name="text-466">
            <a:extLst xmlns:a="http://schemas.openxmlformats.org/drawingml/2006/main">
              <a:ext uri="{FF2B5EF4-FFF2-40B4-BE49-F238E27FC236}">
                <a16:creationId xmlns:a16="http://schemas.microsoft.com/office/drawing/2014/main" id="{CD1D3A93-97AD-4FC9-AA42-B7288E419F27}"/>
              </a:ext>
            </a:extLst>
          </p:cNvPr>
          <p:cNvSpPr>
            <a:spLocks xmlns:a="http://schemas.openxmlformats.org/drawingml/2006/main" noGrp="1"/>
          </p:cNvSpPr>
          <p:nvPr/>
        </p:nvSpPr>
        <p:spPr>
          <a:xfrm xmlns:a="http://schemas.openxmlformats.org/drawingml/2006/main">
            <a:off x="5026801" y="3943350"/>
            <a:ext cx="273558"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a:t>
            </a:r>
          </a:p>
        </p:txBody>
      </p:sp>
      <p:sp>
        <p:nvSpPr>
          <p:cNvPr id="64" name="text-467">
            <a:extLst xmlns:a="http://schemas.openxmlformats.org/drawingml/2006/main">
              <a:ext uri="{FF2B5EF4-FFF2-40B4-BE49-F238E27FC236}">
                <a16:creationId xmlns:a16="http://schemas.microsoft.com/office/drawing/2014/main" id="{E5B4111F-28DC-4E17-89A4-0E2388E7AE0A}"/>
              </a:ext>
            </a:extLst>
          </p:cNvPr>
          <p:cNvSpPr>
            <a:spLocks xmlns:a="http://schemas.openxmlformats.org/drawingml/2006/main" noGrp="1"/>
          </p:cNvSpPr>
          <p:nvPr/>
        </p:nvSpPr>
        <p:spPr>
          <a:xfrm xmlns:a="http://schemas.openxmlformats.org/drawingml/2006/main">
            <a:off x="4396108" y="3943350"/>
            <a:ext cx="54973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تقييم</a:t>
            </a:r>
          </a:p>
        </p:txBody>
      </p:sp>
      <p:sp>
        <p:nvSpPr>
          <p:cNvPr id="65" name="text-468">
            <a:extLst xmlns:a="http://schemas.openxmlformats.org/drawingml/2006/main">
              <a:ext uri="{FF2B5EF4-FFF2-40B4-BE49-F238E27FC236}">
                <a16:creationId xmlns:a16="http://schemas.microsoft.com/office/drawing/2014/main" id="{3FE71954-9B26-4FBB-BA7A-8903837BDCF5}"/>
              </a:ext>
            </a:extLst>
          </p:cNvPr>
          <p:cNvSpPr>
            <a:spLocks xmlns:a="http://schemas.openxmlformats.org/drawingml/2006/main" noGrp="1"/>
          </p:cNvSpPr>
          <p:nvPr/>
        </p:nvSpPr>
        <p:spPr>
          <a:xfrm xmlns:a="http://schemas.openxmlformats.org/drawingml/2006/main">
            <a:off x="4041587" y="3943350"/>
            <a:ext cx="273558"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a:t>
            </a:r>
          </a:p>
        </p:txBody>
      </p:sp>
      <p:sp>
        <p:nvSpPr>
          <p:cNvPr id="66" name="text-469">
            <a:extLst xmlns:a="http://schemas.openxmlformats.org/drawingml/2006/main">
              <a:ext uri="{FF2B5EF4-FFF2-40B4-BE49-F238E27FC236}">
                <a16:creationId xmlns:a16="http://schemas.microsoft.com/office/drawing/2014/main" id="{7470B565-FD0F-49D9-A56B-C9C103B10E59}"/>
              </a:ext>
            </a:extLst>
          </p:cNvPr>
          <p:cNvSpPr>
            <a:spLocks xmlns:a="http://schemas.openxmlformats.org/drawingml/2006/main" noGrp="1"/>
          </p:cNvSpPr>
          <p:nvPr/>
        </p:nvSpPr>
        <p:spPr>
          <a:xfrm xmlns:a="http://schemas.openxmlformats.org/drawingml/2006/main">
            <a:off x="3385485" y="3943350"/>
            <a:ext cx="57514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محوّل</a:t>
            </a:r>
          </a:p>
        </p:txBody>
      </p:sp>
      <p:sp>
        <p:nvSpPr>
          <p:cNvPr id="67" name="text-470">
            <a:extLst xmlns:a="http://schemas.openxmlformats.org/drawingml/2006/main">
              <a:ext uri="{FF2B5EF4-FFF2-40B4-BE49-F238E27FC236}">
                <a16:creationId xmlns:a16="http://schemas.microsoft.com/office/drawing/2014/main" id="{127DF1FE-A3C0-470A-B4DE-0C5BDFBEF4B6}"/>
              </a:ext>
            </a:extLst>
          </p:cNvPr>
          <p:cNvSpPr>
            <a:spLocks xmlns:a="http://schemas.openxmlformats.org/drawingml/2006/main" noGrp="1"/>
          </p:cNvSpPr>
          <p:nvPr/>
        </p:nvSpPr>
        <p:spPr>
          <a:xfrm xmlns:a="http://schemas.openxmlformats.org/drawingml/2006/main">
            <a:off x="2678562" y="3943350"/>
            <a:ext cx="625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معتمد</a:t>
            </a:r>
          </a:p>
        </p:txBody>
      </p:sp>
      <p:sp>
        <p:nvSpPr>
          <p:cNvPr id="68" name="text-471">
            <a:extLst xmlns:a="http://schemas.openxmlformats.org/drawingml/2006/main">
              <a:ext uri="{FF2B5EF4-FFF2-40B4-BE49-F238E27FC236}">
                <a16:creationId xmlns:a16="http://schemas.microsoft.com/office/drawing/2014/main" id="{D0F56ADB-2FA7-4752-A437-FF9E9BB5DE8A}"/>
              </a:ext>
            </a:extLst>
          </p:cNvPr>
          <p:cNvSpPr>
            <a:spLocks xmlns:a="http://schemas.openxmlformats.org/drawingml/2006/main" noGrp="1"/>
          </p:cNvSpPr>
          <p:nvPr/>
        </p:nvSpPr>
        <p:spPr>
          <a:xfrm xmlns:a="http://schemas.openxmlformats.org/drawingml/2006/main">
            <a:off x="10834787" y="4648200"/>
            <a:ext cx="74761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المعرفة</a:t>
            </a:r>
          </a:p>
        </p:txBody>
      </p:sp>
      <p:sp>
        <p:nvSpPr>
          <p:cNvPr id="69" name="text-472">
            <a:extLst xmlns:a="http://schemas.openxmlformats.org/drawingml/2006/main">
              <a:ext uri="{FF2B5EF4-FFF2-40B4-BE49-F238E27FC236}">
                <a16:creationId xmlns:a16="http://schemas.microsoft.com/office/drawing/2014/main" id="{C6E7E8C0-085D-4667-8050-54D448E3A26C}"/>
              </a:ext>
            </a:extLst>
          </p:cNvPr>
          <p:cNvSpPr>
            <a:spLocks xmlns:a="http://schemas.openxmlformats.org/drawingml/2006/main" noGrp="1"/>
          </p:cNvSpPr>
          <p:nvPr/>
        </p:nvSpPr>
        <p:spPr>
          <a:xfrm xmlns:a="http://schemas.openxmlformats.org/drawingml/2006/main">
            <a:off x="10715724" y="4648200"/>
            <a:ext cx="3810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r>
              <a:t/>
            </a:r>
          </a:p>
        </p:txBody>
      </p:sp>
      <p:sp>
        <p:nvSpPr>
          <p:cNvPr id="70" name="text-473">
            <a:extLst xmlns:a="http://schemas.openxmlformats.org/drawingml/2006/main">
              <a:ext uri="{FF2B5EF4-FFF2-40B4-BE49-F238E27FC236}">
                <a16:creationId xmlns:a16="http://schemas.microsoft.com/office/drawing/2014/main" id="{32E4A8F3-643D-459A-92FB-7A22CA81B604}"/>
              </a:ext>
            </a:extLst>
          </p:cNvPr>
          <p:cNvSpPr>
            <a:spLocks xmlns:a="http://schemas.openxmlformats.org/drawingml/2006/main" noGrp="1"/>
          </p:cNvSpPr>
          <p:nvPr/>
        </p:nvSpPr>
        <p:spPr>
          <a:xfrm xmlns:a="http://schemas.openxmlformats.org/drawingml/2006/main">
            <a:off x="10152235" y="4648200"/>
            <a:ext cx="48252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RAG</a:t>
            </a:r>
          </a:p>
        </p:txBody>
      </p:sp>
      <p:sp>
        <p:nvSpPr>
          <p:cNvPr id="71" name="text-474">
            <a:extLst xmlns:a="http://schemas.openxmlformats.org/drawingml/2006/main">
              <a:ext uri="{FF2B5EF4-FFF2-40B4-BE49-F238E27FC236}">
                <a16:creationId xmlns:a16="http://schemas.microsoft.com/office/drawing/2014/main" id="{F5574968-D26A-4E9C-9746-A262B49C32AD}"/>
              </a:ext>
            </a:extLst>
          </p:cNvPr>
          <p:cNvSpPr>
            <a:spLocks xmlns:a="http://schemas.openxmlformats.org/drawingml/2006/main" noGrp="1"/>
          </p:cNvSpPr>
          <p:nvPr/>
        </p:nvSpPr>
        <p:spPr>
          <a:xfrm xmlns:a="http://schemas.openxmlformats.org/drawingml/2006/main">
            <a:off x="9861876" y="4648200"/>
            <a:ext cx="20939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a:t>
            </a:r>
          </a:p>
        </p:txBody>
      </p:sp>
      <p:sp>
        <p:nvSpPr>
          <p:cNvPr id="72" name="text-475">
            <a:extLst xmlns:a="http://schemas.openxmlformats.org/drawingml/2006/main">
              <a:ext uri="{FF2B5EF4-FFF2-40B4-BE49-F238E27FC236}">
                <a16:creationId xmlns:a16="http://schemas.microsoft.com/office/drawing/2014/main" id="{7F14A372-C7DE-48FF-A283-7F13DD11E93F}"/>
              </a:ext>
            </a:extLst>
          </p:cNvPr>
          <p:cNvSpPr>
            <a:spLocks xmlns:a="http://schemas.openxmlformats.org/drawingml/2006/main" noGrp="1"/>
          </p:cNvSpPr>
          <p:nvPr/>
        </p:nvSpPr>
        <p:spPr>
          <a:xfrm xmlns:a="http://schemas.openxmlformats.org/drawingml/2006/main">
            <a:off x="8589658" y="4648200"/>
            <a:ext cx="119125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SQL Server</a:t>
            </a:r>
          </a:p>
        </p:txBody>
      </p:sp>
      <p:sp>
        <p:nvSpPr>
          <p:cNvPr id="73" name="text-476">
            <a:extLst xmlns:a="http://schemas.openxmlformats.org/drawingml/2006/main">
              <a:ext uri="{FF2B5EF4-FFF2-40B4-BE49-F238E27FC236}">
                <a16:creationId xmlns:a16="http://schemas.microsoft.com/office/drawing/2014/main" id="{9180EF95-BA3D-4BC3-BC9E-A803C2BC08F6}"/>
              </a:ext>
            </a:extLst>
          </p:cNvPr>
          <p:cNvSpPr>
            <a:spLocks xmlns:a="http://schemas.openxmlformats.org/drawingml/2006/main" noGrp="1"/>
          </p:cNvSpPr>
          <p:nvPr/>
        </p:nvSpPr>
        <p:spPr>
          <a:xfrm xmlns:a="http://schemas.openxmlformats.org/drawingml/2006/main">
            <a:off x="8299300" y="4648200"/>
            <a:ext cx="20939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a:t>
            </a:r>
          </a:p>
        </p:txBody>
      </p:sp>
      <p:sp>
        <p:nvSpPr>
          <p:cNvPr id="74" name="text-477">
            <a:extLst xmlns:a="http://schemas.openxmlformats.org/drawingml/2006/main">
              <a:ext uri="{FF2B5EF4-FFF2-40B4-BE49-F238E27FC236}">
                <a16:creationId xmlns:a16="http://schemas.microsoft.com/office/drawing/2014/main" id="{3AE08F25-B09B-4806-B957-11E743936116}"/>
              </a:ext>
            </a:extLst>
          </p:cNvPr>
          <p:cNvSpPr>
            <a:spLocks xmlns:a="http://schemas.openxmlformats.org/drawingml/2006/main" noGrp="1"/>
          </p:cNvSpPr>
          <p:nvPr/>
        </p:nvSpPr>
        <p:spPr>
          <a:xfrm xmlns:a="http://schemas.openxmlformats.org/drawingml/2006/main">
            <a:off x="7684500" y="4648200"/>
            <a:ext cx="53383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NMN</a:t>
            </a:r>
          </a:p>
        </p:txBody>
      </p:sp>
      <p:sp>
        <p:nvSpPr>
          <p:cNvPr id="75" name="text-478">
            <a:extLst xmlns:a="http://schemas.openxmlformats.org/drawingml/2006/main">
              <a:ext uri="{FF2B5EF4-FFF2-40B4-BE49-F238E27FC236}">
                <a16:creationId xmlns:a16="http://schemas.microsoft.com/office/drawing/2014/main" id="{569143FC-D346-44B4-8C52-4C46EC763F9C}"/>
              </a:ext>
            </a:extLst>
          </p:cNvPr>
          <p:cNvSpPr>
            <a:spLocks xmlns:a="http://schemas.openxmlformats.org/drawingml/2006/main" noGrp="1"/>
          </p:cNvSpPr>
          <p:nvPr/>
        </p:nvSpPr>
        <p:spPr>
          <a:xfrm xmlns:a="http://schemas.openxmlformats.org/drawingml/2006/main">
            <a:off x="5414421" y="4648200"/>
            <a:ext cx="472029"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الربط</a:t>
            </a:r>
          </a:p>
        </p:txBody>
      </p:sp>
      <p:sp>
        <p:nvSpPr>
          <p:cNvPr id="76" name="text-479">
            <a:extLst xmlns:a="http://schemas.openxmlformats.org/drawingml/2006/main">
              <a:ext uri="{FF2B5EF4-FFF2-40B4-BE49-F238E27FC236}">
                <a16:creationId xmlns:a16="http://schemas.microsoft.com/office/drawing/2014/main" id="{E23ADA58-D3D5-4336-B302-93265D95B634}"/>
              </a:ext>
            </a:extLst>
          </p:cNvPr>
          <p:cNvSpPr>
            <a:spLocks xmlns:a="http://schemas.openxmlformats.org/drawingml/2006/main" noGrp="1"/>
          </p:cNvSpPr>
          <p:nvPr/>
        </p:nvSpPr>
        <p:spPr>
          <a:xfrm xmlns:a="http://schemas.openxmlformats.org/drawingml/2006/main">
            <a:off x="5298311" y="4648200"/>
            <a:ext cx="38100"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r>
              <a:t/>
            </a:r>
          </a:p>
        </p:txBody>
      </p:sp>
      <p:sp>
        <p:nvSpPr>
          <p:cNvPr id="77" name="text-480">
            <a:extLst xmlns:a="http://schemas.openxmlformats.org/drawingml/2006/main">
              <a:ext uri="{FF2B5EF4-FFF2-40B4-BE49-F238E27FC236}">
                <a16:creationId xmlns:a16="http://schemas.microsoft.com/office/drawing/2014/main" id="{9D336B97-FBDC-498F-9D66-99980A3A13C1}"/>
              </a:ext>
            </a:extLst>
          </p:cNvPr>
          <p:cNvSpPr>
            <a:spLocks xmlns:a="http://schemas.openxmlformats.org/drawingml/2006/main" noGrp="1"/>
          </p:cNvSpPr>
          <p:nvPr/>
        </p:nvSpPr>
        <p:spPr>
          <a:xfrm xmlns:a="http://schemas.openxmlformats.org/drawingml/2006/main">
            <a:off x="4748468" y="4648200"/>
            <a:ext cx="471833"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MCP</a:t>
            </a:r>
          </a:p>
        </p:txBody>
      </p:sp>
      <p:sp>
        <p:nvSpPr>
          <p:cNvPr id="78" name="text-481">
            <a:extLst xmlns:a="http://schemas.openxmlformats.org/drawingml/2006/main">
              <a:ext uri="{FF2B5EF4-FFF2-40B4-BE49-F238E27FC236}">
                <a16:creationId xmlns:a16="http://schemas.microsoft.com/office/drawing/2014/main" id="{6A14CC08-2711-4208-9975-B8CCE78811BA}"/>
              </a:ext>
            </a:extLst>
          </p:cNvPr>
          <p:cNvSpPr>
            <a:spLocks xmlns:a="http://schemas.openxmlformats.org/drawingml/2006/main" noGrp="1"/>
          </p:cNvSpPr>
          <p:nvPr/>
        </p:nvSpPr>
        <p:spPr>
          <a:xfrm xmlns:a="http://schemas.openxmlformats.org/drawingml/2006/main">
            <a:off x="4468224" y="4648200"/>
            <a:ext cx="202234"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a:t>
            </a:r>
          </a:p>
        </p:txBody>
      </p:sp>
      <p:sp>
        <p:nvSpPr>
          <p:cNvPr id="79" name="text-482">
            <a:extLst xmlns:a="http://schemas.openxmlformats.org/drawingml/2006/main">
              <a:ext uri="{FF2B5EF4-FFF2-40B4-BE49-F238E27FC236}">
                <a16:creationId xmlns:a16="http://schemas.microsoft.com/office/drawing/2014/main" id="{9446D17D-423B-4FAF-968B-001C87CBF3F0}"/>
              </a:ext>
            </a:extLst>
          </p:cNvPr>
          <p:cNvSpPr>
            <a:spLocks xmlns:a="http://schemas.openxmlformats.org/drawingml/2006/main" noGrp="1"/>
          </p:cNvSpPr>
          <p:nvPr/>
        </p:nvSpPr>
        <p:spPr>
          <a:xfrm xmlns:a="http://schemas.openxmlformats.org/drawingml/2006/main">
            <a:off x="3665656" y="4648200"/>
            <a:ext cx="724558"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Python</a:t>
            </a:r>
          </a:p>
        </p:txBody>
      </p:sp>
      <p:sp>
        <p:nvSpPr>
          <p:cNvPr id="80" name="text-483">
            <a:extLst xmlns:a="http://schemas.openxmlformats.org/drawingml/2006/main">
              <a:ext uri="{FF2B5EF4-FFF2-40B4-BE49-F238E27FC236}">
                <a16:creationId xmlns:a16="http://schemas.microsoft.com/office/drawing/2014/main" id="{B3882BDC-D962-49BB-96E0-53955CA272A3}"/>
              </a:ext>
            </a:extLst>
          </p:cNvPr>
          <p:cNvSpPr>
            <a:spLocks xmlns:a="http://schemas.openxmlformats.org/drawingml/2006/main" noGrp="1"/>
          </p:cNvSpPr>
          <p:nvPr/>
        </p:nvSpPr>
        <p:spPr>
          <a:xfrm xmlns:a="http://schemas.openxmlformats.org/drawingml/2006/main">
            <a:off x="3385413" y="4648200"/>
            <a:ext cx="202234"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a:t>
            </a:r>
          </a:p>
        </p:txBody>
      </p:sp>
      <p:sp>
        <p:nvSpPr>
          <p:cNvPr id="81" name="text-484">
            <a:extLst xmlns:a="http://schemas.openxmlformats.org/drawingml/2006/main">
              <a:ext uri="{FF2B5EF4-FFF2-40B4-BE49-F238E27FC236}">
                <a16:creationId xmlns:a16="http://schemas.microsoft.com/office/drawing/2014/main" id="{D91E31A2-B80A-4ABF-8E1E-37EB1CA30B0B}"/>
              </a:ext>
            </a:extLst>
          </p:cNvPr>
          <p:cNvSpPr>
            <a:spLocks xmlns:a="http://schemas.openxmlformats.org/drawingml/2006/main" noGrp="1"/>
          </p:cNvSpPr>
          <p:nvPr/>
        </p:nvSpPr>
        <p:spPr>
          <a:xfrm xmlns:a="http://schemas.openxmlformats.org/drawingml/2006/main">
            <a:off x="2969584" y="4648200"/>
            <a:ext cx="337818"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C#</a:t>
            </a:r>
          </a:p>
        </p:txBody>
      </p:sp>
      <p:sp>
        <p:nvSpPr>
          <p:cNvPr id="82" name="text-485">
            <a:extLst xmlns:a="http://schemas.openxmlformats.org/drawingml/2006/main">
              <a:ext uri="{FF2B5EF4-FFF2-40B4-BE49-F238E27FC236}">
                <a16:creationId xmlns:a16="http://schemas.microsoft.com/office/drawing/2014/main" id="{CA7C474A-0F44-4383-8D87-6F25FE4CF14B}"/>
              </a:ext>
            </a:extLst>
          </p:cNvPr>
          <p:cNvSpPr>
            <a:spLocks xmlns:a="http://schemas.openxmlformats.org/drawingml/2006/main" noGrp="1"/>
          </p:cNvSpPr>
          <p:nvPr/>
        </p:nvSpPr>
        <p:spPr>
          <a:xfrm xmlns:a="http://schemas.openxmlformats.org/drawingml/2006/main">
            <a:off x="2767238" y="4648200"/>
            <a:ext cx="124336"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a:t>
            </a:r>
          </a:p>
        </p:txBody>
      </p:sp>
      <p:sp>
        <p:nvSpPr>
          <p:cNvPr id="83" name="text-486">
            <a:extLst xmlns:a="http://schemas.openxmlformats.org/drawingml/2006/main">
              <a:ext uri="{FF2B5EF4-FFF2-40B4-BE49-F238E27FC236}">
                <a16:creationId xmlns:a16="http://schemas.microsoft.com/office/drawing/2014/main" id="{21F70993-392E-4D27-90EC-A406ACA5B7AA}"/>
              </a:ext>
            </a:extLst>
          </p:cNvPr>
          <p:cNvSpPr>
            <a:spLocks xmlns:a="http://schemas.openxmlformats.org/drawingml/2006/main" noGrp="1"/>
          </p:cNvSpPr>
          <p:nvPr/>
        </p:nvSpPr>
        <p:spPr>
          <a:xfrm xmlns:a="http://schemas.openxmlformats.org/drawingml/2006/main">
            <a:off x="2173836" y="4648200"/>
            <a:ext cx="515393"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.NET</a:t>
            </a:r>
          </a:p>
        </p:txBody>
      </p:sp>
      <p:sp>
        <p:nvSpPr>
          <p:cNvPr id="84" name="text-487">
            <a:extLst xmlns:a="http://schemas.openxmlformats.org/drawingml/2006/main">
              <a:ext uri="{FF2B5EF4-FFF2-40B4-BE49-F238E27FC236}">
                <a16:creationId xmlns:a16="http://schemas.microsoft.com/office/drawing/2014/main" id="{1D5A826B-D1A3-4411-8B3F-1EA8EB157117}"/>
              </a:ext>
            </a:extLst>
          </p:cNvPr>
          <p:cNvSpPr>
            <a:spLocks xmlns:a="http://schemas.openxmlformats.org/drawingml/2006/main" noGrp="1"/>
          </p:cNvSpPr>
          <p:nvPr/>
        </p:nvSpPr>
        <p:spPr>
          <a:xfrm xmlns:a="http://schemas.openxmlformats.org/drawingml/2006/main">
            <a:off x="10829391" y="5067300"/>
            <a:ext cx="753009"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التطبيق</a:t>
            </a:r>
          </a:p>
        </p:txBody>
      </p:sp>
      <p:sp>
        <p:nvSpPr>
          <p:cNvPr id="85" name="text-488">
            <a:extLst xmlns:a="http://schemas.openxmlformats.org/drawingml/2006/main">
              <a:ext uri="{FF2B5EF4-FFF2-40B4-BE49-F238E27FC236}">
                <a16:creationId xmlns:a16="http://schemas.microsoft.com/office/drawing/2014/main" id="{1D8D942D-A94D-41A8-8377-BAF0B13A01D2}"/>
              </a:ext>
            </a:extLst>
          </p:cNvPr>
          <p:cNvSpPr>
            <a:spLocks xmlns:a="http://schemas.openxmlformats.org/drawingml/2006/main" noGrp="1"/>
          </p:cNvSpPr>
          <p:nvPr/>
        </p:nvSpPr>
        <p:spPr>
          <a:xfrm xmlns:a="http://schemas.openxmlformats.org/drawingml/2006/main">
            <a:off x="10713281" y="5067300"/>
            <a:ext cx="38100"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r>
              <a:t/>
            </a:r>
          </a:p>
        </p:txBody>
      </p:sp>
      <p:sp>
        <p:nvSpPr>
          <p:cNvPr id="86" name="text-489">
            <a:extLst xmlns:a="http://schemas.openxmlformats.org/drawingml/2006/main">
              <a:ext uri="{FF2B5EF4-FFF2-40B4-BE49-F238E27FC236}">
                <a16:creationId xmlns:a16="http://schemas.microsoft.com/office/drawing/2014/main" id="{D13725E9-B576-4E04-AAD4-610EC6F47B61}"/>
              </a:ext>
            </a:extLst>
          </p:cNvPr>
          <p:cNvSpPr>
            <a:spLocks xmlns:a="http://schemas.openxmlformats.org/drawingml/2006/main" noGrp="1"/>
          </p:cNvSpPr>
          <p:nvPr/>
        </p:nvSpPr>
        <p:spPr>
          <a:xfrm xmlns:a="http://schemas.openxmlformats.org/drawingml/2006/main">
            <a:off x="9847924" y="5067300"/>
            <a:ext cx="787347"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Node.js</a:t>
            </a:r>
          </a:p>
        </p:txBody>
      </p:sp>
      <p:sp>
        <p:nvSpPr>
          <p:cNvPr id="87" name="text-490">
            <a:extLst xmlns:a="http://schemas.openxmlformats.org/drawingml/2006/main">
              <a:ext uri="{FF2B5EF4-FFF2-40B4-BE49-F238E27FC236}">
                <a16:creationId xmlns:a16="http://schemas.microsoft.com/office/drawing/2014/main" id="{41251A5D-0F08-493C-8F10-8E08228056EA}"/>
              </a:ext>
            </a:extLst>
          </p:cNvPr>
          <p:cNvSpPr>
            <a:spLocks xmlns:a="http://schemas.openxmlformats.org/drawingml/2006/main" noGrp="1"/>
          </p:cNvSpPr>
          <p:nvPr/>
        </p:nvSpPr>
        <p:spPr>
          <a:xfrm xmlns:a="http://schemas.openxmlformats.org/drawingml/2006/main">
            <a:off x="9567681" y="5067300"/>
            <a:ext cx="202234"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a:t>
            </a:r>
          </a:p>
        </p:txBody>
      </p:sp>
      <p:sp>
        <p:nvSpPr>
          <p:cNvPr id="88" name="text-491">
            <a:extLst xmlns:a="http://schemas.openxmlformats.org/drawingml/2006/main">
              <a:ext uri="{FF2B5EF4-FFF2-40B4-BE49-F238E27FC236}">
                <a16:creationId xmlns:a16="http://schemas.microsoft.com/office/drawing/2014/main" id="{6B2EC66F-C29B-4804-92AE-FC4916916EEB}"/>
              </a:ext>
            </a:extLst>
          </p:cNvPr>
          <p:cNvSpPr>
            <a:spLocks xmlns:a="http://schemas.openxmlformats.org/drawingml/2006/main" noGrp="1"/>
          </p:cNvSpPr>
          <p:nvPr/>
        </p:nvSpPr>
        <p:spPr>
          <a:xfrm xmlns:a="http://schemas.openxmlformats.org/drawingml/2006/main">
            <a:off x="8881272" y="5067300"/>
            <a:ext cx="608399"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HTML</a:t>
            </a:r>
          </a:p>
        </p:txBody>
      </p:sp>
      <p:sp>
        <p:nvSpPr>
          <p:cNvPr id="89" name="text-492">
            <a:extLst xmlns:a="http://schemas.openxmlformats.org/drawingml/2006/main">
              <a:ext uri="{FF2B5EF4-FFF2-40B4-BE49-F238E27FC236}">
                <a16:creationId xmlns:a16="http://schemas.microsoft.com/office/drawing/2014/main" id="{4A766BD2-ABA8-4A6F-AE2A-EE43490627A6}"/>
              </a:ext>
            </a:extLst>
          </p:cNvPr>
          <p:cNvSpPr>
            <a:spLocks xmlns:a="http://schemas.openxmlformats.org/drawingml/2006/main" noGrp="1"/>
          </p:cNvSpPr>
          <p:nvPr/>
        </p:nvSpPr>
        <p:spPr>
          <a:xfrm xmlns:a="http://schemas.openxmlformats.org/drawingml/2006/main">
            <a:off x="8678926" y="5067300"/>
            <a:ext cx="124336"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a:t>
            </a:r>
          </a:p>
        </p:txBody>
      </p:sp>
      <p:sp>
        <p:nvSpPr>
          <p:cNvPr id="90" name="text-493">
            <a:extLst xmlns:a="http://schemas.openxmlformats.org/drawingml/2006/main">
              <a:ext uri="{FF2B5EF4-FFF2-40B4-BE49-F238E27FC236}">
                <a16:creationId xmlns:a16="http://schemas.microsoft.com/office/drawing/2014/main" id="{B2430667-2872-4CC3-9677-E254DC1DAB16}"/>
              </a:ext>
            </a:extLst>
          </p:cNvPr>
          <p:cNvSpPr>
            <a:spLocks xmlns:a="http://schemas.openxmlformats.org/drawingml/2006/main" noGrp="1"/>
          </p:cNvSpPr>
          <p:nvPr/>
        </p:nvSpPr>
        <p:spPr>
          <a:xfrm xmlns:a="http://schemas.openxmlformats.org/drawingml/2006/main">
            <a:off x="8178431" y="5067300"/>
            <a:ext cx="422485"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CSS</a:t>
            </a:r>
          </a:p>
        </p:txBody>
      </p:sp>
      <p:sp>
        <p:nvSpPr>
          <p:cNvPr id="91" name="text-494">
            <a:extLst xmlns:a="http://schemas.openxmlformats.org/drawingml/2006/main">
              <a:ext uri="{FF2B5EF4-FFF2-40B4-BE49-F238E27FC236}">
                <a16:creationId xmlns:a16="http://schemas.microsoft.com/office/drawing/2014/main" id="{1A37374B-3FC7-40AB-88DA-6A65DAAAFB0A}"/>
              </a:ext>
            </a:extLst>
          </p:cNvPr>
          <p:cNvSpPr>
            <a:spLocks xmlns:a="http://schemas.openxmlformats.org/drawingml/2006/main" noGrp="1"/>
          </p:cNvSpPr>
          <p:nvPr/>
        </p:nvSpPr>
        <p:spPr>
          <a:xfrm xmlns:a="http://schemas.openxmlformats.org/drawingml/2006/main">
            <a:off x="7976084" y="5067300"/>
            <a:ext cx="124336"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a:t>
            </a:r>
          </a:p>
        </p:txBody>
      </p:sp>
      <p:sp>
        <p:nvSpPr>
          <p:cNvPr id="92" name="text-495">
            <a:extLst xmlns:a="http://schemas.openxmlformats.org/drawingml/2006/main">
              <a:ext uri="{FF2B5EF4-FFF2-40B4-BE49-F238E27FC236}">
                <a16:creationId xmlns:a16="http://schemas.microsoft.com/office/drawing/2014/main" id="{9ACF3C0B-0586-4C9E-B269-1359ADF151B4}"/>
              </a:ext>
            </a:extLst>
          </p:cNvPr>
          <p:cNvSpPr>
            <a:spLocks xmlns:a="http://schemas.openxmlformats.org/drawingml/2006/main" noGrp="1"/>
          </p:cNvSpPr>
          <p:nvPr/>
        </p:nvSpPr>
        <p:spPr>
          <a:xfrm xmlns:a="http://schemas.openxmlformats.org/drawingml/2006/main">
            <a:off x="7640312" y="5067300"/>
            <a:ext cx="257763"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JS</a:t>
            </a:r>
          </a:p>
        </p:txBody>
      </p:sp>
      <p:sp>
        <p:nvSpPr>
          <p:cNvPr id="93" name="text-496">
            <a:extLst xmlns:a="http://schemas.openxmlformats.org/drawingml/2006/main">
              <a:ext uri="{FF2B5EF4-FFF2-40B4-BE49-F238E27FC236}">
                <a16:creationId xmlns:a16="http://schemas.microsoft.com/office/drawing/2014/main" id="{457C2439-F628-4A53-9F03-507B3136C5DA}"/>
              </a:ext>
            </a:extLst>
          </p:cNvPr>
          <p:cNvSpPr>
            <a:spLocks xmlns:a="http://schemas.openxmlformats.org/drawingml/2006/main" noGrp="1"/>
          </p:cNvSpPr>
          <p:nvPr/>
        </p:nvSpPr>
        <p:spPr>
          <a:xfrm xmlns:a="http://schemas.openxmlformats.org/drawingml/2006/main">
            <a:off x="5266965" y="5067300"/>
            <a:ext cx="619485"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العرض</a:t>
            </a:r>
          </a:p>
        </p:txBody>
      </p:sp>
      <p:sp>
        <p:nvSpPr>
          <p:cNvPr id="94" name="text-497">
            <a:extLst xmlns:a="http://schemas.openxmlformats.org/drawingml/2006/main">
              <a:ext uri="{FF2B5EF4-FFF2-40B4-BE49-F238E27FC236}">
                <a16:creationId xmlns:a16="http://schemas.microsoft.com/office/drawing/2014/main" id="{15C8F893-D71F-457B-B70C-8F05CC1B8FDA}"/>
              </a:ext>
            </a:extLst>
          </p:cNvPr>
          <p:cNvSpPr>
            <a:spLocks xmlns:a="http://schemas.openxmlformats.org/drawingml/2006/main" noGrp="1"/>
          </p:cNvSpPr>
          <p:nvPr/>
        </p:nvSpPr>
        <p:spPr>
          <a:xfrm xmlns:a="http://schemas.openxmlformats.org/drawingml/2006/main">
            <a:off x="5150855" y="5067300"/>
            <a:ext cx="38100"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r>
              <a:t/>
            </a:r>
          </a:p>
        </p:txBody>
      </p:sp>
      <p:sp>
        <p:nvSpPr>
          <p:cNvPr id="95" name="text-498">
            <a:extLst xmlns:a="http://schemas.openxmlformats.org/drawingml/2006/main">
              <a:ext uri="{FF2B5EF4-FFF2-40B4-BE49-F238E27FC236}">
                <a16:creationId xmlns:a16="http://schemas.microsoft.com/office/drawing/2014/main" id="{468EE5A2-0F3B-431D-B228-FDA5B2B7FE28}"/>
              </a:ext>
            </a:extLst>
          </p:cNvPr>
          <p:cNvSpPr>
            <a:spLocks xmlns:a="http://schemas.openxmlformats.org/drawingml/2006/main" noGrp="1"/>
          </p:cNvSpPr>
          <p:nvPr/>
        </p:nvSpPr>
        <p:spPr>
          <a:xfrm xmlns:a="http://schemas.openxmlformats.org/drawingml/2006/main">
            <a:off x="4482008" y="5067300"/>
            <a:ext cx="590838"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React</a:t>
            </a:r>
          </a:p>
        </p:txBody>
      </p:sp>
      <p:sp>
        <p:nvSpPr>
          <p:cNvPr id="96" name="text-499">
            <a:extLst xmlns:a="http://schemas.openxmlformats.org/drawingml/2006/main">
              <a:ext uri="{FF2B5EF4-FFF2-40B4-BE49-F238E27FC236}">
                <a16:creationId xmlns:a16="http://schemas.microsoft.com/office/drawing/2014/main" id="{042A0A02-4117-4ABE-958C-81C4C25F38D3}"/>
              </a:ext>
            </a:extLst>
          </p:cNvPr>
          <p:cNvSpPr>
            <a:spLocks xmlns:a="http://schemas.openxmlformats.org/drawingml/2006/main" noGrp="1"/>
          </p:cNvSpPr>
          <p:nvPr/>
        </p:nvSpPr>
        <p:spPr>
          <a:xfrm xmlns:a="http://schemas.openxmlformats.org/drawingml/2006/main">
            <a:off x="4201764" y="5067300"/>
            <a:ext cx="202234"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a:t>
            </a:r>
          </a:p>
        </p:txBody>
      </p:sp>
      <p:sp>
        <p:nvSpPr>
          <p:cNvPr id="97" name="text-500">
            <a:extLst xmlns:a="http://schemas.openxmlformats.org/drawingml/2006/main">
              <a:ext uri="{FF2B5EF4-FFF2-40B4-BE49-F238E27FC236}">
                <a16:creationId xmlns:a16="http://schemas.microsoft.com/office/drawing/2014/main" id="{3ECEFA8C-C55C-4CC0-B38E-A68E1A4554C4}"/>
              </a:ext>
            </a:extLst>
          </p:cNvPr>
          <p:cNvSpPr>
            <a:spLocks xmlns:a="http://schemas.openxmlformats.org/drawingml/2006/main" noGrp="1"/>
          </p:cNvSpPr>
          <p:nvPr/>
        </p:nvSpPr>
        <p:spPr>
          <a:xfrm xmlns:a="http://schemas.openxmlformats.org/drawingml/2006/main">
            <a:off x="3710197" y="5067300"/>
            <a:ext cx="413557"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SSE</a:t>
            </a:r>
          </a:p>
        </p:txBody>
      </p:sp>
      <p:sp>
        <p:nvSpPr>
          <p:cNvPr id="98" name="text-501">
            <a:extLst xmlns:a="http://schemas.openxmlformats.org/drawingml/2006/main">
              <a:ext uri="{FF2B5EF4-FFF2-40B4-BE49-F238E27FC236}">
                <a16:creationId xmlns:a16="http://schemas.microsoft.com/office/drawing/2014/main" id="{B5013B82-F9C4-4D14-B39E-76086A14E9F6}"/>
              </a:ext>
            </a:extLst>
          </p:cNvPr>
          <p:cNvSpPr>
            <a:spLocks xmlns:a="http://schemas.openxmlformats.org/drawingml/2006/main" noGrp="1"/>
          </p:cNvSpPr>
          <p:nvPr/>
        </p:nvSpPr>
        <p:spPr>
          <a:xfrm xmlns:a="http://schemas.openxmlformats.org/drawingml/2006/main">
            <a:off x="3160845" y="5067300"/>
            <a:ext cx="471343"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للبث</a:t>
            </a:r>
          </a:p>
        </p:txBody>
      </p:sp>
      <p:sp>
        <p:nvSpPr>
          <p:cNvPr id="99" name="text-502">
            <a:extLst xmlns:a="http://schemas.openxmlformats.org/drawingml/2006/main">
              <a:ext uri="{FF2B5EF4-FFF2-40B4-BE49-F238E27FC236}">
                <a16:creationId xmlns:a16="http://schemas.microsoft.com/office/drawing/2014/main" id="{1A438F36-DF86-4C65-88CE-2D8FD5CAC02D}"/>
              </a:ext>
            </a:extLst>
          </p:cNvPr>
          <p:cNvSpPr>
            <a:spLocks xmlns:a="http://schemas.openxmlformats.org/drawingml/2006/main" noGrp="1"/>
          </p:cNvSpPr>
          <p:nvPr/>
        </p:nvSpPr>
        <p:spPr>
          <a:xfrm xmlns:a="http://schemas.openxmlformats.org/drawingml/2006/main">
            <a:off x="2201305" y="5067300"/>
            <a:ext cx="881530"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F3F0E6"/>
                </a:solidFill>
                <a:latin typeface="Tahoma"/>
                <a:ea typeface="Tahoma"/>
                <a:cs typeface="Tahoma"/>
              </a:defRPr>
            </a:pPr>
            <a:r>
              <a:rPr sz="1725" b="0">
                <a:solidFill>
                  <a:srgbClr val="F3F0E6"/>
                </a:solidFill>
                <a:latin typeface="Tahoma"/>
                <a:ea typeface="Tahoma"/>
                <a:cs typeface="Tahoma"/>
              </a:rPr>
              <a:t>التدريجي</a:t>
            </a:r>
          </a:p>
        </p:txBody>
      </p:sp>
      <p:sp>
        <p:nvSpPr>
          <p:cNvPr id="100" name="text-503">
            <a:extLst xmlns:a="http://schemas.openxmlformats.org/drawingml/2006/main">
              <a:ext uri="{FF2B5EF4-FFF2-40B4-BE49-F238E27FC236}">
                <a16:creationId xmlns:a16="http://schemas.microsoft.com/office/drawing/2014/main" id="{BD710396-BECE-4A41-8918-058FBD5A4F2D}"/>
              </a:ext>
            </a:extLst>
          </p:cNvPr>
          <p:cNvSpPr>
            <a:spLocks xmlns:a="http://schemas.openxmlformats.org/drawingml/2006/main" noGrp="1"/>
          </p:cNvSpPr>
          <p:nvPr/>
        </p:nvSpPr>
        <p:spPr>
          <a:xfrm xmlns:a="http://schemas.openxmlformats.org/drawingml/2006/main">
            <a:off x="11034533" y="5581650"/>
            <a:ext cx="547867"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نماذج</a:t>
            </a:r>
          </a:p>
        </p:txBody>
      </p:sp>
      <p:sp>
        <p:nvSpPr>
          <p:cNvPr id="101" name="text-504">
            <a:extLst xmlns:a="http://schemas.openxmlformats.org/drawingml/2006/main">
              <a:ext uri="{FF2B5EF4-FFF2-40B4-BE49-F238E27FC236}">
                <a16:creationId xmlns:a16="http://schemas.microsoft.com/office/drawing/2014/main" id="{041BEC77-C921-4855-A2C1-E861BCDC4C64}"/>
              </a:ext>
            </a:extLst>
          </p:cNvPr>
          <p:cNvSpPr>
            <a:spLocks xmlns:a="http://schemas.openxmlformats.org/drawingml/2006/main" noGrp="1"/>
          </p:cNvSpPr>
          <p:nvPr/>
        </p:nvSpPr>
        <p:spPr>
          <a:xfrm xmlns:a="http://schemas.openxmlformats.org/drawingml/2006/main">
            <a:off x="10567101" y="5581650"/>
            <a:ext cx="389423"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لينة</a:t>
            </a:r>
          </a:p>
        </p:txBody>
      </p:sp>
      <p:sp>
        <p:nvSpPr>
          <p:cNvPr id="102" name="text-505">
            <a:extLst xmlns:a="http://schemas.openxmlformats.org/drawingml/2006/main">
              <a:ext uri="{FF2B5EF4-FFF2-40B4-BE49-F238E27FC236}">
                <a16:creationId xmlns:a16="http://schemas.microsoft.com/office/drawing/2014/main" id="{5193092E-ED31-4310-85DF-5F0A3B8D7EC8}"/>
              </a:ext>
            </a:extLst>
          </p:cNvPr>
          <p:cNvSpPr>
            <a:spLocks xmlns:a="http://schemas.openxmlformats.org/drawingml/2006/main" noGrp="1"/>
          </p:cNvSpPr>
          <p:nvPr/>
        </p:nvSpPr>
        <p:spPr>
          <a:xfrm xmlns:a="http://schemas.openxmlformats.org/drawingml/2006/main">
            <a:off x="9892955" y="5581650"/>
            <a:ext cx="596135"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وقبس</a:t>
            </a:r>
          </a:p>
        </p:txBody>
      </p:sp>
      <p:sp>
        <p:nvSpPr>
          <p:cNvPr id="103" name="text-506">
            <a:extLst xmlns:a="http://schemas.openxmlformats.org/drawingml/2006/main">
              <a:ext uri="{FF2B5EF4-FFF2-40B4-BE49-F238E27FC236}">
                <a16:creationId xmlns:a16="http://schemas.microsoft.com/office/drawing/2014/main" id="{A8860C5A-51BE-4A35-B937-0F3CAFFA07D4}"/>
              </a:ext>
            </a:extLst>
          </p:cNvPr>
          <p:cNvSpPr>
            <a:spLocks xmlns:a="http://schemas.openxmlformats.org/drawingml/2006/main" noGrp="1"/>
          </p:cNvSpPr>
          <p:nvPr/>
        </p:nvSpPr>
        <p:spPr>
          <a:xfrm xmlns:a="http://schemas.openxmlformats.org/drawingml/2006/main">
            <a:off x="9469769" y="5581650"/>
            <a:ext cx="345176"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عبر</a:t>
            </a:r>
          </a:p>
        </p:txBody>
      </p:sp>
      <p:sp>
        <p:nvSpPr>
          <p:cNvPr id="104" name="text-507">
            <a:extLst xmlns:a="http://schemas.openxmlformats.org/drawingml/2006/main">
              <a:ext uri="{FF2B5EF4-FFF2-40B4-BE49-F238E27FC236}">
                <a16:creationId xmlns:a16="http://schemas.microsoft.com/office/drawing/2014/main" id="{5F951A2E-F294-44B9-91B3-23B3BBD3A612}"/>
              </a:ext>
            </a:extLst>
          </p:cNvPr>
          <p:cNvSpPr>
            <a:spLocks xmlns:a="http://schemas.openxmlformats.org/drawingml/2006/main" noGrp="1"/>
          </p:cNvSpPr>
          <p:nvPr/>
        </p:nvSpPr>
        <p:spPr>
          <a:xfrm xmlns:a="http://schemas.openxmlformats.org/drawingml/2006/main">
            <a:off x="8793269" y="5581650"/>
            <a:ext cx="598490"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Azure</a:t>
            </a:r>
          </a:p>
        </p:txBody>
      </p:sp>
      <p:sp>
        <p:nvSpPr>
          <p:cNvPr id="105" name="text-508">
            <a:extLst xmlns:a="http://schemas.openxmlformats.org/drawingml/2006/main">
              <a:ext uri="{FF2B5EF4-FFF2-40B4-BE49-F238E27FC236}">
                <a16:creationId xmlns:a16="http://schemas.microsoft.com/office/drawing/2014/main" id="{AEE6E0F3-D396-4F99-A773-B2D7A3861205}"/>
              </a:ext>
            </a:extLst>
          </p:cNvPr>
          <p:cNvSpPr>
            <a:spLocks xmlns:a="http://schemas.openxmlformats.org/drawingml/2006/main" noGrp="1"/>
          </p:cNvSpPr>
          <p:nvPr/>
        </p:nvSpPr>
        <p:spPr>
          <a:xfrm xmlns:a="http://schemas.openxmlformats.org/drawingml/2006/main">
            <a:off x="8597398" y="5581650"/>
            <a:ext cx="117861"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a:t>
            </a:r>
          </a:p>
        </p:txBody>
      </p:sp>
      <p:sp>
        <p:nvSpPr>
          <p:cNvPr id="106" name="text-509">
            <a:extLst xmlns:a="http://schemas.openxmlformats.org/drawingml/2006/main">
              <a:ext uri="{FF2B5EF4-FFF2-40B4-BE49-F238E27FC236}">
                <a16:creationId xmlns:a16="http://schemas.microsoft.com/office/drawing/2014/main" id="{B25795A6-2FFC-4CB6-8547-B55B57F06CDB}"/>
              </a:ext>
            </a:extLst>
          </p:cNvPr>
          <p:cNvSpPr>
            <a:spLocks xmlns:a="http://schemas.openxmlformats.org/drawingml/2006/main" noGrp="1"/>
          </p:cNvSpPr>
          <p:nvPr/>
        </p:nvSpPr>
        <p:spPr>
          <a:xfrm xmlns:a="http://schemas.openxmlformats.org/drawingml/2006/main">
            <a:off x="7725174" y="5581650"/>
            <a:ext cx="794214"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التضمين</a:t>
            </a:r>
          </a:p>
        </p:txBody>
      </p:sp>
      <p:sp>
        <p:nvSpPr>
          <p:cNvPr id="107" name="text-510">
            <a:extLst xmlns:a="http://schemas.openxmlformats.org/drawingml/2006/main">
              <a:ext uri="{FF2B5EF4-FFF2-40B4-BE49-F238E27FC236}">
                <a16:creationId xmlns:a16="http://schemas.microsoft.com/office/drawing/2014/main" id="{7C528023-8B2F-45FF-9709-F410B0080F91}"/>
              </a:ext>
            </a:extLst>
          </p:cNvPr>
          <p:cNvSpPr>
            <a:spLocks xmlns:a="http://schemas.openxmlformats.org/drawingml/2006/main" noGrp="1"/>
          </p:cNvSpPr>
          <p:nvPr/>
        </p:nvSpPr>
        <p:spPr>
          <a:xfrm xmlns:a="http://schemas.openxmlformats.org/drawingml/2006/main">
            <a:off x="5247028" y="5581650"/>
            <a:ext cx="2400136"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text-embedding-3-small</a:t>
            </a:r>
          </a:p>
        </p:txBody>
      </p:sp>
    </p:spTree>
    <p:extLst>
      <p:ext uri="{BB962C8B-B14F-4D97-AF65-F5344CB8AC3E}">
        <p14:creationId xmlns:p14="http://schemas.microsoft.com/office/powerpoint/2010/main" val="136069795"/>
      </p:ext>
    </p:extLst>
  </p:cSld>
</p:sld>
</file>

<file path=ppt/slides/slide10.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40" name="text-511">
            <a:extLst xmlns:a="http://schemas.openxmlformats.org/drawingml/2006/main">
              <a:ext uri="{FF2B5EF4-FFF2-40B4-BE49-F238E27FC236}">
                <a16:creationId xmlns:a16="http://schemas.microsoft.com/office/drawing/2014/main" id="{FF944512-09C8-4220-B50C-A091F6506FF8}"/>
              </a:ext>
            </a:extLst>
          </p:cNvPr>
          <p:cNvSpPr>
            <a:spLocks xmlns:a="http://schemas.openxmlformats.org/drawingml/2006/main" noGrp="1"/>
          </p:cNvSpPr>
          <p:nvPr/>
        </p:nvSpPr>
        <p:spPr>
          <a:xfrm xmlns:a="http://schemas.openxmlformats.org/drawingml/2006/main">
            <a:off x="10207981" y="457200"/>
            <a:ext cx="1374419"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الذاكرة</a:t>
            </a:r>
          </a:p>
        </p:txBody>
      </p:sp>
      <p:sp>
        <p:nvSpPr>
          <p:cNvPr id="2" name="text-512">
            <a:extLst xmlns:a="http://schemas.openxmlformats.org/drawingml/2006/main">
              <a:ext uri="{FF2B5EF4-FFF2-40B4-BE49-F238E27FC236}">
                <a16:creationId xmlns:a16="http://schemas.microsoft.com/office/drawing/2014/main" id="{E348DC9D-3181-4037-9C77-7514A6D870CA}"/>
              </a:ext>
            </a:extLst>
          </p:cNvPr>
          <p:cNvSpPr>
            <a:spLocks xmlns:a="http://schemas.openxmlformats.org/drawingml/2006/main" noGrp="1"/>
          </p:cNvSpPr>
          <p:nvPr/>
        </p:nvSpPr>
        <p:spPr>
          <a:xfrm xmlns:a="http://schemas.openxmlformats.org/drawingml/2006/main">
            <a:off x="8397080" y="457200"/>
            <a:ext cx="170993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المهيكلة</a:t>
            </a:r>
          </a:p>
        </p:txBody>
      </p:sp>
      <p:sp>
        <p:nvSpPr>
          <p:cNvPr id="3" name="text-513">
            <a:extLst xmlns:a="http://schemas.openxmlformats.org/drawingml/2006/main">
              <a:ext uri="{FF2B5EF4-FFF2-40B4-BE49-F238E27FC236}">
                <a16:creationId xmlns:a16="http://schemas.microsoft.com/office/drawing/2014/main" id="{29764764-5FFB-4D55-92A1-0806072E590F}"/>
              </a:ext>
            </a:extLst>
          </p:cNvPr>
          <p:cNvSpPr>
            <a:spLocks xmlns:a="http://schemas.openxmlformats.org/drawingml/2006/main" noGrp="1"/>
          </p:cNvSpPr>
          <p:nvPr/>
        </p:nvSpPr>
        <p:spPr>
          <a:xfrm xmlns:a="http://schemas.openxmlformats.org/drawingml/2006/main">
            <a:off x="7184601" y="457200"/>
            <a:ext cx="1111514"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النص</a:t>
            </a:r>
          </a:p>
        </p:txBody>
      </p:sp>
      <p:sp>
        <p:nvSpPr>
          <p:cNvPr id="4" name="text-514">
            <a:extLst xmlns:a="http://schemas.openxmlformats.org/drawingml/2006/main">
              <a:ext uri="{FF2B5EF4-FFF2-40B4-BE49-F238E27FC236}">
                <a16:creationId xmlns:a16="http://schemas.microsoft.com/office/drawing/2014/main" id="{35390397-51FC-4714-B548-4875962F4955}"/>
              </a:ext>
            </a:extLst>
          </p:cNvPr>
          <p:cNvSpPr>
            <a:spLocks xmlns:a="http://schemas.openxmlformats.org/drawingml/2006/main" noGrp="1"/>
          </p:cNvSpPr>
          <p:nvPr/>
        </p:nvSpPr>
        <p:spPr>
          <a:xfrm xmlns:a="http://schemas.openxmlformats.org/drawingml/2006/main">
            <a:off x="6431958" y="457200"/>
            <a:ext cx="65167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من</a:t>
            </a:r>
          </a:p>
        </p:txBody>
      </p:sp>
      <p:sp>
        <p:nvSpPr>
          <p:cNvPr id="5" name="text-515">
            <a:extLst xmlns:a="http://schemas.openxmlformats.org/drawingml/2006/main">
              <a:ext uri="{FF2B5EF4-FFF2-40B4-BE49-F238E27FC236}">
                <a16:creationId xmlns:a16="http://schemas.microsoft.com/office/drawing/2014/main" id="{47E3C6A4-FF51-4CCC-AE47-1999609C9B8C}"/>
              </a:ext>
            </a:extLst>
          </p:cNvPr>
          <p:cNvSpPr>
            <a:spLocks xmlns:a="http://schemas.openxmlformats.org/drawingml/2006/main" noGrp="1"/>
          </p:cNvSpPr>
          <p:nvPr/>
        </p:nvSpPr>
        <p:spPr>
          <a:xfrm xmlns:a="http://schemas.openxmlformats.org/drawingml/2006/main">
            <a:off x="5317251" y="457200"/>
            <a:ext cx="1013742"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أصله</a:t>
            </a:r>
          </a:p>
        </p:txBody>
      </p:sp>
      <p:sp>
        <p:nvSpPr>
          <p:cNvPr id="6" name="shape-516">
            <a:extLst xmlns:a="http://schemas.openxmlformats.org/drawingml/2006/main">
              <a:ext uri="{FF2B5EF4-FFF2-40B4-BE49-F238E27FC236}">
                <a16:creationId xmlns:a16="http://schemas.microsoft.com/office/drawing/2014/main" id="{0204DB0F-E938-45FD-BE86-FBBD0A651343}"/>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7" name="text-517">
            <a:extLst xmlns:a="http://schemas.openxmlformats.org/drawingml/2006/main">
              <a:ext uri="{FF2B5EF4-FFF2-40B4-BE49-F238E27FC236}">
                <a16:creationId xmlns:a16="http://schemas.microsoft.com/office/drawing/2014/main" id="{BE505FEA-5DA9-44AE-8161-BCD65B91DB4A}"/>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8" name="text-518">
            <a:extLst xmlns:a="http://schemas.openxmlformats.org/drawingml/2006/main">
              <a:ext uri="{FF2B5EF4-FFF2-40B4-BE49-F238E27FC236}">
                <a16:creationId xmlns:a16="http://schemas.microsoft.com/office/drawing/2014/main" id="{460B82FC-52FC-4B3F-A1F5-FE9CF5C79BB5}"/>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9" name="text-519">
            <a:extLst xmlns:a="http://schemas.openxmlformats.org/drawingml/2006/main">
              <a:ext uri="{FF2B5EF4-FFF2-40B4-BE49-F238E27FC236}">
                <a16:creationId xmlns:a16="http://schemas.microsoft.com/office/drawing/2014/main" id="{71D1D030-78DB-490A-AB34-52AFC45B47BD}"/>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0" name="text-520">
            <a:extLst xmlns:a="http://schemas.openxmlformats.org/drawingml/2006/main">
              <a:ext uri="{FF2B5EF4-FFF2-40B4-BE49-F238E27FC236}">
                <a16:creationId xmlns:a16="http://schemas.microsoft.com/office/drawing/2014/main" id="{192ACDF7-27E8-474E-AA6A-0791B4A8B823}"/>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1" name="text-521">
            <a:extLst xmlns:a="http://schemas.openxmlformats.org/drawingml/2006/main">
              <a:ext uri="{FF2B5EF4-FFF2-40B4-BE49-F238E27FC236}">
                <a16:creationId xmlns:a16="http://schemas.microsoft.com/office/drawing/2014/main" id="{611320A0-89BA-4530-B313-A700F0A5AE7F}"/>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2" name="text-522">
            <a:extLst xmlns:a="http://schemas.openxmlformats.org/drawingml/2006/main">
              <a:ext uri="{FF2B5EF4-FFF2-40B4-BE49-F238E27FC236}">
                <a16:creationId xmlns:a16="http://schemas.microsoft.com/office/drawing/2014/main" id="{DC6D5C00-201E-46B8-8E42-AB869C226C4F}"/>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3" name="text-523">
            <a:extLst xmlns:a="http://schemas.openxmlformats.org/drawingml/2006/main">
              <a:ext uri="{FF2B5EF4-FFF2-40B4-BE49-F238E27FC236}">
                <a16:creationId xmlns:a16="http://schemas.microsoft.com/office/drawing/2014/main" id="{473C9417-C02E-406D-B966-60F2246EE91C}"/>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10</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511c804c51ba4580"/>
          <a:stretch xmlns:a="http://schemas.openxmlformats.org/drawingml/2006/main"/>
        </p:blipFill>
        <p:spPr>
          <a:xfrm xmlns:a="http://schemas.openxmlformats.org/drawingml/2006/main">
            <a:off x="609600" y="1453692"/>
            <a:ext cx="7239000" cy="4074441"/>
          </a:xfrm>
          <a:prstGeom xmlns:a="http://schemas.openxmlformats.org/drawingml/2006/main" prst="rect">
            <a:avLst/>
          </a:prstGeom>
        </p:spPr>
      </p:pic>
      <p:sp>
        <p:nvSpPr>
          <p:cNvPr id="15" name="text-524">
            <a:extLst xmlns:a="http://schemas.openxmlformats.org/drawingml/2006/main">
              <a:ext uri="{FF2B5EF4-FFF2-40B4-BE49-F238E27FC236}">
                <a16:creationId xmlns:a16="http://schemas.microsoft.com/office/drawing/2014/main" id="{6D565F22-FAD1-4728-8991-FA0C5BDAED39}"/>
              </a:ext>
            </a:extLst>
          </p:cNvPr>
          <p:cNvSpPr>
            <a:spLocks xmlns:a="http://schemas.openxmlformats.org/drawingml/2006/main" noGrp="1"/>
          </p:cNvSpPr>
          <p:nvPr/>
        </p:nvSpPr>
        <p:spPr>
          <a:xfrm xmlns:a="http://schemas.openxmlformats.org/drawingml/2006/main">
            <a:off x="10394312" y="1762125"/>
            <a:ext cx="1188088"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استلهمنا</a:t>
            </a:r>
          </a:p>
        </p:txBody>
      </p:sp>
      <p:sp>
        <p:nvSpPr>
          <p:cNvPr id="16" name="text-525">
            <a:extLst xmlns:a="http://schemas.openxmlformats.org/drawingml/2006/main">
              <a:ext uri="{FF2B5EF4-FFF2-40B4-BE49-F238E27FC236}">
                <a16:creationId xmlns:a16="http://schemas.microsoft.com/office/drawing/2014/main" id="{94E3EDA9-E986-4B80-80FB-7D92E3E8F18B}"/>
              </a:ext>
            </a:extLst>
          </p:cNvPr>
          <p:cNvSpPr>
            <a:spLocks xmlns:a="http://schemas.openxmlformats.org/drawingml/2006/main" noGrp="1"/>
          </p:cNvSpPr>
          <p:nvPr/>
        </p:nvSpPr>
        <p:spPr>
          <a:xfrm xmlns:a="http://schemas.openxmlformats.org/drawingml/2006/main">
            <a:off x="9811466" y="1762125"/>
            <a:ext cx="523791"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دقة</a:t>
            </a:r>
          </a:p>
        </p:txBody>
      </p:sp>
      <p:sp>
        <p:nvSpPr>
          <p:cNvPr id="17" name="text-526">
            <a:extLst xmlns:a="http://schemas.openxmlformats.org/drawingml/2006/main">
              <a:ext uri="{FF2B5EF4-FFF2-40B4-BE49-F238E27FC236}">
                <a16:creationId xmlns:a16="http://schemas.microsoft.com/office/drawing/2014/main" id="{8080D0C6-EF35-40B7-9BB2-4FB63F212689}"/>
              </a:ext>
            </a:extLst>
          </p:cNvPr>
          <p:cNvSpPr>
            <a:spLocks xmlns:a="http://schemas.openxmlformats.org/drawingml/2006/main" noGrp="1"/>
          </p:cNvSpPr>
          <p:nvPr/>
        </p:nvSpPr>
        <p:spPr>
          <a:xfrm xmlns:a="http://schemas.openxmlformats.org/drawingml/2006/main">
            <a:off x="8928964" y="1762125"/>
            <a:ext cx="823448"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الحفظ</a:t>
            </a:r>
          </a:p>
        </p:txBody>
      </p:sp>
      <p:sp>
        <p:nvSpPr>
          <p:cNvPr id="18" name="text-527">
            <a:extLst xmlns:a="http://schemas.openxmlformats.org/drawingml/2006/main">
              <a:ext uri="{FF2B5EF4-FFF2-40B4-BE49-F238E27FC236}">
                <a16:creationId xmlns:a16="http://schemas.microsoft.com/office/drawing/2014/main" id="{1EDB2656-AFFD-4465-A540-92B11078D281}"/>
              </a:ext>
            </a:extLst>
          </p:cNvPr>
          <p:cNvSpPr>
            <a:spLocks xmlns:a="http://schemas.openxmlformats.org/drawingml/2006/main" noGrp="1"/>
          </p:cNvSpPr>
          <p:nvPr/>
        </p:nvSpPr>
        <p:spPr>
          <a:xfrm xmlns:a="http://schemas.openxmlformats.org/drawingml/2006/main">
            <a:off x="11100756" y="2667000"/>
            <a:ext cx="48164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يعود</a:t>
            </a:r>
          </a:p>
        </p:txBody>
      </p:sp>
      <p:sp>
        <p:nvSpPr>
          <p:cNvPr id="19" name="text-528">
            <a:extLst xmlns:a="http://schemas.openxmlformats.org/drawingml/2006/main">
              <a:ext uri="{FF2B5EF4-FFF2-40B4-BE49-F238E27FC236}">
                <a16:creationId xmlns:a16="http://schemas.microsoft.com/office/drawing/2014/main" id="{075D5145-A582-4732-84F0-4FA8E126FD15}"/>
              </a:ext>
            </a:extLst>
          </p:cNvPr>
          <p:cNvSpPr>
            <a:spLocks xmlns:a="http://schemas.openxmlformats.org/drawingml/2006/main" noGrp="1"/>
          </p:cNvSpPr>
          <p:nvPr/>
        </p:nvSpPr>
        <p:spPr>
          <a:xfrm xmlns:a="http://schemas.openxmlformats.org/drawingml/2006/main">
            <a:off x="10461724" y="2667000"/>
            <a:ext cx="577691"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النص</a:t>
            </a:r>
          </a:p>
        </p:txBody>
      </p:sp>
      <p:sp>
        <p:nvSpPr>
          <p:cNvPr id="20" name="text-529">
            <a:extLst xmlns:a="http://schemas.openxmlformats.org/drawingml/2006/main">
              <a:ext uri="{FF2B5EF4-FFF2-40B4-BE49-F238E27FC236}">
                <a16:creationId xmlns:a16="http://schemas.microsoft.com/office/drawing/2014/main" id="{C22297C6-2FE7-4FA3-9803-04E7FD10EA9D}"/>
              </a:ext>
            </a:extLst>
          </p:cNvPr>
          <p:cNvSpPr>
            <a:spLocks xmlns:a="http://schemas.openxmlformats.org/drawingml/2006/main" noGrp="1"/>
          </p:cNvSpPr>
          <p:nvPr/>
        </p:nvSpPr>
        <p:spPr>
          <a:xfrm xmlns:a="http://schemas.openxmlformats.org/drawingml/2006/main">
            <a:off x="9833680" y="2667000"/>
            <a:ext cx="566703"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كاملًا</a:t>
            </a:r>
          </a:p>
        </p:txBody>
      </p:sp>
      <p:sp>
        <p:nvSpPr>
          <p:cNvPr id="21" name="text-530">
            <a:extLst xmlns:a="http://schemas.openxmlformats.org/drawingml/2006/main">
              <a:ext uri="{FF2B5EF4-FFF2-40B4-BE49-F238E27FC236}">
                <a16:creationId xmlns:a16="http://schemas.microsoft.com/office/drawing/2014/main" id="{A346F16C-CC68-40EC-B82E-61E2725EEE9C}"/>
              </a:ext>
            </a:extLst>
          </p:cNvPr>
          <p:cNvSpPr>
            <a:spLocks xmlns:a="http://schemas.openxmlformats.org/drawingml/2006/main" noGrp="1"/>
          </p:cNvSpPr>
          <p:nvPr/>
        </p:nvSpPr>
        <p:spPr>
          <a:xfrm xmlns:a="http://schemas.openxmlformats.org/drawingml/2006/main">
            <a:off x="10741977" y="3181350"/>
            <a:ext cx="840423"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بموضعه</a:t>
            </a:r>
          </a:p>
        </p:txBody>
      </p:sp>
      <p:sp>
        <p:nvSpPr>
          <p:cNvPr id="22" name="text-531">
            <a:extLst xmlns:a="http://schemas.openxmlformats.org/drawingml/2006/main">
              <a:ext uri="{FF2B5EF4-FFF2-40B4-BE49-F238E27FC236}">
                <a16:creationId xmlns:a16="http://schemas.microsoft.com/office/drawing/2014/main" id="{7F884418-E274-4D7A-9EB5-79894EEE8845}"/>
              </a:ext>
            </a:extLst>
          </p:cNvPr>
          <p:cNvSpPr>
            <a:spLocks xmlns:a="http://schemas.openxmlformats.org/drawingml/2006/main" noGrp="1"/>
          </p:cNvSpPr>
          <p:nvPr/>
        </p:nvSpPr>
        <p:spPr>
          <a:xfrm xmlns:a="http://schemas.openxmlformats.org/drawingml/2006/main">
            <a:off x="10064790" y="3181350"/>
            <a:ext cx="618798"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النحل</a:t>
            </a:r>
          </a:p>
        </p:txBody>
      </p:sp>
      <p:sp>
        <p:nvSpPr>
          <p:cNvPr id="23" name="text-532">
            <a:extLst xmlns:a="http://schemas.openxmlformats.org/drawingml/2006/main">
              <a:ext uri="{FF2B5EF4-FFF2-40B4-BE49-F238E27FC236}">
                <a16:creationId xmlns:a16="http://schemas.microsoft.com/office/drawing/2014/main" id="{1ED7AC07-CF4E-4CBC-81C3-CC10EA22D960}"/>
              </a:ext>
            </a:extLst>
          </p:cNvPr>
          <p:cNvSpPr>
            <a:spLocks xmlns:a="http://schemas.openxmlformats.org/drawingml/2006/main" noGrp="1"/>
          </p:cNvSpPr>
          <p:nvPr/>
        </p:nvSpPr>
        <p:spPr>
          <a:xfrm xmlns:a="http://schemas.openxmlformats.org/drawingml/2006/main">
            <a:off x="9676629" y="3181350"/>
            <a:ext cx="329774"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٩٠</a:t>
            </a:r>
          </a:p>
        </p:txBody>
      </p:sp>
      <p:sp>
        <p:nvSpPr>
          <p:cNvPr id="24" name="text-533">
            <a:extLst xmlns:a="http://schemas.openxmlformats.org/drawingml/2006/main">
              <a:ext uri="{FF2B5EF4-FFF2-40B4-BE49-F238E27FC236}">
                <a16:creationId xmlns:a16="http://schemas.microsoft.com/office/drawing/2014/main" id="{BAF964FB-109E-4A9E-ADDA-0F601A685D1D}"/>
              </a:ext>
            </a:extLst>
          </p:cNvPr>
          <p:cNvSpPr>
            <a:spLocks xmlns:a="http://schemas.openxmlformats.org/drawingml/2006/main" noGrp="1"/>
          </p:cNvSpPr>
          <p:nvPr/>
        </p:nvSpPr>
        <p:spPr>
          <a:xfrm xmlns:a="http://schemas.openxmlformats.org/drawingml/2006/main">
            <a:off x="10932207" y="4086225"/>
            <a:ext cx="65019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افحص</a:t>
            </a:r>
          </a:p>
        </p:txBody>
      </p:sp>
      <p:sp>
        <p:nvSpPr>
          <p:cNvPr id="25" name="text-534">
            <a:extLst xmlns:a="http://schemas.openxmlformats.org/drawingml/2006/main">
              <a:ext uri="{FF2B5EF4-FFF2-40B4-BE49-F238E27FC236}">
                <a16:creationId xmlns:a16="http://schemas.microsoft.com/office/drawing/2014/main" id="{5AF734DD-655D-4DF4-98B1-DC3E45DF9304}"/>
              </a:ext>
            </a:extLst>
          </p:cNvPr>
          <p:cNvSpPr>
            <a:spLocks xmlns:a="http://schemas.openxmlformats.org/drawingml/2006/main" noGrp="1"/>
          </p:cNvSpPr>
          <p:nvPr/>
        </p:nvSpPr>
        <p:spPr>
          <a:xfrm xmlns:a="http://schemas.openxmlformats.org/drawingml/2006/main">
            <a:off x="9983564" y="4086225"/>
            <a:ext cx="89330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المطابقة</a:t>
            </a:r>
          </a:p>
        </p:txBody>
      </p:sp>
      <p:sp>
        <p:nvSpPr>
          <p:cNvPr id="26" name="text-535">
            <a:extLst xmlns:a="http://schemas.openxmlformats.org/drawingml/2006/main">
              <a:ext uri="{FF2B5EF4-FFF2-40B4-BE49-F238E27FC236}">
                <a16:creationId xmlns:a16="http://schemas.microsoft.com/office/drawing/2014/main" id="{8DFBFE94-47C4-44DB-AEDC-C14894B7778D}"/>
              </a:ext>
            </a:extLst>
          </p:cNvPr>
          <p:cNvSpPr>
            <a:spLocks xmlns:a="http://schemas.openxmlformats.org/drawingml/2006/main" noGrp="1"/>
          </p:cNvSpPr>
          <p:nvPr/>
        </p:nvSpPr>
        <p:spPr>
          <a:xfrm xmlns:a="http://schemas.openxmlformats.org/drawingml/2006/main">
            <a:off x="9366916" y="4086225"/>
            <a:ext cx="56130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حرفيًا</a:t>
            </a:r>
          </a:p>
        </p:txBody>
      </p:sp>
      <p:sp>
        <p:nvSpPr>
          <p:cNvPr id="27" name="text-536">
            <a:extLst xmlns:a="http://schemas.openxmlformats.org/drawingml/2006/main">
              <a:ext uri="{FF2B5EF4-FFF2-40B4-BE49-F238E27FC236}">
                <a16:creationId xmlns:a16="http://schemas.microsoft.com/office/drawing/2014/main" id="{D129C6CE-26EF-4AF8-B2EE-5F46751DC4D6}"/>
              </a:ext>
            </a:extLst>
          </p:cNvPr>
          <p:cNvSpPr>
            <a:spLocks xmlns:a="http://schemas.openxmlformats.org/drawingml/2006/main" noGrp="1"/>
          </p:cNvSpPr>
          <p:nvPr/>
        </p:nvSpPr>
        <p:spPr>
          <a:xfrm xmlns:a="http://schemas.openxmlformats.org/drawingml/2006/main">
            <a:off x="7915275" y="4638675"/>
            <a:ext cx="3667125"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1">
                <a:solidFill>
                  <a:srgbClr val="DDC087"/>
                </a:solidFill>
                <a:latin typeface="Tahoma"/>
                <a:ea typeface="Tahoma"/>
                <a:cs typeface="Tahoma"/>
              </a:defRPr>
            </a:pPr>
            <a:r>
              <a:rPr sz="1725" b="1">
                <a:solidFill>
                  <a:srgbClr val="DDC087"/>
                </a:solidFill>
                <a:latin typeface="Tahoma"/>
                <a:ea typeface="Tahoma"/>
                <a:cs typeface="Tahoma"/>
              </a:rPr>
              <a:t>NMN · SA 1020268774</a:t>
            </a:r>
          </a:p>
        </p:txBody>
      </p:sp>
      <p:sp>
        <p:nvSpPr>
          <p:cNvPr id="28" name="text-537">
            <a:extLst xmlns:a="http://schemas.openxmlformats.org/drawingml/2006/main">
              <a:ext uri="{FF2B5EF4-FFF2-40B4-BE49-F238E27FC236}">
                <a16:creationId xmlns:a16="http://schemas.microsoft.com/office/drawing/2014/main" id="{A5EE79C2-6EE3-439A-A3D4-617945D05125}"/>
              </a:ext>
            </a:extLst>
          </p:cNvPr>
          <p:cNvSpPr>
            <a:spLocks xmlns:a="http://schemas.openxmlformats.org/drawingml/2006/main" noGrp="1"/>
          </p:cNvSpPr>
          <p:nvPr/>
        </p:nvSpPr>
        <p:spPr>
          <a:xfrm xmlns:a="http://schemas.openxmlformats.org/drawingml/2006/main">
            <a:off x="11058570" y="5610225"/>
            <a:ext cx="52383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لقطة</a:t>
            </a:r>
          </a:p>
        </p:txBody>
      </p:sp>
      <p:sp>
        <p:nvSpPr>
          <p:cNvPr id="29" name="text-538">
            <a:extLst xmlns:a="http://schemas.openxmlformats.org/drawingml/2006/main">
              <a:ext uri="{FF2B5EF4-FFF2-40B4-BE49-F238E27FC236}">
                <a16:creationId xmlns:a16="http://schemas.microsoft.com/office/drawing/2014/main" id="{0D524576-3E34-43EE-AB02-8E4BB92F5DD5}"/>
              </a:ext>
            </a:extLst>
          </p:cNvPr>
          <p:cNvSpPr>
            <a:spLocks xmlns:a="http://schemas.openxmlformats.org/drawingml/2006/main" noGrp="1"/>
          </p:cNvSpPr>
          <p:nvPr/>
        </p:nvSpPr>
        <p:spPr>
          <a:xfrm xmlns:a="http://schemas.openxmlformats.org/drawingml/2006/main">
            <a:off x="10594979" y="5610225"/>
            <a:ext cx="41120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حية</a:t>
            </a:r>
          </a:p>
        </p:txBody>
      </p:sp>
      <p:sp>
        <p:nvSpPr>
          <p:cNvPr id="30" name="text-539">
            <a:extLst xmlns:a="http://schemas.openxmlformats.org/drawingml/2006/main">
              <a:ext uri="{FF2B5EF4-FFF2-40B4-BE49-F238E27FC236}">
                <a16:creationId xmlns:a16="http://schemas.microsoft.com/office/drawing/2014/main" id="{6BD9D794-958B-4E24-88E9-09AAD3B94EEF}"/>
              </a:ext>
            </a:extLst>
          </p:cNvPr>
          <p:cNvSpPr>
            <a:spLocks xmlns:a="http://schemas.openxmlformats.org/drawingml/2006/main" noGrp="1"/>
          </p:cNvSpPr>
          <p:nvPr/>
        </p:nvSpPr>
        <p:spPr>
          <a:xfrm xmlns:a="http://schemas.openxmlformats.org/drawingml/2006/main">
            <a:off x="10207226" y="5610225"/>
            <a:ext cx="33536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من</a:t>
            </a:r>
          </a:p>
        </p:txBody>
      </p:sp>
      <p:sp>
        <p:nvSpPr>
          <p:cNvPr id="31" name="text-540">
            <a:extLst xmlns:a="http://schemas.openxmlformats.org/drawingml/2006/main">
              <a:ext uri="{FF2B5EF4-FFF2-40B4-BE49-F238E27FC236}">
                <a16:creationId xmlns:a16="http://schemas.microsoft.com/office/drawing/2014/main" id="{C80CAF69-6496-4E59-909E-FCC36DD4B9E5}"/>
              </a:ext>
            </a:extLst>
          </p:cNvPr>
          <p:cNvSpPr>
            <a:spLocks xmlns:a="http://schemas.openxmlformats.org/drawingml/2006/main" noGrp="1"/>
          </p:cNvSpPr>
          <p:nvPr/>
        </p:nvSpPr>
        <p:spPr>
          <a:xfrm xmlns:a="http://schemas.openxmlformats.org/drawingml/2006/main">
            <a:off x="9303231" y="5610225"/>
            <a:ext cx="85160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المجلس</a:t>
            </a:r>
          </a:p>
        </p:txBody>
      </p:sp>
      <p:sp>
        <p:nvSpPr>
          <p:cNvPr id="32" name="text-541">
            <a:extLst xmlns:a="http://schemas.openxmlformats.org/drawingml/2006/main">
              <a:ext uri="{FF2B5EF4-FFF2-40B4-BE49-F238E27FC236}">
                <a16:creationId xmlns:a16="http://schemas.microsoft.com/office/drawing/2014/main" id="{E88D5DFA-245D-48CE-BD19-6EC5CA045E00}"/>
              </a:ext>
            </a:extLst>
          </p:cNvPr>
          <p:cNvSpPr>
            <a:spLocks xmlns:a="http://schemas.openxmlformats.org/drawingml/2006/main" noGrp="1"/>
          </p:cNvSpPr>
          <p:nvPr/>
        </p:nvSpPr>
        <p:spPr>
          <a:xfrm xmlns:a="http://schemas.openxmlformats.org/drawingml/2006/main">
            <a:off x="9078140" y="5610225"/>
            <a:ext cx="17270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٦</a:t>
            </a:r>
          </a:p>
        </p:txBody>
      </p:sp>
      <p:sp>
        <p:nvSpPr>
          <p:cNvPr id="33" name="text-542">
            <a:extLst xmlns:a="http://schemas.openxmlformats.org/drawingml/2006/main">
              <a:ext uri="{FF2B5EF4-FFF2-40B4-BE49-F238E27FC236}">
                <a16:creationId xmlns:a16="http://schemas.microsoft.com/office/drawing/2014/main" id="{B4CEC526-BCB5-4B15-9CC2-F1520365F2E5}"/>
              </a:ext>
            </a:extLst>
          </p:cNvPr>
          <p:cNvSpPr>
            <a:spLocks xmlns:a="http://schemas.openxmlformats.org/drawingml/2006/main" noGrp="1"/>
          </p:cNvSpPr>
          <p:nvPr/>
        </p:nvSpPr>
        <p:spPr>
          <a:xfrm xmlns:a="http://schemas.openxmlformats.org/drawingml/2006/main">
            <a:off x="8466604" y="5610225"/>
            <a:ext cx="55914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أكتوبر</a:t>
            </a:r>
          </a:p>
        </p:txBody>
      </p:sp>
      <p:sp>
        <p:nvSpPr>
          <p:cNvPr id="34" name="text-543">
            <a:extLst xmlns:a="http://schemas.openxmlformats.org/drawingml/2006/main">
              <a:ext uri="{FF2B5EF4-FFF2-40B4-BE49-F238E27FC236}">
                <a16:creationId xmlns:a16="http://schemas.microsoft.com/office/drawing/2014/main" id="{83F10BE7-5A4A-479A-B401-5E998A355F06}"/>
              </a:ext>
            </a:extLst>
          </p:cNvPr>
          <p:cNvSpPr>
            <a:spLocks xmlns:a="http://schemas.openxmlformats.org/drawingml/2006/main" noGrp="1"/>
          </p:cNvSpPr>
          <p:nvPr/>
        </p:nvSpPr>
        <p:spPr>
          <a:xfrm xmlns:a="http://schemas.openxmlformats.org/drawingml/2006/main">
            <a:off x="8292921" y="5610225"/>
            <a:ext cx="12129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a:t>
            </a:r>
          </a:p>
        </p:txBody>
      </p:sp>
      <p:sp>
        <p:nvSpPr>
          <p:cNvPr id="35" name="text-544">
            <a:extLst xmlns:a="http://schemas.openxmlformats.org/drawingml/2006/main">
              <a:ext uri="{FF2B5EF4-FFF2-40B4-BE49-F238E27FC236}">
                <a16:creationId xmlns:a16="http://schemas.microsoft.com/office/drawing/2014/main" id="{672B7198-BB1D-44D0-814C-BD4BFF6BA772}"/>
              </a:ext>
            </a:extLst>
          </p:cNvPr>
          <p:cNvSpPr>
            <a:spLocks xmlns:a="http://schemas.openxmlformats.org/drawingml/2006/main" noGrp="1"/>
          </p:cNvSpPr>
          <p:nvPr/>
        </p:nvSpPr>
        <p:spPr>
          <a:xfrm xmlns:a="http://schemas.openxmlformats.org/drawingml/2006/main">
            <a:off x="7342031" y="5610225"/>
            <a:ext cx="89850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استكمال</a:t>
            </a:r>
          </a:p>
        </p:txBody>
      </p:sp>
      <p:sp>
        <p:nvSpPr>
          <p:cNvPr id="36" name="text-545">
            <a:extLst xmlns:a="http://schemas.openxmlformats.org/drawingml/2006/main">
              <a:ext uri="{FF2B5EF4-FFF2-40B4-BE49-F238E27FC236}">
                <a16:creationId xmlns:a16="http://schemas.microsoft.com/office/drawing/2014/main" id="{22142C56-FBB4-4AC7-A950-34A577706992}"/>
              </a:ext>
            </a:extLst>
          </p:cNvPr>
          <p:cNvSpPr>
            <a:spLocks xmlns:a="http://schemas.openxmlformats.org/drawingml/2006/main" noGrp="1"/>
          </p:cNvSpPr>
          <p:nvPr/>
        </p:nvSpPr>
        <p:spPr>
          <a:xfrm xmlns:a="http://schemas.openxmlformats.org/drawingml/2006/main">
            <a:off x="6850284" y="5610225"/>
            <a:ext cx="4393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الآية</a:t>
            </a:r>
          </a:p>
        </p:txBody>
      </p:sp>
      <p:sp>
        <p:nvSpPr>
          <p:cNvPr id="37" name="text-546">
            <a:extLst xmlns:a="http://schemas.openxmlformats.org/drawingml/2006/main">
              <a:ext uri="{FF2B5EF4-FFF2-40B4-BE49-F238E27FC236}">
                <a16:creationId xmlns:a16="http://schemas.microsoft.com/office/drawing/2014/main" id="{961BF25B-CA55-4021-9B86-9EF010FAD97C}"/>
              </a:ext>
            </a:extLst>
          </p:cNvPr>
          <p:cNvSpPr>
            <a:spLocks xmlns:a="http://schemas.openxmlformats.org/drawingml/2006/main" noGrp="1"/>
          </p:cNvSpPr>
          <p:nvPr/>
        </p:nvSpPr>
        <p:spPr>
          <a:xfrm xmlns:a="http://schemas.openxmlformats.org/drawingml/2006/main">
            <a:off x="6501774" y="5610225"/>
            <a:ext cx="29612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مع</a:t>
            </a:r>
          </a:p>
        </p:txBody>
      </p:sp>
      <p:sp>
        <p:nvSpPr>
          <p:cNvPr id="38" name="text-547">
            <a:extLst xmlns:a="http://schemas.openxmlformats.org/drawingml/2006/main">
              <a:ext uri="{FF2B5EF4-FFF2-40B4-BE49-F238E27FC236}">
                <a16:creationId xmlns:a16="http://schemas.microsoft.com/office/drawing/2014/main" id="{9E395141-8551-4A1E-8E86-EFBFD5E3B39B}"/>
              </a:ext>
            </a:extLst>
          </p:cNvPr>
          <p:cNvSpPr>
            <a:spLocks xmlns:a="http://schemas.openxmlformats.org/drawingml/2006/main" noGrp="1"/>
          </p:cNvSpPr>
          <p:nvPr/>
        </p:nvSpPr>
        <p:spPr>
          <a:xfrm xmlns:a="http://schemas.openxmlformats.org/drawingml/2006/main">
            <a:off x="5737876" y="5610225"/>
            <a:ext cx="71151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السورة</a:t>
            </a:r>
          </a:p>
        </p:txBody>
      </p:sp>
      <p:sp>
        <p:nvSpPr>
          <p:cNvPr id="39" name="text-548">
            <a:extLst xmlns:a="http://schemas.openxmlformats.org/drawingml/2006/main">
              <a:ext uri="{FF2B5EF4-FFF2-40B4-BE49-F238E27FC236}">
                <a16:creationId xmlns:a16="http://schemas.microsoft.com/office/drawing/2014/main" id="{9C5C340F-B39D-4E82-BEA4-29A7C9064F23}"/>
              </a:ext>
            </a:extLst>
          </p:cNvPr>
          <p:cNvSpPr>
            <a:spLocks xmlns:a="http://schemas.openxmlformats.org/drawingml/2006/main" noGrp="1"/>
          </p:cNvSpPr>
          <p:nvPr/>
        </p:nvSpPr>
        <p:spPr>
          <a:xfrm xmlns:a="http://schemas.openxmlformats.org/drawingml/2006/main">
            <a:off x="5069732" y="5610225"/>
            <a:ext cx="61575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والرقم</a:t>
            </a:r>
          </a:p>
        </p:txBody>
      </p:sp>
    </p:spTree>
    <p:extLst>
      <p:ext uri="{BB962C8B-B14F-4D97-AF65-F5344CB8AC3E}">
        <p14:creationId xmlns:p14="http://schemas.microsoft.com/office/powerpoint/2010/main" val="630717355"/>
      </p:ext>
    </p:extLst>
  </p:cSld>
</p:sld>
</file>

<file path=ppt/slides/slide11.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44" name="text-549">
            <a:extLst xmlns:a="http://schemas.openxmlformats.org/drawingml/2006/main">
              <a:ext uri="{FF2B5EF4-FFF2-40B4-BE49-F238E27FC236}">
                <a16:creationId xmlns:a16="http://schemas.microsoft.com/office/drawing/2014/main" id="{81E86DA8-D28B-4C99-B9B4-A774167AB19A}"/>
              </a:ext>
            </a:extLst>
          </p:cNvPr>
          <p:cNvSpPr>
            <a:spLocks xmlns:a="http://schemas.openxmlformats.org/drawingml/2006/main" noGrp="1"/>
          </p:cNvSpPr>
          <p:nvPr/>
        </p:nvSpPr>
        <p:spPr>
          <a:xfrm xmlns:a="http://schemas.openxmlformats.org/drawingml/2006/main">
            <a:off x="9935962" y="457200"/>
            <a:ext cx="164643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المتجاور</a:t>
            </a:r>
          </a:p>
        </p:txBody>
      </p:sp>
      <p:sp>
        <p:nvSpPr>
          <p:cNvPr id="2" name="text-550">
            <a:extLst xmlns:a="http://schemas.openxmlformats.org/drawingml/2006/main">
              <a:ext uri="{FF2B5EF4-FFF2-40B4-BE49-F238E27FC236}">
                <a16:creationId xmlns:a16="http://schemas.microsoft.com/office/drawing/2014/main" id="{3B3A16EF-C6DF-4538-AB68-A69E7D201E04}"/>
              </a:ext>
            </a:extLst>
          </p:cNvPr>
          <p:cNvSpPr>
            <a:spLocks xmlns:a="http://schemas.openxmlformats.org/drawingml/2006/main" noGrp="1"/>
          </p:cNvSpPr>
          <p:nvPr/>
        </p:nvSpPr>
        <p:spPr>
          <a:xfrm xmlns:a="http://schemas.openxmlformats.org/drawingml/2006/main">
            <a:off x="9078316" y="457200"/>
            <a:ext cx="75668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في</a:t>
            </a:r>
          </a:p>
        </p:txBody>
      </p:sp>
      <p:sp>
        <p:nvSpPr>
          <p:cNvPr id="3" name="text-551">
            <a:extLst xmlns:a="http://schemas.openxmlformats.org/drawingml/2006/main">
              <a:ext uri="{FF2B5EF4-FFF2-40B4-BE49-F238E27FC236}">
                <a16:creationId xmlns:a16="http://schemas.microsoft.com/office/drawing/2014/main" id="{84353E97-AFA2-4186-B96C-123B3016A582}"/>
              </a:ext>
            </a:extLst>
          </p:cNvPr>
          <p:cNvSpPr>
            <a:spLocks xmlns:a="http://schemas.openxmlformats.org/drawingml/2006/main" noGrp="1"/>
          </p:cNvSpPr>
          <p:nvPr/>
        </p:nvSpPr>
        <p:spPr>
          <a:xfrm xmlns:a="http://schemas.openxmlformats.org/drawingml/2006/main">
            <a:off x="7742110" y="457200"/>
            <a:ext cx="123524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القرآن</a:t>
            </a:r>
          </a:p>
        </p:txBody>
      </p:sp>
      <p:sp>
        <p:nvSpPr>
          <p:cNvPr id="4" name="text-552">
            <a:extLst xmlns:a="http://schemas.openxmlformats.org/drawingml/2006/main">
              <a:ext uri="{FF2B5EF4-FFF2-40B4-BE49-F238E27FC236}">
                <a16:creationId xmlns:a16="http://schemas.microsoft.com/office/drawing/2014/main" id="{854FC8F1-2D81-4822-A518-E3E5C12508CB}"/>
              </a:ext>
            </a:extLst>
          </p:cNvPr>
          <p:cNvSpPr>
            <a:spLocks xmlns:a="http://schemas.openxmlformats.org/drawingml/2006/main" noGrp="1"/>
          </p:cNvSpPr>
          <p:nvPr/>
        </p:nvSpPr>
        <p:spPr>
          <a:xfrm xmlns:a="http://schemas.openxmlformats.org/drawingml/2006/main">
            <a:off x="6699717" y="457200"/>
            <a:ext cx="94142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بحث</a:t>
            </a:r>
          </a:p>
        </p:txBody>
      </p:sp>
      <p:sp>
        <p:nvSpPr>
          <p:cNvPr id="5" name="text-553">
            <a:extLst xmlns:a="http://schemas.openxmlformats.org/drawingml/2006/main">
              <a:ext uri="{FF2B5EF4-FFF2-40B4-BE49-F238E27FC236}">
                <a16:creationId xmlns:a16="http://schemas.microsoft.com/office/drawing/2014/main" id="{161C4AA9-4FEE-40F1-8B16-41F5F1EDB853}"/>
              </a:ext>
            </a:extLst>
          </p:cNvPr>
          <p:cNvSpPr>
            <a:spLocks xmlns:a="http://schemas.openxmlformats.org/drawingml/2006/main" noGrp="1"/>
          </p:cNvSpPr>
          <p:nvPr/>
        </p:nvSpPr>
        <p:spPr>
          <a:xfrm xmlns:a="http://schemas.openxmlformats.org/drawingml/2006/main">
            <a:off x="5361630" y="457200"/>
            <a:ext cx="1237122"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يتحوّل</a:t>
            </a:r>
          </a:p>
        </p:txBody>
      </p:sp>
      <p:sp>
        <p:nvSpPr>
          <p:cNvPr id="6" name="text-554">
            <a:extLst xmlns:a="http://schemas.openxmlformats.org/drawingml/2006/main">
              <a:ext uri="{FF2B5EF4-FFF2-40B4-BE49-F238E27FC236}">
                <a16:creationId xmlns:a16="http://schemas.microsoft.com/office/drawing/2014/main" id="{D7875B8E-5E99-4204-9D16-740F739E312A}"/>
              </a:ext>
            </a:extLst>
          </p:cNvPr>
          <p:cNvSpPr>
            <a:spLocks xmlns:a="http://schemas.openxmlformats.org/drawingml/2006/main" noGrp="1"/>
          </p:cNvSpPr>
          <p:nvPr/>
        </p:nvSpPr>
        <p:spPr>
          <a:xfrm xmlns:a="http://schemas.openxmlformats.org/drawingml/2006/main">
            <a:off x="4479615" y="457200"/>
            <a:ext cx="78105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إلى</a:t>
            </a:r>
          </a:p>
        </p:txBody>
      </p:sp>
      <p:sp>
        <p:nvSpPr>
          <p:cNvPr id="7" name="text-555">
            <a:extLst xmlns:a="http://schemas.openxmlformats.org/drawingml/2006/main">
              <a:ext uri="{FF2B5EF4-FFF2-40B4-BE49-F238E27FC236}">
                <a16:creationId xmlns:a16="http://schemas.microsoft.com/office/drawing/2014/main" id="{100AECC1-DB7A-4F01-9F01-924B3A49643E}"/>
              </a:ext>
            </a:extLst>
          </p:cNvPr>
          <p:cNvSpPr>
            <a:spLocks xmlns:a="http://schemas.openxmlformats.org/drawingml/2006/main" noGrp="1"/>
          </p:cNvSpPr>
          <p:nvPr/>
        </p:nvSpPr>
        <p:spPr>
          <a:xfrm xmlns:a="http://schemas.openxmlformats.org/drawingml/2006/main">
            <a:off x="3616322" y="457200"/>
            <a:ext cx="76232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أداة</a:t>
            </a:r>
          </a:p>
        </p:txBody>
      </p:sp>
      <p:sp>
        <p:nvSpPr>
          <p:cNvPr id="8" name="shape-556">
            <a:extLst xmlns:a="http://schemas.openxmlformats.org/drawingml/2006/main">
              <a:ext uri="{FF2B5EF4-FFF2-40B4-BE49-F238E27FC236}">
                <a16:creationId xmlns:a16="http://schemas.microsoft.com/office/drawing/2014/main" id="{A7A273E5-AE4F-4AE6-BFBA-D1ED1E8B6397}"/>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9" name="text-557">
            <a:extLst xmlns:a="http://schemas.openxmlformats.org/drawingml/2006/main">
              <a:ext uri="{FF2B5EF4-FFF2-40B4-BE49-F238E27FC236}">
                <a16:creationId xmlns:a16="http://schemas.microsoft.com/office/drawing/2014/main" id="{7A4E094B-E9E4-4EC8-AF42-F2079CAC0107}"/>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10" name="text-558">
            <a:extLst xmlns:a="http://schemas.openxmlformats.org/drawingml/2006/main">
              <a:ext uri="{FF2B5EF4-FFF2-40B4-BE49-F238E27FC236}">
                <a16:creationId xmlns:a16="http://schemas.microsoft.com/office/drawing/2014/main" id="{ACADA59D-0994-486E-AC26-1184F13A45D2}"/>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11" name="text-559">
            <a:extLst xmlns:a="http://schemas.openxmlformats.org/drawingml/2006/main">
              <a:ext uri="{FF2B5EF4-FFF2-40B4-BE49-F238E27FC236}">
                <a16:creationId xmlns:a16="http://schemas.microsoft.com/office/drawing/2014/main" id="{AC5CB6ED-55CC-4A4E-8964-8494D2D3B569}"/>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2" name="text-560">
            <a:extLst xmlns:a="http://schemas.openxmlformats.org/drawingml/2006/main">
              <a:ext uri="{FF2B5EF4-FFF2-40B4-BE49-F238E27FC236}">
                <a16:creationId xmlns:a16="http://schemas.microsoft.com/office/drawing/2014/main" id="{AFC88B9F-5203-48C6-AAEE-73D520D654A1}"/>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3" name="text-561">
            <a:extLst xmlns:a="http://schemas.openxmlformats.org/drawingml/2006/main">
              <a:ext uri="{FF2B5EF4-FFF2-40B4-BE49-F238E27FC236}">
                <a16:creationId xmlns:a16="http://schemas.microsoft.com/office/drawing/2014/main" id="{0C408BDD-61AA-4EF2-8940-BBFADD052A10}"/>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4" name="text-562">
            <a:extLst xmlns:a="http://schemas.openxmlformats.org/drawingml/2006/main">
              <a:ext uri="{FF2B5EF4-FFF2-40B4-BE49-F238E27FC236}">
                <a16:creationId xmlns:a16="http://schemas.microsoft.com/office/drawing/2014/main" id="{9D83CAAA-B74F-4799-BDAD-0ED4CF906A11}"/>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5" name="text-563">
            <a:extLst xmlns:a="http://schemas.openxmlformats.org/drawingml/2006/main">
              <a:ext uri="{FF2B5EF4-FFF2-40B4-BE49-F238E27FC236}">
                <a16:creationId xmlns:a16="http://schemas.microsoft.com/office/drawing/2014/main" id="{1056BE4B-668C-43A9-9DEB-E6D011672F45}"/>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11</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72e1d305c9aa4732"/>
          <a:stretch xmlns:a="http://schemas.openxmlformats.org/drawingml/2006/main"/>
        </p:blipFill>
        <p:spPr>
          <a:xfrm xmlns:a="http://schemas.openxmlformats.org/drawingml/2006/main">
            <a:off x="1352670" y="1362075"/>
            <a:ext cx="7276859" cy="4095750"/>
          </a:xfrm>
          <a:prstGeom xmlns:a="http://schemas.openxmlformats.org/drawingml/2006/main" prst="rect">
            <a:avLst/>
          </a:prstGeom>
        </p:spPr>
      </p:pic>
      <p:sp>
        <p:nvSpPr>
          <p:cNvPr id="17" name="text-564">
            <a:extLst xmlns:a="http://schemas.openxmlformats.org/drawingml/2006/main">
              <a:ext uri="{FF2B5EF4-FFF2-40B4-BE49-F238E27FC236}">
                <a16:creationId xmlns:a16="http://schemas.microsoft.com/office/drawing/2014/main" id="{FA6875C9-4340-4D91-8E5C-BF09A3340469}"/>
              </a:ext>
            </a:extLst>
          </p:cNvPr>
          <p:cNvSpPr>
            <a:spLocks xmlns:a="http://schemas.openxmlformats.org/drawingml/2006/main" noGrp="1"/>
          </p:cNvSpPr>
          <p:nvPr/>
        </p:nvSpPr>
        <p:spPr>
          <a:xfrm xmlns:a="http://schemas.openxmlformats.org/drawingml/2006/main">
            <a:off x="10509420" y="1762125"/>
            <a:ext cx="1072980"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1">
                <a:solidFill>
                  <a:srgbClr val="DDC087"/>
                </a:solidFill>
                <a:latin typeface="Tahoma"/>
                <a:ea typeface="Tahoma"/>
                <a:cs typeface="Tahoma"/>
              </a:defRPr>
            </a:pPr>
            <a:r>
              <a:rPr sz="2550" b="1">
                <a:solidFill>
                  <a:srgbClr val="DDC087"/>
                </a:solidFill>
                <a:latin typeface="Tahoma"/>
                <a:ea typeface="Tahoma"/>
                <a:cs typeface="Tahoma"/>
              </a:rPr>
              <a:t>النفس</a:t>
            </a:r>
          </a:p>
        </p:txBody>
      </p:sp>
      <p:sp>
        <p:nvSpPr>
          <p:cNvPr id="18" name="text-565">
            <a:extLst xmlns:a="http://schemas.openxmlformats.org/drawingml/2006/main">
              <a:ext uri="{FF2B5EF4-FFF2-40B4-BE49-F238E27FC236}">
                <a16:creationId xmlns:a16="http://schemas.microsoft.com/office/drawing/2014/main" id="{57E9B54E-53E4-4E0D-9317-0DE6B872086A}"/>
              </a:ext>
            </a:extLst>
          </p:cNvPr>
          <p:cNvSpPr>
            <a:spLocks xmlns:a="http://schemas.openxmlformats.org/drawingml/2006/main" noGrp="1"/>
          </p:cNvSpPr>
          <p:nvPr/>
        </p:nvSpPr>
        <p:spPr>
          <a:xfrm xmlns:a="http://schemas.openxmlformats.org/drawingml/2006/main">
            <a:off x="10564498" y="2352675"/>
            <a:ext cx="1017902"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1">
                <a:solidFill>
                  <a:srgbClr val="DDC087"/>
                </a:solidFill>
                <a:latin typeface="Tahoma"/>
                <a:ea typeface="Tahoma"/>
                <a:cs typeface="Tahoma"/>
              </a:defRPr>
            </a:pPr>
            <a:r>
              <a:rPr sz="2550" b="1">
                <a:solidFill>
                  <a:srgbClr val="DDC087"/>
                </a:solidFill>
                <a:latin typeface="Tahoma"/>
                <a:ea typeface="Tahoma"/>
                <a:cs typeface="Tahoma"/>
              </a:rPr>
              <a:t>والروح</a:t>
            </a:r>
          </a:p>
        </p:txBody>
      </p:sp>
      <p:sp>
        <p:nvSpPr>
          <p:cNvPr id="19" name="text-566">
            <a:extLst xmlns:a="http://schemas.openxmlformats.org/drawingml/2006/main">
              <a:ext uri="{FF2B5EF4-FFF2-40B4-BE49-F238E27FC236}">
                <a16:creationId xmlns:a16="http://schemas.microsoft.com/office/drawing/2014/main" id="{59396081-AD1A-4638-8B4D-CECA0553ABE5}"/>
              </a:ext>
            </a:extLst>
          </p:cNvPr>
          <p:cNvSpPr>
            <a:spLocks xmlns:a="http://schemas.openxmlformats.org/drawingml/2006/main" noGrp="1"/>
          </p:cNvSpPr>
          <p:nvPr/>
        </p:nvSpPr>
        <p:spPr>
          <a:xfrm xmlns:a="http://schemas.openxmlformats.org/drawingml/2006/main">
            <a:off x="11028941" y="3419475"/>
            <a:ext cx="55345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قرائن</a:t>
            </a:r>
          </a:p>
        </p:txBody>
      </p:sp>
      <p:sp>
        <p:nvSpPr>
          <p:cNvPr id="20" name="text-567">
            <a:extLst xmlns:a="http://schemas.openxmlformats.org/drawingml/2006/main">
              <a:ext uri="{FF2B5EF4-FFF2-40B4-BE49-F238E27FC236}">
                <a16:creationId xmlns:a16="http://schemas.microsoft.com/office/drawing/2014/main" id="{1898777C-36DC-44BD-89AD-01D30F9CAA4E}"/>
              </a:ext>
            </a:extLst>
          </p:cNvPr>
          <p:cNvSpPr>
            <a:spLocks xmlns:a="http://schemas.openxmlformats.org/drawingml/2006/main" noGrp="1"/>
          </p:cNvSpPr>
          <p:nvPr/>
        </p:nvSpPr>
        <p:spPr>
          <a:xfrm xmlns:a="http://schemas.openxmlformats.org/drawingml/2006/main">
            <a:off x="10640394" y="3419475"/>
            <a:ext cx="33320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كل</a:t>
            </a:r>
          </a:p>
        </p:txBody>
      </p:sp>
      <p:sp>
        <p:nvSpPr>
          <p:cNvPr id="21" name="text-568">
            <a:extLst xmlns:a="http://schemas.openxmlformats.org/drawingml/2006/main">
              <a:ext uri="{FF2B5EF4-FFF2-40B4-BE49-F238E27FC236}">
                <a16:creationId xmlns:a16="http://schemas.microsoft.com/office/drawing/2014/main" id="{3A2C1D6A-F8D0-48B2-9E5E-A528BC5C4763}"/>
              </a:ext>
            </a:extLst>
          </p:cNvPr>
          <p:cNvSpPr>
            <a:spLocks xmlns:a="http://schemas.openxmlformats.org/drawingml/2006/main" noGrp="1"/>
          </p:cNvSpPr>
          <p:nvPr/>
        </p:nvSpPr>
        <p:spPr>
          <a:xfrm xmlns:a="http://schemas.openxmlformats.org/drawingml/2006/main">
            <a:off x="10181797" y="3419475"/>
            <a:ext cx="40325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لفظ</a:t>
            </a:r>
          </a:p>
        </p:txBody>
      </p:sp>
      <p:sp>
        <p:nvSpPr>
          <p:cNvPr id="22" name="text-569">
            <a:extLst xmlns:a="http://schemas.openxmlformats.org/drawingml/2006/main">
              <a:ext uri="{FF2B5EF4-FFF2-40B4-BE49-F238E27FC236}">
                <a16:creationId xmlns:a16="http://schemas.microsoft.com/office/drawing/2014/main" id="{9B18578F-D3F5-4FDD-9CD3-72EE6EDE7697}"/>
              </a:ext>
            </a:extLst>
          </p:cNvPr>
          <p:cNvSpPr>
            <a:spLocks xmlns:a="http://schemas.openxmlformats.org/drawingml/2006/main" noGrp="1"/>
          </p:cNvSpPr>
          <p:nvPr/>
        </p:nvSpPr>
        <p:spPr>
          <a:xfrm xmlns:a="http://schemas.openxmlformats.org/drawingml/2006/main">
            <a:off x="11275584" y="3895725"/>
            <a:ext cx="30681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مع</a:t>
            </a:r>
          </a:p>
        </p:txBody>
      </p:sp>
      <p:sp>
        <p:nvSpPr>
          <p:cNvPr id="23" name="text-570">
            <a:extLst xmlns:a="http://schemas.openxmlformats.org/drawingml/2006/main">
              <a:ext uri="{FF2B5EF4-FFF2-40B4-BE49-F238E27FC236}">
                <a16:creationId xmlns:a16="http://schemas.microsoft.com/office/drawing/2014/main" id="{7F6455AF-633F-4B4D-A446-377B5A8B1D3F}"/>
              </a:ext>
            </a:extLst>
          </p:cNvPr>
          <p:cNvSpPr>
            <a:spLocks xmlns:a="http://schemas.openxmlformats.org/drawingml/2006/main" noGrp="1"/>
          </p:cNvSpPr>
          <p:nvPr/>
        </p:nvSpPr>
        <p:spPr>
          <a:xfrm xmlns:a="http://schemas.openxmlformats.org/drawingml/2006/main">
            <a:off x="10327136" y="3895725"/>
            <a:ext cx="89310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الشواهد</a:t>
            </a:r>
          </a:p>
        </p:txBody>
      </p:sp>
      <p:sp>
        <p:nvSpPr>
          <p:cNvPr id="24" name="text-571">
            <a:extLst xmlns:a="http://schemas.openxmlformats.org/drawingml/2006/main">
              <a:ext uri="{FF2B5EF4-FFF2-40B4-BE49-F238E27FC236}">
                <a16:creationId xmlns:a16="http://schemas.microsoft.com/office/drawing/2014/main" id="{8DE071E9-04EF-47B9-8F29-8188AF5AD5B2}"/>
              </a:ext>
            </a:extLst>
          </p:cNvPr>
          <p:cNvSpPr>
            <a:spLocks xmlns:a="http://schemas.openxmlformats.org/drawingml/2006/main" noGrp="1"/>
          </p:cNvSpPr>
          <p:nvPr/>
        </p:nvSpPr>
        <p:spPr>
          <a:xfrm xmlns:a="http://schemas.openxmlformats.org/drawingml/2006/main">
            <a:off x="11163937" y="5410200"/>
            <a:ext cx="41846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العدّ</a:t>
            </a:r>
          </a:p>
        </p:txBody>
      </p:sp>
      <p:sp>
        <p:nvSpPr>
          <p:cNvPr id="25" name="text-572">
            <a:extLst xmlns:a="http://schemas.openxmlformats.org/drawingml/2006/main">
              <a:ext uri="{FF2B5EF4-FFF2-40B4-BE49-F238E27FC236}">
                <a16:creationId xmlns:a16="http://schemas.microsoft.com/office/drawing/2014/main" id="{6088A279-8F95-4120-B583-53149D0699D0}"/>
              </a:ext>
            </a:extLst>
          </p:cNvPr>
          <p:cNvSpPr>
            <a:spLocks xmlns:a="http://schemas.openxmlformats.org/drawingml/2006/main" noGrp="1"/>
          </p:cNvSpPr>
          <p:nvPr/>
        </p:nvSpPr>
        <p:spPr>
          <a:xfrm xmlns:a="http://schemas.openxmlformats.org/drawingml/2006/main">
            <a:off x="10519133" y="5410200"/>
            <a:ext cx="58946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يجيب</a:t>
            </a:r>
          </a:p>
        </p:txBody>
      </p:sp>
      <p:sp>
        <p:nvSpPr>
          <p:cNvPr id="26" name="text-573">
            <a:extLst xmlns:a="http://schemas.openxmlformats.org/drawingml/2006/main">
              <a:ext uri="{FF2B5EF4-FFF2-40B4-BE49-F238E27FC236}">
                <a16:creationId xmlns:a16="http://schemas.microsoft.com/office/drawing/2014/main" id="{77E7DD58-FEC3-4E5F-99DF-E785AC24096F}"/>
              </a:ext>
            </a:extLst>
          </p:cNvPr>
          <p:cNvSpPr>
            <a:spLocks xmlns:a="http://schemas.openxmlformats.org/drawingml/2006/main" noGrp="1"/>
          </p:cNvSpPr>
          <p:nvPr/>
        </p:nvSpPr>
        <p:spPr>
          <a:xfrm xmlns:a="http://schemas.openxmlformats.org/drawingml/2006/main">
            <a:off x="10139513" y="5410200"/>
            <a:ext cx="32428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كم</a:t>
            </a:r>
          </a:p>
        </p:txBody>
      </p:sp>
      <p:sp>
        <p:nvSpPr>
          <p:cNvPr id="27" name="text-574">
            <a:extLst xmlns:a="http://schemas.openxmlformats.org/drawingml/2006/main">
              <a:ext uri="{FF2B5EF4-FFF2-40B4-BE49-F238E27FC236}">
                <a16:creationId xmlns:a16="http://schemas.microsoft.com/office/drawing/2014/main" id="{11E94C89-2171-44CC-B923-16E87702F28A}"/>
              </a:ext>
            </a:extLst>
          </p:cNvPr>
          <p:cNvSpPr>
            <a:spLocks xmlns:a="http://schemas.openxmlformats.org/drawingml/2006/main" noGrp="1"/>
          </p:cNvSpPr>
          <p:nvPr/>
        </p:nvSpPr>
        <p:spPr>
          <a:xfrm xmlns:a="http://schemas.openxmlformats.org/drawingml/2006/main">
            <a:off x="9586930" y="5410200"/>
            <a:ext cx="49724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مرة؟</a:t>
            </a:r>
          </a:p>
        </p:txBody>
      </p:sp>
      <p:sp>
        <p:nvSpPr>
          <p:cNvPr id="28" name="text-575">
            <a:extLst xmlns:a="http://schemas.openxmlformats.org/drawingml/2006/main">
              <a:ext uri="{FF2B5EF4-FFF2-40B4-BE49-F238E27FC236}">
                <a16:creationId xmlns:a16="http://schemas.microsoft.com/office/drawing/2014/main" id="{4F70C4B1-1F29-4BC7-AE60-B88647DB2ABC}"/>
              </a:ext>
            </a:extLst>
          </p:cNvPr>
          <p:cNvSpPr>
            <a:spLocks xmlns:a="http://schemas.openxmlformats.org/drawingml/2006/main" noGrp="1"/>
          </p:cNvSpPr>
          <p:nvPr/>
        </p:nvSpPr>
        <p:spPr>
          <a:xfrm xmlns:a="http://schemas.openxmlformats.org/drawingml/2006/main">
            <a:off x="8746695" y="5410200"/>
            <a:ext cx="78489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والتجاور</a:t>
            </a:r>
          </a:p>
        </p:txBody>
      </p:sp>
      <p:sp>
        <p:nvSpPr>
          <p:cNvPr id="29" name="text-576">
            <a:extLst xmlns:a="http://schemas.openxmlformats.org/drawingml/2006/main">
              <a:ext uri="{FF2B5EF4-FFF2-40B4-BE49-F238E27FC236}">
                <a16:creationId xmlns:a16="http://schemas.microsoft.com/office/drawing/2014/main" id="{2549DB64-182A-4C62-94DF-B20B5D201623}"/>
              </a:ext>
            </a:extLst>
          </p:cNvPr>
          <p:cNvSpPr>
            <a:spLocks xmlns:a="http://schemas.openxmlformats.org/drawingml/2006/main" noGrp="1"/>
          </p:cNvSpPr>
          <p:nvPr/>
        </p:nvSpPr>
        <p:spPr>
          <a:xfrm xmlns:a="http://schemas.openxmlformats.org/drawingml/2006/main">
            <a:off x="8137307" y="5410200"/>
            <a:ext cx="55404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يقارن</a:t>
            </a:r>
          </a:p>
        </p:txBody>
      </p:sp>
      <p:sp>
        <p:nvSpPr>
          <p:cNvPr id="30" name="text-577">
            <a:extLst xmlns:a="http://schemas.openxmlformats.org/drawingml/2006/main">
              <a:ext uri="{FF2B5EF4-FFF2-40B4-BE49-F238E27FC236}">
                <a16:creationId xmlns:a16="http://schemas.microsoft.com/office/drawing/2014/main" id="{6FB1C900-BBA1-45A7-A50B-1481581FB39B}"/>
              </a:ext>
            </a:extLst>
          </p:cNvPr>
          <p:cNvSpPr>
            <a:spLocks xmlns:a="http://schemas.openxmlformats.org/drawingml/2006/main" noGrp="1"/>
          </p:cNvSpPr>
          <p:nvPr/>
        </p:nvSpPr>
        <p:spPr>
          <a:xfrm xmlns:a="http://schemas.openxmlformats.org/drawingml/2006/main">
            <a:off x="7528509" y="5410200"/>
            <a:ext cx="55345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قرائن</a:t>
            </a:r>
          </a:p>
        </p:txBody>
      </p:sp>
      <p:sp>
        <p:nvSpPr>
          <p:cNvPr id="31" name="text-578">
            <a:extLst xmlns:a="http://schemas.openxmlformats.org/drawingml/2006/main">
              <a:ext uri="{FF2B5EF4-FFF2-40B4-BE49-F238E27FC236}">
                <a16:creationId xmlns:a16="http://schemas.microsoft.com/office/drawing/2014/main" id="{59081522-A97A-4824-B654-13CEDE7922BB}"/>
              </a:ext>
            </a:extLst>
          </p:cNvPr>
          <p:cNvSpPr>
            <a:spLocks xmlns:a="http://schemas.openxmlformats.org/drawingml/2006/main" noGrp="1"/>
          </p:cNvSpPr>
          <p:nvPr/>
        </p:nvSpPr>
        <p:spPr>
          <a:xfrm xmlns:a="http://schemas.openxmlformats.org/drawingml/2006/main">
            <a:off x="6401506" y="5410200"/>
            <a:ext cx="107166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الاستعمال</a:t>
            </a:r>
          </a:p>
        </p:txBody>
      </p:sp>
      <p:sp>
        <p:nvSpPr>
          <p:cNvPr id="32" name="text-579">
            <a:extLst xmlns:a="http://schemas.openxmlformats.org/drawingml/2006/main">
              <a:ext uri="{FF2B5EF4-FFF2-40B4-BE49-F238E27FC236}">
                <a16:creationId xmlns:a16="http://schemas.microsoft.com/office/drawing/2014/main" id="{7626D432-6C57-43FF-B337-92E2C44CCD92}"/>
              </a:ext>
            </a:extLst>
          </p:cNvPr>
          <p:cNvSpPr>
            <a:spLocks xmlns:a="http://schemas.openxmlformats.org/drawingml/2006/main" noGrp="1"/>
          </p:cNvSpPr>
          <p:nvPr/>
        </p:nvSpPr>
        <p:spPr>
          <a:xfrm xmlns:a="http://schemas.openxmlformats.org/drawingml/2006/main">
            <a:off x="11098990" y="5781675"/>
            <a:ext cx="48341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لقطة</a:t>
            </a:r>
          </a:p>
        </p:txBody>
      </p:sp>
      <p:sp>
        <p:nvSpPr>
          <p:cNvPr id="33" name="text-580">
            <a:extLst xmlns:a="http://schemas.openxmlformats.org/drawingml/2006/main">
              <a:ext uri="{FF2B5EF4-FFF2-40B4-BE49-F238E27FC236}">
                <a16:creationId xmlns:a16="http://schemas.microsoft.com/office/drawing/2014/main" id="{7DE750B0-F4B0-455F-9755-E07A26E3E232}"/>
              </a:ext>
            </a:extLst>
          </p:cNvPr>
          <p:cNvSpPr>
            <a:spLocks xmlns:a="http://schemas.openxmlformats.org/drawingml/2006/main" noGrp="1"/>
          </p:cNvSpPr>
          <p:nvPr/>
        </p:nvSpPr>
        <p:spPr>
          <a:xfrm xmlns:a="http://schemas.openxmlformats.org/drawingml/2006/main">
            <a:off x="10672405" y="5781675"/>
            <a:ext cx="38010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حية</a:t>
            </a:r>
          </a:p>
        </p:txBody>
      </p:sp>
      <p:sp>
        <p:nvSpPr>
          <p:cNvPr id="34" name="text-581">
            <a:extLst xmlns:a="http://schemas.openxmlformats.org/drawingml/2006/main">
              <a:ext uri="{FF2B5EF4-FFF2-40B4-BE49-F238E27FC236}">
                <a16:creationId xmlns:a16="http://schemas.microsoft.com/office/drawing/2014/main" id="{6C02D894-52C8-4BF3-8FE0-05D6D5423DF8}"/>
              </a:ext>
            </a:extLst>
          </p:cNvPr>
          <p:cNvSpPr>
            <a:spLocks xmlns:a="http://schemas.openxmlformats.org/drawingml/2006/main" noGrp="1"/>
          </p:cNvSpPr>
          <p:nvPr/>
        </p:nvSpPr>
        <p:spPr>
          <a:xfrm xmlns:a="http://schemas.openxmlformats.org/drawingml/2006/main">
            <a:off x="10315281" y="5781675"/>
            <a:ext cx="31064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من</a:t>
            </a:r>
          </a:p>
        </p:txBody>
      </p:sp>
      <p:sp>
        <p:nvSpPr>
          <p:cNvPr id="35" name="text-582">
            <a:extLst xmlns:a="http://schemas.openxmlformats.org/drawingml/2006/main">
              <a:ext uri="{FF2B5EF4-FFF2-40B4-BE49-F238E27FC236}">
                <a16:creationId xmlns:a16="http://schemas.microsoft.com/office/drawing/2014/main" id="{06C423E1-682E-4DF0-9E9F-66ED04DB5164}"/>
              </a:ext>
            </a:extLst>
          </p:cNvPr>
          <p:cNvSpPr>
            <a:spLocks xmlns:a="http://schemas.openxmlformats.org/drawingml/2006/main" noGrp="1"/>
          </p:cNvSpPr>
          <p:nvPr/>
        </p:nvSpPr>
        <p:spPr>
          <a:xfrm xmlns:a="http://schemas.openxmlformats.org/drawingml/2006/main">
            <a:off x="9484984" y="5781675"/>
            <a:ext cx="78381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المجلس</a:t>
            </a:r>
          </a:p>
        </p:txBody>
      </p:sp>
      <p:sp>
        <p:nvSpPr>
          <p:cNvPr id="36" name="text-583">
            <a:extLst xmlns:a="http://schemas.openxmlformats.org/drawingml/2006/main">
              <a:ext uri="{FF2B5EF4-FFF2-40B4-BE49-F238E27FC236}">
                <a16:creationId xmlns:a16="http://schemas.microsoft.com/office/drawing/2014/main" id="{4026F8A9-6F04-4823-84E4-2C55CDA67A22}"/>
              </a:ext>
            </a:extLst>
          </p:cNvPr>
          <p:cNvSpPr>
            <a:spLocks xmlns:a="http://schemas.openxmlformats.org/drawingml/2006/main" noGrp="1"/>
          </p:cNvSpPr>
          <p:nvPr/>
        </p:nvSpPr>
        <p:spPr>
          <a:xfrm xmlns:a="http://schemas.openxmlformats.org/drawingml/2006/main">
            <a:off x="9276982" y="5781675"/>
            <a:ext cx="16151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٦</a:t>
            </a:r>
          </a:p>
        </p:txBody>
      </p:sp>
      <p:sp>
        <p:nvSpPr>
          <p:cNvPr id="37" name="text-584">
            <a:extLst xmlns:a="http://schemas.openxmlformats.org/drawingml/2006/main">
              <a:ext uri="{FF2B5EF4-FFF2-40B4-BE49-F238E27FC236}">
                <a16:creationId xmlns:a16="http://schemas.microsoft.com/office/drawing/2014/main" id="{CF2C63BA-1669-473C-A66B-134B813AD260}"/>
              </a:ext>
            </a:extLst>
          </p:cNvPr>
          <p:cNvSpPr>
            <a:spLocks xmlns:a="http://schemas.openxmlformats.org/drawingml/2006/main" noGrp="1"/>
          </p:cNvSpPr>
          <p:nvPr/>
        </p:nvSpPr>
        <p:spPr>
          <a:xfrm xmlns:a="http://schemas.openxmlformats.org/drawingml/2006/main">
            <a:off x="8714813" y="5781675"/>
            <a:ext cx="515687"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أكتوبر</a:t>
            </a:r>
          </a:p>
        </p:txBody>
      </p:sp>
      <p:sp>
        <p:nvSpPr>
          <p:cNvPr id="38" name="text-585">
            <a:extLst xmlns:a="http://schemas.openxmlformats.org/drawingml/2006/main">
              <a:ext uri="{FF2B5EF4-FFF2-40B4-BE49-F238E27FC236}">
                <a16:creationId xmlns:a16="http://schemas.microsoft.com/office/drawing/2014/main" id="{2A3E91F8-0B48-4C9C-BECD-9E702D842D6B}"/>
              </a:ext>
            </a:extLst>
          </p:cNvPr>
          <p:cNvSpPr>
            <a:spLocks xmlns:a="http://schemas.openxmlformats.org/drawingml/2006/main" noGrp="1"/>
          </p:cNvSpPr>
          <p:nvPr/>
        </p:nvSpPr>
        <p:spPr>
          <a:xfrm xmlns:a="http://schemas.openxmlformats.org/drawingml/2006/main">
            <a:off x="8553903" y="5781675"/>
            <a:ext cx="11442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a:t>
            </a:r>
          </a:p>
        </p:txBody>
      </p:sp>
      <p:sp>
        <p:nvSpPr>
          <p:cNvPr id="39" name="text-586">
            <a:extLst xmlns:a="http://schemas.openxmlformats.org/drawingml/2006/main">
              <a:ext uri="{FF2B5EF4-FFF2-40B4-BE49-F238E27FC236}">
                <a16:creationId xmlns:a16="http://schemas.microsoft.com/office/drawing/2014/main" id="{CC5A201B-6C40-42AA-9DD8-87DF0702ABED}"/>
              </a:ext>
            </a:extLst>
          </p:cNvPr>
          <p:cNvSpPr>
            <a:spLocks xmlns:a="http://schemas.openxmlformats.org/drawingml/2006/main" noGrp="1"/>
          </p:cNvSpPr>
          <p:nvPr/>
        </p:nvSpPr>
        <p:spPr>
          <a:xfrm xmlns:a="http://schemas.openxmlformats.org/drawingml/2006/main">
            <a:off x="8005273" y="5781675"/>
            <a:ext cx="50214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نطاق</a:t>
            </a:r>
          </a:p>
        </p:txBody>
      </p:sp>
      <p:sp>
        <p:nvSpPr>
          <p:cNvPr id="40" name="text-587">
            <a:extLst xmlns:a="http://schemas.openxmlformats.org/drawingml/2006/main">
              <a:ext uri="{FF2B5EF4-FFF2-40B4-BE49-F238E27FC236}">
                <a16:creationId xmlns:a16="http://schemas.microsoft.com/office/drawing/2014/main" id="{CD053486-3DEF-4940-8D83-CD5F9406FD23}"/>
              </a:ext>
            </a:extLst>
          </p:cNvPr>
          <p:cNvSpPr>
            <a:spLocks xmlns:a="http://schemas.openxmlformats.org/drawingml/2006/main" noGrp="1"/>
          </p:cNvSpPr>
          <p:nvPr/>
        </p:nvSpPr>
        <p:spPr>
          <a:xfrm xmlns:a="http://schemas.openxmlformats.org/drawingml/2006/main">
            <a:off x="7397778" y="5781675"/>
            <a:ext cx="56101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الدليل</a:t>
            </a:r>
          </a:p>
        </p:txBody>
      </p:sp>
      <p:sp>
        <p:nvSpPr>
          <p:cNvPr id="41" name="text-588">
            <a:extLst xmlns:a="http://schemas.openxmlformats.org/drawingml/2006/main">
              <a:ext uri="{FF2B5EF4-FFF2-40B4-BE49-F238E27FC236}">
                <a16:creationId xmlns:a16="http://schemas.microsoft.com/office/drawing/2014/main" id="{8A323794-B226-4A97-BC15-2D1E4AA32435}"/>
              </a:ext>
            </a:extLst>
          </p:cNvPr>
          <p:cNvSpPr>
            <a:spLocks xmlns:a="http://schemas.openxmlformats.org/drawingml/2006/main" noGrp="1"/>
          </p:cNvSpPr>
          <p:nvPr/>
        </p:nvSpPr>
        <p:spPr>
          <a:xfrm xmlns:a="http://schemas.openxmlformats.org/drawingml/2006/main">
            <a:off x="7028586" y="5781675"/>
            <a:ext cx="32271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هنا</a:t>
            </a:r>
          </a:p>
        </p:txBody>
      </p:sp>
      <p:sp>
        <p:nvSpPr>
          <p:cNvPr id="42" name="text-589">
            <a:extLst xmlns:a="http://schemas.openxmlformats.org/drawingml/2006/main">
              <a:ext uri="{FF2B5EF4-FFF2-40B4-BE49-F238E27FC236}">
                <a16:creationId xmlns:a16="http://schemas.microsoft.com/office/drawing/2014/main" id="{EDB6017A-612C-4A3E-913D-00760E24591F}"/>
              </a:ext>
            </a:extLst>
          </p:cNvPr>
          <p:cNvSpPr>
            <a:spLocks xmlns:a="http://schemas.openxmlformats.org/drawingml/2006/main" noGrp="1"/>
          </p:cNvSpPr>
          <p:nvPr/>
        </p:nvSpPr>
        <p:spPr>
          <a:xfrm xmlns:a="http://schemas.openxmlformats.org/drawingml/2006/main">
            <a:off x="6335051" y="5781675"/>
            <a:ext cx="64705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البصمة</a:t>
            </a:r>
          </a:p>
        </p:txBody>
      </p:sp>
      <p:sp>
        <p:nvSpPr>
          <p:cNvPr id="43" name="text-590">
            <a:extLst xmlns:a="http://schemas.openxmlformats.org/drawingml/2006/main">
              <a:ext uri="{FF2B5EF4-FFF2-40B4-BE49-F238E27FC236}">
                <a16:creationId xmlns:a16="http://schemas.microsoft.com/office/drawing/2014/main" id="{1C40D555-059D-4915-8677-571F419BEAF5}"/>
              </a:ext>
            </a:extLst>
          </p:cNvPr>
          <p:cNvSpPr>
            <a:spLocks xmlns:a="http://schemas.openxmlformats.org/drawingml/2006/main" noGrp="1"/>
          </p:cNvSpPr>
          <p:nvPr/>
        </p:nvSpPr>
        <p:spPr>
          <a:xfrm xmlns:a="http://schemas.openxmlformats.org/drawingml/2006/main">
            <a:off x="5498965" y="5781675"/>
            <a:ext cx="78960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التجاورية</a:t>
            </a:r>
          </a:p>
        </p:txBody>
      </p:sp>
    </p:spTree>
    <p:extLst>
      <p:ext uri="{BB962C8B-B14F-4D97-AF65-F5344CB8AC3E}">
        <p14:creationId xmlns:p14="http://schemas.microsoft.com/office/powerpoint/2010/main" val="898390831"/>
      </p:ext>
    </p:extLst>
  </p:cSld>
</p:sld>
</file>

<file path=ppt/slides/slide12.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65" name="text-591">
            <a:extLst xmlns:a="http://schemas.openxmlformats.org/drawingml/2006/main">
              <a:ext uri="{FF2B5EF4-FFF2-40B4-BE49-F238E27FC236}">
                <a16:creationId xmlns:a16="http://schemas.microsoft.com/office/drawing/2014/main" id="{8CCC4CFA-191E-4E51-9A34-DC4471625F6D}"/>
              </a:ext>
            </a:extLst>
          </p:cNvPr>
          <p:cNvSpPr>
            <a:spLocks xmlns:a="http://schemas.openxmlformats.org/drawingml/2006/main" noGrp="1"/>
          </p:cNvSpPr>
          <p:nvPr/>
        </p:nvSpPr>
        <p:spPr>
          <a:xfrm xmlns:a="http://schemas.openxmlformats.org/drawingml/2006/main">
            <a:off x="10000648" y="457200"/>
            <a:ext cx="1581752"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إضافتان</a:t>
            </a:r>
          </a:p>
        </p:txBody>
      </p:sp>
      <p:sp>
        <p:nvSpPr>
          <p:cNvPr id="2" name="text-592">
            <a:extLst xmlns:a="http://schemas.openxmlformats.org/drawingml/2006/main">
              <a:ext uri="{FF2B5EF4-FFF2-40B4-BE49-F238E27FC236}">
                <a16:creationId xmlns:a16="http://schemas.microsoft.com/office/drawing/2014/main" id="{AC4E464D-04BA-4F71-B1B4-0C9FDACC3F6E}"/>
              </a:ext>
            </a:extLst>
          </p:cNvPr>
          <p:cNvSpPr>
            <a:spLocks xmlns:a="http://schemas.openxmlformats.org/drawingml/2006/main" noGrp="1"/>
          </p:cNvSpPr>
          <p:nvPr/>
        </p:nvSpPr>
        <p:spPr>
          <a:xfrm xmlns:a="http://schemas.openxmlformats.org/drawingml/2006/main">
            <a:off x="8821255" y="457200"/>
            <a:ext cx="107842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يمكن</a:t>
            </a:r>
          </a:p>
        </p:txBody>
      </p:sp>
      <p:sp>
        <p:nvSpPr>
          <p:cNvPr id="3" name="text-593">
            <a:extLst xmlns:a="http://schemas.openxmlformats.org/drawingml/2006/main">
              <a:ext uri="{FF2B5EF4-FFF2-40B4-BE49-F238E27FC236}">
                <a16:creationId xmlns:a16="http://schemas.microsoft.com/office/drawing/2014/main" id="{F83B3466-7B42-4EED-8404-9B019FAC1184}"/>
              </a:ext>
            </a:extLst>
          </p:cNvPr>
          <p:cNvSpPr>
            <a:spLocks xmlns:a="http://schemas.openxmlformats.org/drawingml/2006/main" noGrp="1"/>
          </p:cNvSpPr>
          <p:nvPr/>
        </p:nvSpPr>
        <p:spPr>
          <a:xfrm xmlns:a="http://schemas.openxmlformats.org/drawingml/2006/main">
            <a:off x="7038091" y="457200"/>
            <a:ext cx="1682199"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فحصهما</a:t>
            </a:r>
          </a:p>
        </p:txBody>
      </p:sp>
      <p:sp>
        <p:nvSpPr>
          <p:cNvPr id="4" name="text-594">
            <a:extLst xmlns:a="http://schemas.openxmlformats.org/drawingml/2006/main">
              <a:ext uri="{FF2B5EF4-FFF2-40B4-BE49-F238E27FC236}">
                <a16:creationId xmlns:a16="http://schemas.microsoft.com/office/drawing/2014/main" id="{FBD59801-D42D-4FDE-AE3F-0C0E05649809}"/>
              </a:ext>
            </a:extLst>
          </p:cNvPr>
          <p:cNvSpPr>
            <a:spLocks xmlns:a="http://schemas.openxmlformats.org/drawingml/2006/main" noGrp="1"/>
          </p:cNvSpPr>
          <p:nvPr/>
        </p:nvSpPr>
        <p:spPr>
          <a:xfrm xmlns:a="http://schemas.openxmlformats.org/drawingml/2006/main">
            <a:off x="5419169" y="457200"/>
            <a:ext cx="1517957"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مباشرة</a:t>
            </a:r>
          </a:p>
        </p:txBody>
      </p:sp>
      <p:sp>
        <p:nvSpPr>
          <p:cNvPr id="5" name="shape-595">
            <a:extLst xmlns:a="http://schemas.openxmlformats.org/drawingml/2006/main">
              <a:ext uri="{FF2B5EF4-FFF2-40B4-BE49-F238E27FC236}">
                <a16:creationId xmlns:a16="http://schemas.microsoft.com/office/drawing/2014/main" id="{D636F9B3-FFAE-43C0-8070-E82B5E160FBC}"/>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6" name="text-596">
            <a:extLst xmlns:a="http://schemas.openxmlformats.org/drawingml/2006/main">
              <a:ext uri="{FF2B5EF4-FFF2-40B4-BE49-F238E27FC236}">
                <a16:creationId xmlns:a16="http://schemas.microsoft.com/office/drawing/2014/main" id="{29386971-8294-400D-80ED-498F5DBD8878}"/>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7" name="text-597">
            <a:extLst xmlns:a="http://schemas.openxmlformats.org/drawingml/2006/main">
              <a:ext uri="{FF2B5EF4-FFF2-40B4-BE49-F238E27FC236}">
                <a16:creationId xmlns:a16="http://schemas.microsoft.com/office/drawing/2014/main" id="{335B903F-9918-4BEC-B6AE-020DB3B0E80A}"/>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8" name="text-598">
            <a:extLst xmlns:a="http://schemas.openxmlformats.org/drawingml/2006/main">
              <a:ext uri="{FF2B5EF4-FFF2-40B4-BE49-F238E27FC236}">
                <a16:creationId xmlns:a16="http://schemas.microsoft.com/office/drawing/2014/main" id="{88861502-7CC6-4596-8053-5841850B5EE7}"/>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9" name="text-599">
            <a:extLst xmlns:a="http://schemas.openxmlformats.org/drawingml/2006/main">
              <a:ext uri="{FF2B5EF4-FFF2-40B4-BE49-F238E27FC236}">
                <a16:creationId xmlns:a16="http://schemas.microsoft.com/office/drawing/2014/main" id="{308A0CE7-CFAD-4DF9-9290-9F08A17FDDF2}"/>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0" name="text-600">
            <a:extLst xmlns:a="http://schemas.openxmlformats.org/drawingml/2006/main">
              <a:ext uri="{FF2B5EF4-FFF2-40B4-BE49-F238E27FC236}">
                <a16:creationId xmlns:a16="http://schemas.microsoft.com/office/drawing/2014/main" id="{552414A3-3B43-4310-9028-890A279DE191}"/>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1" name="text-601">
            <a:extLst xmlns:a="http://schemas.openxmlformats.org/drawingml/2006/main">
              <a:ext uri="{FF2B5EF4-FFF2-40B4-BE49-F238E27FC236}">
                <a16:creationId xmlns:a16="http://schemas.microsoft.com/office/drawing/2014/main" id="{F5944339-E25E-4E43-819F-BD5FA8F333A4}"/>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2" name="text-602">
            <a:extLst xmlns:a="http://schemas.openxmlformats.org/drawingml/2006/main">
              <a:ext uri="{FF2B5EF4-FFF2-40B4-BE49-F238E27FC236}">
                <a16:creationId xmlns:a16="http://schemas.microsoft.com/office/drawing/2014/main" id="{307CF40A-2DC9-4769-9C69-419351434CE7}"/>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12</a:t>
            </a:r>
          </a:p>
        </p:txBody>
      </p:sp>
      <p:sp>
        <p:nvSpPr>
          <p:cNvPr id="13" name="shape-603">
            <a:extLst xmlns:a="http://schemas.openxmlformats.org/drawingml/2006/main">
              <a:ext uri="{FF2B5EF4-FFF2-40B4-BE49-F238E27FC236}">
                <a16:creationId xmlns:a16="http://schemas.microsoft.com/office/drawing/2014/main" id="{6D305F21-ED67-46DD-B902-A22D8FC3A395}"/>
              </a:ext>
            </a:extLst>
          </p:cNvPr>
          <p:cNvSpPr>
            <a:spLocks xmlns:a="http://schemas.openxmlformats.org/drawingml/2006/main" noGrp="1"/>
          </p:cNvSpPr>
          <p:nvPr/>
        </p:nvSpPr>
        <p:spPr>
          <a:xfrm xmlns:a="http://schemas.openxmlformats.org/drawingml/2006/main">
            <a:off x="6181725" y="1409700"/>
            <a:ext cx="5400675" cy="30765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14" name="shape-604">
            <a:extLst xmlns:a="http://schemas.openxmlformats.org/drawingml/2006/main">
              <a:ext uri="{FF2B5EF4-FFF2-40B4-BE49-F238E27FC236}">
                <a16:creationId xmlns:a16="http://schemas.microsoft.com/office/drawing/2014/main" id="{CCD300D7-9AB9-448D-9F5D-B617A4FFFDE7}"/>
              </a:ext>
            </a:extLst>
          </p:cNvPr>
          <p:cNvSpPr>
            <a:spLocks xmlns:a="http://schemas.openxmlformats.org/drawingml/2006/main" noGrp="1"/>
          </p:cNvSpPr>
          <p:nvPr/>
        </p:nvSpPr>
        <p:spPr>
          <a:xfrm xmlns:a="http://schemas.openxmlformats.org/drawingml/2006/main">
            <a:off x="609600" y="1409700"/>
            <a:ext cx="5286375" cy="30765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15" name="text-605">
            <a:extLst xmlns:a="http://schemas.openxmlformats.org/drawingml/2006/main">
              <a:ext uri="{FF2B5EF4-FFF2-40B4-BE49-F238E27FC236}">
                <a16:creationId xmlns:a16="http://schemas.microsoft.com/office/drawing/2014/main" id="{499F1A4C-04DC-4640-B8DC-E6055F22FCDC}"/>
              </a:ext>
            </a:extLst>
          </p:cNvPr>
          <p:cNvSpPr>
            <a:spLocks xmlns:a="http://schemas.openxmlformats.org/drawingml/2006/main" noGrp="1"/>
          </p:cNvSpPr>
          <p:nvPr/>
        </p:nvSpPr>
        <p:spPr>
          <a:xfrm xmlns:a="http://schemas.openxmlformats.org/drawingml/2006/main">
            <a:off x="6467475" y="1647825"/>
            <a:ext cx="4829175" cy="6924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850" b="1">
                <a:solidFill>
                  <a:srgbClr val="DDC087"/>
                </a:solidFill>
                <a:latin typeface="Tahoma"/>
                <a:ea typeface="Tahoma"/>
                <a:cs typeface="Tahoma"/>
              </a:defRPr>
            </a:pPr>
            <a:r>
              <a:rPr sz="2850" b="1">
                <a:solidFill>
                  <a:srgbClr val="DDC087"/>
                </a:solidFill>
                <a:latin typeface="Tahoma"/>
                <a:ea typeface="Tahoma"/>
                <a:cs typeface="Tahoma"/>
              </a:rPr>
              <a:t>NMN</a:t>
            </a:r>
          </a:p>
        </p:txBody>
      </p:sp>
      <p:sp>
        <p:nvSpPr>
          <p:cNvPr id="16" name="text-606">
            <a:extLst xmlns:a="http://schemas.openxmlformats.org/drawingml/2006/main">
              <a:ext uri="{FF2B5EF4-FFF2-40B4-BE49-F238E27FC236}">
                <a16:creationId xmlns:a16="http://schemas.microsoft.com/office/drawing/2014/main" id="{3FF954D5-D471-4BD7-AC32-83F92F316ACA}"/>
              </a:ext>
            </a:extLst>
          </p:cNvPr>
          <p:cNvSpPr>
            <a:spLocks xmlns:a="http://schemas.openxmlformats.org/drawingml/2006/main" noGrp="1"/>
          </p:cNvSpPr>
          <p:nvPr/>
        </p:nvSpPr>
        <p:spPr>
          <a:xfrm xmlns:a="http://schemas.openxmlformats.org/drawingml/2006/main">
            <a:off x="10911642" y="2409825"/>
            <a:ext cx="385008"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A5B9AB"/>
                </a:solidFill>
                <a:latin typeface="Tahoma"/>
                <a:ea typeface="Tahoma"/>
                <a:cs typeface="Tahoma"/>
              </a:defRPr>
            </a:pPr>
            <a:r>
              <a:rPr sz="2100" b="0">
                <a:solidFill>
                  <a:srgbClr val="A5B9AB"/>
                </a:solidFill>
                <a:latin typeface="Tahoma"/>
                <a:ea typeface="Tahoma"/>
                <a:cs typeface="Tahoma"/>
              </a:rPr>
              <a:t>من</a:t>
            </a:r>
          </a:p>
        </p:txBody>
      </p:sp>
      <p:sp>
        <p:nvSpPr>
          <p:cNvPr id="17" name="text-607">
            <a:extLst xmlns:a="http://schemas.openxmlformats.org/drawingml/2006/main">
              <a:ext uri="{FF2B5EF4-FFF2-40B4-BE49-F238E27FC236}">
                <a16:creationId xmlns:a16="http://schemas.microsoft.com/office/drawing/2014/main" id="{670CD06E-A9DE-450F-9BEF-EDFC2A2FE2A3}"/>
              </a:ext>
            </a:extLst>
          </p:cNvPr>
          <p:cNvSpPr>
            <a:spLocks xmlns:a="http://schemas.openxmlformats.org/drawingml/2006/main" noGrp="1"/>
          </p:cNvSpPr>
          <p:nvPr/>
        </p:nvSpPr>
        <p:spPr>
          <a:xfrm xmlns:a="http://schemas.openxmlformats.org/drawingml/2006/main">
            <a:off x="10185383" y="2409825"/>
            <a:ext cx="661966"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A5B9AB"/>
                </a:solidFill>
                <a:latin typeface="Tahoma"/>
                <a:ea typeface="Tahoma"/>
                <a:cs typeface="Tahoma"/>
              </a:defRPr>
            </a:pPr>
            <a:r>
              <a:rPr sz="2100" b="0">
                <a:solidFill>
                  <a:srgbClr val="A5B9AB"/>
                </a:solidFill>
                <a:latin typeface="Tahoma"/>
                <a:ea typeface="Tahoma"/>
                <a:cs typeface="Tahoma"/>
              </a:rPr>
              <a:t>إكمال</a:t>
            </a:r>
          </a:p>
        </p:txBody>
      </p:sp>
      <p:sp>
        <p:nvSpPr>
          <p:cNvPr id="18" name="text-608">
            <a:extLst xmlns:a="http://schemas.openxmlformats.org/drawingml/2006/main">
              <a:ext uri="{FF2B5EF4-FFF2-40B4-BE49-F238E27FC236}">
                <a16:creationId xmlns:a16="http://schemas.microsoft.com/office/drawing/2014/main" id="{F48093E0-038F-4549-BCAA-50E85BBD8AD0}"/>
              </a:ext>
            </a:extLst>
          </p:cNvPr>
          <p:cNvSpPr>
            <a:spLocks xmlns:a="http://schemas.openxmlformats.org/drawingml/2006/main" noGrp="1"/>
          </p:cNvSpPr>
          <p:nvPr/>
        </p:nvSpPr>
        <p:spPr>
          <a:xfrm xmlns:a="http://schemas.openxmlformats.org/drawingml/2006/main">
            <a:off x="9140176" y="2409825"/>
            <a:ext cx="980913"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A5B9AB"/>
                </a:solidFill>
                <a:latin typeface="Tahoma"/>
                <a:ea typeface="Tahoma"/>
                <a:cs typeface="Tahoma"/>
              </a:defRPr>
            </a:pPr>
            <a:r>
              <a:rPr sz="2100" b="0">
                <a:solidFill>
                  <a:srgbClr val="A5B9AB"/>
                </a:solidFill>
                <a:latin typeface="Tahoma"/>
                <a:ea typeface="Tahoma"/>
                <a:cs typeface="Tahoma"/>
              </a:rPr>
              <a:t>احتمالي</a:t>
            </a:r>
          </a:p>
        </p:txBody>
      </p:sp>
      <p:sp>
        <p:nvSpPr>
          <p:cNvPr id="19" name="text-609">
            <a:extLst xmlns:a="http://schemas.openxmlformats.org/drawingml/2006/main">
              <a:ext uri="{FF2B5EF4-FFF2-40B4-BE49-F238E27FC236}">
                <a16:creationId xmlns:a16="http://schemas.microsoft.com/office/drawing/2014/main" id="{DEB32947-D064-43EF-A0B8-34F57C282914}"/>
              </a:ext>
            </a:extLst>
          </p:cNvPr>
          <p:cNvSpPr>
            <a:spLocks xmlns:a="http://schemas.openxmlformats.org/drawingml/2006/main" noGrp="1"/>
          </p:cNvSpPr>
          <p:nvPr/>
        </p:nvSpPr>
        <p:spPr>
          <a:xfrm xmlns:a="http://schemas.openxmlformats.org/drawingml/2006/main">
            <a:off x="10826386" y="3057525"/>
            <a:ext cx="470264"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إلى</a:t>
            </a:r>
          </a:p>
        </p:txBody>
      </p:sp>
      <p:sp>
        <p:nvSpPr>
          <p:cNvPr id="20" name="text-610">
            <a:extLst xmlns:a="http://schemas.openxmlformats.org/drawingml/2006/main">
              <a:ext uri="{FF2B5EF4-FFF2-40B4-BE49-F238E27FC236}">
                <a16:creationId xmlns:a16="http://schemas.microsoft.com/office/drawing/2014/main" id="{4C4C6FCB-AA6B-46D8-80E8-C029B5FD42F4}"/>
              </a:ext>
            </a:extLst>
          </p:cNvPr>
          <p:cNvSpPr>
            <a:spLocks xmlns:a="http://schemas.openxmlformats.org/drawingml/2006/main" noGrp="1"/>
          </p:cNvSpPr>
          <p:nvPr/>
        </p:nvSpPr>
        <p:spPr>
          <a:xfrm xmlns:a="http://schemas.openxmlformats.org/drawingml/2006/main">
            <a:off x="10310264" y="3057525"/>
            <a:ext cx="448876"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نص</a:t>
            </a:r>
          </a:p>
        </p:txBody>
      </p:sp>
      <p:sp>
        <p:nvSpPr>
          <p:cNvPr id="21" name="text-611">
            <a:extLst xmlns:a="http://schemas.openxmlformats.org/drawingml/2006/main">
              <a:ext uri="{FF2B5EF4-FFF2-40B4-BE49-F238E27FC236}">
                <a16:creationId xmlns:a16="http://schemas.microsoft.com/office/drawing/2014/main" id="{8884645E-C8C5-4A3A-B503-72037B715A6E}"/>
              </a:ext>
            </a:extLst>
          </p:cNvPr>
          <p:cNvSpPr>
            <a:spLocks xmlns:a="http://schemas.openxmlformats.org/drawingml/2006/main" noGrp="1"/>
          </p:cNvSpPr>
          <p:nvPr/>
        </p:nvSpPr>
        <p:spPr>
          <a:xfrm xmlns:a="http://schemas.openxmlformats.org/drawingml/2006/main">
            <a:off x="9599594" y="3057525"/>
            <a:ext cx="643423"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بهوية</a:t>
            </a:r>
          </a:p>
        </p:txBody>
      </p:sp>
      <p:sp>
        <p:nvSpPr>
          <p:cNvPr id="22" name="text-612">
            <a:extLst xmlns:a="http://schemas.openxmlformats.org/drawingml/2006/main">
              <a:ext uri="{FF2B5EF4-FFF2-40B4-BE49-F238E27FC236}">
                <a16:creationId xmlns:a16="http://schemas.microsoft.com/office/drawing/2014/main" id="{B85F7F46-4C2F-4B87-96AC-D5BF6B8D696B}"/>
              </a:ext>
            </a:extLst>
          </p:cNvPr>
          <p:cNvSpPr>
            <a:spLocks xmlns:a="http://schemas.openxmlformats.org/drawingml/2006/main" noGrp="1"/>
          </p:cNvSpPr>
          <p:nvPr/>
        </p:nvSpPr>
        <p:spPr>
          <a:xfrm xmlns:a="http://schemas.openxmlformats.org/drawingml/2006/main">
            <a:off x="8721945" y="3057525"/>
            <a:ext cx="810402"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وموضع</a:t>
            </a:r>
          </a:p>
        </p:txBody>
      </p:sp>
      <p:sp>
        <p:nvSpPr>
          <p:cNvPr id="23" name="text-613">
            <a:extLst xmlns:a="http://schemas.openxmlformats.org/drawingml/2006/main">
              <a:ext uri="{FF2B5EF4-FFF2-40B4-BE49-F238E27FC236}">
                <a16:creationId xmlns:a16="http://schemas.microsoft.com/office/drawing/2014/main" id="{32EAD0F3-020A-4B93-A109-8A419DC0DBA7}"/>
              </a:ext>
            </a:extLst>
          </p:cNvPr>
          <p:cNvSpPr>
            <a:spLocks xmlns:a="http://schemas.openxmlformats.org/drawingml/2006/main" noGrp="1"/>
          </p:cNvSpPr>
          <p:nvPr/>
        </p:nvSpPr>
        <p:spPr>
          <a:xfrm xmlns:a="http://schemas.openxmlformats.org/drawingml/2006/main">
            <a:off x="10646457" y="3810000"/>
            <a:ext cx="65019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افحص</a:t>
            </a:r>
          </a:p>
        </p:txBody>
      </p:sp>
      <p:sp>
        <p:nvSpPr>
          <p:cNvPr id="24" name="text-614">
            <a:extLst xmlns:a="http://schemas.openxmlformats.org/drawingml/2006/main">
              <a:ext uri="{FF2B5EF4-FFF2-40B4-BE49-F238E27FC236}">
                <a16:creationId xmlns:a16="http://schemas.microsoft.com/office/drawing/2014/main" id="{424996B8-4869-4FEA-929E-027C12EF7578}"/>
              </a:ext>
            </a:extLst>
          </p:cNvPr>
          <p:cNvSpPr>
            <a:spLocks xmlns:a="http://schemas.openxmlformats.org/drawingml/2006/main" noGrp="1"/>
          </p:cNvSpPr>
          <p:nvPr/>
        </p:nvSpPr>
        <p:spPr>
          <a:xfrm xmlns:a="http://schemas.openxmlformats.org/drawingml/2006/main">
            <a:off x="9994687" y="3810000"/>
            <a:ext cx="59643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النحل</a:t>
            </a:r>
          </a:p>
        </p:txBody>
      </p:sp>
      <p:sp>
        <p:nvSpPr>
          <p:cNvPr id="25" name="text-615">
            <a:extLst xmlns:a="http://schemas.openxmlformats.org/drawingml/2006/main">
              <a:ext uri="{FF2B5EF4-FFF2-40B4-BE49-F238E27FC236}">
                <a16:creationId xmlns:a16="http://schemas.microsoft.com/office/drawing/2014/main" id="{8F31F035-91A2-4DF1-8602-41F8402BFFCE}"/>
              </a:ext>
            </a:extLst>
          </p:cNvPr>
          <p:cNvSpPr>
            <a:spLocks xmlns:a="http://schemas.openxmlformats.org/drawingml/2006/main" noGrp="1"/>
          </p:cNvSpPr>
          <p:nvPr/>
        </p:nvSpPr>
        <p:spPr>
          <a:xfrm xmlns:a="http://schemas.openxmlformats.org/drawingml/2006/main">
            <a:off x="9620758" y="3810000"/>
            <a:ext cx="31858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٩٠</a:t>
            </a:r>
          </a:p>
        </p:txBody>
      </p:sp>
      <p:sp>
        <p:nvSpPr>
          <p:cNvPr id="26" name="text-616">
            <a:extLst xmlns:a="http://schemas.openxmlformats.org/drawingml/2006/main">
              <a:ext uri="{FF2B5EF4-FFF2-40B4-BE49-F238E27FC236}">
                <a16:creationId xmlns:a16="http://schemas.microsoft.com/office/drawing/2014/main" id="{8AE4E75A-B338-45C7-ADC7-DA3943B9FB9C}"/>
              </a:ext>
            </a:extLst>
          </p:cNvPr>
          <p:cNvSpPr>
            <a:spLocks xmlns:a="http://schemas.openxmlformats.org/drawingml/2006/main" noGrp="1"/>
          </p:cNvSpPr>
          <p:nvPr/>
        </p:nvSpPr>
        <p:spPr>
          <a:xfrm xmlns:a="http://schemas.openxmlformats.org/drawingml/2006/main">
            <a:off x="9004110" y="3810000"/>
            <a:ext cx="56130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حرفيًا</a:t>
            </a:r>
          </a:p>
        </p:txBody>
      </p:sp>
      <p:sp>
        <p:nvSpPr>
          <p:cNvPr id="27" name="text-617">
            <a:extLst xmlns:a="http://schemas.openxmlformats.org/drawingml/2006/main">
              <a:ext uri="{FF2B5EF4-FFF2-40B4-BE49-F238E27FC236}">
                <a16:creationId xmlns:a16="http://schemas.microsoft.com/office/drawing/2014/main" id="{6BFD7EC8-DBC2-484A-B8AC-59D3D726BC6E}"/>
              </a:ext>
            </a:extLst>
          </p:cNvPr>
          <p:cNvSpPr>
            <a:spLocks xmlns:a="http://schemas.openxmlformats.org/drawingml/2006/main" noGrp="1"/>
          </p:cNvSpPr>
          <p:nvPr/>
        </p:nvSpPr>
        <p:spPr>
          <a:xfrm xmlns:a="http://schemas.openxmlformats.org/drawingml/2006/main">
            <a:off x="4300393" y="1647825"/>
            <a:ext cx="1309832"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1">
                <a:solidFill>
                  <a:srgbClr val="DDC087"/>
                </a:solidFill>
                <a:latin typeface="Tahoma"/>
                <a:ea typeface="Tahoma"/>
                <a:cs typeface="Tahoma"/>
              </a:defRPr>
            </a:pPr>
            <a:r>
              <a:rPr sz="2550" b="1">
                <a:solidFill>
                  <a:srgbClr val="DDC087"/>
                </a:solidFill>
                <a:latin typeface="Tahoma"/>
                <a:ea typeface="Tahoma"/>
                <a:cs typeface="Tahoma"/>
              </a:rPr>
              <a:t>المتجاور</a:t>
            </a:r>
          </a:p>
        </p:txBody>
      </p:sp>
      <p:sp>
        <p:nvSpPr>
          <p:cNvPr id="28" name="text-618">
            <a:extLst xmlns:a="http://schemas.openxmlformats.org/drawingml/2006/main">
              <a:ext uri="{FF2B5EF4-FFF2-40B4-BE49-F238E27FC236}">
                <a16:creationId xmlns:a16="http://schemas.microsoft.com/office/drawing/2014/main" id="{88F24118-62B3-4866-9F0F-BA2ED1B3C43A}"/>
              </a:ext>
            </a:extLst>
          </p:cNvPr>
          <p:cNvSpPr>
            <a:spLocks xmlns:a="http://schemas.openxmlformats.org/drawingml/2006/main" noGrp="1"/>
          </p:cNvSpPr>
          <p:nvPr/>
        </p:nvSpPr>
        <p:spPr>
          <a:xfrm xmlns:a="http://schemas.openxmlformats.org/drawingml/2006/main">
            <a:off x="3618266" y="1647825"/>
            <a:ext cx="606308"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1">
                <a:solidFill>
                  <a:srgbClr val="DDC087"/>
                </a:solidFill>
                <a:latin typeface="Tahoma"/>
                <a:ea typeface="Tahoma"/>
                <a:cs typeface="Tahoma"/>
              </a:defRPr>
            </a:pPr>
            <a:r>
              <a:rPr sz="2550" b="1">
                <a:solidFill>
                  <a:srgbClr val="DDC087"/>
                </a:solidFill>
                <a:latin typeface="Tahoma"/>
                <a:ea typeface="Tahoma"/>
                <a:cs typeface="Tahoma"/>
              </a:rPr>
              <a:t>في</a:t>
            </a:r>
          </a:p>
        </p:txBody>
      </p:sp>
      <p:sp>
        <p:nvSpPr>
          <p:cNvPr id="29" name="text-619">
            <a:extLst xmlns:a="http://schemas.openxmlformats.org/drawingml/2006/main">
              <a:ext uri="{FF2B5EF4-FFF2-40B4-BE49-F238E27FC236}">
                <a16:creationId xmlns:a16="http://schemas.microsoft.com/office/drawing/2014/main" id="{066D3684-8740-413B-9954-D6CB35FE212E}"/>
              </a:ext>
            </a:extLst>
          </p:cNvPr>
          <p:cNvSpPr>
            <a:spLocks xmlns:a="http://schemas.openxmlformats.org/drawingml/2006/main" noGrp="1"/>
          </p:cNvSpPr>
          <p:nvPr/>
        </p:nvSpPr>
        <p:spPr>
          <a:xfrm xmlns:a="http://schemas.openxmlformats.org/drawingml/2006/main">
            <a:off x="2557729" y="1647825"/>
            <a:ext cx="984717"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1">
                <a:solidFill>
                  <a:srgbClr val="DDC087"/>
                </a:solidFill>
                <a:latin typeface="Tahoma"/>
                <a:ea typeface="Tahoma"/>
                <a:cs typeface="Tahoma"/>
              </a:defRPr>
            </a:pPr>
            <a:r>
              <a:rPr sz="2550" b="1">
                <a:solidFill>
                  <a:srgbClr val="DDC087"/>
                </a:solidFill>
                <a:latin typeface="Tahoma"/>
                <a:ea typeface="Tahoma"/>
                <a:cs typeface="Tahoma"/>
              </a:rPr>
              <a:t>القرآن</a:t>
            </a:r>
          </a:p>
        </p:txBody>
      </p:sp>
      <p:sp>
        <p:nvSpPr>
          <p:cNvPr id="30" name="text-620">
            <a:extLst xmlns:a="http://schemas.openxmlformats.org/drawingml/2006/main">
              <a:ext uri="{FF2B5EF4-FFF2-40B4-BE49-F238E27FC236}">
                <a16:creationId xmlns:a16="http://schemas.microsoft.com/office/drawing/2014/main" id="{CBF7C8A3-45E5-4239-80E2-D8DD74738152}"/>
              </a:ext>
            </a:extLst>
          </p:cNvPr>
          <p:cNvSpPr>
            <a:spLocks xmlns:a="http://schemas.openxmlformats.org/drawingml/2006/main" noGrp="1"/>
          </p:cNvSpPr>
          <p:nvPr/>
        </p:nvSpPr>
        <p:spPr>
          <a:xfrm xmlns:a="http://schemas.openxmlformats.org/drawingml/2006/main">
            <a:off x="5225217" y="2409825"/>
            <a:ext cx="385008"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A5B9AB"/>
                </a:solidFill>
                <a:latin typeface="Tahoma"/>
                <a:ea typeface="Tahoma"/>
                <a:cs typeface="Tahoma"/>
              </a:defRPr>
            </a:pPr>
            <a:r>
              <a:rPr sz="2100" b="0">
                <a:solidFill>
                  <a:srgbClr val="A5B9AB"/>
                </a:solidFill>
                <a:latin typeface="Tahoma"/>
                <a:ea typeface="Tahoma"/>
                <a:cs typeface="Tahoma"/>
              </a:rPr>
              <a:t>من</a:t>
            </a:r>
          </a:p>
        </p:txBody>
      </p:sp>
      <p:sp>
        <p:nvSpPr>
          <p:cNvPr id="31" name="text-621">
            <a:extLst xmlns:a="http://schemas.openxmlformats.org/drawingml/2006/main">
              <a:ext uri="{FF2B5EF4-FFF2-40B4-BE49-F238E27FC236}">
                <a16:creationId xmlns:a16="http://schemas.microsoft.com/office/drawing/2014/main" id="{2A3DD8C4-4820-43B9-B621-3A15AAB2F6A1}"/>
              </a:ext>
            </a:extLst>
          </p:cNvPr>
          <p:cNvSpPr>
            <a:spLocks xmlns:a="http://schemas.openxmlformats.org/drawingml/2006/main" noGrp="1"/>
          </p:cNvSpPr>
          <p:nvPr/>
        </p:nvSpPr>
        <p:spPr>
          <a:xfrm xmlns:a="http://schemas.openxmlformats.org/drawingml/2006/main">
            <a:off x="4619532" y="2409825"/>
            <a:ext cx="541391"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A5B9AB"/>
                </a:solidFill>
                <a:latin typeface="Tahoma"/>
                <a:ea typeface="Tahoma"/>
                <a:cs typeface="Tahoma"/>
              </a:defRPr>
            </a:pPr>
            <a:r>
              <a:rPr sz="2100" b="0">
                <a:solidFill>
                  <a:srgbClr val="A5B9AB"/>
                </a:solidFill>
                <a:latin typeface="Tahoma"/>
                <a:ea typeface="Tahoma"/>
                <a:cs typeface="Tahoma"/>
              </a:rPr>
              <a:t>تكرار</a:t>
            </a:r>
          </a:p>
        </p:txBody>
      </p:sp>
      <p:sp>
        <p:nvSpPr>
          <p:cNvPr id="32" name="text-622">
            <a:extLst xmlns:a="http://schemas.openxmlformats.org/drawingml/2006/main">
              <a:ext uri="{FF2B5EF4-FFF2-40B4-BE49-F238E27FC236}">
                <a16:creationId xmlns:a16="http://schemas.microsoft.com/office/drawing/2014/main" id="{16903B54-3B2B-450D-B88B-DB9824A1E7D9}"/>
              </a:ext>
            </a:extLst>
          </p:cNvPr>
          <p:cNvSpPr>
            <a:spLocks xmlns:a="http://schemas.openxmlformats.org/drawingml/2006/main" noGrp="1"/>
          </p:cNvSpPr>
          <p:nvPr/>
        </p:nvSpPr>
        <p:spPr>
          <a:xfrm xmlns:a="http://schemas.openxmlformats.org/drawingml/2006/main">
            <a:off x="4108128" y="2409825"/>
            <a:ext cx="447110"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A5B9AB"/>
                </a:solidFill>
                <a:latin typeface="Tahoma"/>
                <a:ea typeface="Tahoma"/>
                <a:cs typeface="Tahoma"/>
              </a:defRPr>
            </a:pPr>
            <a:r>
              <a:rPr sz="2100" b="0">
                <a:solidFill>
                  <a:srgbClr val="A5B9AB"/>
                </a:solidFill>
                <a:latin typeface="Tahoma"/>
                <a:ea typeface="Tahoma"/>
                <a:cs typeface="Tahoma"/>
              </a:rPr>
              <a:t>لفظ</a:t>
            </a:r>
          </a:p>
        </p:txBody>
      </p:sp>
      <p:sp>
        <p:nvSpPr>
          <p:cNvPr id="33" name="text-623">
            <a:extLst xmlns:a="http://schemas.openxmlformats.org/drawingml/2006/main">
              <a:ext uri="{FF2B5EF4-FFF2-40B4-BE49-F238E27FC236}">
                <a16:creationId xmlns:a16="http://schemas.microsoft.com/office/drawing/2014/main" id="{607ABF4B-7A2E-47E7-A245-89B05FCCEB20}"/>
              </a:ext>
            </a:extLst>
          </p:cNvPr>
          <p:cNvSpPr>
            <a:spLocks xmlns:a="http://schemas.openxmlformats.org/drawingml/2006/main" noGrp="1"/>
          </p:cNvSpPr>
          <p:nvPr/>
        </p:nvSpPr>
        <p:spPr>
          <a:xfrm xmlns:a="http://schemas.openxmlformats.org/drawingml/2006/main">
            <a:off x="3387755" y="2409825"/>
            <a:ext cx="656079"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A5B9AB"/>
                </a:solidFill>
                <a:latin typeface="Tahoma"/>
                <a:ea typeface="Tahoma"/>
                <a:cs typeface="Tahoma"/>
              </a:defRPr>
            </a:pPr>
            <a:r>
              <a:rPr sz="2100" b="0">
                <a:solidFill>
                  <a:srgbClr val="A5B9AB"/>
                </a:solidFill>
                <a:latin typeface="Tahoma"/>
                <a:ea typeface="Tahoma"/>
                <a:cs typeface="Tahoma"/>
              </a:rPr>
              <a:t>منفرد</a:t>
            </a:r>
          </a:p>
        </p:txBody>
      </p:sp>
      <p:sp>
        <p:nvSpPr>
          <p:cNvPr id="34" name="text-624">
            <a:extLst xmlns:a="http://schemas.openxmlformats.org/drawingml/2006/main">
              <a:ext uri="{FF2B5EF4-FFF2-40B4-BE49-F238E27FC236}">
                <a16:creationId xmlns:a16="http://schemas.microsoft.com/office/drawing/2014/main" id="{424283E3-CEE5-475A-9B66-BD245B9642CE}"/>
              </a:ext>
            </a:extLst>
          </p:cNvPr>
          <p:cNvSpPr>
            <a:spLocks xmlns:a="http://schemas.openxmlformats.org/drawingml/2006/main" noGrp="1"/>
          </p:cNvSpPr>
          <p:nvPr/>
        </p:nvSpPr>
        <p:spPr>
          <a:xfrm xmlns:a="http://schemas.openxmlformats.org/drawingml/2006/main">
            <a:off x="5154874" y="3057525"/>
            <a:ext cx="455351"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F3F0E6"/>
                </a:solidFill>
                <a:latin typeface="Tahoma"/>
                <a:ea typeface="Tahoma"/>
                <a:cs typeface="Tahoma"/>
              </a:defRPr>
            </a:pPr>
            <a:r>
              <a:rPr sz="2100" b="0">
                <a:solidFill>
                  <a:srgbClr val="F3F0E6"/>
                </a:solidFill>
                <a:latin typeface="Tahoma"/>
                <a:ea typeface="Tahoma"/>
                <a:cs typeface="Tahoma"/>
              </a:rPr>
              <a:t>إلى</a:t>
            </a:r>
          </a:p>
        </p:txBody>
      </p:sp>
      <p:sp>
        <p:nvSpPr>
          <p:cNvPr id="35" name="text-625">
            <a:extLst xmlns:a="http://schemas.openxmlformats.org/drawingml/2006/main">
              <a:ext uri="{FF2B5EF4-FFF2-40B4-BE49-F238E27FC236}">
                <a16:creationId xmlns:a16="http://schemas.microsoft.com/office/drawing/2014/main" id="{673B93DB-8C76-43A7-B025-30ADFEECCBCC}"/>
              </a:ext>
            </a:extLst>
          </p:cNvPr>
          <p:cNvSpPr>
            <a:spLocks xmlns:a="http://schemas.openxmlformats.org/drawingml/2006/main" noGrp="1"/>
          </p:cNvSpPr>
          <p:nvPr/>
        </p:nvSpPr>
        <p:spPr>
          <a:xfrm xmlns:a="http://schemas.openxmlformats.org/drawingml/2006/main">
            <a:off x="4475314" y="3057525"/>
            <a:ext cx="615266"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F3F0E6"/>
                </a:solidFill>
                <a:latin typeface="Tahoma"/>
                <a:ea typeface="Tahoma"/>
                <a:cs typeface="Tahoma"/>
              </a:defRPr>
            </a:pPr>
            <a:r>
              <a:rPr sz="2100" b="0">
                <a:solidFill>
                  <a:srgbClr val="F3F0E6"/>
                </a:solidFill>
                <a:latin typeface="Tahoma"/>
                <a:ea typeface="Tahoma"/>
                <a:cs typeface="Tahoma"/>
              </a:rPr>
              <a:t>قرائن</a:t>
            </a:r>
          </a:p>
        </p:txBody>
      </p:sp>
      <p:sp>
        <p:nvSpPr>
          <p:cNvPr id="36" name="text-626">
            <a:extLst xmlns:a="http://schemas.openxmlformats.org/drawingml/2006/main">
              <a:ext uri="{FF2B5EF4-FFF2-40B4-BE49-F238E27FC236}">
                <a16:creationId xmlns:a16="http://schemas.microsoft.com/office/drawing/2014/main" id="{173CDFB8-F5CA-4CE1-A458-052E5A0160EE}"/>
              </a:ext>
            </a:extLst>
          </p:cNvPr>
          <p:cNvSpPr>
            <a:spLocks xmlns:a="http://schemas.openxmlformats.org/drawingml/2006/main" noGrp="1"/>
          </p:cNvSpPr>
          <p:nvPr/>
        </p:nvSpPr>
        <p:spPr>
          <a:xfrm xmlns:a="http://schemas.openxmlformats.org/drawingml/2006/main">
            <a:off x="3679202" y="3057525"/>
            <a:ext cx="731818"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F3F0E6"/>
                </a:solidFill>
                <a:latin typeface="Tahoma"/>
                <a:ea typeface="Tahoma"/>
                <a:cs typeface="Tahoma"/>
              </a:defRPr>
            </a:pPr>
            <a:r>
              <a:rPr sz="2100" b="0">
                <a:solidFill>
                  <a:srgbClr val="F3F0E6"/>
                </a:solidFill>
                <a:latin typeface="Tahoma"/>
                <a:ea typeface="Tahoma"/>
                <a:cs typeface="Tahoma"/>
              </a:rPr>
              <a:t>مقارنة</a:t>
            </a:r>
          </a:p>
        </p:txBody>
      </p:sp>
      <p:sp>
        <p:nvSpPr>
          <p:cNvPr id="37" name="text-627">
            <a:extLst xmlns:a="http://schemas.openxmlformats.org/drawingml/2006/main">
              <a:ext uri="{FF2B5EF4-FFF2-40B4-BE49-F238E27FC236}">
                <a16:creationId xmlns:a16="http://schemas.microsoft.com/office/drawing/2014/main" id="{8ABA749A-3470-43EE-970A-9CB07B794E11}"/>
              </a:ext>
            </a:extLst>
          </p:cNvPr>
          <p:cNvSpPr>
            <a:spLocks xmlns:a="http://schemas.openxmlformats.org/drawingml/2006/main" noGrp="1"/>
          </p:cNvSpPr>
          <p:nvPr/>
        </p:nvSpPr>
        <p:spPr>
          <a:xfrm xmlns:a="http://schemas.openxmlformats.org/drawingml/2006/main">
            <a:off x="2670393" y="3057525"/>
            <a:ext cx="94451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0">
                <a:solidFill>
                  <a:srgbClr val="F3F0E6"/>
                </a:solidFill>
                <a:latin typeface="Tahoma"/>
                <a:ea typeface="Tahoma"/>
                <a:cs typeface="Tahoma"/>
              </a:defRPr>
            </a:pPr>
            <a:r>
              <a:rPr sz="2100" b="0">
                <a:solidFill>
                  <a:srgbClr val="F3F0E6"/>
                </a:solidFill>
                <a:latin typeface="Tahoma"/>
                <a:ea typeface="Tahoma"/>
                <a:cs typeface="Tahoma"/>
              </a:rPr>
              <a:t>وشواهد</a:t>
            </a:r>
          </a:p>
        </p:txBody>
      </p:sp>
      <p:sp>
        <p:nvSpPr>
          <p:cNvPr id="38" name="text-628">
            <a:extLst xmlns:a="http://schemas.openxmlformats.org/drawingml/2006/main">
              <a:ext uri="{FF2B5EF4-FFF2-40B4-BE49-F238E27FC236}">
                <a16:creationId xmlns:a16="http://schemas.microsoft.com/office/drawing/2014/main" id="{6DA9E996-31AE-4270-9AAC-4763EE7E689F}"/>
              </a:ext>
            </a:extLst>
          </p:cNvPr>
          <p:cNvSpPr>
            <a:spLocks xmlns:a="http://schemas.openxmlformats.org/drawingml/2006/main" noGrp="1"/>
          </p:cNvSpPr>
          <p:nvPr/>
        </p:nvSpPr>
        <p:spPr>
          <a:xfrm xmlns:a="http://schemas.openxmlformats.org/drawingml/2006/main">
            <a:off x="5147810" y="3810000"/>
            <a:ext cx="46241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قارن</a:t>
            </a:r>
          </a:p>
        </p:txBody>
      </p:sp>
      <p:sp>
        <p:nvSpPr>
          <p:cNvPr id="39" name="text-629">
            <a:extLst xmlns:a="http://schemas.openxmlformats.org/drawingml/2006/main">
              <a:ext uri="{FF2B5EF4-FFF2-40B4-BE49-F238E27FC236}">
                <a16:creationId xmlns:a16="http://schemas.microsoft.com/office/drawing/2014/main" id="{C3BFFF9E-0B8B-4251-8E89-6097E88D9E0C}"/>
              </a:ext>
            </a:extLst>
          </p:cNvPr>
          <p:cNvSpPr>
            <a:spLocks xmlns:a="http://schemas.openxmlformats.org/drawingml/2006/main" noGrp="1"/>
          </p:cNvSpPr>
          <p:nvPr/>
        </p:nvSpPr>
        <p:spPr>
          <a:xfrm xmlns:a="http://schemas.openxmlformats.org/drawingml/2006/main">
            <a:off x="4399012" y="3810000"/>
            <a:ext cx="69345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النفس</a:t>
            </a:r>
          </a:p>
        </p:txBody>
      </p:sp>
      <p:sp>
        <p:nvSpPr>
          <p:cNvPr id="40" name="text-630">
            <a:extLst xmlns:a="http://schemas.openxmlformats.org/drawingml/2006/main">
              <a:ext uri="{FF2B5EF4-FFF2-40B4-BE49-F238E27FC236}">
                <a16:creationId xmlns:a16="http://schemas.microsoft.com/office/drawing/2014/main" id="{E0F0C648-17DF-44E0-871A-5D2F85A8391D}"/>
              </a:ext>
            </a:extLst>
          </p:cNvPr>
          <p:cNvSpPr>
            <a:spLocks xmlns:a="http://schemas.openxmlformats.org/drawingml/2006/main" noGrp="1"/>
          </p:cNvSpPr>
          <p:nvPr/>
        </p:nvSpPr>
        <p:spPr>
          <a:xfrm xmlns:a="http://schemas.openxmlformats.org/drawingml/2006/main">
            <a:off x="3721341" y="3810000"/>
            <a:ext cx="62233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والروح</a:t>
            </a:r>
          </a:p>
        </p:txBody>
      </p:sp>
      <p:sp>
        <p:nvSpPr>
          <p:cNvPr id="41" name="text-631">
            <a:extLst xmlns:a="http://schemas.openxmlformats.org/drawingml/2006/main">
              <a:ext uri="{FF2B5EF4-FFF2-40B4-BE49-F238E27FC236}">
                <a16:creationId xmlns:a16="http://schemas.microsoft.com/office/drawing/2014/main" id="{54F8410F-D54E-4DA6-8FCF-A0D1508B3C31}"/>
              </a:ext>
            </a:extLst>
          </p:cNvPr>
          <p:cNvSpPr>
            <a:spLocks xmlns:a="http://schemas.openxmlformats.org/drawingml/2006/main" noGrp="1"/>
          </p:cNvSpPr>
          <p:nvPr/>
        </p:nvSpPr>
        <p:spPr>
          <a:xfrm xmlns:a="http://schemas.openxmlformats.org/drawingml/2006/main">
            <a:off x="10949670" y="4705350"/>
            <a:ext cx="63273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مقارنة</a:t>
            </a:r>
          </a:p>
        </p:txBody>
      </p:sp>
      <p:sp>
        <p:nvSpPr>
          <p:cNvPr id="42" name="text-632">
            <a:extLst xmlns:a="http://schemas.openxmlformats.org/drawingml/2006/main">
              <a:ext uri="{FF2B5EF4-FFF2-40B4-BE49-F238E27FC236}">
                <a16:creationId xmlns:a16="http://schemas.microsoft.com/office/drawing/2014/main" id="{0ADF736F-574E-4930-862A-D51A2EDA1C44}"/>
              </a:ext>
            </a:extLst>
          </p:cNvPr>
          <p:cNvSpPr>
            <a:spLocks xmlns:a="http://schemas.openxmlformats.org/drawingml/2006/main" noGrp="1"/>
          </p:cNvSpPr>
          <p:nvPr/>
        </p:nvSpPr>
        <p:spPr>
          <a:xfrm xmlns:a="http://schemas.openxmlformats.org/drawingml/2006/main">
            <a:off x="10183124" y="4705350"/>
            <a:ext cx="71415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وظيفية</a:t>
            </a:r>
          </a:p>
        </p:txBody>
      </p:sp>
      <p:sp>
        <p:nvSpPr>
          <p:cNvPr id="43" name="text-633">
            <a:extLst xmlns:a="http://schemas.openxmlformats.org/drawingml/2006/main">
              <a:ext uri="{FF2B5EF4-FFF2-40B4-BE49-F238E27FC236}">
                <a16:creationId xmlns:a16="http://schemas.microsoft.com/office/drawing/2014/main" id="{7DF7B7BF-E49F-4705-B47D-52DA62CEC3C1}"/>
              </a:ext>
            </a:extLst>
          </p:cNvPr>
          <p:cNvSpPr>
            <a:spLocks xmlns:a="http://schemas.openxmlformats.org/drawingml/2006/main" noGrp="1"/>
          </p:cNvSpPr>
          <p:nvPr/>
        </p:nvSpPr>
        <p:spPr>
          <a:xfrm xmlns:a="http://schemas.openxmlformats.org/drawingml/2006/main">
            <a:off x="10009441" y="4705350"/>
            <a:ext cx="12129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a:t>
            </a:r>
          </a:p>
        </p:txBody>
      </p:sp>
      <p:sp>
        <p:nvSpPr>
          <p:cNvPr id="44" name="text-634">
            <a:extLst xmlns:a="http://schemas.openxmlformats.org/drawingml/2006/main">
              <a:ext uri="{FF2B5EF4-FFF2-40B4-BE49-F238E27FC236}">
                <a16:creationId xmlns:a16="http://schemas.microsoft.com/office/drawing/2014/main" id="{9AF52BF5-31C3-4CCC-B15C-3206503BC2A6}"/>
              </a:ext>
            </a:extLst>
          </p:cNvPr>
          <p:cNvSpPr>
            <a:spLocks xmlns:a="http://schemas.openxmlformats.org/drawingml/2006/main" noGrp="1"/>
          </p:cNvSpPr>
          <p:nvPr/>
        </p:nvSpPr>
        <p:spPr>
          <a:xfrm xmlns:a="http://schemas.openxmlformats.org/drawingml/2006/main">
            <a:off x="9284395" y="4705350"/>
            <a:ext cx="67265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أفضلية</a:t>
            </a:r>
          </a:p>
        </p:txBody>
      </p:sp>
      <p:sp>
        <p:nvSpPr>
          <p:cNvPr id="45" name="text-635">
            <a:extLst xmlns:a="http://schemas.openxmlformats.org/drawingml/2006/main">
              <a:ext uri="{FF2B5EF4-FFF2-40B4-BE49-F238E27FC236}">
                <a16:creationId xmlns:a16="http://schemas.microsoft.com/office/drawing/2014/main" id="{CA5AE1A2-CAB4-4DB5-A90F-12DA2BEC39AB}"/>
              </a:ext>
            </a:extLst>
          </p:cNvPr>
          <p:cNvSpPr>
            <a:spLocks xmlns:a="http://schemas.openxmlformats.org/drawingml/2006/main" noGrp="1"/>
          </p:cNvSpPr>
          <p:nvPr/>
        </p:nvSpPr>
        <p:spPr>
          <a:xfrm xmlns:a="http://schemas.openxmlformats.org/drawingml/2006/main">
            <a:off x="8736922" y="4705350"/>
            <a:ext cx="49508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الأداء</a:t>
            </a:r>
          </a:p>
        </p:txBody>
      </p:sp>
      <p:sp>
        <p:nvSpPr>
          <p:cNvPr id="46" name="text-636">
            <a:extLst xmlns:a="http://schemas.openxmlformats.org/drawingml/2006/main">
              <a:ext uri="{FF2B5EF4-FFF2-40B4-BE49-F238E27FC236}">
                <a16:creationId xmlns:a16="http://schemas.microsoft.com/office/drawing/2014/main" id="{620DE2E0-F590-4B47-B0E2-B5D22AA4DBDF}"/>
              </a:ext>
            </a:extLst>
          </p:cNvPr>
          <p:cNvSpPr>
            <a:spLocks xmlns:a="http://schemas.openxmlformats.org/drawingml/2006/main" noGrp="1"/>
          </p:cNvSpPr>
          <p:nvPr/>
        </p:nvSpPr>
        <p:spPr>
          <a:xfrm xmlns:a="http://schemas.openxmlformats.org/drawingml/2006/main">
            <a:off x="7826354" y="4705350"/>
            <a:ext cx="85818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المقاسة</a:t>
            </a:r>
          </a:p>
        </p:txBody>
      </p:sp>
      <p:sp>
        <p:nvSpPr>
          <p:cNvPr id="47" name="text-637">
            <a:extLst xmlns:a="http://schemas.openxmlformats.org/drawingml/2006/main">
              <a:ext uri="{FF2B5EF4-FFF2-40B4-BE49-F238E27FC236}">
                <a16:creationId xmlns:a16="http://schemas.microsoft.com/office/drawing/2014/main" id="{E398D0D1-B73B-478E-A354-F026AB420A92}"/>
              </a:ext>
            </a:extLst>
          </p:cNvPr>
          <p:cNvSpPr>
            <a:spLocks xmlns:a="http://schemas.openxmlformats.org/drawingml/2006/main" noGrp="1"/>
          </p:cNvSpPr>
          <p:nvPr/>
        </p:nvSpPr>
        <p:spPr>
          <a:xfrm xmlns:a="http://schemas.openxmlformats.org/drawingml/2006/main">
            <a:off x="7214131" y="4705350"/>
            <a:ext cx="55983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تحتاج</a:t>
            </a:r>
          </a:p>
        </p:txBody>
      </p:sp>
      <p:sp>
        <p:nvSpPr>
          <p:cNvPr id="48" name="text-638">
            <a:extLst xmlns:a="http://schemas.openxmlformats.org/drawingml/2006/main">
              <a:ext uri="{FF2B5EF4-FFF2-40B4-BE49-F238E27FC236}">
                <a16:creationId xmlns:a16="http://schemas.microsoft.com/office/drawing/2014/main" id="{28DB1CEB-4737-4ADC-ACA1-4557A8E981A5}"/>
              </a:ext>
            </a:extLst>
          </p:cNvPr>
          <p:cNvSpPr>
            <a:spLocks xmlns:a="http://schemas.openxmlformats.org/drawingml/2006/main" noGrp="1"/>
          </p:cNvSpPr>
          <p:nvPr/>
        </p:nvSpPr>
        <p:spPr>
          <a:xfrm xmlns:a="http://schemas.openxmlformats.org/drawingml/2006/main">
            <a:off x="6534606" y="4705350"/>
            <a:ext cx="62713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اختبارًا</a:t>
            </a:r>
          </a:p>
        </p:txBody>
      </p:sp>
      <p:sp>
        <p:nvSpPr>
          <p:cNvPr id="49" name="text-639">
            <a:extLst xmlns:a="http://schemas.openxmlformats.org/drawingml/2006/main">
              <a:ext uri="{FF2B5EF4-FFF2-40B4-BE49-F238E27FC236}">
                <a16:creationId xmlns:a16="http://schemas.microsoft.com/office/drawing/2014/main" id="{5134BDD2-C1F5-4B28-9DF4-0A754940861F}"/>
              </a:ext>
            </a:extLst>
          </p:cNvPr>
          <p:cNvSpPr>
            <a:spLocks xmlns:a="http://schemas.openxmlformats.org/drawingml/2006/main" noGrp="1"/>
          </p:cNvSpPr>
          <p:nvPr/>
        </p:nvSpPr>
        <p:spPr>
          <a:xfrm xmlns:a="http://schemas.openxmlformats.org/drawingml/2006/main">
            <a:off x="5727934" y="4705350"/>
            <a:ext cx="75428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مضبوطًا</a:t>
            </a:r>
          </a:p>
        </p:txBody>
      </p:sp>
      <p:sp>
        <p:nvSpPr>
          <p:cNvPr id="50" name="text-640">
            <a:extLst xmlns:a="http://schemas.openxmlformats.org/drawingml/2006/main">
              <a:ext uri="{FF2B5EF4-FFF2-40B4-BE49-F238E27FC236}">
                <a16:creationId xmlns:a16="http://schemas.microsoft.com/office/drawing/2014/main" id="{DA98C9EA-E09B-4013-9096-89D1399269AA}"/>
              </a:ext>
            </a:extLst>
          </p:cNvPr>
          <p:cNvSpPr>
            <a:spLocks xmlns:a="http://schemas.openxmlformats.org/drawingml/2006/main" noGrp="1"/>
          </p:cNvSpPr>
          <p:nvPr/>
        </p:nvSpPr>
        <p:spPr>
          <a:xfrm xmlns:a="http://schemas.openxmlformats.org/drawingml/2006/main">
            <a:off x="6381750" y="5172075"/>
            <a:ext cx="520065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1">
                <a:solidFill>
                  <a:srgbClr val="DDC087"/>
                </a:solidFill>
                <a:latin typeface="Tahoma"/>
                <a:ea typeface="Tahoma"/>
                <a:cs typeface="Tahoma"/>
              </a:defRPr>
            </a:pPr>
            <a:r>
              <a:rPr sz="1650" b="1">
                <a:solidFill>
                  <a:srgbClr val="DDC087"/>
                </a:solidFill>
                <a:latin typeface="Tahoma"/>
                <a:ea typeface="Tahoma"/>
                <a:cs typeface="Tahoma"/>
              </a:rPr>
              <a:t>NMN · SA 1020268774</a:t>
            </a:r>
          </a:p>
        </p:txBody>
      </p:sp>
      <p:sp>
        <p:nvSpPr>
          <p:cNvPr id="51" name="text-641">
            <a:extLst xmlns:a="http://schemas.openxmlformats.org/drawingml/2006/main">
              <a:ext uri="{FF2B5EF4-FFF2-40B4-BE49-F238E27FC236}">
                <a16:creationId xmlns:a16="http://schemas.microsoft.com/office/drawing/2014/main" id="{ACC834B6-8E55-4AB3-8337-0A064EBBB274}"/>
              </a:ext>
            </a:extLst>
          </p:cNvPr>
          <p:cNvSpPr>
            <a:spLocks xmlns:a="http://schemas.openxmlformats.org/drawingml/2006/main" noGrp="1"/>
          </p:cNvSpPr>
          <p:nvPr/>
        </p:nvSpPr>
        <p:spPr>
          <a:xfrm xmlns:a="http://schemas.openxmlformats.org/drawingml/2006/main">
            <a:off x="5128595" y="5172075"/>
            <a:ext cx="76738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1">
                <a:solidFill>
                  <a:srgbClr val="DDC087"/>
                </a:solidFill>
                <a:latin typeface="Tahoma"/>
                <a:ea typeface="Tahoma"/>
                <a:cs typeface="Tahoma"/>
              </a:defRPr>
            </a:pPr>
            <a:r>
              <a:rPr sz="1650" b="1">
                <a:solidFill>
                  <a:srgbClr val="DDC087"/>
                </a:solidFill>
                <a:latin typeface="Tahoma"/>
                <a:ea typeface="Tahoma"/>
                <a:cs typeface="Tahoma"/>
              </a:rPr>
              <a:t>المنصة</a:t>
            </a:r>
          </a:p>
        </p:txBody>
      </p:sp>
      <p:sp>
        <p:nvSpPr>
          <p:cNvPr id="52" name="text-642">
            <a:extLst xmlns:a="http://schemas.openxmlformats.org/drawingml/2006/main">
              <a:ext uri="{FF2B5EF4-FFF2-40B4-BE49-F238E27FC236}">
                <a16:creationId xmlns:a16="http://schemas.microsoft.com/office/drawing/2014/main" id="{44267574-050F-4529-BC4E-0C95DFD3BFFE}"/>
              </a:ext>
            </a:extLst>
          </p:cNvPr>
          <p:cNvSpPr>
            <a:spLocks xmlns:a="http://schemas.openxmlformats.org/drawingml/2006/main" noGrp="1"/>
          </p:cNvSpPr>
          <p:nvPr/>
        </p:nvSpPr>
        <p:spPr>
          <a:xfrm xmlns:a="http://schemas.openxmlformats.org/drawingml/2006/main">
            <a:off x="609600" y="5172075"/>
            <a:ext cx="366712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1">
                <a:solidFill>
                  <a:srgbClr val="DDC087"/>
                </a:solidFill>
                <a:latin typeface="Tahoma"/>
                <a:ea typeface="Tahoma"/>
                <a:cs typeface="Tahoma"/>
              </a:defRPr>
            </a:pPr>
            <a:r>
              <a:rPr sz="1650" b="1">
                <a:solidFill>
                  <a:srgbClr val="DDC087"/>
                </a:solidFill>
                <a:latin typeface="Tahoma"/>
                <a:ea typeface="Tahoma"/>
                <a:cs typeface="Tahoma"/>
              </a:rPr>
              <a:t>SA 1020261862</a:t>
            </a:r>
          </a:p>
        </p:txBody>
      </p:sp>
      <p:sp>
        <p:nvSpPr>
          <p:cNvPr id="53" name="text-643">
            <a:extLst xmlns:a="http://schemas.openxmlformats.org/drawingml/2006/main">
              <a:ext uri="{FF2B5EF4-FFF2-40B4-BE49-F238E27FC236}">
                <a16:creationId xmlns:a16="http://schemas.microsoft.com/office/drawing/2014/main" id="{A4FC4B71-8CC0-4DF3-A2C0-1ECBCFE14978}"/>
              </a:ext>
            </a:extLst>
          </p:cNvPr>
          <p:cNvSpPr>
            <a:spLocks xmlns:a="http://schemas.openxmlformats.org/drawingml/2006/main" noGrp="1"/>
          </p:cNvSpPr>
          <p:nvPr/>
        </p:nvSpPr>
        <p:spPr>
          <a:xfrm xmlns:a="http://schemas.openxmlformats.org/drawingml/2006/main">
            <a:off x="11183461" y="5657850"/>
            <a:ext cx="39893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طلبا</a:t>
            </a:r>
          </a:p>
        </p:txBody>
      </p:sp>
      <p:sp>
        <p:nvSpPr>
          <p:cNvPr id="54" name="text-644">
            <a:extLst xmlns:a="http://schemas.openxmlformats.org/drawingml/2006/main">
              <a:ext uri="{FF2B5EF4-FFF2-40B4-BE49-F238E27FC236}">
                <a16:creationId xmlns:a16="http://schemas.microsoft.com/office/drawing/2014/main" id="{20E4174B-E6E1-4C5E-B1D5-A0CDC243AD14}"/>
              </a:ext>
            </a:extLst>
          </p:cNvPr>
          <p:cNvSpPr>
            <a:spLocks xmlns:a="http://schemas.openxmlformats.org/drawingml/2006/main" noGrp="1"/>
          </p:cNvSpPr>
          <p:nvPr/>
        </p:nvSpPr>
        <p:spPr>
          <a:xfrm xmlns:a="http://schemas.openxmlformats.org/drawingml/2006/main">
            <a:off x="10712335" y="5657850"/>
            <a:ext cx="42464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براءة</a:t>
            </a:r>
          </a:p>
        </p:txBody>
      </p:sp>
      <p:sp>
        <p:nvSpPr>
          <p:cNvPr id="55" name="text-645">
            <a:extLst xmlns:a="http://schemas.openxmlformats.org/drawingml/2006/main">
              <a:ext uri="{FF2B5EF4-FFF2-40B4-BE49-F238E27FC236}">
                <a16:creationId xmlns:a16="http://schemas.microsoft.com/office/drawing/2014/main" id="{88B191C9-6148-46D0-B084-32242FC97F1C}"/>
              </a:ext>
            </a:extLst>
          </p:cNvPr>
          <p:cNvSpPr>
            <a:spLocks xmlns:a="http://schemas.openxmlformats.org/drawingml/2006/main" noGrp="1"/>
          </p:cNvSpPr>
          <p:nvPr/>
        </p:nvSpPr>
        <p:spPr>
          <a:xfrm xmlns:a="http://schemas.openxmlformats.org/drawingml/2006/main">
            <a:off x="10084826" y="5657850"/>
            <a:ext cx="581027"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اختراع</a:t>
            </a:r>
          </a:p>
        </p:txBody>
      </p:sp>
      <p:sp>
        <p:nvSpPr>
          <p:cNvPr id="56" name="text-646">
            <a:extLst xmlns:a="http://schemas.openxmlformats.org/drawingml/2006/main">
              <a:ext uri="{FF2B5EF4-FFF2-40B4-BE49-F238E27FC236}">
                <a16:creationId xmlns:a16="http://schemas.microsoft.com/office/drawing/2014/main" id="{6D056D09-985D-4049-8E48-86E4C1E56ED8}"/>
              </a:ext>
            </a:extLst>
          </p:cNvPr>
          <p:cNvSpPr>
            <a:spLocks xmlns:a="http://schemas.openxmlformats.org/drawingml/2006/main" noGrp="1"/>
          </p:cNvSpPr>
          <p:nvPr/>
        </p:nvSpPr>
        <p:spPr>
          <a:xfrm xmlns:a="http://schemas.openxmlformats.org/drawingml/2006/main">
            <a:off x="9218229" y="5657850"/>
            <a:ext cx="82011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مسجّلان</a:t>
            </a:r>
          </a:p>
        </p:txBody>
      </p:sp>
      <p:sp>
        <p:nvSpPr>
          <p:cNvPr id="57" name="text-647">
            <a:extLst xmlns:a="http://schemas.openxmlformats.org/drawingml/2006/main">
              <a:ext uri="{FF2B5EF4-FFF2-40B4-BE49-F238E27FC236}">
                <a16:creationId xmlns:a16="http://schemas.microsoft.com/office/drawing/2014/main" id="{E51D834B-066A-407B-9074-DDE7C771D946}"/>
              </a:ext>
            </a:extLst>
          </p:cNvPr>
          <p:cNvSpPr>
            <a:spLocks xmlns:a="http://schemas.openxmlformats.org/drawingml/2006/main" noGrp="1"/>
          </p:cNvSpPr>
          <p:nvPr/>
        </p:nvSpPr>
        <p:spPr>
          <a:xfrm xmlns:a="http://schemas.openxmlformats.org/drawingml/2006/main">
            <a:off x="8495164" y="5657850"/>
            <a:ext cx="67658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بحسب</a:t>
            </a:r>
          </a:p>
        </p:txBody>
      </p:sp>
      <p:sp>
        <p:nvSpPr>
          <p:cNvPr id="58" name="text-648">
            <a:extLst xmlns:a="http://schemas.openxmlformats.org/drawingml/2006/main">
              <a:ext uri="{FF2B5EF4-FFF2-40B4-BE49-F238E27FC236}">
                <a16:creationId xmlns:a16="http://schemas.microsoft.com/office/drawing/2014/main" id="{0E405118-64BB-4B73-8E4D-C4B57D083DA9}"/>
              </a:ext>
            </a:extLst>
          </p:cNvPr>
          <p:cNvSpPr>
            <a:spLocks xmlns:a="http://schemas.openxmlformats.org/drawingml/2006/main" noGrp="1"/>
          </p:cNvSpPr>
          <p:nvPr/>
        </p:nvSpPr>
        <p:spPr>
          <a:xfrm xmlns:a="http://schemas.openxmlformats.org/drawingml/2006/main">
            <a:off x="7896204" y="5657850"/>
            <a:ext cx="55247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سجل</a:t>
            </a:r>
          </a:p>
        </p:txBody>
      </p:sp>
      <p:sp>
        <p:nvSpPr>
          <p:cNvPr id="59" name="text-649">
            <a:extLst xmlns:a="http://schemas.openxmlformats.org/drawingml/2006/main">
              <a:ext uri="{FF2B5EF4-FFF2-40B4-BE49-F238E27FC236}">
                <a16:creationId xmlns:a16="http://schemas.microsoft.com/office/drawing/2014/main" id="{ECCAB212-12B5-4110-B2DD-B5B9E0FE357F}"/>
              </a:ext>
            </a:extLst>
          </p:cNvPr>
          <p:cNvSpPr>
            <a:spLocks xmlns:a="http://schemas.openxmlformats.org/drawingml/2006/main" noGrp="1"/>
          </p:cNvSpPr>
          <p:nvPr/>
        </p:nvSpPr>
        <p:spPr>
          <a:xfrm xmlns:a="http://schemas.openxmlformats.org/drawingml/2006/main">
            <a:off x="7270853" y="5657850"/>
            <a:ext cx="57886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المالك</a:t>
            </a:r>
          </a:p>
        </p:txBody>
      </p:sp>
      <p:sp>
        <p:nvSpPr>
          <p:cNvPr id="60" name="text-650">
            <a:extLst xmlns:a="http://schemas.openxmlformats.org/drawingml/2006/main">
              <a:ext uri="{FF2B5EF4-FFF2-40B4-BE49-F238E27FC236}">
                <a16:creationId xmlns:a16="http://schemas.microsoft.com/office/drawing/2014/main" id="{185439CF-A115-40FB-A1AD-1B364CB71A9B}"/>
              </a:ext>
            </a:extLst>
          </p:cNvPr>
          <p:cNvSpPr>
            <a:spLocks xmlns:a="http://schemas.openxmlformats.org/drawingml/2006/main" noGrp="1"/>
          </p:cNvSpPr>
          <p:nvPr/>
        </p:nvSpPr>
        <p:spPr>
          <a:xfrm xmlns:a="http://schemas.openxmlformats.org/drawingml/2006/main">
            <a:off x="7109944" y="5657850"/>
            <a:ext cx="11442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a:t>
            </a:r>
          </a:p>
        </p:txBody>
      </p:sp>
      <p:sp>
        <p:nvSpPr>
          <p:cNvPr id="61" name="text-651">
            <a:extLst xmlns:a="http://schemas.openxmlformats.org/drawingml/2006/main">
              <a:ext uri="{FF2B5EF4-FFF2-40B4-BE49-F238E27FC236}">
                <a16:creationId xmlns:a16="http://schemas.microsoft.com/office/drawing/2014/main" id="{FF092EBA-84A2-4EC3-981C-9E0759DFED53}"/>
              </a:ext>
            </a:extLst>
          </p:cNvPr>
          <p:cNvSpPr>
            <a:spLocks xmlns:a="http://schemas.openxmlformats.org/drawingml/2006/main" noGrp="1"/>
          </p:cNvSpPr>
          <p:nvPr/>
        </p:nvSpPr>
        <p:spPr>
          <a:xfrm xmlns:a="http://schemas.openxmlformats.org/drawingml/2006/main">
            <a:off x="6556408" y="5657850"/>
            <a:ext cx="50705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الأدلة</a:t>
            </a:r>
          </a:p>
        </p:txBody>
      </p:sp>
      <p:sp>
        <p:nvSpPr>
          <p:cNvPr id="62" name="text-652">
            <a:extLst xmlns:a="http://schemas.openxmlformats.org/drawingml/2006/main">
              <a:ext uri="{FF2B5EF4-FFF2-40B4-BE49-F238E27FC236}">
                <a16:creationId xmlns:a16="http://schemas.microsoft.com/office/drawing/2014/main" id="{3437A244-685B-4CF9-9EF8-E90EBB9F560A}"/>
              </a:ext>
            </a:extLst>
          </p:cNvPr>
          <p:cNvSpPr>
            <a:spLocks xmlns:a="http://schemas.openxmlformats.org/drawingml/2006/main" noGrp="1"/>
          </p:cNvSpPr>
          <p:nvPr/>
        </p:nvSpPr>
        <p:spPr>
          <a:xfrm xmlns:a="http://schemas.openxmlformats.org/drawingml/2006/main">
            <a:off x="6168085" y="5657850"/>
            <a:ext cx="34184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في</a:t>
            </a:r>
          </a:p>
        </p:txBody>
      </p:sp>
      <p:sp>
        <p:nvSpPr>
          <p:cNvPr id="63" name="text-653">
            <a:extLst xmlns:a="http://schemas.openxmlformats.org/drawingml/2006/main">
              <a:ext uri="{FF2B5EF4-FFF2-40B4-BE49-F238E27FC236}">
                <a16:creationId xmlns:a16="http://schemas.microsoft.com/office/drawing/2014/main" id="{2B6F64B7-D455-4A67-98FC-0AA4799F1D78}"/>
              </a:ext>
            </a:extLst>
          </p:cNvPr>
          <p:cNvSpPr>
            <a:spLocks xmlns:a="http://schemas.openxmlformats.org/drawingml/2006/main" noGrp="1"/>
          </p:cNvSpPr>
          <p:nvPr/>
        </p:nvSpPr>
        <p:spPr>
          <a:xfrm xmlns:a="http://schemas.openxmlformats.org/drawingml/2006/main">
            <a:off x="5540478" y="5657850"/>
            <a:ext cx="58112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صفحة</a:t>
            </a:r>
          </a:p>
        </p:txBody>
      </p:sp>
      <p:sp>
        <p:nvSpPr>
          <p:cNvPr id="64" name="text-654">
            <a:extLst xmlns:a="http://schemas.openxmlformats.org/drawingml/2006/main">
              <a:ext uri="{FF2B5EF4-FFF2-40B4-BE49-F238E27FC236}">
                <a16:creationId xmlns:a16="http://schemas.microsoft.com/office/drawing/2014/main" id="{F2FD8CFB-642A-4C65-B935-74C2ADE6BDD7}"/>
              </a:ext>
            </a:extLst>
          </p:cNvPr>
          <p:cNvSpPr>
            <a:spLocks xmlns:a="http://schemas.openxmlformats.org/drawingml/2006/main" noGrp="1"/>
          </p:cNvSpPr>
          <p:nvPr/>
        </p:nvSpPr>
        <p:spPr>
          <a:xfrm xmlns:a="http://schemas.openxmlformats.org/drawingml/2006/main">
            <a:off x="4879417" y="5657850"/>
            <a:ext cx="61458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الابتكار</a:t>
            </a:r>
          </a:p>
        </p:txBody>
      </p:sp>
    </p:spTree>
    <p:extLst>
      <p:ext uri="{BB962C8B-B14F-4D97-AF65-F5344CB8AC3E}">
        <p14:creationId xmlns:p14="http://schemas.microsoft.com/office/powerpoint/2010/main" val="560276578"/>
      </p:ext>
    </p:extLst>
  </p:cSld>
</p:sld>
</file>

<file path=ppt/slides/slide13.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32" name="text-655">
            <a:extLst xmlns:a="http://schemas.openxmlformats.org/drawingml/2006/main">
              <a:ext uri="{FF2B5EF4-FFF2-40B4-BE49-F238E27FC236}">
                <a16:creationId xmlns:a16="http://schemas.microsoft.com/office/drawing/2014/main" id="{D40E1784-3CD3-4B27-A6C4-CD5610F99FE6}"/>
              </a:ext>
            </a:extLst>
          </p:cNvPr>
          <p:cNvSpPr>
            <a:spLocks xmlns:a="http://schemas.openxmlformats.org/drawingml/2006/main" noGrp="1"/>
          </p:cNvSpPr>
          <p:nvPr/>
        </p:nvSpPr>
        <p:spPr>
          <a:xfrm xmlns:a="http://schemas.openxmlformats.org/drawingml/2006/main">
            <a:off x="9899904" y="457200"/>
            <a:ext cx="168249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الفرائض</a:t>
            </a:r>
          </a:p>
        </p:txBody>
      </p:sp>
      <p:sp>
        <p:nvSpPr>
          <p:cNvPr id="2" name="text-656">
            <a:extLst xmlns:a="http://schemas.openxmlformats.org/drawingml/2006/main">
              <a:ext uri="{FF2B5EF4-FFF2-40B4-BE49-F238E27FC236}">
                <a16:creationId xmlns:a16="http://schemas.microsoft.com/office/drawing/2014/main" id="{5A1409F8-F21F-4AA9-92E9-17D36AD15D05}"/>
              </a:ext>
            </a:extLst>
          </p:cNvPr>
          <p:cNvSpPr>
            <a:spLocks xmlns:a="http://schemas.openxmlformats.org/drawingml/2006/main" noGrp="1"/>
          </p:cNvSpPr>
          <p:nvPr/>
        </p:nvSpPr>
        <p:spPr>
          <a:xfrm xmlns:a="http://schemas.openxmlformats.org/drawingml/2006/main">
            <a:off x="8616300" y="457200"/>
            <a:ext cx="1182639"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أنصبة</a:t>
            </a:r>
          </a:p>
        </p:txBody>
      </p:sp>
      <p:sp>
        <p:nvSpPr>
          <p:cNvPr id="3" name="text-657">
            <a:extLst xmlns:a="http://schemas.openxmlformats.org/drawingml/2006/main">
              <a:ext uri="{FF2B5EF4-FFF2-40B4-BE49-F238E27FC236}">
                <a16:creationId xmlns:a16="http://schemas.microsoft.com/office/drawing/2014/main" id="{EE0FD22F-DCE6-4694-8098-0C48831442B5}"/>
              </a:ext>
            </a:extLst>
          </p:cNvPr>
          <p:cNvSpPr>
            <a:spLocks xmlns:a="http://schemas.openxmlformats.org/drawingml/2006/main" noGrp="1"/>
          </p:cNvSpPr>
          <p:nvPr/>
        </p:nvSpPr>
        <p:spPr>
          <a:xfrm xmlns:a="http://schemas.openxmlformats.org/drawingml/2006/main">
            <a:off x="7254933" y="457200"/>
            <a:ext cx="126040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ومبالغ</a:t>
            </a:r>
          </a:p>
        </p:txBody>
      </p:sp>
      <p:sp>
        <p:nvSpPr>
          <p:cNvPr id="4" name="text-658">
            <a:extLst xmlns:a="http://schemas.openxmlformats.org/drawingml/2006/main">
              <a:ext uri="{FF2B5EF4-FFF2-40B4-BE49-F238E27FC236}">
                <a16:creationId xmlns:a16="http://schemas.microsoft.com/office/drawing/2014/main" id="{E0EC993F-064A-4288-B2BA-AEDF4B56F580}"/>
              </a:ext>
            </a:extLst>
          </p:cNvPr>
          <p:cNvSpPr>
            <a:spLocks xmlns:a="http://schemas.openxmlformats.org/drawingml/2006/main" noGrp="1"/>
          </p:cNvSpPr>
          <p:nvPr/>
        </p:nvSpPr>
        <p:spPr>
          <a:xfrm xmlns:a="http://schemas.openxmlformats.org/drawingml/2006/main">
            <a:off x="6574109" y="457200"/>
            <a:ext cx="579859"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مع</a:t>
            </a:r>
          </a:p>
        </p:txBody>
      </p:sp>
      <p:sp>
        <p:nvSpPr>
          <p:cNvPr id="5" name="text-659">
            <a:extLst xmlns:a="http://schemas.openxmlformats.org/drawingml/2006/main">
              <a:ext uri="{FF2B5EF4-FFF2-40B4-BE49-F238E27FC236}">
                <a16:creationId xmlns:a16="http://schemas.microsoft.com/office/drawing/2014/main" id="{52DE09CE-021A-4E52-AC40-F96C555142FF}"/>
              </a:ext>
            </a:extLst>
          </p:cNvPr>
          <p:cNvSpPr>
            <a:spLocks xmlns:a="http://schemas.openxmlformats.org/drawingml/2006/main" noGrp="1"/>
          </p:cNvSpPr>
          <p:nvPr/>
        </p:nvSpPr>
        <p:spPr>
          <a:xfrm xmlns:a="http://schemas.openxmlformats.org/drawingml/2006/main">
            <a:off x="5544891" y="457200"/>
            <a:ext cx="928253"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دليل</a:t>
            </a:r>
          </a:p>
        </p:txBody>
      </p:sp>
      <p:sp>
        <p:nvSpPr>
          <p:cNvPr id="6" name="shape-660">
            <a:extLst xmlns:a="http://schemas.openxmlformats.org/drawingml/2006/main">
              <a:ext uri="{FF2B5EF4-FFF2-40B4-BE49-F238E27FC236}">
                <a16:creationId xmlns:a16="http://schemas.microsoft.com/office/drawing/2014/main" id="{92578BA9-11BB-4AAE-9C76-1721241564E7}"/>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7" name="text-661">
            <a:extLst xmlns:a="http://schemas.openxmlformats.org/drawingml/2006/main">
              <a:ext uri="{FF2B5EF4-FFF2-40B4-BE49-F238E27FC236}">
                <a16:creationId xmlns:a16="http://schemas.microsoft.com/office/drawing/2014/main" id="{AB948BC3-9D34-41CE-BE72-B52DA7227219}"/>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8" name="text-662">
            <a:extLst xmlns:a="http://schemas.openxmlformats.org/drawingml/2006/main">
              <a:ext uri="{FF2B5EF4-FFF2-40B4-BE49-F238E27FC236}">
                <a16:creationId xmlns:a16="http://schemas.microsoft.com/office/drawing/2014/main" id="{F9B195BB-C835-444C-BA5B-7F7E8EFE88F1}"/>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9" name="text-663">
            <a:extLst xmlns:a="http://schemas.openxmlformats.org/drawingml/2006/main">
              <a:ext uri="{FF2B5EF4-FFF2-40B4-BE49-F238E27FC236}">
                <a16:creationId xmlns:a16="http://schemas.microsoft.com/office/drawing/2014/main" id="{B633E5CC-042B-4094-B3D7-D1B994ECBB9A}"/>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0" name="text-664">
            <a:extLst xmlns:a="http://schemas.openxmlformats.org/drawingml/2006/main">
              <a:ext uri="{FF2B5EF4-FFF2-40B4-BE49-F238E27FC236}">
                <a16:creationId xmlns:a16="http://schemas.microsoft.com/office/drawing/2014/main" id="{E655C820-3FE2-472B-BA3E-808FF9994F2F}"/>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1" name="text-665">
            <a:extLst xmlns:a="http://schemas.openxmlformats.org/drawingml/2006/main">
              <a:ext uri="{FF2B5EF4-FFF2-40B4-BE49-F238E27FC236}">
                <a16:creationId xmlns:a16="http://schemas.microsoft.com/office/drawing/2014/main" id="{697D4165-DC3A-45B5-9CD1-CFB5A1CB442A}"/>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2" name="text-666">
            <a:extLst xmlns:a="http://schemas.openxmlformats.org/drawingml/2006/main">
              <a:ext uri="{FF2B5EF4-FFF2-40B4-BE49-F238E27FC236}">
                <a16:creationId xmlns:a16="http://schemas.microsoft.com/office/drawing/2014/main" id="{C1BAB26D-CF0F-4922-80EF-1171A4B17823}"/>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3" name="text-667">
            <a:extLst xmlns:a="http://schemas.openxmlformats.org/drawingml/2006/main">
              <a:ext uri="{FF2B5EF4-FFF2-40B4-BE49-F238E27FC236}">
                <a16:creationId xmlns:a16="http://schemas.microsoft.com/office/drawing/2014/main" id="{2C448EA8-FA20-418F-AC18-ACDA225ACCC7}"/>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13</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f25bbbc687d744c6"/>
          <a:stretch xmlns:a="http://schemas.openxmlformats.org/drawingml/2006/main"/>
        </p:blipFill>
        <p:spPr>
          <a:xfrm xmlns:a="http://schemas.openxmlformats.org/drawingml/2006/main">
            <a:off x="1997612" y="1314450"/>
            <a:ext cx="8196775" cy="4162425"/>
          </a:xfrm>
          <a:prstGeom xmlns:a="http://schemas.openxmlformats.org/drawingml/2006/main" prst="rect">
            <a:avLst/>
          </a:prstGeom>
        </p:spPr>
      </p:pic>
      <p:sp>
        <p:nvSpPr>
          <p:cNvPr id="15" name="text-668">
            <a:extLst xmlns:a="http://schemas.openxmlformats.org/drawingml/2006/main">
              <a:ext uri="{FF2B5EF4-FFF2-40B4-BE49-F238E27FC236}">
                <a16:creationId xmlns:a16="http://schemas.microsoft.com/office/drawing/2014/main" id="{653C81A1-5B3A-4ABD-B444-F6D17FB98336}"/>
              </a:ext>
            </a:extLst>
          </p:cNvPr>
          <p:cNvSpPr>
            <a:spLocks xmlns:a="http://schemas.openxmlformats.org/drawingml/2006/main" noGrp="1"/>
          </p:cNvSpPr>
          <p:nvPr/>
        </p:nvSpPr>
        <p:spPr>
          <a:xfrm xmlns:a="http://schemas.openxmlformats.org/drawingml/2006/main">
            <a:off x="11132347" y="5448300"/>
            <a:ext cx="45005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ومن</a:t>
            </a:r>
          </a:p>
        </p:txBody>
      </p:sp>
      <p:sp>
        <p:nvSpPr>
          <p:cNvPr id="16" name="text-669">
            <a:extLst xmlns:a="http://schemas.openxmlformats.org/drawingml/2006/main">
              <a:ext uri="{FF2B5EF4-FFF2-40B4-BE49-F238E27FC236}">
                <a16:creationId xmlns:a16="http://schemas.microsoft.com/office/drawing/2014/main" id="{6DD56AC6-26FC-4F69-9C82-B35D51AF9C06}"/>
              </a:ext>
            </a:extLst>
          </p:cNvPr>
          <p:cNvSpPr>
            <a:spLocks xmlns:a="http://schemas.openxmlformats.org/drawingml/2006/main" noGrp="1"/>
          </p:cNvSpPr>
          <p:nvPr/>
        </p:nvSpPr>
        <p:spPr>
          <a:xfrm xmlns:a="http://schemas.openxmlformats.org/drawingml/2006/main">
            <a:off x="10505594" y="5448300"/>
            <a:ext cx="57141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أدوات</a:t>
            </a:r>
          </a:p>
        </p:txBody>
      </p:sp>
      <p:sp>
        <p:nvSpPr>
          <p:cNvPr id="17" name="text-670">
            <a:extLst xmlns:a="http://schemas.openxmlformats.org/drawingml/2006/main">
              <a:ext uri="{FF2B5EF4-FFF2-40B4-BE49-F238E27FC236}">
                <a16:creationId xmlns:a16="http://schemas.microsoft.com/office/drawing/2014/main" id="{87E53A07-4756-4523-8477-68B166871F1E}"/>
              </a:ext>
            </a:extLst>
          </p:cNvPr>
          <p:cNvSpPr>
            <a:spLocks xmlns:a="http://schemas.openxmlformats.org/drawingml/2006/main" noGrp="1"/>
          </p:cNvSpPr>
          <p:nvPr/>
        </p:nvSpPr>
        <p:spPr>
          <a:xfrm xmlns:a="http://schemas.openxmlformats.org/drawingml/2006/main">
            <a:off x="10027867" y="5448300"/>
            <a:ext cx="42238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برق</a:t>
            </a:r>
          </a:p>
        </p:txBody>
      </p:sp>
      <p:sp>
        <p:nvSpPr>
          <p:cNvPr id="18" name="text-671">
            <a:extLst xmlns:a="http://schemas.openxmlformats.org/drawingml/2006/main">
              <a:ext uri="{FF2B5EF4-FFF2-40B4-BE49-F238E27FC236}">
                <a16:creationId xmlns:a16="http://schemas.microsoft.com/office/drawing/2014/main" id="{A2A3B297-B7B8-45C0-AA84-01A3EB754376}"/>
              </a:ext>
            </a:extLst>
          </p:cNvPr>
          <p:cNvSpPr>
            <a:spLocks xmlns:a="http://schemas.openxmlformats.org/drawingml/2006/main" noGrp="1"/>
          </p:cNvSpPr>
          <p:nvPr/>
        </p:nvSpPr>
        <p:spPr>
          <a:xfrm xmlns:a="http://schemas.openxmlformats.org/drawingml/2006/main">
            <a:off x="8832189" y="5448300"/>
            <a:ext cx="114033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الاشتقاقات</a:t>
            </a:r>
          </a:p>
        </p:txBody>
      </p:sp>
      <p:sp>
        <p:nvSpPr>
          <p:cNvPr id="19" name="text-672">
            <a:extLst xmlns:a="http://schemas.openxmlformats.org/drawingml/2006/main">
              <a:ext uri="{FF2B5EF4-FFF2-40B4-BE49-F238E27FC236}">
                <a16:creationId xmlns:a16="http://schemas.microsoft.com/office/drawing/2014/main" id="{1C2061FD-48D0-4210-BE5B-59D57907CB31}"/>
              </a:ext>
            </a:extLst>
          </p:cNvPr>
          <p:cNvSpPr>
            <a:spLocks xmlns:a="http://schemas.openxmlformats.org/drawingml/2006/main" noGrp="1"/>
          </p:cNvSpPr>
          <p:nvPr/>
        </p:nvSpPr>
        <p:spPr>
          <a:xfrm xmlns:a="http://schemas.openxmlformats.org/drawingml/2006/main">
            <a:off x="7850091" y="5448300"/>
            <a:ext cx="92675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والتفسير</a:t>
            </a:r>
          </a:p>
        </p:txBody>
      </p:sp>
      <p:sp>
        <p:nvSpPr>
          <p:cNvPr id="20" name="text-673">
            <a:extLst xmlns:a="http://schemas.openxmlformats.org/drawingml/2006/main">
              <a:ext uri="{FF2B5EF4-FFF2-40B4-BE49-F238E27FC236}">
                <a16:creationId xmlns:a16="http://schemas.microsoft.com/office/drawing/2014/main" id="{5BD635C9-5414-44D5-944A-2E105AC22531}"/>
              </a:ext>
            </a:extLst>
          </p:cNvPr>
          <p:cNvSpPr>
            <a:spLocks xmlns:a="http://schemas.openxmlformats.org/drawingml/2006/main" noGrp="1"/>
          </p:cNvSpPr>
          <p:nvPr/>
        </p:nvSpPr>
        <p:spPr>
          <a:xfrm xmlns:a="http://schemas.openxmlformats.org/drawingml/2006/main">
            <a:off x="6927151" y="5448300"/>
            <a:ext cx="86759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والحديث</a:t>
            </a:r>
          </a:p>
        </p:txBody>
      </p:sp>
      <p:sp>
        <p:nvSpPr>
          <p:cNvPr id="21" name="text-674">
            <a:extLst xmlns:a="http://schemas.openxmlformats.org/drawingml/2006/main">
              <a:ext uri="{FF2B5EF4-FFF2-40B4-BE49-F238E27FC236}">
                <a16:creationId xmlns:a16="http://schemas.microsoft.com/office/drawing/2014/main" id="{8056AEA3-5761-401B-BC0E-6D31C8A2A229}"/>
              </a:ext>
            </a:extLst>
          </p:cNvPr>
          <p:cNvSpPr>
            <a:spLocks xmlns:a="http://schemas.openxmlformats.org/drawingml/2006/main" noGrp="1"/>
          </p:cNvSpPr>
          <p:nvPr/>
        </p:nvSpPr>
        <p:spPr>
          <a:xfrm xmlns:a="http://schemas.openxmlformats.org/drawingml/2006/main">
            <a:off x="11139508" y="5857875"/>
            <a:ext cx="442892"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لقطة</a:t>
            </a:r>
          </a:p>
        </p:txBody>
      </p:sp>
      <p:sp>
        <p:nvSpPr>
          <p:cNvPr id="22" name="text-675">
            <a:extLst xmlns:a="http://schemas.openxmlformats.org/drawingml/2006/main">
              <a:ext uri="{FF2B5EF4-FFF2-40B4-BE49-F238E27FC236}">
                <a16:creationId xmlns:a16="http://schemas.microsoft.com/office/drawing/2014/main" id="{E0FDBCF3-1250-4ED7-826E-C4EDD81A9955}"/>
              </a:ext>
            </a:extLst>
          </p:cNvPr>
          <p:cNvSpPr>
            <a:spLocks xmlns:a="http://schemas.openxmlformats.org/drawingml/2006/main" noGrp="1"/>
          </p:cNvSpPr>
          <p:nvPr/>
        </p:nvSpPr>
        <p:spPr>
          <a:xfrm xmlns:a="http://schemas.openxmlformats.org/drawingml/2006/main">
            <a:off x="10750025" y="5857875"/>
            <a:ext cx="349003"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حية</a:t>
            </a:r>
          </a:p>
        </p:txBody>
      </p:sp>
      <p:sp>
        <p:nvSpPr>
          <p:cNvPr id="23" name="text-676">
            <a:extLst xmlns:a="http://schemas.openxmlformats.org/drawingml/2006/main">
              <a:ext uri="{FF2B5EF4-FFF2-40B4-BE49-F238E27FC236}">
                <a16:creationId xmlns:a16="http://schemas.microsoft.com/office/drawing/2014/main" id="{B49E99EF-BD5E-4080-9DFE-00B35BEA470A}"/>
              </a:ext>
            </a:extLst>
          </p:cNvPr>
          <p:cNvSpPr>
            <a:spLocks xmlns:a="http://schemas.openxmlformats.org/drawingml/2006/main" noGrp="1"/>
          </p:cNvSpPr>
          <p:nvPr/>
        </p:nvSpPr>
        <p:spPr>
          <a:xfrm xmlns:a="http://schemas.openxmlformats.org/drawingml/2006/main">
            <a:off x="10423722" y="5857875"/>
            <a:ext cx="285821"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من</a:t>
            </a:r>
          </a:p>
        </p:txBody>
      </p:sp>
      <p:sp>
        <p:nvSpPr>
          <p:cNvPr id="24" name="text-677">
            <a:extLst xmlns:a="http://schemas.openxmlformats.org/drawingml/2006/main">
              <a:ext uri="{FF2B5EF4-FFF2-40B4-BE49-F238E27FC236}">
                <a16:creationId xmlns:a16="http://schemas.microsoft.com/office/drawing/2014/main" id="{3D742DB0-0828-4196-ABDF-EEEB3BDC1344}"/>
              </a:ext>
            </a:extLst>
          </p:cNvPr>
          <p:cNvSpPr>
            <a:spLocks xmlns:a="http://schemas.openxmlformats.org/drawingml/2006/main" noGrp="1"/>
          </p:cNvSpPr>
          <p:nvPr/>
        </p:nvSpPr>
        <p:spPr>
          <a:xfrm xmlns:a="http://schemas.openxmlformats.org/drawingml/2006/main">
            <a:off x="9667218" y="5857875"/>
            <a:ext cx="716023"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المجلس</a:t>
            </a:r>
          </a:p>
        </p:txBody>
      </p:sp>
      <p:sp>
        <p:nvSpPr>
          <p:cNvPr id="25" name="text-678">
            <a:extLst xmlns:a="http://schemas.openxmlformats.org/drawingml/2006/main">
              <a:ext uri="{FF2B5EF4-FFF2-40B4-BE49-F238E27FC236}">
                <a16:creationId xmlns:a16="http://schemas.microsoft.com/office/drawing/2014/main" id="{E4F78C81-C750-4835-81B9-C5D01A3D7624}"/>
              </a:ext>
            </a:extLst>
          </p:cNvPr>
          <p:cNvSpPr>
            <a:spLocks xmlns:a="http://schemas.openxmlformats.org/drawingml/2006/main" noGrp="1"/>
          </p:cNvSpPr>
          <p:nvPr/>
        </p:nvSpPr>
        <p:spPr>
          <a:xfrm xmlns:a="http://schemas.openxmlformats.org/drawingml/2006/main">
            <a:off x="9476402" y="5857875"/>
            <a:ext cx="15033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٦</a:t>
            </a:r>
          </a:p>
        </p:txBody>
      </p:sp>
      <p:sp>
        <p:nvSpPr>
          <p:cNvPr id="26" name="text-679">
            <a:extLst xmlns:a="http://schemas.openxmlformats.org/drawingml/2006/main">
              <a:ext uri="{FF2B5EF4-FFF2-40B4-BE49-F238E27FC236}">
                <a16:creationId xmlns:a16="http://schemas.microsoft.com/office/drawing/2014/main" id="{3154E1F4-CCE9-4C3A-8A1E-2256A112103C}"/>
              </a:ext>
            </a:extLst>
          </p:cNvPr>
          <p:cNvSpPr>
            <a:spLocks xmlns:a="http://schemas.openxmlformats.org/drawingml/2006/main" noGrp="1"/>
          </p:cNvSpPr>
          <p:nvPr/>
        </p:nvSpPr>
        <p:spPr>
          <a:xfrm xmlns:a="http://schemas.openxmlformats.org/drawingml/2006/main">
            <a:off x="8963597" y="5857875"/>
            <a:ext cx="472324"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أكتوبر</a:t>
            </a:r>
          </a:p>
        </p:txBody>
      </p:sp>
      <p:sp>
        <p:nvSpPr>
          <p:cNvPr id="27" name="text-680">
            <a:extLst xmlns:a="http://schemas.openxmlformats.org/drawingml/2006/main">
              <a:ext uri="{FF2B5EF4-FFF2-40B4-BE49-F238E27FC236}">
                <a16:creationId xmlns:a16="http://schemas.microsoft.com/office/drawing/2014/main" id="{18000F6A-7CA9-4A3D-99AC-78811336E577}"/>
              </a:ext>
            </a:extLst>
          </p:cNvPr>
          <p:cNvSpPr>
            <a:spLocks xmlns:a="http://schemas.openxmlformats.org/drawingml/2006/main" noGrp="1"/>
          </p:cNvSpPr>
          <p:nvPr/>
        </p:nvSpPr>
        <p:spPr>
          <a:xfrm xmlns:a="http://schemas.openxmlformats.org/drawingml/2006/main">
            <a:off x="8815653" y="5857875"/>
            <a:ext cx="107462"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a:t>
            </a:r>
          </a:p>
        </p:txBody>
      </p:sp>
      <p:sp>
        <p:nvSpPr>
          <p:cNvPr id="28" name="text-681">
            <a:extLst xmlns:a="http://schemas.openxmlformats.org/drawingml/2006/main">
              <a:ext uri="{FF2B5EF4-FFF2-40B4-BE49-F238E27FC236}">
                <a16:creationId xmlns:a16="http://schemas.microsoft.com/office/drawing/2014/main" id="{EE635971-D810-466D-AEC3-92ED14893598}"/>
              </a:ext>
            </a:extLst>
          </p:cNvPr>
          <p:cNvSpPr>
            <a:spLocks xmlns:a="http://schemas.openxmlformats.org/drawingml/2006/main" noGrp="1"/>
          </p:cNvSpPr>
          <p:nvPr/>
        </p:nvSpPr>
        <p:spPr>
          <a:xfrm xmlns:a="http://schemas.openxmlformats.org/drawingml/2006/main">
            <a:off x="8203073" y="5857875"/>
            <a:ext cx="572099"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مسألة</a:t>
            </a:r>
          </a:p>
        </p:txBody>
      </p:sp>
      <p:sp>
        <p:nvSpPr>
          <p:cNvPr id="29" name="text-682">
            <a:extLst xmlns:a="http://schemas.openxmlformats.org/drawingml/2006/main">
              <a:ext uri="{FF2B5EF4-FFF2-40B4-BE49-F238E27FC236}">
                <a16:creationId xmlns:a16="http://schemas.microsoft.com/office/drawing/2014/main" id="{F334168A-5A62-4757-BA1B-888202BA1793}"/>
              </a:ext>
            </a:extLst>
          </p:cNvPr>
          <p:cNvSpPr>
            <a:spLocks xmlns:a="http://schemas.openxmlformats.org/drawingml/2006/main" noGrp="1"/>
          </p:cNvSpPr>
          <p:nvPr/>
        </p:nvSpPr>
        <p:spPr>
          <a:xfrm xmlns:a="http://schemas.openxmlformats.org/drawingml/2006/main">
            <a:off x="7536435" y="5857875"/>
            <a:ext cx="626156"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تعليمية</a:t>
            </a:r>
          </a:p>
        </p:txBody>
      </p:sp>
      <p:sp>
        <p:nvSpPr>
          <p:cNvPr id="30" name="text-683">
            <a:extLst xmlns:a="http://schemas.openxmlformats.org/drawingml/2006/main">
              <a:ext uri="{FF2B5EF4-FFF2-40B4-BE49-F238E27FC236}">
                <a16:creationId xmlns:a16="http://schemas.microsoft.com/office/drawing/2014/main" id="{0C222340-DAEA-499A-A18E-F8901653D128}"/>
              </a:ext>
            </a:extLst>
          </p:cNvPr>
          <p:cNvSpPr>
            <a:spLocks xmlns:a="http://schemas.openxmlformats.org/drawingml/2006/main" noGrp="1"/>
          </p:cNvSpPr>
          <p:nvPr/>
        </p:nvSpPr>
        <p:spPr>
          <a:xfrm xmlns:a="http://schemas.openxmlformats.org/drawingml/2006/main">
            <a:off x="6883827" y="5857875"/>
            <a:ext cx="612127"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مكتملة</a:t>
            </a:r>
          </a:p>
        </p:txBody>
      </p:sp>
      <p:sp>
        <p:nvSpPr>
          <p:cNvPr id="31" name="text-684">
            <a:extLst xmlns:a="http://schemas.openxmlformats.org/drawingml/2006/main">
              <a:ext uri="{FF2B5EF4-FFF2-40B4-BE49-F238E27FC236}">
                <a16:creationId xmlns:a16="http://schemas.microsoft.com/office/drawing/2014/main" id="{FEA45E1A-3F09-4820-B2BC-A04F38D831E9}"/>
              </a:ext>
            </a:extLst>
          </p:cNvPr>
          <p:cNvSpPr>
            <a:spLocks xmlns:a="http://schemas.openxmlformats.org/drawingml/2006/main" noGrp="1"/>
          </p:cNvSpPr>
          <p:nvPr/>
        </p:nvSpPr>
        <p:spPr>
          <a:xfrm xmlns:a="http://schemas.openxmlformats.org/drawingml/2006/main">
            <a:off x="6065515" y="5857875"/>
            <a:ext cx="777831"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00" b="0">
                <a:solidFill>
                  <a:srgbClr val="A5B9AB"/>
                </a:solidFill>
                <a:latin typeface="Tahoma"/>
                <a:ea typeface="Tahoma"/>
                <a:cs typeface="Tahoma"/>
              </a:defRPr>
            </a:pPr>
            <a:r>
              <a:rPr sz="1500" b="0">
                <a:solidFill>
                  <a:srgbClr val="A5B9AB"/>
                </a:solidFill>
                <a:latin typeface="Tahoma"/>
                <a:ea typeface="Tahoma"/>
                <a:cs typeface="Tahoma"/>
              </a:rPr>
              <a:t>المعطيات</a:t>
            </a:r>
          </a:p>
        </p:txBody>
      </p:sp>
    </p:spTree>
    <p:extLst>
      <p:ext uri="{BB962C8B-B14F-4D97-AF65-F5344CB8AC3E}">
        <p14:creationId xmlns:p14="http://schemas.microsoft.com/office/powerpoint/2010/main" val="22422059"/>
      </p:ext>
    </p:extLst>
  </p:cSld>
</p:sld>
</file>

<file path=ppt/slides/slide14.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58" name="text-685">
            <a:extLst xmlns:a="http://schemas.openxmlformats.org/drawingml/2006/main">
              <a:ext uri="{FF2B5EF4-FFF2-40B4-BE49-F238E27FC236}">
                <a16:creationId xmlns:a16="http://schemas.microsoft.com/office/drawing/2014/main" id="{752FB151-18CB-4AC4-9773-865686093633}"/>
              </a:ext>
            </a:extLst>
          </p:cNvPr>
          <p:cNvSpPr>
            <a:spLocks xmlns:a="http://schemas.openxmlformats.org/drawingml/2006/main" noGrp="1"/>
          </p:cNvSpPr>
          <p:nvPr/>
        </p:nvSpPr>
        <p:spPr>
          <a:xfrm xmlns:a="http://schemas.openxmlformats.org/drawingml/2006/main">
            <a:off x="9565279" y="457200"/>
            <a:ext cx="201712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التخصيص</a:t>
            </a:r>
          </a:p>
        </p:txBody>
      </p:sp>
      <p:sp>
        <p:nvSpPr>
          <p:cNvPr id="2" name="text-686">
            <a:extLst xmlns:a="http://schemas.openxmlformats.org/drawingml/2006/main">
              <a:ext uri="{FF2B5EF4-FFF2-40B4-BE49-F238E27FC236}">
                <a16:creationId xmlns:a16="http://schemas.microsoft.com/office/drawing/2014/main" id="{DCAD7476-5343-4C3A-92F6-431460A23239}"/>
              </a:ext>
            </a:extLst>
          </p:cNvPr>
          <p:cNvSpPr>
            <a:spLocks xmlns:a="http://schemas.openxmlformats.org/drawingml/2006/main" noGrp="1"/>
          </p:cNvSpPr>
          <p:nvPr/>
        </p:nvSpPr>
        <p:spPr>
          <a:xfrm xmlns:a="http://schemas.openxmlformats.org/drawingml/2006/main">
            <a:off x="7683254" y="457200"/>
            <a:ext cx="178106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المعرفي</a:t>
            </a:r>
          </a:p>
        </p:txBody>
      </p:sp>
      <p:sp>
        <p:nvSpPr>
          <p:cNvPr id="3" name="text-687">
            <a:extLst xmlns:a="http://schemas.openxmlformats.org/drawingml/2006/main">
              <a:ext uri="{FF2B5EF4-FFF2-40B4-BE49-F238E27FC236}">
                <a16:creationId xmlns:a16="http://schemas.microsoft.com/office/drawing/2014/main" id="{4DEA66EA-EAC1-4545-8FEE-69E0881D0DD6}"/>
              </a:ext>
            </a:extLst>
          </p:cNvPr>
          <p:cNvSpPr>
            <a:spLocks xmlns:a="http://schemas.openxmlformats.org/drawingml/2006/main" noGrp="1"/>
          </p:cNvSpPr>
          <p:nvPr/>
        </p:nvSpPr>
        <p:spPr>
          <a:xfrm xmlns:a="http://schemas.openxmlformats.org/drawingml/2006/main">
            <a:off x="6593708" y="457200"/>
            <a:ext cx="98858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بأدلة</a:t>
            </a:r>
          </a:p>
        </p:txBody>
      </p:sp>
      <p:sp>
        <p:nvSpPr>
          <p:cNvPr id="4" name="text-688">
            <a:extLst xmlns:a="http://schemas.openxmlformats.org/drawingml/2006/main">
              <a:ext uri="{FF2B5EF4-FFF2-40B4-BE49-F238E27FC236}">
                <a16:creationId xmlns:a16="http://schemas.microsoft.com/office/drawing/2014/main" id="{85F022CC-15AF-4AF0-9B0F-5885550397FF}"/>
              </a:ext>
            </a:extLst>
          </p:cNvPr>
          <p:cNvSpPr>
            <a:spLocks xmlns:a="http://schemas.openxmlformats.org/drawingml/2006/main" noGrp="1"/>
          </p:cNvSpPr>
          <p:nvPr/>
        </p:nvSpPr>
        <p:spPr>
          <a:xfrm xmlns:a="http://schemas.openxmlformats.org/drawingml/2006/main">
            <a:off x="5484350" y="457200"/>
            <a:ext cx="1008393"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قابلة</a:t>
            </a:r>
          </a:p>
        </p:txBody>
      </p:sp>
      <p:sp>
        <p:nvSpPr>
          <p:cNvPr id="5" name="text-689">
            <a:extLst xmlns:a="http://schemas.openxmlformats.org/drawingml/2006/main">
              <a:ext uri="{FF2B5EF4-FFF2-40B4-BE49-F238E27FC236}">
                <a16:creationId xmlns:a16="http://schemas.microsoft.com/office/drawing/2014/main" id="{ECB9852E-F79E-4674-AC19-21E70C1C868C}"/>
              </a:ext>
            </a:extLst>
          </p:cNvPr>
          <p:cNvSpPr>
            <a:spLocks xmlns:a="http://schemas.openxmlformats.org/drawingml/2006/main" noGrp="1"/>
          </p:cNvSpPr>
          <p:nvPr/>
        </p:nvSpPr>
        <p:spPr>
          <a:xfrm xmlns:a="http://schemas.openxmlformats.org/drawingml/2006/main">
            <a:off x="3837988" y="457200"/>
            <a:ext cx="1545397"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للفحص</a:t>
            </a:r>
          </a:p>
        </p:txBody>
      </p:sp>
      <p:sp>
        <p:nvSpPr>
          <p:cNvPr id="6" name="shape-690">
            <a:extLst xmlns:a="http://schemas.openxmlformats.org/drawingml/2006/main">
              <a:ext uri="{FF2B5EF4-FFF2-40B4-BE49-F238E27FC236}">
                <a16:creationId xmlns:a16="http://schemas.microsoft.com/office/drawing/2014/main" id="{43299A29-66AC-4607-91D3-886ADD406DE2}"/>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7" name="text-691">
            <a:extLst xmlns:a="http://schemas.openxmlformats.org/drawingml/2006/main">
              <a:ext uri="{FF2B5EF4-FFF2-40B4-BE49-F238E27FC236}">
                <a16:creationId xmlns:a16="http://schemas.microsoft.com/office/drawing/2014/main" id="{865B521F-83C1-456E-9D5A-F9F7475C96ED}"/>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8" name="text-692">
            <a:extLst xmlns:a="http://schemas.openxmlformats.org/drawingml/2006/main">
              <a:ext uri="{FF2B5EF4-FFF2-40B4-BE49-F238E27FC236}">
                <a16:creationId xmlns:a16="http://schemas.microsoft.com/office/drawing/2014/main" id="{34A2DB72-8949-4E9F-97D8-1BD5E8F23E78}"/>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9" name="text-693">
            <a:extLst xmlns:a="http://schemas.openxmlformats.org/drawingml/2006/main">
              <a:ext uri="{FF2B5EF4-FFF2-40B4-BE49-F238E27FC236}">
                <a16:creationId xmlns:a16="http://schemas.microsoft.com/office/drawing/2014/main" id="{C2A4353B-89B1-4286-BD9E-E97C0DA0E286}"/>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0" name="text-694">
            <a:extLst xmlns:a="http://schemas.openxmlformats.org/drawingml/2006/main">
              <a:ext uri="{FF2B5EF4-FFF2-40B4-BE49-F238E27FC236}">
                <a16:creationId xmlns:a16="http://schemas.microsoft.com/office/drawing/2014/main" id="{62E6C509-421C-48CF-881E-825A34FD031D}"/>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1" name="text-695">
            <a:extLst xmlns:a="http://schemas.openxmlformats.org/drawingml/2006/main">
              <a:ext uri="{FF2B5EF4-FFF2-40B4-BE49-F238E27FC236}">
                <a16:creationId xmlns:a16="http://schemas.microsoft.com/office/drawing/2014/main" id="{EA0A7CE3-60D0-492A-BC67-E600E332518C}"/>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2" name="text-696">
            <a:extLst xmlns:a="http://schemas.openxmlformats.org/drawingml/2006/main">
              <a:ext uri="{FF2B5EF4-FFF2-40B4-BE49-F238E27FC236}">
                <a16:creationId xmlns:a16="http://schemas.microsoft.com/office/drawing/2014/main" id="{8AC4E5C9-1459-43CD-BE4D-4EE8A5DDB9EE}"/>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3" name="text-697">
            <a:extLst xmlns:a="http://schemas.openxmlformats.org/drawingml/2006/main">
              <a:ext uri="{FF2B5EF4-FFF2-40B4-BE49-F238E27FC236}">
                <a16:creationId xmlns:a16="http://schemas.microsoft.com/office/drawing/2014/main" id="{ECA39549-B077-4800-A4EC-B664D8178A0D}"/>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14</a:t>
            </a:r>
          </a:p>
        </p:txBody>
      </p:sp>
      <p:sp>
        <p:nvSpPr>
          <p:cNvPr id="14" name="text-698">
            <a:extLst xmlns:a="http://schemas.openxmlformats.org/drawingml/2006/main">
              <a:ext uri="{FF2B5EF4-FFF2-40B4-BE49-F238E27FC236}">
                <a16:creationId xmlns:a16="http://schemas.microsoft.com/office/drawing/2014/main" id="{99FDBFD8-FD11-4630-B247-E37F04552DC1}"/>
              </a:ext>
            </a:extLst>
          </p:cNvPr>
          <p:cNvSpPr>
            <a:spLocks xmlns:a="http://schemas.openxmlformats.org/drawingml/2006/main" noGrp="1"/>
          </p:cNvSpPr>
          <p:nvPr/>
        </p:nvSpPr>
        <p:spPr>
          <a:xfrm xmlns:a="http://schemas.openxmlformats.org/drawingml/2006/main">
            <a:off x="8956358" y="1647825"/>
            <a:ext cx="2626043" cy="12896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5700" b="1">
                <a:solidFill>
                  <a:srgbClr val="DDC087"/>
                </a:solidFill>
                <a:latin typeface="Tahoma"/>
                <a:ea typeface="Tahoma"/>
                <a:cs typeface="Tahoma"/>
              </a:defRPr>
            </a:pPr>
            <a:r>
              <a:rPr sz="5700" b="1">
                <a:solidFill>
                  <a:srgbClr val="DDC087"/>
                </a:solidFill>
                <a:latin typeface="Tahoma"/>
                <a:ea typeface="Tahoma"/>
                <a:cs typeface="Tahoma"/>
              </a:rPr>
              <a:t>٢٠٬٦٢٢</a:t>
            </a:r>
          </a:p>
        </p:txBody>
      </p:sp>
      <p:sp>
        <p:nvSpPr>
          <p:cNvPr id="15" name="text-699">
            <a:extLst xmlns:a="http://schemas.openxmlformats.org/drawingml/2006/main">
              <a:ext uri="{FF2B5EF4-FFF2-40B4-BE49-F238E27FC236}">
                <a16:creationId xmlns:a16="http://schemas.microsoft.com/office/drawing/2014/main" id="{E4E26814-A408-4EB1-B4A5-9B512956A25D}"/>
              </a:ext>
            </a:extLst>
          </p:cNvPr>
          <p:cNvSpPr>
            <a:spLocks xmlns:a="http://schemas.openxmlformats.org/drawingml/2006/main" noGrp="1"/>
          </p:cNvSpPr>
          <p:nvPr/>
        </p:nvSpPr>
        <p:spPr>
          <a:xfrm xmlns:a="http://schemas.openxmlformats.org/drawingml/2006/main">
            <a:off x="10948787" y="2714625"/>
            <a:ext cx="633613"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وحدة</a:t>
            </a:r>
          </a:p>
        </p:txBody>
      </p:sp>
      <p:sp>
        <p:nvSpPr>
          <p:cNvPr id="16" name="text-700">
            <a:extLst xmlns:a="http://schemas.openxmlformats.org/drawingml/2006/main">
              <a:ext uri="{FF2B5EF4-FFF2-40B4-BE49-F238E27FC236}">
                <a16:creationId xmlns:a16="http://schemas.microsoft.com/office/drawing/2014/main" id="{9CCE892F-12A2-4A45-BE8F-70B20F207C49}"/>
              </a:ext>
            </a:extLst>
          </p:cNvPr>
          <p:cNvSpPr>
            <a:spLocks xmlns:a="http://schemas.openxmlformats.org/drawingml/2006/main" noGrp="1"/>
          </p:cNvSpPr>
          <p:nvPr/>
        </p:nvSpPr>
        <p:spPr>
          <a:xfrm xmlns:a="http://schemas.openxmlformats.org/drawingml/2006/main">
            <a:off x="10443064" y="2714625"/>
            <a:ext cx="438477"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في</a:t>
            </a:r>
          </a:p>
        </p:txBody>
      </p:sp>
      <p:sp>
        <p:nvSpPr>
          <p:cNvPr id="17" name="text-701">
            <a:extLst xmlns:a="http://schemas.openxmlformats.org/drawingml/2006/main">
              <a:ext uri="{FF2B5EF4-FFF2-40B4-BE49-F238E27FC236}">
                <a16:creationId xmlns:a16="http://schemas.microsoft.com/office/drawing/2014/main" id="{F3EFF802-6E38-4B60-A2DC-A0E6D8751290}"/>
              </a:ext>
            </a:extLst>
          </p:cNvPr>
          <p:cNvSpPr>
            <a:spLocks xmlns:a="http://schemas.openxmlformats.org/drawingml/2006/main" noGrp="1"/>
          </p:cNvSpPr>
          <p:nvPr/>
        </p:nvSpPr>
        <p:spPr>
          <a:xfrm xmlns:a="http://schemas.openxmlformats.org/drawingml/2006/main">
            <a:off x="9702962" y="2714625"/>
            <a:ext cx="672855"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إيصال</a:t>
            </a:r>
          </a:p>
        </p:txBody>
      </p:sp>
      <p:sp>
        <p:nvSpPr>
          <p:cNvPr id="18" name="text-702">
            <a:extLst xmlns:a="http://schemas.openxmlformats.org/drawingml/2006/main">
              <a:ext uri="{FF2B5EF4-FFF2-40B4-BE49-F238E27FC236}">
                <a16:creationId xmlns:a16="http://schemas.microsoft.com/office/drawing/2014/main" id="{379B755D-86DB-4997-A7F2-4429C26440F4}"/>
              </a:ext>
            </a:extLst>
          </p:cNvPr>
          <p:cNvSpPr>
            <a:spLocks xmlns:a="http://schemas.openxmlformats.org/drawingml/2006/main" noGrp="1"/>
          </p:cNvSpPr>
          <p:nvPr/>
        </p:nvSpPr>
        <p:spPr>
          <a:xfrm xmlns:a="http://schemas.openxmlformats.org/drawingml/2006/main">
            <a:off x="8812952" y="2714625"/>
            <a:ext cx="822764"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تضمين</a:t>
            </a:r>
          </a:p>
        </p:txBody>
      </p:sp>
      <p:sp>
        <p:nvSpPr>
          <p:cNvPr id="19" name="text-703">
            <a:extLst xmlns:a="http://schemas.openxmlformats.org/drawingml/2006/main">
              <a:ext uri="{FF2B5EF4-FFF2-40B4-BE49-F238E27FC236}">
                <a16:creationId xmlns:a16="http://schemas.microsoft.com/office/drawing/2014/main" id="{465D8C69-4140-41F5-B894-90C4B00DFCF5}"/>
              </a:ext>
            </a:extLst>
          </p:cNvPr>
          <p:cNvSpPr>
            <a:spLocks xmlns:a="http://schemas.openxmlformats.org/drawingml/2006/main" noGrp="1"/>
          </p:cNvSpPr>
          <p:nvPr/>
        </p:nvSpPr>
        <p:spPr>
          <a:xfrm xmlns:a="http://schemas.openxmlformats.org/drawingml/2006/main">
            <a:off x="7884091" y="2714625"/>
            <a:ext cx="861614"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تاريخي</a:t>
            </a:r>
          </a:p>
        </p:txBody>
      </p:sp>
      <p:sp>
        <p:nvSpPr>
          <p:cNvPr id="20" name="text-704">
            <a:extLst xmlns:a="http://schemas.openxmlformats.org/drawingml/2006/main">
              <a:ext uri="{FF2B5EF4-FFF2-40B4-BE49-F238E27FC236}">
                <a16:creationId xmlns:a16="http://schemas.microsoft.com/office/drawing/2014/main" id="{4B548114-7908-4112-A31F-0E1FB87AF02E}"/>
              </a:ext>
            </a:extLst>
          </p:cNvPr>
          <p:cNvSpPr>
            <a:spLocks xmlns:a="http://schemas.openxmlformats.org/drawingml/2006/main" noGrp="1"/>
          </p:cNvSpPr>
          <p:nvPr/>
        </p:nvSpPr>
        <p:spPr>
          <a:xfrm xmlns:a="http://schemas.openxmlformats.org/drawingml/2006/main">
            <a:off x="10859019" y="3362325"/>
            <a:ext cx="723381"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فهرس</a:t>
            </a:r>
          </a:p>
        </p:txBody>
      </p:sp>
      <p:sp>
        <p:nvSpPr>
          <p:cNvPr id="21" name="text-705">
            <a:extLst xmlns:a="http://schemas.openxmlformats.org/drawingml/2006/main">
              <a:ext uri="{FF2B5EF4-FFF2-40B4-BE49-F238E27FC236}">
                <a16:creationId xmlns:a16="http://schemas.microsoft.com/office/drawing/2014/main" id="{06181B3B-6960-45CD-A1DA-A3FDC5BE7871}"/>
              </a:ext>
            </a:extLst>
          </p:cNvPr>
          <p:cNvSpPr>
            <a:spLocks xmlns:a="http://schemas.openxmlformats.org/drawingml/2006/main" noGrp="1"/>
          </p:cNvSpPr>
          <p:nvPr/>
        </p:nvSpPr>
        <p:spPr>
          <a:xfrm xmlns:a="http://schemas.openxmlformats.org/drawingml/2006/main">
            <a:off x="9913597" y="3362325"/>
            <a:ext cx="884081"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متجهات</a:t>
            </a:r>
          </a:p>
        </p:txBody>
      </p:sp>
      <p:sp>
        <p:nvSpPr>
          <p:cNvPr id="22" name="text-706">
            <a:extLst xmlns:a="http://schemas.openxmlformats.org/drawingml/2006/main">
              <a:ext uri="{FF2B5EF4-FFF2-40B4-BE49-F238E27FC236}">
                <a16:creationId xmlns:a16="http://schemas.microsoft.com/office/drawing/2014/main" id="{88FD86FA-F111-4A1A-A48F-C8579C5F2C76}"/>
              </a:ext>
            </a:extLst>
          </p:cNvPr>
          <p:cNvSpPr>
            <a:spLocks xmlns:a="http://schemas.openxmlformats.org/drawingml/2006/main" noGrp="1"/>
          </p:cNvSpPr>
          <p:nvPr/>
        </p:nvSpPr>
        <p:spPr>
          <a:xfrm xmlns:a="http://schemas.openxmlformats.org/drawingml/2006/main">
            <a:off x="9018406" y="3362325"/>
            <a:ext cx="833850"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وفهرس</a:t>
            </a:r>
          </a:p>
        </p:txBody>
      </p:sp>
      <p:sp>
        <p:nvSpPr>
          <p:cNvPr id="23" name="text-707">
            <a:extLst xmlns:a="http://schemas.openxmlformats.org/drawingml/2006/main">
              <a:ext uri="{FF2B5EF4-FFF2-40B4-BE49-F238E27FC236}">
                <a16:creationId xmlns:a16="http://schemas.microsoft.com/office/drawing/2014/main" id="{2CFECC2F-2D44-4E5B-94A5-392FE7D902DC}"/>
              </a:ext>
            </a:extLst>
          </p:cNvPr>
          <p:cNvSpPr>
            <a:spLocks xmlns:a="http://schemas.openxmlformats.org/drawingml/2006/main" noGrp="1"/>
          </p:cNvSpPr>
          <p:nvPr/>
        </p:nvSpPr>
        <p:spPr>
          <a:xfrm xmlns:a="http://schemas.openxmlformats.org/drawingml/2006/main">
            <a:off x="8377510" y="3362325"/>
            <a:ext cx="579555"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نصي</a:t>
            </a:r>
          </a:p>
        </p:txBody>
      </p:sp>
      <p:sp>
        <p:nvSpPr>
          <p:cNvPr id="24" name="text-708">
            <a:extLst xmlns:a="http://schemas.openxmlformats.org/drawingml/2006/main">
              <a:ext uri="{FF2B5EF4-FFF2-40B4-BE49-F238E27FC236}">
                <a16:creationId xmlns:a16="http://schemas.microsoft.com/office/drawing/2014/main" id="{787275C1-7ED2-489E-AB20-4ECBB5F1AD77}"/>
              </a:ext>
            </a:extLst>
          </p:cNvPr>
          <p:cNvSpPr>
            <a:spLocks xmlns:a="http://schemas.openxmlformats.org/drawingml/2006/main" noGrp="1"/>
          </p:cNvSpPr>
          <p:nvPr/>
        </p:nvSpPr>
        <p:spPr>
          <a:xfrm xmlns:a="http://schemas.openxmlformats.org/drawingml/2006/main">
            <a:off x="7610251" y="3362325"/>
            <a:ext cx="705918"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A5B9AB"/>
                </a:solidFill>
                <a:latin typeface="Tahoma"/>
                <a:ea typeface="Tahoma"/>
                <a:cs typeface="Tahoma"/>
              </a:defRPr>
            </a:pPr>
            <a:r>
              <a:rPr sz="2025" b="0">
                <a:solidFill>
                  <a:srgbClr val="A5B9AB"/>
                </a:solidFill>
                <a:latin typeface="Tahoma"/>
                <a:ea typeface="Tahoma"/>
                <a:cs typeface="Tahoma"/>
              </a:rPr>
              <a:t>مثبتان</a:t>
            </a:r>
          </a:p>
        </p:txBody>
      </p:sp>
      <p:sp>
        <p:nvSpPr>
          <p:cNvPr id="25" name="text-709">
            <a:extLst xmlns:a="http://schemas.openxmlformats.org/drawingml/2006/main">
              <a:ext uri="{FF2B5EF4-FFF2-40B4-BE49-F238E27FC236}">
                <a16:creationId xmlns:a16="http://schemas.microsoft.com/office/drawing/2014/main" id="{404B3316-4CD7-4EB3-8DB5-326637C76D87}"/>
              </a:ext>
            </a:extLst>
          </p:cNvPr>
          <p:cNvSpPr>
            <a:spLocks xmlns:a="http://schemas.openxmlformats.org/drawingml/2006/main" noGrp="1"/>
          </p:cNvSpPr>
          <p:nvPr/>
        </p:nvSpPr>
        <p:spPr>
          <a:xfrm xmlns:a="http://schemas.openxmlformats.org/drawingml/2006/main">
            <a:off x="4203916" y="1647825"/>
            <a:ext cx="977684" cy="12896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5700" b="1">
                <a:solidFill>
                  <a:srgbClr val="DDC087"/>
                </a:solidFill>
                <a:latin typeface="Tahoma"/>
                <a:ea typeface="Tahoma"/>
                <a:cs typeface="Tahoma"/>
              </a:defRPr>
            </a:pPr>
            <a:r>
              <a:rPr sz="5700" b="1">
                <a:solidFill>
                  <a:srgbClr val="DDC087"/>
                </a:solidFill>
                <a:latin typeface="Tahoma"/>
                <a:ea typeface="Tahoma"/>
                <a:cs typeface="Tahoma"/>
              </a:rPr>
              <a:t>٢٣</a:t>
            </a:r>
          </a:p>
        </p:txBody>
      </p:sp>
      <p:sp>
        <p:nvSpPr>
          <p:cNvPr id="26" name="text-710">
            <a:extLst xmlns:a="http://schemas.openxmlformats.org/drawingml/2006/main">
              <a:ext uri="{FF2B5EF4-FFF2-40B4-BE49-F238E27FC236}">
                <a16:creationId xmlns:a16="http://schemas.microsoft.com/office/drawing/2014/main" id="{95AC8A81-73A0-4509-9D70-C0B677205B0B}"/>
              </a:ext>
            </a:extLst>
          </p:cNvPr>
          <p:cNvSpPr>
            <a:spLocks xmlns:a="http://schemas.openxmlformats.org/drawingml/2006/main" noGrp="1"/>
          </p:cNvSpPr>
          <p:nvPr/>
        </p:nvSpPr>
        <p:spPr>
          <a:xfrm xmlns:a="http://schemas.openxmlformats.org/drawingml/2006/main">
            <a:off x="4641190" y="2714625"/>
            <a:ext cx="540410"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مثالًا</a:t>
            </a:r>
          </a:p>
        </p:txBody>
      </p:sp>
      <p:sp>
        <p:nvSpPr>
          <p:cNvPr id="27" name="text-711">
            <a:extLst xmlns:a="http://schemas.openxmlformats.org/drawingml/2006/main">
              <a:ext uri="{FF2B5EF4-FFF2-40B4-BE49-F238E27FC236}">
                <a16:creationId xmlns:a16="http://schemas.microsoft.com/office/drawing/2014/main" id="{04E12263-9AD6-465A-8D19-B8D88235AC1B}"/>
              </a:ext>
            </a:extLst>
          </p:cNvPr>
          <p:cNvSpPr>
            <a:spLocks xmlns:a="http://schemas.openxmlformats.org/drawingml/2006/main" noGrp="1"/>
          </p:cNvSpPr>
          <p:nvPr/>
        </p:nvSpPr>
        <p:spPr>
          <a:xfrm xmlns:a="http://schemas.openxmlformats.org/drawingml/2006/main">
            <a:off x="3764031" y="2714625"/>
            <a:ext cx="809912"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منتقى</a:t>
            </a:r>
          </a:p>
        </p:txBody>
      </p:sp>
      <p:sp>
        <p:nvSpPr>
          <p:cNvPr id="28" name="text-712">
            <a:extLst xmlns:a="http://schemas.openxmlformats.org/drawingml/2006/main">
              <a:ext uri="{FF2B5EF4-FFF2-40B4-BE49-F238E27FC236}">
                <a16:creationId xmlns:a16="http://schemas.microsoft.com/office/drawing/2014/main" id="{FE1131F7-4023-44FE-9A22-D4BEB1C727D8}"/>
              </a:ext>
            </a:extLst>
          </p:cNvPr>
          <p:cNvSpPr>
            <a:spLocks xmlns:a="http://schemas.openxmlformats.org/drawingml/2006/main" noGrp="1"/>
          </p:cNvSpPr>
          <p:nvPr/>
        </p:nvSpPr>
        <p:spPr>
          <a:xfrm xmlns:a="http://schemas.openxmlformats.org/drawingml/2006/main">
            <a:off x="3299415" y="2714625"/>
            <a:ext cx="397370"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من</a:t>
            </a:r>
          </a:p>
        </p:txBody>
      </p:sp>
      <p:sp>
        <p:nvSpPr>
          <p:cNvPr id="29" name="text-713">
            <a:extLst xmlns:a="http://schemas.openxmlformats.org/drawingml/2006/main">
              <a:ext uri="{FF2B5EF4-FFF2-40B4-BE49-F238E27FC236}">
                <a16:creationId xmlns:a16="http://schemas.microsoft.com/office/drawing/2014/main" id="{4B41A512-92D5-46BE-A553-A3E8A4633BCF}"/>
              </a:ext>
            </a:extLst>
          </p:cNvPr>
          <p:cNvSpPr>
            <a:spLocks xmlns:a="http://schemas.openxmlformats.org/drawingml/2006/main" noGrp="1"/>
          </p:cNvSpPr>
          <p:nvPr/>
        </p:nvSpPr>
        <p:spPr>
          <a:xfrm xmlns:a="http://schemas.openxmlformats.org/drawingml/2006/main">
            <a:off x="2271662" y="2714625"/>
            <a:ext cx="960507"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تخصيص</a:t>
            </a:r>
          </a:p>
        </p:txBody>
      </p:sp>
      <p:sp>
        <p:nvSpPr>
          <p:cNvPr id="30" name="text-714">
            <a:extLst xmlns:a="http://schemas.openxmlformats.org/drawingml/2006/main">
              <a:ext uri="{FF2B5EF4-FFF2-40B4-BE49-F238E27FC236}">
                <a16:creationId xmlns:a16="http://schemas.microsoft.com/office/drawing/2014/main" id="{0E6412AE-EC31-40C9-A3F2-395D60B86264}"/>
              </a:ext>
            </a:extLst>
          </p:cNvPr>
          <p:cNvSpPr>
            <a:spLocks xmlns:a="http://schemas.openxmlformats.org/drawingml/2006/main" noGrp="1"/>
          </p:cNvSpPr>
          <p:nvPr/>
        </p:nvSpPr>
        <p:spPr>
          <a:xfrm xmlns:a="http://schemas.openxmlformats.org/drawingml/2006/main">
            <a:off x="1654685" y="2714625"/>
            <a:ext cx="549731"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F3F0E6"/>
                </a:solidFill>
                <a:latin typeface="Tahoma"/>
                <a:ea typeface="Tahoma"/>
                <a:cs typeface="Tahoma"/>
              </a:defRPr>
            </a:pPr>
            <a:r>
              <a:rPr sz="2175" b="0">
                <a:solidFill>
                  <a:srgbClr val="F3F0E6"/>
                </a:solidFill>
                <a:latin typeface="Tahoma"/>
                <a:ea typeface="Tahoma"/>
                <a:cs typeface="Tahoma"/>
              </a:rPr>
              <a:t>النية</a:t>
            </a:r>
          </a:p>
        </p:txBody>
      </p:sp>
      <p:sp>
        <p:nvSpPr>
          <p:cNvPr id="31" name="text-715">
            <a:extLst xmlns:a="http://schemas.openxmlformats.org/drawingml/2006/main">
              <a:ext uri="{FF2B5EF4-FFF2-40B4-BE49-F238E27FC236}">
                <a16:creationId xmlns:a16="http://schemas.microsoft.com/office/drawing/2014/main" id="{AED7ED68-8DEE-4991-8E5E-24CE23AE1098}"/>
              </a:ext>
            </a:extLst>
          </p:cNvPr>
          <p:cNvSpPr>
            <a:spLocks xmlns:a="http://schemas.openxmlformats.org/drawingml/2006/main" noGrp="1"/>
          </p:cNvSpPr>
          <p:nvPr/>
        </p:nvSpPr>
        <p:spPr>
          <a:xfrm xmlns:a="http://schemas.openxmlformats.org/drawingml/2006/main">
            <a:off x="4863992" y="3362325"/>
            <a:ext cx="317608"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مع</a:t>
            </a:r>
          </a:p>
        </p:txBody>
      </p:sp>
      <p:sp>
        <p:nvSpPr>
          <p:cNvPr id="32" name="text-716">
            <a:extLst xmlns:a="http://schemas.openxmlformats.org/drawingml/2006/main">
              <a:ext uri="{FF2B5EF4-FFF2-40B4-BE49-F238E27FC236}">
                <a16:creationId xmlns:a16="http://schemas.microsoft.com/office/drawing/2014/main" id="{C141EA5B-077E-4BBF-BD14-81696BB90AAC}"/>
              </a:ext>
            </a:extLst>
          </p:cNvPr>
          <p:cNvSpPr>
            <a:spLocks xmlns:a="http://schemas.openxmlformats.org/drawingml/2006/main" noGrp="1"/>
          </p:cNvSpPr>
          <p:nvPr/>
        </p:nvSpPr>
        <p:spPr>
          <a:xfrm xmlns:a="http://schemas.openxmlformats.org/drawingml/2006/main">
            <a:off x="4201816" y="3362325"/>
            <a:ext cx="603788"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منشأ</a:t>
            </a:r>
          </a:p>
        </p:txBody>
      </p:sp>
      <p:sp>
        <p:nvSpPr>
          <p:cNvPr id="33" name="text-717">
            <a:extLst xmlns:a="http://schemas.openxmlformats.org/drawingml/2006/main">
              <a:ext uri="{FF2B5EF4-FFF2-40B4-BE49-F238E27FC236}">
                <a16:creationId xmlns:a16="http://schemas.microsoft.com/office/drawing/2014/main" id="{BDAED971-69A8-4299-8179-6F4EDA88F832}"/>
              </a:ext>
            </a:extLst>
          </p:cNvPr>
          <p:cNvSpPr>
            <a:spLocks xmlns:a="http://schemas.openxmlformats.org/drawingml/2006/main" noGrp="1"/>
          </p:cNvSpPr>
          <p:nvPr/>
        </p:nvSpPr>
        <p:spPr>
          <a:xfrm xmlns:a="http://schemas.openxmlformats.org/drawingml/2006/main">
            <a:off x="3565540" y="3362325"/>
            <a:ext cx="577887"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واضح</a:t>
            </a:r>
          </a:p>
        </p:txBody>
      </p:sp>
      <p:sp>
        <p:nvSpPr>
          <p:cNvPr id="34" name="text-718">
            <a:extLst xmlns:a="http://schemas.openxmlformats.org/drawingml/2006/main">
              <a:ext uri="{FF2B5EF4-FFF2-40B4-BE49-F238E27FC236}">
                <a16:creationId xmlns:a16="http://schemas.microsoft.com/office/drawing/2014/main" id="{FC33D2CE-C665-4F4F-93A2-4CD6F165458F}"/>
              </a:ext>
            </a:extLst>
          </p:cNvPr>
          <p:cNvSpPr>
            <a:spLocks xmlns:a="http://schemas.openxmlformats.org/drawingml/2006/main" noGrp="1"/>
          </p:cNvSpPr>
          <p:nvPr/>
        </p:nvSpPr>
        <p:spPr>
          <a:xfrm xmlns:a="http://schemas.openxmlformats.org/drawingml/2006/main">
            <a:off x="2876286" y="3362325"/>
            <a:ext cx="630865"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ونتائج</a:t>
            </a:r>
          </a:p>
        </p:txBody>
      </p:sp>
      <p:sp>
        <p:nvSpPr>
          <p:cNvPr id="35" name="text-719">
            <a:extLst xmlns:a="http://schemas.openxmlformats.org/drawingml/2006/main">
              <a:ext uri="{FF2B5EF4-FFF2-40B4-BE49-F238E27FC236}">
                <a16:creationId xmlns:a16="http://schemas.microsoft.com/office/drawing/2014/main" id="{66F8FD76-388A-42FD-AA32-0F98D72A2FA5}"/>
              </a:ext>
            </a:extLst>
          </p:cNvPr>
          <p:cNvSpPr>
            <a:spLocks xmlns:a="http://schemas.openxmlformats.org/drawingml/2006/main" noGrp="1"/>
          </p:cNvSpPr>
          <p:nvPr/>
        </p:nvSpPr>
        <p:spPr>
          <a:xfrm xmlns:a="http://schemas.openxmlformats.org/drawingml/2006/main">
            <a:off x="2140333" y="3362325"/>
            <a:ext cx="677565"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وحدود</a:t>
            </a:r>
          </a:p>
        </p:txBody>
      </p:sp>
      <p:sp>
        <p:nvSpPr>
          <p:cNvPr id="36" name="text-720">
            <a:extLst xmlns:a="http://schemas.openxmlformats.org/drawingml/2006/main">
              <a:ext uri="{FF2B5EF4-FFF2-40B4-BE49-F238E27FC236}">
                <a16:creationId xmlns:a16="http://schemas.microsoft.com/office/drawing/2014/main" id="{83CE307D-B825-4BF6-A944-B43CDAA7D388}"/>
              </a:ext>
            </a:extLst>
          </p:cNvPr>
          <p:cNvSpPr>
            <a:spLocks xmlns:a="http://schemas.openxmlformats.org/drawingml/2006/main" noGrp="1"/>
          </p:cNvSpPr>
          <p:nvPr/>
        </p:nvSpPr>
        <p:spPr>
          <a:xfrm xmlns:a="http://schemas.openxmlformats.org/drawingml/2006/main">
            <a:off x="1465011" y="3362325"/>
            <a:ext cx="616934"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معلنة</a:t>
            </a:r>
          </a:p>
        </p:txBody>
      </p:sp>
      <p:sp>
        <p:nvSpPr>
          <p:cNvPr id="37" name="text-721">
            <a:extLst xmlns:a="http://schemas.openxmlformats.org/drawingml/2006/main">
              <a:ext uri="{FF2B5EF4-FFF2-40B4-BE49-F238E27FC236}">
                <a16:creationId xmlns:a16="http://schemas.microsoft.com/office/drawing/2014/main" id="{41573553-5805-4F5F-98E9-D5B6BA039F63}"/>
              </a:ext>
            </a:extLst>
          </p:cNvPr>
          <p:cNvSpPr>
            <a:spLocks xmlns:a="http://schemas.openxmlformats.org/drawingml/2006/main" noGrp="1"/>
          </p:cNvSpPr>
          <p:nvPr/>
        </p:nvSpPr>
        <p:spPr>
          <a:xfrm xmlns:a="http://schemas.openxmlformats.org/drawingml/2006/main">
            <a:off x="10863140" y="4657725"/>
            <a:ext cx="719260"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0">
                <a:solidFill>
                  <a:srgbClr val="A6DAB5"/>
                </a:solidFill>
                <a:latin typeface="Tahoma"/>
                <a:ea typeface="Tahoma"/>
                <a:cs typeface="Tahoma"/>
              </a:defRPr>
            </a:pPr>
            <a:r>
              <a:rPr sz="2550" b="0">
                <a:solidFill>
                  <a:srgbClr val="A6DAB5"/>
                </a:solidFill>
                <a:latin typeface="Tahoma"/>
                <a:ea typeface="Tahoma"/>
                <a:cs typeface="Tahoma"/>
              </a:rPr>
              <a:t>جودة</a:t>
            </a:r>
          </a:p>
        </p:txBody>
      </p:sp>
      <p:sp>
        <p:nvSpPr>
          <p:cNvPr id="38" name="text-722">
            <a:extLst xmlns:a="http://schemas.openxmlformats.org/drawingml/2006/main">
              <a:ext uri="{FF2B5EF4-FFF2-40B4-BE49-F238E27FC236}">
                <a16:creationId xmlns:a16="http://schemas.microsoft.com/office/drawing/2014/main" id="{7516CFDB-1383-4F1D-AA6C-D0ED9B9C80F8}"/>
              </a:ext>
            </a:extLst>
          </p:cNvPr>
          <p:cNvSpPr>
            <a:spLocks xmlns:a="http://schemas.openxmlformats.org/drawingml/2006/main" noGrp="1"/>
          </p:cNvSpPr>
          <p:nvPr/>
        </p:nvSpPr>
        <p:spPr>
          <a:xfrm xmlns:a="http://schemas.openxmlformats.org/drawingml/2006/main">
            <a:off x="9355501" y="4657725"/>
            <a:ext cx="1425438"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0">
                <a:solidFill>
                  <a:srgbClr val="A6DAB5"/>
                </a:solidFill>
                <a:latin typeface="Tahoma"/>
                <a:ea typeface="Tahoma"/>
                <a:cs typeface="Tahoma"/>
              </a:defRPr>
            </a:pPr>
            <a:r>
              <a:rPr sz="2550" b="0">
                <a:solidFill>
                  <a:srgbClr val="A6DAB5"/>
                </a:solidFill>
                <a:latin typeface="Tahoma"/>
                <a:ea typeface="Tahoma"/>
                <a:cs typeface="Tahoma"/>
              </a:rPr>
              <a:t>الاسترجاع</a:t>
            </a:r>
          </a:p>
        </p:txBody>
      </p:sp>
      <p:sp>
        <p:nvSpPr>
          <p:cNvPr id="39" name="text-723">
            <a:extLst xmlns:a="http://schemas.openxmlformats.org/drawingml/2006/main">
              <a:ext uri="{FF2B5EF4-FFF2-40B4-BE49-F238E27FC236}">
                <a16:creationId xmlns:a16="http://schemas.microsoft.com/office/drawing/2014/main" id="{AAB17178-FDBD-48A4-ACB1-6CB453E3C79B}"/>
              </a:ext>
            </a:extLst>
          </p:cNvPr>
          <p:cNvSpPr>
            <a:spLocks xmlns:a="http://schemas.openxmlformats.org/drawingml/2006/main" noGrp="1"/>
          </p:cNvSpPr>
          <p:nvPr/>
        </p:nvSpPr>
        <p:spPr>
          <a:xfrm xmlns:a="http://schemas.openxmlformats.org/drawingml/2006/main">
            <a:off x="8471531" y="4657725"/>
            <a:ext cx="801769"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0">
                <a:solidFill>
                  <a:srgbClr val="A6DAB5"/>
                </a:solidFill>
                <a:latin typeface="Tahoma"/>
                <a:ea typeface="Tahoma"/>
                <a:cs typeface="Tahoma"/>
              </a:defRPr>
            </a:pPr>
            <a:r>
              <a:rPr sz="2550" b="0">
                <a:solidFill>
                  <a:srgbClr val="A6DAB5"/>
                </a:solidFill>
                <a:latin typeface="Tahoma"/>
                <a:ea typeface="Tahoma"/>
                <a:cs typeface="Tahoma"/>
              </a:rPr>
              <a:t>تُقاس</a:t>
            </a:r>
          </a:p>
        </p:txBody>
      </p:sp>
      <p:sp>
        <p:nvSpPr>
          <p:cNvPr id="40" name="text-724">
            <a:extLst xmlns:a="http://schemas.openxmlformats.org/drawingml/2006/main">
              <a:ext uri="{FF2B5EF4-FFF2-40B4-BE49-F238E27FC236}">
                <a16:creationId xmlns:a16="http://schemas.microsoft.com/office/drawing/2014/main" id="{E09D2F9E-EE1E-40F7-95FB-61FFB58EB837}"/>
              </a:ext>
            </a:extLst>
          </p:cNvPr>
          <p:cNvSpPr>
            <a:spLocks xmlns:a="http://schemas.openxmlformats.org/drawingml/2006/main" noGrp="1"/>
          </p:cNvSpPr>
          <p:nvPr/>
        </p:nvSpPr>
        <p:spPr>
          <a:xfrm xmlns:a="http://schemas.openxmlformats.org/drawingml/2006/main">
            <a:off x="7233394" y="4657725"/>
            <a:ext cx="1155937"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0">
                <a:solidFill>
                  <a:srgbClr val="A6DAB5"/>
                </a:solidFill>
                <a:latin typeface="Tahoma"/>
                <a:ea typeface="Tahoma"/>
                <a:cs typeface="Tahoma"/>
              </a:defRPr>
            </a:pPr>
            <a:r>
              <a:rPr sz="2550" b="0">
                <a:solidFill>
                  <a:srgbClr val="A6DAB5"/>
                </a:solidFill>
                <a:latin typeface="Tahoma"/>
                <a:ea typeface="Tahoma"/>
                <a:cs typeface="Tahoma"/>
              </a:rPr>
              <a:t>مستقلة</a:t>
            </a:r>
          </a:p>
        </p:txBody>
      </p:sp>
      <p:sp>
        <p:nvSpPr>
          <p:cNvPr id="41" name="text-725">
            <a:extLst xmlns:a="http://schemas.openxmlformats.org/drawingml/2006/main">
              <a:ext uri="{FF2B5EF4-FFF2-40B4-BE49-F238E27FC236}">
                <a16:creationId xmlns:a16="http://schemas.microsoft.com/office/drawing/2014/main" id="{4D90BDEF-8706-4A13-86E5-FD044030ABC8}"/>
              </a:ext>
            </a:extLst>
          </p:cNvPr>
          <p:cNvSpPr>
            <a:spLocks xmlns:a="http://schemas.openxmlformats.org/drawingml/2006/main" noGrp="1"/>
          </p:cNvSpPr>
          <p:nvPr/>
        </p:nvSpPr>
        <p:spPr>
          <a:xfrm xmlns:a="http://schemas.openxmlformats.org/drawingml/2006/main">
            <a:off x="6664251" y="4657725"/>
            <a:ext cx="486942"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0">
                <a:solidFill>
                  <a:srgbClr val="A6DAB5"/>
                </a:solidFill>
                <a:latin typeface="Tahoma"/>
                <a:ea typeface="Tahoma"/>
                <a:cs typeface="Tahoma"/>
              </a:defRPr>
            </a:pPr>
            <a:r>
              <a:rPr sz="2550" b="0">
                <a:solidFill>
                  <a:srgbClr val="A6DAB5"/>
                </a:solidFill>
                <a:latin typeface="Tahoma"/>
                <a:ea typeface="Tahoma"/>
                <a:cs typeface="Tahoma"/>
              </a:rPr>
              <a:t>عن</a:t>
            </a:r>
          </a:p>
        </p:txBody>
      </p:sp>
      <p:sp>
        <p:nvSpPr>
          <p:cNvPr id="42" name="text-726">
            <a:extLst xmlns:a="http://schemas.openxmlformats.org/drawingml/2006/main">
              <a:ext uri="{FF2B5EF4-FFF2-40B4-BE49-F238E27FC236}">
                <a16:creationId xmlns:a16="http://schemas.microsoft.com/office/drawing/2014/main" id="{72641C4D-571E-44DF-8099-7E385F35CA4E}"/>
              </a:ext>
            </a:extLst>
          </p:cNvPr>
          <p:cNvSpPr>
            <a:spLocks xmlns:a="http://schemas.openxmlformats.org/drawingml/2006/main" noGrp="1"/>
          </p:cNvSpPr>
          <p:nvPr/>
        </p:nvSpPr>
        <p:spPr>
          <a:xfrm xmlns:a="http://schemas.openxmlformats.org/drawingml/2006/main">
            <a:off x="5872699" y="4657725"/>
            <a:ext cx="709351"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0">
                <a:solidFill>
                  <a:srgbClr val="A6DAB5"/>
                </a:solidFill>
                <a:latin typeface="Tahoma"/>
                <a:ea typeface="Tahoma"/>
                <a:cs typeface="Tahoma"/>
              </a:defRPr>
            </a:pPr>
            <a:r>
              <a:rPr sz="2550" b="0">
                <a:solidFill>
                  <a:srgbClr val="A6DAB5"/>
                </a:solidFill>
                <a:latin typeface="Tahoma"/>
                <a:ea typeface="Tahoma"/>
                <a:cs typeface="Tahoma"/>
              </a:rPr>
              <a:t>صحة</a:t>
            </a:r>
          </a:p>
        </p:txBody>
      </p:sp>
      <p:sp>
        <p:nvSpPr>
          <p:cNvPr id="43" name="text-727">
            <a:extLst xmlns:a="http://schemas.openxmlformats.org/drawingml/2006/main">
              <a:ext uri="{FF2B5EF4-FFF2-40B4-BE49-F238E27FC236}">
                <a16:creationId xmlns:a16="http://schemas.microsoft.com/office/drawing/2014/main" id="{CDC0D997-D3A1-49BC-82BC-472B86700D78}"/>
              </a:ext>
            </a:extLst>
          </p:cNvPr>
          <p:cNvSpPr>
            <a:spLocks xmlns:a="http://schemas.openxmlformats.org/drawingml/2006/main" noGrp="1"/>
          </p:cNvSpPr>
          <p:nvPr/>
        </p:nvSpPr>
        <p:spPr>
          <a:xfrm xmlns:a="http://schemas.openxmlformats.org/drawingml/2006/main">
            <a:off x="4853635" y="4657725"/>
            <a:ext cx="936863"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550" b="0">
                <a:solidFill>
                  <a:srgbClr val="A6DAB5"/>
                </a:solidFill>
                <a:latin typeface="Tahoma"/>
                <a:ea typeface="Tahoma"/>
                <a:cs typeface="Tahoma"/>
              </a:defRPr>
            </a:pPr>
            <a:r>
              <a:rPr sz="2550" b="0">
                <a:solidFill>
                  <a:srgbClr val="A6DAB5"/>
                </a:solidFill>
                <a:latin typeface="Tahoma"/>
                <a:ea typeface="Tahoma"/>
                <a:cs typeface="Tahoma"/>
              </a:rPr>
              <a:t>الجواب</a:t>
            </a:r>
          </a:p>
        </p:txBody>
      </p:sp>
      <p:sp>
        <p:nvSpPr>
          <p:cNvPr id="44" name="text-728">
            <a:extLst xmlns:a="http://schemas.openxmlformats.org/drawingml/2006/main">
              <a:ext uri="{FF2B5EF4-FFF2-40B4-BE49-F238E27FC236}">
                <a16:creationId xmlns:a16="http://schemas.microsoft.com/office/drawing/2014/main" id="{0CC44146-C8D3-4EEE-98A5-FCE6CF18965B}"/>
              </a:ext>
            </a:extLst>
          </p:cNvPr>
          <p:cNvSpPr>
            <a:spLocks xmlns:a="http://schemas.openxmlformats.org/drawingml/2006/main" noGrp="1"/>
          </p:cNvSpPr>
          <p:nvPr/>
        </p:nvSpPr>
        <p:spPr>
          <a:xfrm xmlns:a="http://schemas.openxmlformats.org/drawingml/2006/main">
            <a:off x="10741094" y="5353050"/>
            <a:ext cx="841306"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DDC087"/>
                </a:solidFill>
                <a:latin typeface="Tahoma"/>
                <a:ea typeface="Tahoma"/>
                <a:cs typeface="Tahoma"/>
              </a:defRPr>
            </a:pPr>
            <a:r>
              <a:rPr sz="2025" b="0">
                <a:solidFill>
                  <a:srgbClr val="DDC087"/>
                </a:solidFill>
                <a:latin typeface="Tahoma"/>
                <a:ea typeface="Tahoma"/>
                <a:cs typeface="Tahoma"/>
              </a:rPr>
              <a:t>المراجع</a:t>
            </a:r>
          </a:p>
        </p:txBody>
      </p:sp>
      <p:sp>
        <p:nvSpPr>
          <p:cNvPr id="45" name="text-729">
            <a:extLst xmlns:a="http://schemas.openxmlformats.org/drawingml/2006/main">
              <a:ext uri="{FF2B5EF4-FFF2-40B4-BE49-F238E27FC236}">
                <a16:creationId xmlns:a16="http://schemas.microsoft.com/office/drawing/2014/main" id="{23C07EAA-E7EF-4FB6-A76B-1DD02BBDC9D1}"/>
              </a:ext>
            </a:extLst>
          </p:cNvPr>
          <p:cNvSpPr>
            <a:spLocks xmlns:a="http://schemas.openxmlformats.org/drawingml/2006/main" noGrp="1"/>
          </p:cNvSpPr>
          <p:nvPr/>
        </p:nvSpPr>
        <p:spPr>
          <a:xfrm xmlns:a="http://schemas.openxmlformats.org/drawingml/2006/main">
            <a:off x="9934200" y="5353050"/>
            <a:ext cx="745553"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DDC087"/>
                </a:solidFill>
                <a:latin typeface="Tahoma"/>
                <a:ea typeface="Tahoma"/>
                <a:cs typeface="Tahoma"/>
              </a:defRPr>
            </a:pPr>
            <a:r>
              <a:rPr sz="2025" b="0">
                <a:solidFill>
                  <a:srgbClr val="DDC087"/>
                </a:solidFill>
                <a:latin typeface="Tahoma"/>
                <a:ea typeface="Tahoma"/>
                <a:cs typeface="Tahoma"/>
              </a:rPr>
              <a:t>تشمل</a:t>
            </a:r>
          </a:p>
        </p:txBody>
      </p:sp>
      <p:sp>
        <p:nvSpPr>
          <p:cNvPr id="46" name="text-730">
            <a:extLst xmlns:a="http://schemas.openxmlformats.org/drawingml/2006/main">
              <a:ext uri="{FF2B5EF4-FFF2-40B4-BE49-F238E27FC236}">
                <a16:creationId xmlns:a16="http://schemas.microsoft.com/office/drawing/2014/main" id="{00088F74-2251-44E3-B570-1C8BA4A54EF6}"/>
              </a:ext>
            </a:extLst>
          </p:cNvPr>
          <p:cNvSpPr>
            <a:spLocks xmlns:a="http://schemas.openxmlformats.org/drawingml/2006/main" noGrp="1"/>
          </p:cNvSpPr>
          <p:nvPr/>
        </p:nvSpPr>
        <p:spPr>
          <a:xfrm xmlns:a="http://schemas.openxmlformats.org/drawingml/2006/main">
            <a:off x="9391901" y="5353050"/>
            <a:ext cx="480957"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DDC087"/>
                </a:solidFill>
                <a:latin typeface="Tahoma"/>
                <a:ea typeface="Tahoma"/>
                <a:cs typeface="Tahoma"/>
              </a:defRPr>
            </a:pPr>
            <a:r>
              <a:rPr sz="2025" b="0">
                <a:solidFill>
                  <a:srgbClr val="DDC087"/>
                </a:solidFill>
                <a:latin typeface="Tahoma"/>
                <a:ea typeface="Tahoma"/>
                <a:cs typeface="Tahoma"/>
              </a:rPr>
              <a:t>مِقْرأ</a:t>
            </a:r>
          </a:p>
        </p:txBody>
      </p:sp>
      <p:sp>
        <p:nvSpPr>
          <p:cNvPr id="47" name="text-731">
            <a:extLst xmlns:a="http://schemas.openxmlformats.org/drawingml/2006/main">
              <a:ext uri="{FF2B5EF4-FFF2-40B4-BE49-F238E27FC236}">
                <a16:creationId xmlns:a16="http://schemas.microsoft.com/office/drawing/2014/main" id="{8B852BA1-67C2-4B15-9723-10BAD7FD3D6E}"/>
              </a:ext>
            </a:extLst>
          </p:cNvPr>
          <p:cNvSpPr>
            <a:spLocks xmlns:a="http://schemas.openxmlformats.org/drawingml/2006/main" noGrp="1"/>
          </p:cNvSpPr>
          <p:nvPr/>
        </p:nvSpPr>
        <p:spPr>
          <a:xfrm xmlns:a="http://schemas.openxmlformats.org/drawingml/2006/main">
            <a:off x="8546942" y="5353050"/>
            <a:ext cx="783619"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DDC087"/>
                </a:solidFill>
                <a:latin typeface="Tahoma"/>
                <a:ea typeface="Tahoma"/>
                <a:cs typeface="Tahoma"/>
              </a:defRPr>
            </a:pPr>
            <a:r>
              <a:rPr sz="2025" b="0">
                <a:solidFill>
                  <a:srgbClr val="DDC087"/>
                </a:solidFill>
                <a:latin typeface="Tahoma"/>
                <a:ea typeface="Tahoma"/>
                <a:cs typeface="Tahoma"/>
              </a:rPr>
              <a:t>للدكتور</a:t>
            </a:r>
          </a:p>
        </p:txBody>
      </p:sp>
      <p:sp>
        <p:nvSpPr>
          <p:cNvPr id="48" name="text-732">
            <a:extLst xmlns:a="http://schemas.openxmlformats.org/drawingml/2006/main">
              <a:ext uri="{FF2B5EF4-FFF2-40B4-BE49-F238E27FC236}">
                <a16:creationId xmlns:a16="http://schemas.microsoft.com/office/drawing/2014/main" id="{0EF4648E-54F1-4610-94B4-A90DAB0DAEA3}"/>
              </a:ext>
            </a:extLst>
          </p:cNvPr>
          <p:cNvSpPr>
            <a:spLocks xmlns:a="http://schemas.openxmlformats.org/drawingml/2006/main" noGrp="1"/>
          </p:cNvSpPr>
          <p:nvPr/>
        </p:nvSpPr>
        <p:spPr>
          <a:xfrm xmlns:a="http://schemas.openxmlformats.org/drawingml/2006/main">
            <a:off x="7949311" y="5353050"/>
            <a:ext cx="536290"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DDC087"/>
                </a:solidFill>
                <a:latin typeface="Tahoma"/>
                <a:ea typeface="Tahoma"/>
                <a:cs typeface="Tahoma"/>
              </a:defRPr>
            </a:pPr>
            <a:r>
              <a:rPr sz="2025" b="0">
                <a:solidFill>
                  <a:srgbClr val="DDC087"/>
                </a:solidFill>
                <a:latin typeface="Tahoma"/>
                <a:ea typeface="Tahoma"/>
                <a:cs typeface="Tahoma"/>
              </a:rPr>
              <a:t>أيمن</a:t>
            </a:r>
          </a:p>
        </p:txBody>
      </p:sp>
      <p:sp>
        <p:nvSpPr>
          <p:cNvPr id="49" name="text-733">
            <a:extLst xmlns:a="http://schemas.openxmlformats.org/drawingml/2006/main">
              <a:ext uri="{FF2B5EF4-FFF2-40B4-BE49-F238E27FC236}">
                <a16:creationId xmlns:a16="http://schemas.microsoft.com/office/drawing/2014/main" id="{4A9336BA-FA4A-4793-A188-C39243CDBC4D}"/>
              </a:ext>
            </a:extLst>
          </p:cNvPr>
          <p:cNvSpPr>
            <a:spLocks xmlns:a="http://schemas.openxmlformats.org/drawingml/2006/main" noGrp="1"/>
          </p:cNvSpPr>
          <p:nvPr/>
        </p:nvSpPr>
        <p:spPr>
          <a:xfrm xmlns:a="http://schemas.openxmlformats.org/drawingml/2006/main">
            <a:off x="7403284" y="5353050"/>
            <a:ext cx="484685"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DDC087"/>
                </a:solidFill>
                <a:latin typeface="Tahoma"/>
                <a:ea typeface="Tahoma"/>
                <a:cs typeface="Tahoma"/>
              </a:defRPr>
            </a:pPr>
            <a:r>
              <a:rPr sz="2025" b="0">
                <a:solidFill>
                  <a:srgbClr val="DDC087"/>
                </a:solidFill>
                <a:latin typeface="Tahoma"/>
                <a:ea typeface="Tahoma"/>
                <a:cs typeface="Tahoma"/>
              </a:rPr>
              <a:t>فاتح</a:t>
            </a:r>
          </a:p>
        </p:txBody>
      </p:sp>
      <p:sp>
        <p:nvSpPr>
          <p:cNvPr id="50" name="text-734">
            <a:extLst xmlns:a="http://schemas.openxmlformats.org/drawingml/2006/main">
              <a:ext uri="{FF2B5EF4-FFF2-40B4-BE49-F238E27FC236}">
                <a16:creationId xmlns:a16="http://schemas.microsoft.com/office/drawing/2014/main" id="{04E4920C-1D62-4334-905D-A6AC4033523C}"/>
              </a:ext>
            </a:extLst>
          </p:cNvPr>
          <p:cNvSpPr>
            <a:spLocks xmlns:a="http://schemas.openxmlformats.org/drawingml/2006/main" noGrp="1"/>
          </p:cNvSpPr>
          <p:nvPr/>
        </p:nvSpPr>
        <p:spPr>
          <a:xfrm xmlns:a="http://schemas.openxmlformats.org/drawingml/2006/main">
            <a:off x="6713825" y="5353050"/>
            <a:ext cx="628118"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DDC087"/>
                </a:solidFill>
                <a:latin typeface="Tahoma"/>
                <a:ea typeface="Tahoma"/>
                <a:cs typeface="Tahoma"/>
              </a:defRPr>
            </a:pPr>
            <a:r>
              <a:rPr sz="2025" b="0">
                <a:solidFill>
                  <a:srgbClr val="DDC087"/>
                </a:solidFill>
                <a:latin typeface="Tahoma"/>
                <a:ea typeface="Tahoma"/>
                <a:cs typeface="Tahoma"/>
              </a:rPr>
              <a:t>العامر</a:t>
            </a:r>
          </a:p>
        </p:txBody>
      </p:sp>
      <p:sp>
        <p:nvSpPr>
          <p:cNvPr id="51" name="text-735">
            <a:extLst xmlns:a="http://schemas.openxmlformats.org/drawingml/2006/main">
              <a:ext uri="{FF2B5EF4-FFF2-40B4-BE49-F238E27FC236}">
                <a16:creationId xmlns:a16="http://schemas.microsoft.com/office/drawing/2014/main" id="{3BF6BE9A-A6EB-4E12-B243-67C897C5918C}"/>
              </a:ext>
            </a:extLst>
          </p:cNvPr>
          <p:cNvSpPr>
            <a:spLocks xmlns:a="http://schemas.openxmlformats.org/drawingml/2006/main" noGrp="1"/>
          </p:cNvSpPr>
          <p:nvPr/>
        </p:nvSpPr>
        <p:spPr>
          <a:xfrm xmlns:a="http://schemas.openxmlformats.org/drawingml/2006/main">
            <a:off x="11027960" y="5781675"/>
            <a:ext cx="55444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تغطية</a:t>
            </a:r>
          </a:p>
        </p:txBody>
      </p:sp>
      <p:sp>
        <p:nvSpPr>
          <p:cNvPr id="52" name="text-736">
            <a:extLst xmlns:a="http://schemas.openxmlformats.org/drawingml/2006/main">
              <a:ext uri="{FF2B5EF4-FFF2-40B4-BE49-F238E27FC236}">
                <a16:creationId xmlns:a16="http://schemas.microsoft.com/office/drawing/2014/main" id="{75999033-F558-40DC-9366-7E6312F74F7D}"/>
              </a:ext>
            </a:extLst>
          </p:cNvPr>
          <p:cNvSpPr>
            <a:spLocks xmlns:a="http://schemas.openxmlformats.org/drawingml/2006/main" noGrp="1"/>
          </p:cNvSpPr>
          <p:nvPr/>
        </p:nvSpPr>
        <p:spPr>
          <a:xfrm xmlns:a="http://schemas.openxmlformats.org/drawingml/2006/main">
            <a:off x="10252113" y="5781675"/>
            <a:ext cx="72936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الفهرس</a:t>
            </a:r>
          </a:p>
        </p:txBody>
      </p:sp>
      <p:sp>
        <p:nvSpPr>
          <p:cNvPr id="53" name="text-737">
            <a:extLst xmlns:a="http://schemas.openxmlformats.org/drawingml/2006/main">
              <a:ext uri="{FF2B5EF4-FFF2-40B4-BE49-F238E27FC236}">
                <a16:creationId xmlns:a16="http://schemas.microsoft.com/office/drawing/2014/main" id="{4BD00F51-104F-48F3-BD4D-D4C3186D2388}"/>
              </a:ext>
            </a:extLst>
          </p:cNvPr>
          <p:cNvSpPr>
            <a:spLocks xmlns:a="http://schemas.openxmlformats.org/drawingml/2006/main" noGrp="1"/>
          </p:cNvSpPr>
          <p:nvPr/>
        </p:nvSpPr>
        <p:spPr>
          <a:xfrm xmlns:a="http://schemas.openxmlformats.org/drawingml/2006/main">
            <a:off x="9425740" y="5781675"/>
            <a:ext cx="77989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والحقوق</a:t>
            </a:r>
          </a:p>
        </p:txBody>
      </p:sp>
      <p:sp>
        <p:nvSpPr>
          <p:cNvPr id="54" name="text-738">
            <a:extLst xmlns:a="http://schemas.openxmlformats.org/drawingml/2006/main">
              <a:ext uri="{FF2B5EF4-FFF2-40B4-BE49-F238E27FC236}">
                <a16:creationId xmlns:a16="http://schemas.microsoft.com/office/drawing/2014/main" id="{EF4BD9D2-696D-432F-90DA-F3514F4FCA5E}"/>
              </a:ext>
            </a:extLst>
          </p:cNvPr>
          <p:cNvSpPr>
            <a:spLocks xmlns:a="http://schemas.openxmlformats.org/drawingml/2006/main" noGrp="1"/>
          </p:cNvSpPr>
          <p:nvPr/>
        </p:nvSpPr>
        <p:spPr>
          <a:xfrm xmlns:a="http://schemas.openxmlformats.org/drawingml/2006/main">
            <a:off x="8851405" y="5781675"/>
            <a:ext cx="52785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معلنة</a:t>
            </a:r>
          </a:p>
        </p:txBody>
      </p:sp>
      <p:sp>
        <p:nvSpPr>
          <p:cNvPr id="55" name="text-739">
            <a:extLst xmlns:a="http://schemas.openxmlformats.org/drawingml/2006/main">
              <a:ext uri="{FF2B5EF4-FFF2-40B4-BE49-F238E27FC236}">
                <a16:creationId xmlns:a16="http://schemas.microsoft.com/office/drawing/2014/main" id="{4BC13275-CD17-4220-908A-89A35D00AEBB}"/>
              </a:ext>
            </a:extLst>
          </p:cNvPr>
          <p:cNvSpPr>
            <a:spLocks xmlns:a="http://schemas.openxmlformats.org/drawingml/2006/main" noGrp="1"/>
          </p:cNvSpPr>
          <p:nvPr/>
        </p:nvSpPr>
        <p:spPr>
          <a:xfrm xmlns:a="http://schemas.openxmlformats.org/drawingml/2006/main">
            <a:off x="8463083" y="5781675"/>
            <a:ext cx="34184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في</a:t>
            </a:r>
          </a:p>
        </p:txBody>
      </p:sp>
      <p:sp>
        <p:nvSpPr>
          <p:cNvPr id="56" name="text-740">
            <a:extLst xmlns:a="http://schemas.openxmlformats.org/drawingml/2006/main">
              <a:ext uri="{FF2B5EF4-FFF2-40B4-BE49-F238E27FC236}">
                <a16:creationId xmlns:a16="http://schemas.microsoft.com/office/drawing/2014/main" id="{FF31EA65-191D-4203-A2A7-4ED87769701E}"/>
              </a:ext>
            </a:extLst>
          </p:cNvPr>
          <p:cNvSpPr>
            <a:spLocks xmlns:a="http://schemas.openxmlformats.org/drawingml/2006/main" noGrp="1"/>
          </p:cNvSpPr>
          <p:nvPr/>
        </p:nvSpPr>
        <p:spPr>
          <a:xfrm xmlns:a="http://schemas.openxmlformats.org/drawingml/2006/main">
            <a:off x="7864123" y="5781675"/>
            <a:ext cx="55247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سجل</a:t>
            </a:r>
          </a:p>
        </p:txBody>
      </p:sp>
      <p:sp>
        <p:nvSpPr>
          <p:cNvPr id="57" name="text-741">
            <a:extLst xmlns:a="http://schemas.openxmlformats.org/drawingml/2006/main">
              <a:ext uri="{FF2B5EF4-FFF2-40B4-BE49-F238E27FC236}">
                <a16:creationId xmlns:a16="http://schemas.microsoft.com/office/drawing/2014/main" id="{897DC47C-4F29-4DF8-A1A3-0DD3E2BD21C0}"/>
              </a:ext>
            </a:extLst>
          </p:cNvPr>
          <p:cNvSpPr>
            <a:spLocks xmlns:a="http://schemas.openxmlformats.org/drawingml/2006/main" noGrp="1"/>
          </p:cNvSpPr>
          <p:nvPr/>
        </p:nvSpPr>
        <p:spPr>
          <a:xfrm xmlns:a="http://schemas.openxmlformats.org/drawingml/2006/main">
            <a:off x="7127420" y="5781675"/>
            <a:ext cx="69022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المصادر</a:t>
            </a:r>
          </a:p>
        </p:txBody>
      </p:sp>
    </p:spTree>
    <p:extLst>
      <p:ext uri="{BB962C8B-B14F-4D97-AF65-F5344CB8AC3E}">
        <p14:creationId xmlns:p14="http://schemas.microsoft.com/office/powerpoint/2010/main" val="1555627512"/>
      </p:ext>
    </p:extLst>
  </p:cSld>
</p:sld>
</file>

<file path=ppt/slides/slide15.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91" name="text-742">
            <a:extLst xmlns:a="http://schemas.openxmlformats.org/drawingml/2006/main">
              <a:ext uri="{FF2B5EF4-FFF2-40B4-BE49-F238E27FC236}">
                <a16:creationId xmlns:a16="http://schemas.microsoft.com/office/drawing/2014/main" id="{B40A5ACF-272B-4821-8DA9-5F178652617A}"/>
              </a:ext>
            </a:extLst>
          </p:cNvPr>
          <p:cNvSpPr>
            <a:spLocks xmlns:a="http://schemas.openxmlformats.org/drawingml/2006/main" noGrp="1"/>
          </p:cNvSpPr>
          <p:nvPr/>
        </p:nvSpPr>
        <p:spPr>
          <a:xfrm xmlns:a="http://schemas.openxmlformats.org/drawingml/2006/main">
            <a:off x="10295946" y="457200"/>
            <a:ext cx="1286454"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مصادر</a:t>
            </a:r>
          </a:p>
        </p:txBody>
      </p:sp>
      <p:sp>
        <p:nvSpPr>
          <p:cNvPr id="2" name="text-743">
            <a:extLst xmlns:a="http://schemas.openxmlformats.org/drawingml/2006/main">
              <a:ext uri="{FF2B5EF4-FFF2-40B4-BE49-F238E27FC236}">
                <a16:creationId xmlns:a16="http://schemas.microsoft.com/office/drawing/2014/main" id="{B24A7464-855B-45E9-8129-340AE3F538D8}"/>
              </a:ext>
            </a:extLst>
          </p:cNvPr>
          <p:cNvSpPr>
            <a:spLocks xmlns:a="http://schemas.openxmlformats.org/drawingml/2006/main" noGrp="1"/>
          </p:cNvSpPr>
          <p:nvPr/>
        </p:nvSpPr>
        <p:spPr>
          <a:xfrm xmlns:a="http://schemas.openxmlformats.org/drawingml/2006/main">
            <a:off x="8589805" y="457200"/>
            <a:ext cx="157660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المعرفة</a:t>
            </a:r>
          </a:p>
        </p:txBody>
      </p:sp>
      <p:sp>
        <p:nvSpPr>
          <p:cNvPr id="3" name="text-744">
            <a:extLst xmlns:a="http://schemas.openxmlformats.org/drawingml/2006/main">
              <a:ext uri="{FF2B5EF4-FFF2-40B4-BE49-F238E27FC236}">
                <a16:creationId xmlns:a16="http://schemas.microsoft.com/office/drawing/2014/main" id="{0B9140C7-196B-40BD-A50E-5D5E39BD995B}"/>
              </a:ext>
            </a:extLst>
          </p:cNvPr>
          <p:cNvSpPr>
            <a:spLocks xmlns:a="http://schemas.openxmlformats.org/drawingml/2006/main" noGrp="1"/>
          </p:cNvSpPr>
          <p:nvPr/>
        </p:nvSpPr>
        <p:spPr>
          <a:xfrm xmlns:a="http://schemas.openxmlformats.org/drawingml/2006/main">
            <a:off x="6093165" y="457200"/>
            <a:ext cx="236710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واستخدامها</a:t>
            </a:r>
          </a:p>
        </p:txBody>
      </p:sp>
      <p:sp>
        <p:nvSpPr>
          <p:cNvPr id="4" name="text-745">
            <a:extLst xmlns:a="http://schemas.openxmlformats.org/drawingml/2006/main">
              <a:ext uri="{FF2B5EF4-FFF2-40B4-BE49-F238E27FC236}">
                <a16:creationId xmlns:a16="http://schemas.microsoft.com/office/drawing/2014/main" id="{A940D418-77F2-4D15-AFC2-F3F87B30646F}"/>
              </a:ext>
            </a:extLst>
          </p:cNvPr>
          <p:cNvSpPr>
            <a:spLocks xmlns:a="http://schemas.openxmlformats.org/drawingml/2006/main" noGrp="1"/>
          </p:cNvSpPr>
          <p:nvPr/>
        </p:nvSpPr>
        <p:spPr>
          <a:xfrm xmlns:a="http://schemas.openxmlformats.org/drawingml/2006/main">
            <a:off x="4501637" y="457200"/>
            <a:ext cx="146198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الفعلي</a:t>
            </a:r>
          </a:p>
        </p:txBody>
      </p:sp>
      <p:sp>
        <p:nvSpPr>
          <p:cNvPr id="5" name="shape-746">
            <a:extLst xmlns:a="http://schemas.openxmlformats.org/drawingml/2006/main">
              <a:ext uri="{FF2B5EF4-FFF2-40B4-BE49-F238E27FC236}">
                <a16:creationId xmlns:a16="http://schemas.microsoft.com/office/drawing/2014/main" id="{B296B4AE-9891-4E7B-A1A1-D8D3CBA1F946}"/>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6" name="text-747">
            <a:extLst xmlns:a="http://schemas.openxmlformats.org/drawingml/2006/main">
              <a:ext uri="{FF2B5EF4-FFF2-40B4-BE49-F238E27FC236}">
                <a16:creationId xmlns:a16="http://schemas.microsoft.com/office/drawing/2014/main" id="{BA567838-05B3-462C-B535-6FD6005E463A}"/>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7" name="text-748">
            <a:extLst xmlns:a="http://schemas.openxmlformats.org/drawingml/2006/main">
              <a:ext uri="{FF2B5EF4-FFF2-40B4-BE49-F238E27FC236}">
                <a16:creationId xmlns:a16="http://schemas.microsoft.com/office/drawing/2014/main" id="{A2C6BCD8-0870-4900-91A2-4E4E620D1B06}"/>
              </a:ext>
            </a:extLst>
          </p:cNvPr>
          <p:cNvSpPr>
            <a:spLocks xmlns:a="http://schemas.openxmlformats.org/drawingml/2006/main" noGrp="1"/>
          </p:cNvSpPr>
          <p:nvPr/>
        </p:nvSpPr>
        <p:spPr>
          <a:xfrm xmlns:a="http://schemas.openxmlformats.org/drawingml/2006/main">
            <a:off x="10750417"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8" name="text-749">
            <a:extLst xmlns:a="http://schemas.openxmlformats.org/drawingml/2006/main">
              <a:ext uri="{FF2B5EF4-FFF2-40B4-BE49-F238E27FC236}">
                <a16:creationId xmlns:a16="http://schemas.microsoft.com/office/drawing/2014/main" id="{B2019DC1-FCC7-4963-A223-C7A654CACD20}"/>
              </a:ext>
            </a:extLst>
          </p:cNvPr>
          <p:cNvSpPr>
            <a:spLocks xmlns:a="http://schemas.openxmlformats.org/drawingml/2006/main" noGrp="1"/>
          </p:cNvSpPr>
          <p:nvPr/>
        </p:nvSpPr>
        <p:spPr>
          <a:xfrm xmlns:a="http://schemas.openxmlformats.org/drawingml/2006/main">
            <a:off x="1019689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9" name="text-750">
            <a:extLst xmlns:a="http://schemas.openxmlformats.org/drawingml/2006/main">
              <a:ext uri="{FF2B5EF4-FFF2-40B4-BE49-F238E27FC236}">
                <a16:creationId xmlns:a16="http://schemas.microsoft.com/office/drawing/2014/main" id="{0A825822-50EB-467F-A51D-4BFD886FD25B}"/>
              </a:ext>
            </a:extLst>
          </p:cNvPr>
          <p:cNvSpPr>
            <a:spLocks xmlns:a="http://schemas.openxmlformats.org/drawingml/2006/main" noGrp="1"/>
          </p:cNvSpPr>
          <p:nvPr/>
        </p:nvSpPr>
        <p:spPr>
          <a:xfrm xmlns:a="http://schemas.openxmlformats.org/drawingml/2006/main">
            <a:off x="10003334"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0" name="text-751">
            <a:extLst xmlns:a="http://schemas.openxmlformats.org/drawingml/2006/main">
              <a:ext uri="{FF2B5EF4-FFF2-40B4-BE49-F238E27FC236}">
                <a16:creationId xmlns:a16="http://schemas.microsoft.com/office/drawing/2014/main" id="{2FE09087-7629-458D-85B4-A0C1BC55333A}"/>
              </a:ext>
            </a:extLst>
          </p:cNvPr>
          <p:cNvSpPr>
            <a:spLocks xmlns:a="http://schemas.openxmlformats.org/drawingml/2006/main" noGrp="1"/>
          </p:cNvSpPr>
          <p:nvPr/>
        </p:nvSpPr>
        <p:spPr>
          <a:xfrm xmlns:a="http://schemas.openxmlformats.org/drawingml/2006/main">
            <a:off x="95360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1" name="text-752">
            <a:extLst xmlns:a="http://schemas.openxmlformats.org/drawingml/2006/main">
              <a:ext uri="{FF2B5EF4-FFF2-40B4-BE49-F238E27FC236}">
                <a16:creationId xmlns:a16="http://schemas.microsoft.com/office/drawing/2014/main" id="{FEEDBCA6-1FE9-418E-8EEF-3586AB750275}"/>
              </a:ext>
            </a:extLst>
          </p:cNvPr>
          <p:cNvSpPr>
            <a:spLocks xmlns:a="http://schemas.openxmlformats.org/drawingml/2006/main" noGrp="1"/>
          </p:cNvSpPr>
          <p:nvPr/>
        </p:nvSpPr>
        <p:spPr>
          <a:xfrm xmlns:a="http://schemas.openxmlformats.org/drawingml/2006/main">
            <a:off x="9056406"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2" name="text-753">
            <a:extLst xmlns:a="http://schemas.openxmlformats.org/drawingml/2006/main">
              <a:ext uri="{FF2B5EF4-FFF2-40B4-BE49-F238E27FC236}">
                <a16:creationId xmlns:a16="http://schemas.microsoft.com/office/drawing/2014/main" id="{B6053EB3-A951-4609-95F4-04E099F1D0F6}"/>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15</a:t>
            </a:r>
          </a:p>
        </p:txBody>
      </p:sp>
      <p:sp>
        <p:nvSpPr>
          <p:cNvPr id="13" name="text-754">
            <a:extLst xmlns:a="http://schemas.openxmlformats.org/drawingml/2006/main">
              <a:ext uri="{FF2B5EF4-FFF2-40B4-BE49-F238E27FC236}">
                <a16:creationId xmlns:a16="http://schemas.microsoft.com/office/drawing/2014/main" id="{DC3B31E5-B57A-4BE3-BD82-5D6F0A719633}"/>
              </a:ext>
            </a:extLst>
          </p:cNvPr>
          <p:cNvSpPr>
            <a:spLocks xmlns:a="http://schemas.openxmlformats.org/drawingml/2006/main" noGrp="1"/>
          </p:cNvSpPr>
          <p:nvPr/>
        </p:nvSpPr>
        <p:spPr>
          <a:xfrm xmlns:a="http://schemas.openxmlformats.org/drawingml/2006/main">
            <a:off x="10724710" y="1085850"/>
            <a:ext cx="857690"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٢١٬٣١٢</a:t>
            </a:r>
          </a:p>
        </p:txBody>
      </p:sp>
      <p:sp>
        <p:nvSpPr>
          <p:cNvPr id="14" name="text-755">
            <a:extLst xmlns:a="http://schemas.openxmlformats.org/drawingml/2006/main">
              <a:ext uri="{FF2B5EF4-FFF2-40B4-BE49-F238E27FC236}">
                <a16:creationId xmlns:a16="http://schemas.microsoft.com/office/drawing/2014/main" id="{C0A4A2E5-2F54-4907-963F-972F16FB3099}"/>
              </a:ext>
            </a:extLst>
          </p:cNvPr>
          <p:cNvSpPr>
            <a:spLocks xmlns:a="http://schemas.openxmlformats.org/drawingml/2006/main" noGrp="1"/>
          </p:cNvSpPr>
          <p:nvPr/>
        </p:nvSpPr>
        <p:spPr>
          <a:xfrm xmlns:a="http://schemas.openxmlformats.org/drawingml/2006/main">
            <a:off x="9991674" y="1085850"/>
            <a:ext cx="646072"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سجل</a:t>
            </a:r>
          </a:p>
        </p:txBody>
      </p:sp>
      <p:sp>
        <p:nvSpPr>
          <p:cNvPr id="15" name="text-756">
            <a:extLst xmlns:a="http://schemas.openxmlformats.org/drawingml/2006/main">
              <a:ext uri="{FF2B5EF4-FFF2-40B4-BE49-F238E27FC236}">
                <a16:creationId xmlns:a16="http://schemas.microsoft.com/office/drawing/2014/main" id="{85D43517-2063-4F06-8EDF-BB7496CF0963}"/>
              </a:ext>
            </a:extLst>
          </p:cNvPr>
          <p:cNvSpPr>
            <a:spLocks xmlns:a="http://schemas.openxmlformats.org/drawingml/2006/main" noGrp="1"/>
          </p:cNvSpPr>
          <p:nvPr/>
        </p:nvSpPr>
        <p:spPr>
          <a:xfrm xmlns:a="http://schemas.openxmlformats.org/drawingml/2006/main">
            <a:off x="9230580" y="1085850"/>
            <a:ext cx="674131"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شاهد</a:t>
            </a:r>
          </a:p>
        </p:txBody>
      </p:sp>
      <p:sp>
        <p:nvSpPr>
          <p:cNvPr id="16" name="text-757">
            <a:extLst xmlns:a="http://schemas.openxmlformats.org/drawingml/2006/main">
              <a:ext uri="{FF2B5EF4-FFF2-40B4-BE49-F238E27FC236}">
                <a16:creationId xmlns:a16="http://schemas.microsoft.com/office/drawing/2014/main" id="{7FFB4997-B5D5-40D5-8464-FCAE6C2F9383}"/>
              </a:ext>
            </a:extLst>
          </p:cNvPr>
          <p:cNvSpPr>
            <a:spLocks xmlns:a="http://schemas.openxmlformats.org/drawingml/2006/main" noGrp="1"/>
          </p:cNvSpPr>
          <p:nvPr/>
        </p:nvSpPr>
        <p:spPr>
          <a:xfrm xmlns:a="http://schemas.openxmlformats.org/drawingml/2006/main">
            <a:off x="8347146" y="1085850"/>
            <a:ext cx="796471"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خارجي</a:t>
            </a:r>
          </a:p>
        </p:txBody>
      </p:sp>
      <p:sp>
        <p:nvSpPr>
          <p:cNvPr id="17" name="text-758">
            <a:extLst xmlns:a="http://schemas.openxmlformats.org/drawingml/2006/main">
              <a:ext uri="{FF2B5EF4-FFF2-40B4-BE49-F238E27FC236}">
                <a16:creationId xmlns:a16="http://schemas.microsoft.com/office/drawing/2014/main" id="{459B00AC-24B3-4A19-B452-D8AF9A849E61}"/>
              </a:ext>
            </a:extLst>
          </p:cNvPr>
          <p:cNvSpPr>
            <a:spLocks xmlns:a="http://schemas.openxmlformats.org/drawingml/2006/main" noGrp="1"/>
          </p:cNvSpPr>
          <p:nvPr/>
        </p:nvSpPr>
        <p:spPr>
          <a:xfrm xmlns:a="http://schemas.openxmlformats.org/drawingml/2006/main">
            <a:off x="7863107" y="1085850"/>
            <a:ext cx="397075"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في</a:t>
            </a:r>
          </a:p>
        </p:txBody>
      </p:sp>
      <p:sp>
        <p:nvSpPr>
          <p:cNvPr id="18" name="text-759">
            <a:extLst xmlns:a="http://schemas.openxmlformats.org/drawingml/2006/main">
              <a:ext uri="{FF2B5EF4-FFF2-40B4-BE49-F238E27FC236}">
                <a16:creationId xmlns:a16="http://schemas.microsoft.com/office/drawing/2014/main" id="{7FC02BBC-11FD-43EB-8A9A-DAFF02BBCA6C}"/>
              </a:ext>
            </a:extLst>
          </p:cNvPr>
          <p:cNvSpPr>
            <a:spLocks xmlns:a="http://schemas.openxmlformats.org/drawingml/2006/main" noGrp="1"/>
          </p:cNvSpPr>
          <p:nvPr/>
        </p:nvSpPr>
        <p:spPr>
          <a:xfrm xmlns:a="http://schemas.openxmlformats.org/drawingml/2006/main">
            <a:off x="7211796" y="1085850"/>
            <a:ext cx="564349"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لقطة</a:t>
            </a:r>
          </a:p>
        </p:txBody>
      </p:sp>
      <p:sp>
        <p:nvSpPr>
          <p:cNvPr id="19" name="text-760">
            <a:extLst xmlns:a="http://schemas.openxmlformats.org/drawingml/2006/main">
              <a:ext uri="{FF2B5EF4-FFF2-40B4-BE49-F238E27FC236}">
                <a16:creationId xmlns:a16="http://schemas.microsoft.com/office/drawing/2014/main" id="{4160E3CD-A317-4D2A-87D5-9B69C6B07A82}"/>
              </a:ext>
            </a:extLst>
          </p:cNvPr>
          <p:cNvSpPr>
            <a:spLocks xmlns:a="http://schemas.openxmlformats.org/drawingml/2006/main" noGrp="1"/>
          </p:cNvSpPr>
          <p:nvPr/>
        </p:nvSpPr>
        <p:spPr>
          <a:xfrm xmlns:a="http://schemas.openxmlformats.org/drawingml/2006/main">
            <a:off x="6940846" y="1085850"/>
            <a:ext cx="183986"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٣</a:t>
            </a:r>
          </a:p>
        </p:txBody>
      </p:sp>
      <p:sp>
        <p:nvSpPr>
          <p:cNvPr id="20" name="text-761">
            <a:extLst xmlns:a="http://schemas.openxmlformats.org/drawingml/2006/main">
              <a:ext uri="{FF2B5EF4-FFF2-40B4-BE49-F238E27FC236}">
                <a16:creationId xmlns:a16="http://schemas.microsoft.com/office/drawing/2014/main" id="{D9FCA185-ABC0-4927-A2FD-AE1626A328DB}"/>
              </a:ext>
            </a:extLst>
          </p:cNvPr>
          <p:cNvSpPr>
            <a:spLocks xmlns:a="http://schemas.openxmlformats.org/drawingml/2006/main" noGrp="1"/>
          </p:cNvSpPr>
          <p:nvPr/>
        </p:nvSpPr>
        <p:spPr>
          <a:xfrm xmlns:a="http://schemas.openxmlformats.org/drawingml/2006/main">
            <a:off x="6251273" y="1085850"/>
            <a:ext cx="602611"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أكتوبر</a:t>
            </a:r>
          </a:p>
        </p:txBody>
      </p:sp>
      <p:sp>
        <p:nvSpPr>
          <p:cNvPr id="21" name="text-762">
            <a:extLst xmlns:a="http://schemas.openxmlformats.org/drawingml/2006/main">
              <a:ext uri="{FF2B5EF4-FFF2-40B4-BE49-F238E27FC236}">
                <a16:creationId xmlns:a16="http://schemas.microsoft.com/office/drawing/2014/main" id="{7E607C5E-1900-4EE4-A851-9EE816F1B8E3}"/>
              </a:ext>
            </a:extLst>
          </p:cNvPr>
          <p:cNvSpPr>
            <a:spLocks xmlns:a="http://schemas.openxmlformats.org/drawingml/2006/main" noGrp="1"/>
          </p:cNvSpPr>
          <p:nvPr/>
        </p:nvSpPr>
        <p:spPr>
          <a:xfrm xmlns:a="http://schemas.openxmlformats.org/drawingml/2006/main">
            <a:off x="5542862" y="1085850"/>
            <a:ext cx="621447"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5B9AB"/>
                </a:solidFill>
                <a:latin typeface="Tahoma"/>
                <a:ea typeface="Tahoma"/>
                <a:cs typeface="Tahoma"/>
              </a:defRPr>
            </a:pPr>
            <a:r>
              <a:rPr sz="1950" b="0">
                <a:solidFill>
                  <a:srgbClr val="A5B9AB"/>
                </a:solidFill>
                <a:latin typeface="Tahoma"/>
                <a:ea typeface="Tahoma"/>
                <a:cs typeface="Tahoma"/>
              </a:rPr>
              <a:t>٢٠٢٦</a:t>
            </a:r>
          </a:p>
        </p:txBody>
      </p:sp>
      <p:sp>
        <p:nvSpPr>
          <p:cNvPr id="22" name="shape-763">
            <a:extLst xmlns:a="http://schemas.openxmlformats.org/drawingml/2006/main">
              <a:ext uri="{FF2B5EF4-FFF2-40B4-BE49-F238E27FC236}">
                <a16:creationId xmlns:a16="http://schemas.microsoft.com/office/drawing/2014/main" id="{35F40540-6861-43E8-9664-26F49A5A0F2F}"/>
              </a:ext>
            </a:extLst>
            <ns0:hlinkClick xmlns:ns0="http://schemas.openxmlformats.org/drawingml/2006/main" xmlns:ns1="http://schemas.openxmlformats.org/officeDocument/2006/relationships" ns1:id="rIdSourceLink1"/>
          </p:cNvPr>
          <p:cNvSpPr>
            <a:spLocks xmlns:a="http://schemas.openxmlformats.org/drawingml/2006/main" noGrp="1"/>
          </p:cNvSpPr>
          <p:nvPr/>
        </p:nvSpPr>
        <p:spPr>
          <a:xfrm xmlns:a="http://schemas.openxmlformats.org/drawingml/2006/main">
            <a:off x="6286500" y="15716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23" name="text-764">
            <a:extLst xmlns:a="http://schemas.openxmlformats.org/drawingml/2006/main">
              <a:ext uri="{FF2B5EF4-FFF2-40B4-BE49-F238E27FC236}">
                <a16:creationId xmlns:a16="http://schemas.microsoft.com/office/drawing/2014/main" id="{25BB5CCA-8287-4D85-8644-A4646C30973E}"/>
              </a:ext>
            </a:extLst>
            <ns2:hlinkClick xmlns:ns2="http://schemas.openxmlformats.org/drawingml/2006/main" xmlns:ns3="http://schemas.openxmlformats.org/officeDocument/2006/relationships" ns3:id="rIdSourceLink1"/>
          </p:cNvPr>
          <p:cNvSpPr>
            <a:spLocks xmlns:a="http://schemas.openxmlformats.org/drawingml/2006/main" noGrp="1"/>
          </p:cNvSpPr>
          <p:nvPr/>
        </p:nvSpPr>
        <p:spPr>
          <a:xfrm xmlns:a="http://schemas.openxmlformats.org/drawingml/2006/main">
            <a:off x="10468844" y="1609725"/>
            <a:ext cx="95163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الجمهرة</a:t>
            </a:r>
          </a:p>
        </p:txBody>
      </p:sp>
      <p:sp>
        <p:nvSpPr>
          <p:cNvPr id="24" name="text-765">
            <a:extLst xmlns:a="http://schemas.openxmlformats.org/drawingml/2006/main">
              <a:ext uri="{FF2B5EF4-FFF2-40B4-BE49-F238E27FC236}">
                <a16:creationId xmlns:a16="http://schemas.microsoft.com/office/drawing/2014/main" id="{5328B1D8-E566-4B45-99BC-27C689EEABBA}"/>
              </a:ext>
            </a:extLst>
            <ns4:hlinkClick xmlns:ns4="http://schemas.openxmlformats.org/drawingml/2006/main" xmlns:ns5="http://schemas.openxmlformats.org/officeDocument/2006/relationships" ns5:id="rIdSourceLink1"/>
          </p:cNvPr>
          <p:cNvSpPr>
            <a:spLocks xmlns:a="http://schemas.openxmlformats.org/drawingml/2006/main" noGrp="1"/>
          </p:cNvSpPr>
          <p:nvPr/>
        </p:nvSpPr>
        <p:spPr>
          <a:xfrm xmlns:a="http://schemas.openxmlformats.org/drawingml/2006/main">
            <a:off x="10812370" y="1990725"/>
            <a:ext cx="60810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٦٬٤٥٦</a:t>
            </a:r>
          </a:p>
        </p:txBody>
      </p:sp>
      <p:sp>
        <p:nvSpPr>
          <p:cNvPr id="25" name="text-766">
            <a:extLst xmlns:a="http://schemas.openxmlformats.org/drawingml/2006/main">
              <a:ext uri="{FF2B5EF4-FFF2-40B4-BE49-F238E27FC236}">
                <a16:creationId xmlns:a16="http://schemas.microsoft.com/office/drawing/2014/main" id="{18C04013-D712-4D6A-A959-659DB2A1ECFF}"/>
              </a:ext>
            </a:extLst>
            <ns6:hlinkClick xmlns:ns6="http://schemas.openxmlformats.org/drawingml/2006/main" xmlns:ns7="http://schemas.openxmlformats.org/officeDocument/2006/relationships" ns7:id="rIdSourceLink1"/>
          </p:cNvPr>
          <p:cNvSpPr>
            <a:spLocks xmlns:a="http://schemas.openxmlformats.org/drawingml/2006/main" noGrp="1"/>
          </p:cNvSpPr>
          <p:nvPr/>
        </p:nvSpPr>
        <p:spPr>
          <a:xfrm xmlns:a="http://schemas.openxmlformats.org/drawingml/2006/main">
            <a:off x="10187681" y="1990725"/>
            <a:ext cx="549632"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سجلًا</a:t>
            </a:r>
          </a:p>
        </p:txBody>
      </p:sp>
      <p:sp>
        <p:nvSpPr>
          <p:cNvPr id="26" name="text-767">
            <a:extLst xmlns:a="http://schemas.openxmlformats.org/drawingml/2006/main">
              <a:ext uri="{FF2B5EF4-FFF2-40B4-BE49-F238E27FC236}">
                <a16:creationId xmlns:a16="http://schemas.microsoft.com/office/drawing/2014/main" id="{C1126ABA-5DD1-4288-8B11-F02594DBA212}"/>
              </a:ext>
            </a:extLst>
            <ns8:hlinkClick xmlns:ns8="http://schemas.openxmlformats.org/drawingml/2006/main" xmlns:ns9="http://schemas.openxmlformats.org/officeDocument/2006/relationships" ns9:id="rIdSourceLink1"/>
          </p:cNvPr>
          <p:cNvSpPr>
            <a:spLocks xmlns:a="http://schemas.openxmlformats.org/drawingml/2006/main" noGrp="1"/>
          </p:cNvSpPr>
          <p:nvPr/>
        </p:nvSpPr>
        <p:spPr>
          <a:xfrm xmlns:a="http://schemas.openxmlformats.org/drawingml/2006/main">
            <a:off x="9801981" y="1990725"/>
            <a:ext cx="31064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من</a:t>
            </a:r>
          </a:p>
        </p:txBody>
      </p:sp>
      <p:sp>
        <p:nvSpPr>
          <p:cNvPr id="27" name="text-768">
            <a:extLst xmlns:a="http://schemas.openxmlformats.org/drawingml/2006/main">
              <a:ext uri="{FF2B5EF4-FFF2-40B4-BE49-F238E27FC236}">
                <a16:creationId xmlns:a16="http://schemas.microsoft.com/office/drawing/2014/main" id="{8E33C2AF-9D86-4AA3-A01F-EC2708C53B41}"/>
              </a:ext>
            </a:extLst>
            <ns10:hlinkClick xmlns:ns10="http://schemas.openxmlformats.org/drawingml/2006/main" xmlns:ns11="http://schemas.openxmlformats.org/officeDocument/2006/relationships" ns11:id="rIdSourceLink1"/>
          </p:cNvPr>
          <p:cNvSpPr>
            <a:spLocks xmlns:a="http://schemas.openxmlformats.org/drawingml/2006/main" noGrp="1"/>
          </p:cNvSpPr>
          <p:nvPr/>
        </p:nvSpPr>
        <p:spPr>
          <a:xfrm xmlns:a="http://schemas.openxmlformats.org/drawingml/2006/main">
            <a:off x="8936438" y="1990725"/>
            <a:ext cx="79048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الشواهد</a:t>
            </a:r>
          </a:p>
        </p:txBody>
      </p:sp>
      <p:sp>
        <p:nvSpPr>
          <p:cNvPr id="28" name="text-769">
            <a:extLst xmlns:a="http://schemas.openxmlformats.org/drawingml/2006/main">
              <a:ext uri="{FF2B5EF4-FFF2-40B4-BE49-F238E27FC236}">
                <a16:creationId xmlns:a16="http://schemas.microsoft.com/office/drawing/2014/main" id="{D00923FF-4ED5-46A2-89ED-4ABFBB1E8A86}"/>
              </a:ext>
            </a:extLst>
            <ns12:hlinkClick xmlns:ns12="http://schemas.openxmlformats.org/drawingml/2006/main" xmlns:ns13="http://schemas.openxmlformats.org/officeDocument/2006/relationships" ns13:id="rIdSourceLink1"/>
          </p:cNvPr>
          <p:cNvSpPr>
            <a:spLocks xmlns:a="http://schemas.openxmlformats.org/drawingml/2006/main" noGrp="1"/>
          </p:cNvSpPr>
          <p:nvPr/>
        </p:nvSpPr>
        <p:spPr>
          <a:xfrm xmlns:a="http://schemas.openxmlformats.org/drawingml/2006/main">
            <a:off x="8079822" y="1990725"/>
            <a:ext cx="78155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الخارجية</a:t>
            </a:r>
          </a:p>
        </p:txBody>
      </p:sp>
      <p:sp>
        <p:nvSpPr>
          <p:cNvPr id="29" name="text-770">
            <a:extLst xmlns:a="http://schemas.openxmlformats.org/drawingml/2006/main">
              <a:ext uri="{FF2B5EF4-FFF2-40B4-BE49-F238E27FC236}">
                <a16:creationId xmlns:a16="http://schemas.microsoft.com/office/drawing/2014/main" id="{1196DCF5-A4CC-4C30-B6AC-5C266C883D6D}"/>
              </a:ext>
            </a:extLst>
            <ns14:hlinkClick xmlns:ns14="http://schemas.openxmlformats.org/drawingml/2006/main" xmlns:ns15="http://schemas.openxmlformats.org/officeDocument/2006/relationships" ns15:id="rIdSourceLink1"/>
          </p:cNvPr>
          <p:cNvSpPr>
            <a:spLocks xmlns:a="http://schemas.openxmlformats.org/drawingml/2006/main" noGrp="1"/>
          </p:cNvSpPr>
          <p:nvPr/>
        </p:nvSpPr>
        <p:spPr>
          <a:xfrm xmlns:a="http://schemas.openxmlformats.org/drawingml/2006/main">
            <a:off x="6448425" y="23526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islamic-content.com</a:t>
            </a:r>
          </a:p>
        </p:txBody>
      </p:sp>
      <p:sp>
        <p:nvSpPr>
          <p:cNvPr id="30" name="shape-771">
            <a:extLst xmlns:a="http://schemas.openxmlformats.org/drawingml/2006/main">
              <a:ext uri="{FF2B5EF4-FFF2-40B4-BE49-F238E27FC236}">
                <a16:creationId xmlns:a16="http://schemas.microsoft.com/office/drawing/2014/main" id="{4DCA9811-DB79-4DFC-9B1D-26DFB128CE3E}"/>
              </a:ext>
            </a:extLst>
            <ns16:hlinkClick xmlns:ns16="http://schemas.openxmlformats.org/drawingml/2006/main" xmlns:ns17="http://schemas.openxmlformats.org/officeDocument/2006/relationships" ns17:id="rIdSourceLink2"/>
          </p:cNvPr>
          <p:cNvSpPr>
            <a:spLocks xmlns:a="http://schemas.openxmlformats.org/drawingml/2006/main" noGrp="1"/>
          </p:cNvSpPr>
          <p:nvPr/>
        </p:nvSpPr>
        <p:spPr>
          <a:xfrm xmlns:a="http://schemas.openxmlformats.org/drawingml/2006/main">
            <a:off x="609600" y="15716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31" name="text-772">
            <a:extLst xmlns:a="http://schemas.openxmlformats.org/drawingml/2006/main">
              <a:ext uri="{FF2B5EF4-FFF2-40B4-BE49-F238E27FC236}">
                <a16:creationId xmlns:a16="http://schemas.microsoft.com/office/drawing/2014/main" id="{AEC6FBFF-D5A7-4BEC-A73E-1151B90B23B1}"/>
              </a:ext>
            </a:extLst>
            <ns18:hlinkClick xmlns:ns18="http://schemas.openxmlformats.org/drawingml/2006/main" xmlns:ns19="http://schemas.openxmlformats.org/officeDocument/2006/relationships" ns19:id="rIdSourceLink2"/>
          </p:cNvPr>
          <p:cNvSpPr>
            <a:spLocks xmlns:a="http://schemas.openxmlformats.org/drawingml/2006/main" noGrp="1"/>
          </p:cNvSpPr>
          <p:nvPr/>
        </p:nvSpPr>
        <p:spPr>
          <a:xfrm xmlns:a="http://schemas.openxmlformats.org/drawingml/2006/main">
            <a:off x="5174018" y="1609725"/>
            <a:ext cx="56955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الدرر</a:t>
            </a:r>
          </a:p>
        </p:txBody>
      </p:sp>
      <p:sp>
        <p:nvSpPr>
          <p:cNvPr id="32" name="text-773">
            <a:extLst xmlns:a="http://schemas.openxmlformats.org/drawingml/2006/main">
              <a:ext uri="{FF2B5EF4-FFF2-40B4-BE49-F238E27FC236}">
                <a16:creationId xmlns:a16="http://schemas.microsoft.com/office/drawing/2014/main" id="{93AF0FB9-F048-422E-A603-1BE9A350DBE6}"/>
              </a:ext>
            </a:extLst>
            <ns20:hlinkClick xmlns:ns20="http://schemas.openxmlformats.org/drawingml/2006/main" xmlns:ns21="http://schemas.openxmlformats.org/officeDocument/2006/relationships" ns21:id="rIdSourceLink2"/>
          </p:cNvPr>
          <p:cNvSpPr>
            <a:spLocks xmlns:a="http://schemas.openxmlformats.org/drawingml/2006/main" noGrp="1"/>
          </p:cNvSpPr>
          <p:nvPr/>
        </p:nvSpPr>
        <p:spPr>
          <a:xfrm xmlns:a="http://schemas.openxmlformats.org/drawingml/2006/main">
            <a:off x="4257652" y="1609725"/>
            <a:ext cx="83711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السنية</a:t>
            </a:r>
          </a:p>
        </p:txBody>
      </p:sp>
      <p:sp>
        <p:nvSpPr>
          <p:cNvPr id="33" name="text-774">
            <a:extLst xmlns:a="http://schemas.openxmlformats.org/drawingml/2006/main">
              <a:ext uri="{FF2B5EF4-FFF2-40B4-BE49-F238E27FC236}">
                <a16:creationId xmlns:a16="http://schemas.microsoft.com/office/drawing/2014/main" id="{9109C762-4341-47C6-B1A0-0CCB4DA7B989}"/>
              </a:ext>
            </a:extLst>
            <ns22:hlinkClick xmlns:ns22="http://schemas.openxmlformats.org/drawingml/2006/main" xmlns:ns23="http://schemas.openxmlformats.org/officeDocument/2006/relationships" ns23:id="rIdSourceLink2"/>
          </p:cNvPr>
          <p:cNvSpPr>
            <a:spLocks xmlns:a="http://schemas.openxmlformats.org/drawingml/2006/main" noGrp="1"/>
          </p:cNvSpPr>
          <p:nvPr/>
        </p:nvSpPr>
        <p:spPr>
          <a:xfrm xmlns:a="http://schemas.openxmlformats.org/drawingml/2006/main">
            <a:off x="5012051" y="1990725"/>
            <a:ext cx="73152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١٣٬٨٨٨</a:t>
            </a:r>
          </a:p>
        </p:txBody>
      </p:sp>
      <p:sp>
        <p:nvSpPr>
          <p:cNvPr id="34" name="text-775">
            <a:extLst xmlns:a="http://schemas.openxmlformats.org/drawingml/2006/main">
              <a:ext uri="{FF2B5EF4-FFF2-40B4-BE49-F238E27FC236}">
                <a16:creationId xmlns:a16="http://schemas.microsoft.com/office/drawing/2014/main" id="{8C5ECAD5-6DEC-403D-A9C2-F13A8F05B24C}"/>
              </a:ext>
            </a:extLst>
            <ns24:hlinkClick xmlns:ns24="http://schemas.openxmlformats.org/drawingml/2006/main" xmlns:ns25="http://schemas.openxmlformats.org/officeDocument/2006/relationships" ns25:id="rIdSourceLink2"/>
          </p:cNvPr>
          <p:cNvSpPr>
            <a:spLocks xmlns:a="http://schemas.openxmlformats.org/drawingml/2006/main" noGrp="1"/>
          </p:cNvSpPr>
          <p:nvPr/>
        </p:nvSpPr>
        <p:spPr>
          <a:xfrm xmlns:a="http://schemas.openxmlformats.org/drawingml/2006/main">
            <a:off x="4387362" y="1990725"/>
            <a:ext cx="549632"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سجلًا</a:t>
            </a:r>
          </a:p>
        </p:txBody>
      </p:sp>
      <p:sp>
        <p:nvSpPr>
          <p:cNvPr id="35" name="text-776">
            <a:extLst xmlns:a="http://schemas.openxmlformats.org/drawingml/2006/main">
              <a:ext uri="{FF2B5EF4-FFF2-40B4-BE49-F238E27FC236}">
                <a16:creationId xmlns:a16="http://schemas.microsoft.com/office/drawing/2014/main" id="{C48DA50F-014F-4C7F-A880-1FBD99E89A69}"/>
              </a:ext>
            </a:extLst>
            <ns26:hlinkClick xmlns:ns26="http://schemas.openxmlformats.org/drawingml/2006/main" xmlns:ns27="http://schemas.openxmlformats.org/officeDocument/2006/relationships" ns27:id="rIdSourceLink2"/>
          </p:cNvPr>
          <p:cNvSpPr>
            <a:spLocks xmlns:a="http://schemas.openxmlformats.org/drawingml/2006/main" noGrp="1"/>
          </p:cNvSpPr>
          <p:nvPr/>
        </p:nvSpPr>
        <p:spPr>
          <a:xfrm xmlns:a="http://schemas.openxmlformats.org/drawingml/2006/main">
            <a:off x="4001662" y="1990725"/>
            <a:ext cx="31064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من</a:t>
            </a:r>
          </a:p>
        </p:txBody>
      </p:sp>
      <p:sp>
        <p:nvSpPr>
          <p:cNvPr id="36" name="text-777">
            <a:extLst xmlns:a="http://schemas.openxmlformats.org/drawingml/2006/main">
              <a:ext uri="{FF2B5EF4-FFF2-40B4-BE49-F238E27FC236}">
                <a16:creationId xmlns:a16="http://schemas.microsoft.com/office/drawing/2014/main" id="{3BE27285-19FC-44FF-A5F5-A82096EFA8A1}"/>
              </a:ext>
            </a:extLst>
            <ns28:hlinkClick xmlns:ns28="http://schemas.openxmlformats.org/drawingml/2006/main" xmlns:ns29="http://schemas.openxmlformats.org/officeDocument/2006/relationships" ns29:id="rIdSourceLink2"/>
          </p:cNvPr>
          <p:cNvSpPr>
            <a:spLocks xmlns:a="http://schemas.openxmlformats.org/drawingml/2006/main" noGrp="1"/>
          </p:cNvSpPr>
          <p:nvPr/>
        </p:nvSpPr>
        <p:spPr>
          <a:xfrm xmlns:a="http://schemas.openxmlformats.org/drawingml/2006/main">
            <a:off x="3136119" y="1990725"/>
            <a:ext cx="79048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الشواهد</a:t>
            </a:r>
          </a:p>
        </p:txBody>
      </p:sp>
      <p:sp>
        <p:nvSpPr>
          <p:cNvPr id="37" name="text-778">
            <a:extLst xmlns:a="http://schemas.openxmlformats.org/drawingml/2006/main">
              <a:ext uri="{FF2B5EF4-FFF2-40B4-BE49-F238E27FC236}">
                <a16:creationId xmlns:a16="http://schemas.microsoft.com/office/drawing/2014/main" id="{5A2C478B-CAD6-49F8-80C4-85A72780ED71}"/>
              </a:ext>
            </a:extLst>
            <ns30:hlinkClick xmlns:ns30="http://schemas.openxmlformats.org/drawingml/2006/main" xmlns:ns31="http://schemas.openxmlformats.org/officeDocument/2006/relationships" ns31:id="rIdSourceLink2"/>
          </p:cNvPr>
          <p:cNvSpPr>
            <a:spLocks xmlns:a="http://schemas.openxmlformats.org/drawingml/2006/main" noGrp="1"/>
          </p:cNvSpPr>
          <p:nvPr/>
        </p:nvSpPr>
        <p:spPr>
          <a:xfrm xmlns:a="http://schemas.openxmlformats.org/drawingml/2006/main">
            <a:off x="2279503" y="1990725"/>
            <a:ext cx="78155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الخارجية</a:t>
            </a:r>
          </a:p>
        </p:txBody>
      </p:sp>
      <p:sp>
        <p:nvSpPr>
          <p:cNvPr id="38" name="text-779">
            <a:extLst xmlns:a="http://schemas.openxmlformats.org/drawingml/2006/main">
              <a:ext uri="{FF2B5EF4-FFF2-40B4-BE49-F238E27FC236}">
                <a16:creationId xmlns:a16="http://schemas.microsoft.com/office/drawing/2014/main" id="{DD3BE687-A34B-42D5-B1F9-B0DC23936FB1}"/>
              </a:ext>
            </a:extLst>
            <ns32:hlinkClick xmlns:ns32="http://schemas.openxmlformats.org/drawingml/2006/main" xmlns:ns33="http://schemas.openxmlformats.org/officeDocument/2006/relationships" ns33:id="rIdSourceLink2"/>
          </p:cNvPr>
          <p:cNvSpPr>
            <a:spLocks xmlns:a="http://schemas.openxmlformats.org/drawingml/2006/main" noGrp="1"/>
          </p:cNvSpPr>
          <p:nvPr/>
        </p:nvSpPr>
        <p:spPr>
          <a:xfrm xmlns:a="http://schemas.openxmlformats.org/drawingml/2006/main">
            <a:off x="771525" y="23526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a:t>
            </a:r>
          </a:p>
        </p:txBody>
      </p:sp>
      <p:sp>
        <p:nvSpPr>
          <p:cNvPr id="39" name="shape-780">
            <a:extLst xmlns:a="http://schemas.openxmlformats.org/drawingml/2006/main">
              <a:ext uri="{FF2B5EF4-FFF2-40B4-BE49-F238E27FC236}">
                <a16:creationId xmlns:a16="http://schemas.microsoft.com/office/drawing/2014/main" id="{9D4B3FE3-C377-4107-9A06-96986D536277}"/>
              </a:ext>
            </a:extLst>
            <ns34:hlinkClick xmlns:ns34="http://schemas.openxmlformats.org/drawingml/2006/main" xmlns:ns35="http://schemas.openxmlformats.org/officeDocument/2006/relationships" ns35:id="rIdSourceLink3"/>
          </p:cNvPr>
          <p:cNvSpPr>
            <a:spLocks xmlns:a="http://schemas.openxmlformats.org/drawingml/2006/main" noGrp="1"/>
          </p:cNvSpPr>
          <p:nvPr/>
        </p:nvSpPr>
        <p:spPr>
          <a:xfrm xmlns:a="http://schemas.openxmlformats.org/drawingml/2006/main">
            <a:off x="6286500" y="28670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40" name="text-781">
            <a:extLst xmlns:a="http://schemas.openxmlformats.org/drawingml/2006/main">
              <a:ext uri="{FF2B5EF4-FFF2-40B4-BE49-F238E27FC236}">
                <a16:creationId xmlns:a16="http://schemas.microsoft.com/office/drawing/2014/main" id="{9E79D12E-E0F9-4FBF-A3D9-A9556F0AAAA8}"/>
              </a:ext>
            </a:extLst>
            <ns36:hlinkClick xmlns:ns36="http://schemas.openxmlformats.org/drawingml/2006/main" xmlns:ns37="http://schemas.openxmlformats.org/officeDocument/2006/relationships" ns37:id="rIdSourceLink3"/>
          </p:cNvPr>
          <p:cNvSpPr>
            <a:spLocks xmlns:a="http://schemas.openxmlformats.org/drawingml/2006/main" noGrp="1"/>
          </p:cNvSpPr>
          <p:nvPr/>
        </p:nvSpPr>
        <p:spPr>
          <a:xfrm xmlns:a="http://schemas.openxmlformats.org/drawingml/2006/main">
            <a:off x="10174437" y="2905125"/>
            <a:ext cx="124603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الموسوعة</a:t>
            </a:r>
          </a:p>
        </p:txBody>
      </p:sp>
      <p:sp>
        <p:nvSpPr>
          <p:cNvPr id="41" name="text-782">
            <a:extLst xmlns:a="http://schemas.openxmlformats.org/drawingml/2006/main">
              <a:ext uri="{FF2B5EF4-FFF2-40B4-BE49-F238E27FC236}">
                <a16:creationId xmlns:a16="http://schemas.microsoft.com/office/drawing/2014/main" id="{7E426AEA-3402-4A74-BD96-77C27CB2E555}"/>
              </a:ext>
            </a:extLst>
            <ns38:hlinkClick xmlns:ns38="http://schemas.openxmlformats.org/drawingml/2006/main" xmlns:ns39="http://schemas.openxmlformats.org/officeDocument/2006/relationships" ns39:id="rIdSourceLink3"/>
          </p:cNvPr>
          <p:cNvSpPr>
            <a:spLocks xmlns:a="http://schemas.openxmlformats.org/drawingml/2006/main" noGrp="1"/>
          </p:cNvSpPr>
          <p:nvPr/>
        </p:nvSpPr>
        <p:spPr>
          <a:xfrm xmlns:a="http://schemas.openxmlformats.org/drawingml/2006/main">
            <a:off x="9208442" y="2905125"/>
            <a:ext cx="88674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القرآنية</a:t>
            </a:r>
          </a:p>
        </p:txBody>
      </p:sp>
      <p:sp>
        <p:nvSpPr>
          <p:cNvPr id="42" name="text-783">
            <a:extLst xmlns:a="http://schemas.openxmlformats.org/drawingml/2006/main">
              <a:ext uri="{FF2B5EF4-FFF2-40B4-BE49-F238E27FC236}">
                <a16:creationId xmlns:a16="http://schemas.microsoft.com/office/drawing/2014/main" id="{14B0B9C8-E37A-4335-847E-6E5479C70E85}"/>
              </a:ext>
            </a:extLst>
            <ns40:hlinkClick xmlns:ns40="http://schemas.openxmlformats.org/drawingml/2006/main" xmlns:ns41="http://schemas.openxmlformats.org/officeDocument/2006/relationships" ns41:id="rIdSourceLink3"/>
          </p:cNvPr>
          <p:cNvSpPr>
            <a:spLocks xmlns:a="http://schemas.openxmlformats.org/drawingml/2006/main" noGrp="1"/>
          </p:cNvSpPr>
          <p:nvPr/>
        </p:nvSpPr>
        <p:spPr>
          <a:xfrm xmlns:a="http://schemas.openxmlformats.org/drawingml/2006/main">
            <a:off x="11012117" y="3286125"/>
            <a:ext cx="40835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١٧٤</a:t>
            </a:r>
          </a:p>
        </p:txBody>
      </p:sp>
      <p:sp>
        <p:nvSpPr>
          <p:cNvPr id="43" name="text-784">
            <a:extLst xmlns:a="http://schemas.openxmlformats.org/drawingml/2006/main">
              <a:ext uri="{FF2B5EF4-FFF2-40B4-BE49-F238E27FC236}">
                <a16:creationId xmlns:a16="http://schemas.microsoft.com/office/drawing/2014/main" id="{4BAF7023-8277-481E-9FD0-AD965C713135}"/>
              </a:ext>
            </a:extLst>
            <ns42:hlinkClick xmlns:ns42="http://schemas.openxmlformats.org/drawingml/2006/main" xmlns:ns43="http://schemas.openxmlformats.org/officeDocument/2006/relationships" ns43:id="rIdSourceLink3"/>
          </p:cNvPr>
          <p:cNvSpPr>
            <a:spLocks xmlns:a="http://schemas.openxmlformats.org/drawingml/2006/main" noGrp="1"/>
          </p:cNvSpPr>
          <p:nvPr/>
        </p:nvSpPr>
        <p:spPr>
          <a:xfrm xmlns:a="http://schemas.openxmlformats.org/drawingml/2006/main">
            <a:off x="10387428" y="3286125"/>
            <a:ext cx="549632"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سجلًا</a:t>
            </a:r>
          </a:p>
        </p:txBody>
      </p:sp>
      <p:sp>
        <p:nvSpPr>
          <p:cNvPr id="44" name="text-785">
            <a:extLst xmlns:a="http://schemas.openxmlformats.org/drawingml/2006/main">
              <a:ext uri="{FF2B5EF4-FFF2-40B4-BE49-F238E27FC236}">
                <a16:creationId xmlns:a16="http://schemas.microsoft.com/office/drawing/2014/main" id="{1C256ED2-6786-4F63-A0A1-5ABFD27B9125}"/>
              </a:ext>
            </a:extLst>
            <ns44:hlinkClick xmlns:ns44="http://schemas.openxmlformats.org/drawingml/2006/main" xmlns:ns45="http://schemas.openxmlformats.org/officeDocument/2006/relationships" ns45:id="rIdSourceLink3"/>
          </p:cNvPr>
          <p:cNvSpPr>
            <a:spLocks xmlns:a="http://schemas.openxmlformats.org/drawingml/2006/main" noGrp="1"/>
          </p:cNvSpPr>
          <p:nvPr/>
        </p:nvSpPr>
        <p:spPr>
          <a:xfrm xmlns:a="http://schemas.openxmlformats.org/drawingml/2006/main">
            <a:off x="10001728" y="3286125"/>
            <a:ext cx="31064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من</a:t>
            </a:r>
          </a:p>
        </p:txBody>
      </p:sp>
      <p:sp>
        <p:nvSpPr>
          <p:cNvPr id="45" name="text-786">
            <a:extLst xmlns:a="http://schemas.openxmlformats.org/drawingml/2006/main">
              <a:ext uri="{FF2B5EF4-FFF2-40B4-BE49-F238E27FC236}">
                <a16:creationId xmlns:a16="http://schemas.microsoft.com/office/drawing/2014/main" id="{34998498-5820-4F10-9D3F-962296AC44C0}"/>
              </a:ext>
            </a:extLst>
            <ns46:hlinkClick xmlns:ns46="http://schemas.openxmlformats.org/drawingml/2006/main" xmlns:ns47="http://schemas.openxmlformats.org/officeDocument/2006/relationships" ns47:id="rIdSourceLink3"/>
          </p:cNvPr>
          <p:cNvSpPr>
            <a:spLocks xmlns:a="http://schemas.openxmlformats.org/drawingml/2006/main" noGrp="1"/>
          </p:cNvSpPr>
          <p:nvPr/>
        </p:nvSpPr>
        <p:spPr>
          <a:xfrm xmlns:a="http://schemas.openxmlformats.org/drawingml/2006/main">
            <a:off x="9136185" y="3286125"/>
            <a:ext cx="79048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الشواهد</a:t>
            </a:r>
          </a:p>
        </p:txBody>
      </p:sp>
      <p:sp>
        <p:nvSpPr>
          <p:cNvPr id="46" name="text-787">
            <a:extLst xmlns:a="http://schemas.openxmlformats.org/drawingml/2006/main">
              <a:ext uri="{FF2B5EF4-FFF2-40B4-BE49-F238E27FC236}">
                <a16:creationId xmlns:a16="http://schemas.microsoft.com/office/drawing/2014/main" id="{B7B23769-9716-49D7-A723-C5BD2A88E03A}"/>
              </a:ext>
            </a:extLst>
            <ns48:hlinkClick xmlns:ns48="http://schemas.openxmlformats.org/drawingml/2006/main" xmlns:ns49="http://schemas.openxmlformats.org/officeDocument/2006/relationships" ns49:id="rIdSourceLink3"/>
          </p:cNvPr>
          <p:cNvSpPr>
            <a:spLocks xmlns:a="http://schemas.openxmlformats.org/drawingml/2006/main" noGrp="1"/>
          </p:cNvSpPr>
          <p:nvPr/>
        </p:nvSpPr>
        <p:spPr>
          <a:xfrm xmlns:a="http://schemas.openxmlformats.org/drawingml/2006/main">
            <a:off x="8279569" y="3286125"/>
            <a:ext cx="78155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الخارجية</a:t>
            </a:r>
          </a:p>
        </p:txBody>
      </p:sp>
      <p:sp>
        <p:nvSpPr>
          <p:cNvPr id="47" name="text-788">
            <a:extLst xmlns:a="http://schemas.openxmlformats.org/drawingml/2006/main">
              <a:ext uri="{FF2B5EF4-FFF2-40B4-BE49-F238E27FC236}">
                <a16:creationId xmlns:a16="http://schemas.microsoft.com/office/drawing/2014/main" id="{20051921-8586-4827-B147-29C4EFA84BF0}"/>
              </a:ext>
            </a:extLst>
            <ns50:hlinkClick xmlns:ns50="http://schemas.openxmlformats.org/drawingml/2006/main" xmlns:ns51="http://schemas.openxmlformats.org/officeDocument/2006/relationships" ns51:id="rIdSourceLink3"/>
          </p:cNvPr>
          <p:cNvSpPr>
            <a:spLocks xmlns:a="http://schemas.openxmlformats.org/drawingml/2006/main" noGrp="1"/>
          </p:cNvSpPr>
          <p:nvPr/>
        </p:nvSpPr>
        <p:spPr>
          <a:xfrm xmlns:a="http://schemas.openxmlformats.org/drawingml/2006/main">
            <a:off x="6448425" y="36480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quranpedia.net</a:t>
            </a:r>
          </a:p>
        </p:txBody>
      </p:sp>
      <p:sp>
        <p:nvSpPr>
          <p:cNvPr id="48" name="shape-789">
            <a:extLst xmlns:a="http://schemas.openxmlformats.org/drawingml/2006/main">
              <a:ext uri="{FF2B5EF4-FFF2-40B4-BE49-F238E27FC236}">
                <a16:creationId xmlns:a16="http://schemas.microsoft.com/office/drawing/2014/main" id="{6D59414F-CCCF-4EEE-8CF4-2B4F7EB19AAA}"/>
              </a:ext>
            </a:extLst>
            <ns52:hlinkClick xmlns:ns52="http://schemas.openxmlformats.org/drawingml/2006/main" xmlns:ns53="http://schemas.openxmlformats.org/officeDocument/2006/relationships" ns53:id="rIdSourceLink4"/>
          </p:cNvPr>
          <p:cNvSpPr>
            <a:spLocks xmlns:a="http://schemas.openxmlformats.org/drawingml/2006/main" noGrp="1"/>
          </p:cNvSpPr>
          <p:nvPr/>
        </p:nvSpPr>
        <p:spPr>
          <a:xfrm xmlns:a="http://schemas.openxmlformats.org/drawingml/2006/main">
            <a:off x="609600" y="28670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49" name="text-790">
            <a:extLst xmlns:a="http://schemas.openxmlformats.org/drawingml/2006/main">
              <a:ext uri="{FF2B5EF4-FFF2-40B4-BE49-F238E27FC236}">
                <a16:creationId xmlns:a16="http://schemas.microsoft.com/office/drawing/2014/main" id="{89FF4B9C-D906-4503-9087-AFF4A8414216}"/>
              </a:ext>
            </a:extLst>
            <ns54:hlinkClick xmlns:ns54="http://schemas.openxmlformats.org/drawingml/2006/main" xmlns:ns55="http://schemas.openxmlformats.org/officeDocument/2006/relationships" ns55:id="rIdSourceLink4"/>
          </p:cNvPr>
          <p:cNvSpPr>
            <a:spLocks xmlns:a="http://schemas.openxmlformats.org/drawingml/2006/main" noGrp="1"/>
          </p:cNvSpPr>
          <p:nvPr/>
        </p:nvSpPr>
        <p:spPr>
          <a:xfrm xmlns:a="http://schemas.openxmlformats.org/drawingml/2006/main">
            <a:off x="4556577" y="2905125"/>
            <a:ext cx="118699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المستودع</a:t>
            </a:r>
          </a:p>
        </p:txBody>
      </p:sp>
      <p:sp>
        <p:nvSpPr>
          <p:cNvPr id="50" name="text-791">
            <a:extLst xmlns:a="http://schemas.openxmlformats.org/drawingml/2006/main">
              <a:ext uri="{FF2B5EF4-FFF2-40B4-BE49-F238E27FC236}">
                <a16:creationId xmlns:a16="http://schemas.microsoft.com/office/drawing/2014/main" id="{B59B2E12-A8BB-4D99-B65F-9CBB8487697B}"/>
              </a:ext>
            </a:extLst>
            <ns56:hlinkClick xmlns:ns56="http://schemas.openxmlformats.org/drawingml/2006/main" xmlns:ns57="http://schemas.openxmlformats.org/officeDocument/2006/relationships" ns57:id="rIdSourceLink4"/>
          </p:cNvPr>
          <p:cNvSpPr>
            <a:spLocks xmlns:a="http://schemas.openxmlformats.org/drawingml/2006/main" noGrp="1"/>
          </p:cNvSpPr>
          <p:nvPr/>
        </p:nvSpPr>
        <p:spPr>
          <a:xfrm xmlns:a="http://schemas.openxmlformats.org/drawingml/2006/main">
            <a:off x="3587709" y="2905125"/>
            <a:ext cx="88962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الدعوي</a:t>
            </a:r>
          </a:p>
        </p:txBody>
      </p:sp>
      <p:sp>
        <p:nvSpPr>
          <p:cNvPr id="51" name="text-792">
            <a:extLst xmlns:a="http://schemas.openxmlformats.org/drawingml/2006/main">
              <a:ext uri="{FF2B5EF4-FFF2-40B4-BE49-F238E27FC236}">
                <a16:creationId xmlns:a16="http://schemas.microsoft.com/office/drawing/2014/main" id="{069A0D5D-DAB6-4F99-AE79-C57AC72960AD}"/>
              </a:ext>
            </a:extLst>
            <ns58:hlinkClick xmlns:ns58="http://schemas.openxmlformats.org/drawingml/2006/main" xmlns:ns59="http://schemas.openxmlformats.org/officeDocument/2006/relationships" ns59:id="rIdSourceLink4"/>
          </p:cNvPr>
          <p:cNvSpPr>
            <a:spLocks xmlns:a="http://schemas.openxmlformats.org/drawingml/2006/main" noGrp="1"/>
          </p:cNvSpPr>
          <p:nvPr/>
        </p:nvSpPr>
        <p:spPr>
          <a:xfrm xmlns:a="http://schemas.openxmlformats.org/drawingml/2006/main">
            <a:off x="2603091" y="2905125"/>
            <a:ext cx="90537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الرقمي</a:t>
            </a:r>
          </a:p>
        </p:txBody>
      </p:sp>
      <p:sp>
        <p:nvSpPr>
          <p:cNvPr id="52" name="text-793">
            <a:extLst xmlns:a="http://schemas.openxmlformats.org/drawingml/2006/main">
              <a:ext uri="{FF2B5EF4-FFF2-40B4-BE49-F238E27FC236}">
                <a16:creationId xmlns:a16="http://schemas.microsoft.com/office/drawing/2014/main" id="{9C70D0EA-BBB1-4F84-9C08-57A683C6B9BD}"/>
              </a:ext>
            </a:extLst>
            <ns60:hlinkClick xmlns:ns60="http://schemas.openxmlformats.org/drawingml/2006/main" xmlns:ns61="http://schemas.openxmlformats.org/officeDocument/2006/relationships" ns61:id="rIdSourceLink4"/>
          </p:cNvPr>
          <p:cNvSpPr>
            <a:spLocks xmlns:a="http://schemas.openxmlformats.org/drawingml/2006/main" noGrp="1"/>
          </p:cNvSpPr>
          <p:nvPr/>
        </p:nvSpPr>
        <p:spPr>
          <a:xfrm xmlns:a="http://schemas.openxmlformats.org/drawingml/2006/main">
            <a:off x="5335217" y="3286125"/>
            <a:ext cx="40835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٧٩٤</a:t>
            </a:r>
          </a:p>
        </p:txBody>
      </p:sp>
      <p:sp>
        <p:nvSpPr>
          <p:cNvPr id="53" name="text-794">
            <a:extLst xmlns:a="http://schemas.openxmlformats.org/drawingml/2006/main">
              <a:ext uri="{FF2B5EF4-FFF2-40B4-BE49-F238E27FC236}">
                <a16:creationId xmlns:a16="http://schemas.microsoft.com/office/drawing/2014/main" id="{910D864D-A795-4D1D-B0DB-BDDFB3C29E64}"/>
              </a:ext>
            </a:extLst>
            <ns62:hlinkClick xmlns:ns62="http://schemas.openxmlformats.org/drawingml/2006/main" xmlns:ns63="http://schemas.openxmlformats.org/officeDocument/2006/relationships" ns63:id="rIdSourceLink4"/>
          </p:cNvPr>
          <p:cNvSpPr>
            <a:spLocks xmlns:a="http://schemas.openxmlformats.org/drawingml/2006/main" noGrp="1"/>
          </p:cNvSpPr>
          <p:nvPr/>
        </p:nvSpPr>
        <p:spPr>
          <a:xfrm xmlns:a="http://schemas.openxmlformats.org/drawingml/2006/main">
            <a:off x="4710528" y="3286125"/>
            <a:ext cx="549632"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سجلًا</a:t>
            </a:r>
          </a:p>
        </p:txBody>
      </p:sp>
      <p:sp>
        <p:nvSpPr>
          <p:cNvPr id="54" name="text-795">
            <a:extLst xmlns:a="http://schemas.openxmlformats.org/drawingml/2006/main">
              <a:ext uri="{FF2B5EF4-FFF2-40B4-BE49-F238E27FC236}">
                <a16:creationId xmlns:a16="http://schemas.microsoft.com/office/drawing/2014/main" id="{72AEF61D-D58A-40CE-BD6C-E7FA285B8F1F}"/>
              </a:ext>
            </a:extLst>
            <ns64:hlinkClick xmlns:ns64="http://schemas.openxmlformats.org/drawingml/2006/main" xmlns:ns65="http://schemas.openxmlformats.org/officeDocument/2006/relationships" ns65:id="rIdSourceLink4"/>
          </p:cNvPr>
          <p:cNvSpPr>
            <a:spLocks xmlns:a="http://schemas.openxmlformats.org/drawingml/2006/main" noGrp="1"/>
          </p:cNvSpPr>
          <p:nvPr/>
        </p:nvSpPr>
        <p:spPr>
          <a:xfrm xmlns:a="http://schemas.openxmlformats.org/drawingml/2006/main">
            <a:off x="4324828" y="3286125"/>
            <a:ext cx="31064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من</a:t>
            </a:r>
          </a:p>
        </p:txBody>
      </p:sp>
      <p:sp>
        <p:nvSpPr>
          <p:cNvPr id="55" name="text-796">
            <a:extLst xmlns:a="http://schemas.openxmlformats.org/drawingml/2006/main">
              <a:ext uri="{FF2B5EF4-FFF2-40B4-BE49-F238E27FC236}">
                <a16:creationId xmlns:a16="http://schemas.microsoft.com/office/drawing/2014/main" id="{DEC46E37-F90D-45CE-8693-5E428EF05505}"/>
              </a:ext>
            </a:extLst>
            <ns66:hlinkClick xmlns:ns66="http://schemas.openxmlformats.org/drawingml/2006/main" xmlns:ns67="http://schemas.openxmlformats.org/officeDocument/2006/relationships" ns67:id="rIdSourceLink4"/>
          </p:cNvPr>
          <p:cNvSpPr>
            <a:spLocks xmlns:a="http://schemas.openxmlformats.org/drawingml/2006/main" noGrp="1"/>
          </p:cNvSpPr>
          <p:nvPr/>
        </p:nvSpPr>
        <p:spPr>
          <a:xfrm xmlns:a="http://schemas.openxmlformats.org/drawingml/2006/main">
            <a:off x="3459285" y="3286125"/>
            <a:ext cx="79048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الشواهد</a:t>
            </a:r>
          </a:p>
        </p:txBody>
      </p:sp>
      <p:sp>
        <p:nvSpPr>
          <p:cNvPr id="56" name="text-797">
            <a:extLst xmlns:a="http://schemas.openxmlformats.org/drawingml/2006/main">
              <a:ext uri="{FF2B5EF4-FFF2-40B4-BE49-F238E27FC236}">
                <a16:creationId xmlns:a16="http://schemas.microsoft.com/office/drawing/2014/main" id="{920E573F-D344-4A50-97C0-747E470B92E5}"/>
              </a:ext>
            </a:extLst>
            <ns68:hlinkClick xmlns:ns68="http://schemas.openxmlformats.org/drawingml/2006/main" xmlns:ns69="http://schemas.openxmlformats.org/officeDocument/2006/relationships" ns69:id="rIdSourceLink4"/>
          </p:cNvPr>
          <p:cNvSpPr>
            <a:spLocks xmlns:a="http://schemas.openxmlformats.org/drawingml/2006/main" noGrp="1"/>
          </p:cNvSpPr>
          <p:nvPr/>
        </p:nvSpPr>
        <p:spPr>
          <a:xfrm xmlns:a="http://schemas.openxmlformats.org/drawingml/2006/main">
            <a:off x="2602669" y="3286125"/>
            <a:ext cx="78155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الخارجية</a:t>
            </a:r>
          </a:p>
        </p:txBody>
      </p:sp>
      <p:sp>
        <p:nvSpPr>
          <p:cNvPr id="57" name="text-798">
            <a:extLst xmlns:a="http://schemas.openxmlformats.org/drawingml/2006/main">
              <a:ext uri="{FF2B5EF4-FFF2-40B4-BE49-F238E27FC236}">
                <a16:creationId xmlns:a16="http://schemas.microsoft.com/office/drawing/2014/main" id="{C628CB87-D75A-4E49-96D3-0C004C91DC96}"/>
              </a:ext>
            </a:extLst>
            <ns70:hlinkClick xmlns:ns70="http://schemas.openxmlformats.org/drawingml/2006/main" xmlns:ns71="http://schemas.openxmlformats.org/officeDocument/2006/relationships" ns71:id="rIdSourceLink4"/>
          </p:cNvPr>
          <p:cNvSpPr>
            <a:spLocks xmlns:a="http://schemas.openxmlformats.org/drawingml/2006/main" noGrp="1"/>
          </p:cNvSpPr>
          <p:nvPr/>
        </p:nvSpPr>
        <p:spPr>
          <a:xfrm xmlns:a="http://schemas.openxmlformats.org/drawingml/2006/main">
            <a:off x="771525" y="36480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dawa.center</a:t>
            </a:r>
          </a:p>
        </p:txBody>
      </p:sp>
      <p:sp>
        <p:nvSpPr>
          <p:cNvPr id="58" name="shape-799">
            <a:extLst xmlns:a="http://schemas.openxmlformats.org/drawingml/2006/main">
              <a:ext uri="{FF2B5EF4-FFF2-40B4-BE49-F238E27FC236}">
                <a16:creationId xmlns:a16="http://schemas.microsoft.com/office/drawing/2014/main" id="{9286A9B4-64D5-45D4-AB1E-E76262A07124}"/>
              </a:ext>
            </a:extLst>
            <ns72:hlinkClick xmlns:ns72="http://schemas.openxmlformats.org/drawingml/2006/main" xmlns:ns73="http://schemas.openxmlformats.org/officeDocument/2006/relationships" ns73:id="rIdSourceLink5"/>
          </p:cNvPr>
          <p:cNvSpPr>
            <a:spLocks xmlns:a="http://schemas.openxmlformats.org/drawingml/2006/main" noGrp="1"/>
          </p:cNvSpPr>
          <p:nvPr/>
        </p:nvSpPr>
        <p:spPr>
          <a:xfrm xmlns:a="http://schemas.openxmlformats.org/drawingml/2006/main">
            <a:off x="6286500" y="41624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59" name="text-800">
            <a:extLst xmlns:a="http://schemas.openxmlformats.org/drawingml/2006/main">
              <a:ext uri="{FF2B5EF4-FFF2-40B4-BE49-F238E27FC236}">
                <a16:creationId xmlns:a16="http://schemas.microsoft.com/office/drawing/2014/main" id="{E822E96E-4D2A-408F-ACD7-1C6777D3F177}"/>
              </a:ext>
            </a:extLst>
            <ns74:hlinkClick xmlns:ns74="http://schemas.openxmlformats.org/drawingml/2006/main" xmlns:ns75="http://schemas.openxmlformats.org/officeDocument/2006/relationships" ns75:id="rIdSourceLink5"/>
          </p:cNvPr>
          <p:cNvSpPr>
            <a:spLocks xmlns:a="http://schemas.openxmlformats.org/drawingml/2006/main" noGrp="1"/>
          </p:cNvSpPr>
          <p:nvPr/>
        </p:nvSpPr>
        <p:spPr>
          <a:xfrm xmlns:a="http://schemas.openxmlformats.org/drawingml/2006/main">
            <a:off x="10686677" y="4200525"/>
            <a:ext cx="73379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إسلام</a:t>
            </a:r>
          </a:p>
        </p:txBody>
      </p:sp>
      <p:sp>
        <p:nvSpPr>
          <p:cNvPr id="60" name="text-801">
            <a:extLst xmlns:a="http://schemas.openxmlformats.org/drawingml/2006/main">
              <a:ext uri="{FF2B5EF4-FFF2-40B4-BE49-F238E27FC236}">
                <a16:creationId xmlns:a16="http://schemas.microsoft.com/office/drawing/2014/main" id="{738A7944-526C-48BF-888A-FDE45BFF1E48}"/>
              </a:ext>
            </a:extLst>
            <ns76:hlinkClick xmlns:ns76="http://schemas.openxmlformats.org/drawingml/2006/main" xmlns:ns77="http://schemas.openxmlformats.org/officeDocument/2006/relationships" ns77:id="rIdSourceLink5"/>
          </p:cNvPr>
          <p:cNvSpPr>
            <a:spLocks xmlns:a="http://schemas.openxmlformats.org/drawingml/2006/main" noGrp="1"/>
          </p:cNvSpPr>
          <p:nvPr/>
        </p:nvSpPr>
        <p:spPr>
          <a:xfrm xmlns:a="http://schemas.openxmlformats.org/drawingml/2006/main">
            <a:off x="10099190" y="4200525"/>
            <a:ext cx="50823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ويب</a:t>
            </a:r>
          </a:p>
        </p:txBody>
      </p:sp>
      <p:sp>
        <p:nvSpPr>
          <p:cNvPr id="61" name="text-802">
            <a:extLst xmlns:a="http://schemas.openxmlformats.org/drawingml/2006/main">
              <a:ext uri="{FF2B5EF4-FFF2-40B4-BE49-F238E27FC236}">
                <a16:creationId xmlns:a16="http://schemas.microsoft.com/office/drawing/2014/main" id="{DED4056A-1832-4D19-9F86-682CF902B8C2}"/>
              </a:ext>
            </a:extLst>
            <ns78:hlinkClick xmlns:ns78="http://schemas.openxmlformats.org/drawingml/2006/main" xmlns:ns79="http://schemas.openxmlformats.org/officeDocument/2006/relationships" ns79:id="rIdSourceLink5"/>
          </p:cNvPr>
          <p:cNvSpPr>
            <a:spLocks xmlns:a="http://schemas.openxmlformats.org/drawingml/2006/main" noGrp="1"/>
          </p:cNvSpPr>
          <p:nvPr/>
        </p:nvSpPr>
        <p:spPr>
          <a:xfrm xmlns:a="http://schemas.openxmlformats.org/drawingml/2006/main">
            <a:off x="10861522" y="4581525"/>
            <a:ext cx="55895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مراجع</a:t>
            </a:r>
          </a:p>
        </p:txBody>
      </p:sp>
      <p:sp>
        <p:nvSpPr>
          <p:cNvPr id="62" name="text-803">
            <a:extLst xmlns:a="http://schemas.openxmlformats.org/drawingml/2006/main">
              <a:ext uri="{FF2B5EF4-FFF2-40B4-BE49-F238E27FC236}">
                <a16:creationId xmlns:a16="http://schemas.microsoft.com/office/drawing/2014/main" id="{BBBDF0DC-99F2-4DD5-8A94-E87E63E68132}"/>
              </a:ext>
            </a:extLst>
            <ns80:hlinkClick xmlns:ns80="http://schemas.openxmlformats.org/drawingml/2006/main" xmlns:ns81="http://schemas.openxmlformats.org/officeDocument/2006/relationships" ns81:id="rIdSourceLink5"/>
          </p:cNvPr>
          <p:cNvSpPr>
            <a:spLocks xmlns:a="http://schemas.openxmlformats.org/drawingml/2006/main" noGrp="1"/>
          </p:cNvSpPr>
          <p:nvPr/>
        </p:nvSpPr>
        <p:spPr>
          <a:xfrm xmlns:a="http://schemas.openxmlformats.org/drawingml/2006/main">
            <a:off x="10273917" y="4581525"/>
            <a:ext cx="51254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أجوبة</a:t>
            </a:r>
          </a:p>
        </p:txBody>
      </p:sp>
      <p:sp>
        <p:nvSpPr>
          <p:cNvPr id="63" name="text-804">
            <a:extLst xmlns:a="http://schemas.openxmlformats.org/drawingml/2006/main">
              <a:ext uri="{FF2B5EF4-FFF2-40B4-BE49-F238E27FC236}">
                <a16:creationId xmlns:a16="http://schemas.microsoft.com/office/drawing/2014/main" id="{8EE8F587-1AEC-4527-A27F-270742501CBC}"/>
              </a:ext>
            </a:extLst>
            <ns82:hlinkClick xmlns:ns82="http://schemas.openxmlformats.org/drawingml/2006/main" xmlns:ns83="http://schemas.openxmlformats.org/officeDocument/2006/relationships" ns83:id="rIdSourceLink5"/>
          </p:cNvPr>
          <p:cNvSpPr>
            <a:spLocks xmlns:a="http://schemas.openxmlformats.org/drawingml/2006/main" noGrp="1"/>
          </p:cNvSpPr>
          <p:nvPr/>
        </p:nvSpPr>
        <p:spPr>
          <a:xfrm xmlns:a="http://schemas.openxmlformats.org/drawingml/2006/main">
            <a:off x="9645107" y="4581525"/>
            <a:ext cx="55375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فقهية</a:t>
            </a:r>
          </a:p>
        </p:txBody>
      </p:sp>
      <p:sp>
        <p:nvSpPr>
          <p:cNvPr id="64" name="text-805">
            <a:extLst xmlns:a="http://schemas.openxmlformats.org/drawingml/2006/main">
              <a:ext uri="{FF2B5EF4-FFF2-40B4-BE49-F238E27FC236}">
                <a16:creationId xmlns:a16="http://schemas.microsoft.com/office/drawing/2014/main" id="{BFCC2C78-2E2E-4B2A-83F7-70B51162DB56}"/>
              </a:ext>
            </a:extLst>
            <ns84:hlinkClick xmlns:ns84="http://schemas.openxmlformats.org/drawingml/2006/main" xmlns:ns85="http://schemas.openxmlformats.org/officeDocument/2006/relationships" ns85:id="rIdSourceLink5"/>
          </p:cNvPr>
          <p:cNvSpPr>
            <a:spLocks xmlns:a="http://schemas.openxmlformats.org/drawingml/2006/main" noGrp="1"/>
          </p:cNvSpPr>
          <p:nvPr/>
        </p:nvSpPr>
        <p:spPr>
          <a:xfrm xmlns:a="http://schemas.openxmlformats.org/drawingml/2006/main">
            <a:off x="8996970" y="4581525"/>
            <a:ext cx="57308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ولغوية</a:t>
            </a:r>
          </a:p>
        </p:txBody>
      </p:sp>
      <p:sp>
        <p:nvSpPr>
          <p:cNvPr id="65" name="text-806">
            <a:extLst xmlns:a="http://schemas.openxmlformats.org/drawingml/2006/main">
              <a:ext uri="{FF2B5EF4-FFF2-40B4-BE49-F238E27FC236}">
                <a16:creationId xmlns:a16="http://schemas.microsoft.com/office/drawing/2014/main" id="{27932BF5-ECF7-4D1A-ABAB-0EE3DDB9DE86}"/>
              </a:ext>
            </a:extLst>
            <ns86:hlinkClick xmlns:ns86="http://schemas.openxmlformats.org/drawingml/2006/main" xmlns:ns87="http://schemas.openxmlformats.org/officeDocument/2006/relationships" ns87:id="rIdSourceLink5"/>
          </p:cNvPr>
          <p:cNvSpPr>
            <a:spLocks xmlns:a="http://schemas.openxmlformats.org/drawingml/2006/main" noGrp="1"/>
          </p:cNvSpPr>
          <p:nvPr/>
        </p:nvSpPr>
        <p:spPr>
          <a:xfrm xmlns:a="http://schemas.openxmlformats.org/drawingml/2006/main">
            <a:off x="8198238" y="4581525"/>
            <a:ext cx="72367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مسجّلة</a:t>
            </a:r>
          </a:p>
        </p:txBody>
      </p:sp>
      <p:sp>
        <p:nvSpPr>
          <p:cNvPr id="66" name="text-807">
            <a:extLst xmlns:a="http://schemas.openxmlformats.org/drawingml/2006/main">
              <a:ext uri="{FF2B5EF4-FFF2-40B4-BE49-F238E27FC236}">
                <a16:creationId xmlns:a16="http://schemas.microsoft.com/office/drawing/2014/main" id="{5A8B39AD-72B9-43F9-AD6F-5BDA42D1F084}"/>
              </a:ext>
            </a:extLst>
            <ns88:hlinkClick xmlns:ns88="http://schemas.openxmlformats.org/drawingml/2006/main" xmlns:ns89="http://schemas.openxmlformats.org/officeDocument/2006/relationships" ns89:id="rIdSourceLink5"/>
          </p:cNvPr>
          <p:cNvSpPr>
            <a:spLocks xmlns:a="http://schemas.openxmlformats.org/drawingml/2006/main" noGrp="1"/>
          </p:cNvSpPr>
          <p:nvPr/>
        </p:nvSpPr>
        <p:spPr>
          <a:xfrm xmlns:a="http://schemas.openxmlformats.org/drawingml/2006/main">
            <a:off x="6448425" y="49434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islamweb.org</a:t>
            </a:r>
          </a:p>
        </p:txBody>
      </p:sp>
      <p:sp>
        <p:nvSpPr>
          <p:cNvPr id="67" name="shape-808">
            <a:extLst xmlns:a="http://schemas.openxmlformats.org/drawingml/2006/main">
              <a:ext uri="{FF2B5EF4-FFF2-40B4-BE49-F238E27FC236}">
                <a16:creationId xmlns:a16="http://schemas.microsoft.com/office/drawing/2014/main" id="{B9170943-4C93-4467-A1AF-A1B449356296}"/>
              </a:ext>
            </a:extLst>
            <ns90:hlinkClick xmlns:ns90="http://schemas.openxmlformats.org/drawingml/2006/main" xmlns:ns91="http://schemas.openxmlformats.org/officeDocument/2006/relationships" ns91:id="rIdSourceLink6"/>
          </p:cNvPr>
          <p:cNvSpPr>
            <a:spLocks xmlns:a="http://schemas.openxmlformats.org/drawingml/2006/main" noGrp="1"/>
          </p:cNvSpPr>
          <p:nvPr/>
        </p:nvSpPr>
        <p:spPr>
          <a:xfrm xmlns:a="http://schemas.openxmlformats.org/drawingml/2006/main">
            <a:off x="609600" y="41624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68" name="text-809">
            <a:extLst xmlns:a="http://schemas.openxmlformats.org/drawingml/2006/main">
              <a:ext uri="{FF2B5EF4-FFF2-40B4-BE49-F238E27FC236}">
                <a16:creationId xmlns:a16="http://schemas.microsoft.com/office/drawing/2014/main" id="{51137565-962D-46DE-84CF-D0B8DAA30B15}"/>
              </a:ext>
            </a:extLst>
            <ns92:hlinkClick xmlns:ns92="http://schemas.openxmlformats.org/drawingml/2006/main" xmlns:ns93="http://schemas.openxmlformats.org/officeDocument/2006/relationships" ns93:id="rIdSourceLink6"/>
          </p:cNvPr>
          <p:cNvSpPr>
            <a:spLocks xmlns:a="http://schemas.openxmlformats.org/drawingml/2006/main" noGrp="1"/>
          </p:cNvSpPr>
          <p:nvPr/>
        </p:nvSpPr>
        <p:spPr>
          <a:xfrm xmlns:a="http://schemas.openxmlformats.org/drawingml/2006/main">
            <a:off x="5214435" y="4200525"/>
            <a:ext cx="52914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مِقْرأ</a:t>
            </a:r>
          </a:p>
        </p:txBody>
      </p:sp>
      <p:sp>
        <p:nvSpPr>
          <p:cNvPr id="69" name="text-810">
            <a:extLst xmlns:a="http://schemas.openxmlformats.org/drawingml/2006/main">
              <a:ext uri="{FF2B5EF4-FFF2-40B4-BE49-F238E27FC236}">
                <a16:creationId xmlns:a16="http://schemas.microsoft.com/office/drawing/2014/main" id="{CF5DAEA3-11CE-4686-9AAE-945FEC49B8F1}"/>
              </a:ext>
            </a:extLst>
            <ns94:hlinkClick xmlns:ns94="http://schemas.openxmlformats.org/drawingml/2006/main" xmlns:ns95="http://schemas.openxmlformats.org/officeDocument/2006/relationships" ns95:id="rIdSourceLink6"/>
          </p:cNvPr>
          <p:cNvSpPr>
            <a:spLocks xmlns:a="http://schemas.openxmlformats.org/drawingml/2006/main" noGrp="1"/>
          </p:cNvSpPr>
          <p:nvPr/>
        </p:nvSpPr>
        <p:spPr>
          <a:xfrm xmlns:a="http://schemas.openxmlformats.org/drawingml/2006/main">
            <a:off x="5007140" y="4200525"/>
            <a:ext cx="12804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a:t>
            </a:r>
          </a:p>
        </p:txBody>
      </p:sp>
      <p:sp>
        <p:nvSpPr>
          <p:cNvPr id="70" name="text-811">
            <a:extLst xmlns:a="http://schemas.openxmlformats.org/drawingml/2006/main">
              <a:ext uri="{FF2B5EF4-FFF2-40B4-BE49-F238E27FC236}">
                <a16:creationId xmlns:a16="http://schemas.microsoft.com/office/drawing/2014/main" id="{36DF15D7-27D3-46D3-B3CA-B3B6EFB87B07}"/>
              </a:ext>
            </a:extLst>
            <ns96:hlinkClick xmlns:ns96="http://schemas.openxmlformats.org/drawingml/2006/main" xmlns:ns97="http://schemas.openxmlformats.org/officeDocument/2006/relationships" ns97:id="rIdSourceLink6"/>
          </p:cNvPr>
          <p:cNvSpPr>
            <a:spLocks xmlns:a="http://schemas.openxmlformats.org/drawingml/2006/main" noGrp="1"/>
          </p:cNvSpPr>
          <p:nvPr/>
        </p:nvSpPr>
        <p:spPr>
          <a:xfrm xmlns:a="http://schemas.openxmlformats.org/drawingml/2006/main">
            <a:off x="4677705" y="4200525"/>
            <a:ext cx="25018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د.</a:t>
            </a:r>
          </a:p>
        </p:txBody>
      </p:sp>
      <p:sp>
        <p:nvSpPr>
          <p:cNvPr id="71" name="text-812">
            <a:extLst xmlns:a="http://schemas.openxmlformats.org/drawingml/2006/main">
              <a:ext uri="{FF2B5EF4-FFF2-40B4-BE49-F238E27FC236}">
                <a16:creationId xmlns:a16="http://schemas.microsoft.com/office/drawing/2014/main" id="{65A9C7C4-FD26-4366-BC90-0EE4130D5911}"/>
              </a:ext>
            </a:extLst>
            <ns98:hlinkClick xmlns:ns98="http://schemas.openxmlformats.org/drawingml/2006/main" xmlns:ns99="http://schemas.openxmlformats.org/officeDocument/2006/relationships" ns99:id="rIdSourceLink6"/>
          </p:cNvPr>
          <p:cNvSpPr>
            <a:spLocks xmlns:a="http://schemas.openxmlformats.org/drawingml/2006/main" noGrp="1"/>
          </p:cNvSpPr>
          <p:nvPr/>
        </p:nvSpPr>
        <p:spPr>
          <a:xfrm xmlns:a="http://schemas.openxmlformats.org/drawingml/2006/main">
            <a:off x="4027810" y="4200525"/>
            <a:ext cx="57064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أيمن</a:t>
            </a:r>
          </a:p>
        </p:txBody>
      </p:sp>
      <p:sp>
        <p:nvSpPr>
          <p:cNvPr id="72" name="text-813">
            <a:extLst xmlns:a="http://schemas.openxmlformats.org/drawingml/2006/main">
              <a:ext uri="{FF2B5EF4-FFF2-40B4-BE49-F238E27FC236}">
                <a16:creationId xmlns:a16="http://schemas.microsoft.com/office/drawing/2014/main" id="{61DB1448-74C1-4194-9AF1-1880FEF34C0B}"/>
              </a:ext>
            </a:extLst>
            <ns100:hlinkClick xmlns:ns100="http://schemas.openxmlformats.org/drawingml/2006/main" xmlns:ns101="http://schemas.openxmlformats.org/officeDocument/2006/relationships" ns101:id="rIdSourceLink6"/>
          </p:cNvPr>
          <p:cNvSpPr>
            <a:spLocks xmlns:a="http://schemas.openxmlformats.org/drawingml/2006/main" noGrp="1"/>
          </p:cNvSpPr>
          <p:nvPr/>
        </p:nvSpPr>
        <p:spPr>
          <a:xfrm xmlns:a="http://schemas.openxmlformats.org/drawingml/2006/main">
            <a:off x="3411794" y="4200525"/>
            <a:ext cx="53676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فاتح</a:t>
            </a:r>
          </a:p>
        </p:txBody>
      </p:sp>
      <p:sp>
        <p:nvSpPr>
          <p:cNvPr id="73" name="text-814">
            <a:extLst xmlns:a="http://schemas.openxmlformats.org/drawingml/2006/main">
              <a:ext uri="{FF2B5EF4-FFF2-40B4-BE49-F238E27FC236}">
                <a16:creationId xmlns:a16="http://schemas.microsoft.com/office/drawing/2014/main" id="{F2FE24B0-8707-4D6B-83CE-DB95B21BC140}"/>
              </a:ext>
            </a:extLst>
            <ns102:hlinkClick xmlns:ns102="http://schemas.openxmlformats.org/drawingml/2006/main" xmlns:ns103="http://schemas.openxmlformats.org/officeDocument/2006/relationships" ns103:id="rIdSourceLink6"/>
          </p:cNvPr>
          <p:cNvSpPr>
            <a:spLocks xmlns:a="http://schemas.openxmlformats.org/drawingml/2006/main" noGrp="1"/>
          </p:cNvSpPr>
          <p:nvPr/>
        </p:nvSpPr>
        <p:spPr>
          <a:xfrm xmlns:a="http://schemas.openxmlformats.org/drawingml/2006/main">
            <a:off x="2630051" y="4200525"/>
            <a:ext cx="70249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العامر</a:t>
            </a:r>
          </a:p>
        </p:txBody>
      </p:sp>
      <p:sp>
        <p:nvSpPr>
          <p:cNvPr id="74" name="text-815">
            <a:extLst xmlns:a="http://schemas.openxmlformats.org/drawingml/2006/main">
              <a:ext uri="{FF2B5EF4-FFF2-40B4-BE49-F238E27FC236}">
                <a16:creationId xmlns:a16="http://schemas.microsoft.com/office/drawing/2014/main" id="{0B7280C8-2644-46E3-A3EC-88FC0ED49292}"/>
              </a:ext>
            </a:extLst>
            <ns104:hlinkClick xmlns:ns104="http://schemas.openxmlformats.org/drawingml/2006/main" xmlns:ns105="http://schemas.openxmlformats.org/officeDocument/2006/relationships" ns105:id="rIdSourceLink6"/>
          </p:cNvPr>
          <p:cNvSpPr>
            <a:spLocks xmlns:a="http://schemas.openxmlformats.org/drawingml/2006/main" noGrp="1"/>
          </p:cNvSpPr>
          <p:nvPr/>
        </p:nvSpPr>
        <p:spPr>
          <a:xfrm xmlns:a="http://schemas.openxmlformats.org/drawingml/2006/main">
            <a:off x="5236717" y="4581525"/>
            <a:ext cx="50685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مرجع</a:t>
            </a:r>
          </a:p>
        </p:txBody>
      </p:sp>
      <p:sp>
        <p:nvSpPr>
          <p:cNvPr id="75" name="text-816">
            <a:extLst xmlns:a="http://schemas.openxmlformats.org/drawingml/2006/main">
              <a:ext uri="{FF2B5EF4-FFF2-40B4-BE49-F238E27FC236}">
                <a16:creationId xmlns:a16="http://schemas.microsoft.com/office/drawing/2014/main" id="{972279D3-C6B5-45D4-B616-2984B8033052}"/>
              </a:ext>
            </a:extLst>
            <ns106:hlinkClick xmlns:ns106="http://schemas.openxmlformats.org/drawingml/2006/main" xmlns:ns107="http://schemas.openxmlformats.org/officeDocument/2006/relationships" ns107:id="rIdSourceLink6"/>
          </p:cNvPr>
          <p:cNvSpPr>
            <a:spLocks xmlns:a="http://schemas.openxmlformats.org/drawingml/2006/main" noGrp="1"/>
          </p:cNvSpPr>
          <p:nvPr/>
        </p:nvSpPr>
        <p:spPr>
          <a:xfrm xmlns:a="http://schemas.openxmlformats.org/drawingml/2006/main">
            <a:off x="4563759" y="4581525"/>
            <a:ext cx="59790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الجامع</a:t>
            </a:r>
          </a:p>
        </p:txBody>
      </p:sp>
      <p:sp>
        <p:nvSpPr>
          <p:cNvPr id="76" name="text-817">
            <a:extLst xmlns:a="http://schemas.openxmlformats.org/drawingml/2006/main">
              <a:ext uri="{FF2B5EF4-FFF2-40B4-BE49-F238E27FC236}">
                <a16:creationId xmlns:a16="http://schemas.microsoft.com/office/drawing/2014/main" id="{80B11E4F-CF5B-4D46-87E7-69A054AB5F54}"/>
              </a:ext>
            </a:extLst>
            <ns108:hlinkClick xmlns:ns108="http://schemas.openxmlformats.org/drawingml/2006/main" xmlns:ns109="http://schemas.openxmlformats.org/officeDocument/2006/relationships" ns109:id="rIdSourceLink6"/>
          </p:cNvPr>
          <p:cNvSpPr>
            <a:spLocks xmlns:a="http://schemas.openxmlformats.org/drawingml/2006/main" noGrp="1"/>
          </p:cNvSpPr>
          <p:nvPr/>
        </p:nvSpPr>
        <p:spPr>
          <a:xfrm xmlns:a="http://schemas.openxmlformats.org/drawingml/2006/main">
            <a:off x="3934066" y="4581525"/>
            <a:ext cx="55463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الوجيز</a:t>
            </a:r>
          </a:p>
        </p:txBody>
      </p:sp>
      <p:sp>
        <p:nvSpPr>
          <p:cNvPr id="77" name="text-818">
            <a:extLst xmlns:a="http://schemas.openxmlformats.org/drawingml/2006/main">
              <a:ext uri="{FF2B5EF4-FFF2-40B4-BE49-F238E27FC236}">
                <a16:creationId xmlns:a16="http://schemas.microsoft.com/office/drawing/2014/main" id="{FF76DF0E-2805-4822-9D4F-896779BA3DCD}"/>
              </a:ext>
            </a:extLst>
            <ns110:hlinkClick xmlns:ns110="http://schemas.openxmlformats.org/drawingml/2006/main" xmlns:ns111="http://schemas.openxmlformats.org/officeDocument/2006/relationships" ns111:id="rIdSourceLink6"/>
          </p:cNvPr>
          <p:cNvSpPr>
            <a:spLocks xmlns:a="http://schemas.openxmlformats.org/drawingml/2006/main" noGrp="1"/>
          </p:cNvSpPr>
          <p:nvPr/>
        </p:nvSpPr>
        <p:spPr>
          <a:xfrm xmlns:a="http://schemas.openxmlformats.org/drawingml/2006/main">
            <a:off x="3349306" y="4581525"/>
            <a:ext cx="50970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وكتب</a:t>
            </a:r>
          </a:p>
        </p:txBody>
      </p:sp>
      <p:sp>
        <p:nvSpPr>
          <p:cNvPr id="78" name="text-819">
            <a:extLst xmlns:a="http://schemas.openxmlformats.org/drawingml/2006/main">
              <a:ext uri="{FF2B5EF4-FFF2-40B4-BE49-F238E27FC236}">
                <a16:creationId xmlns:a16="http://schemas.microsoft.com/office/drawing/2014/main" id="{2BE518D0-84C6-4AA7-A495-7A47EF161FC1}"/>
              </a:ext>
            </a:extLst>
            <ns112:hlinkClick xmlns:ns112="http://schemas.openxmlformats.org/drawingml/2006/main" xmlns:ns113="http://schemas.openxmlformats.org/officeDocument/2006/relationships" ns113:id="rIdSourceLink6"/>
          </p:cNvPr>
          <p:cNvSpPr>
            <a:spLocks xmlns:a="http://schemas.openxmlformats.org/drawingml/2006/main" noGrp="1"/>
          </p:cNvSpPr>
          <p:nvPr/>
        </p:nvSpPr>
        <p:spPr>
          <a:xfrm xmlns:a="http://schemas.openxmlformats.org/drawingml/2006/main">
            <a:off x="2452663" y="4581525"/>
            <a:ext cx="821587"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المشروع</a:t>
            </a:r>
          </a:p>
        </p:txBody>
      </p:sp>
      <p:sp>
        <p:nvSpPr>
          <p:cNvPr id="79" name="text-820">
            <a:extLst xmlns:a="http://schemas.openxmlformats.org/drawingml/2006/main">
              <a:ext uri="{FF2B5EF4-FFF2-40B4-BE49-F238E27FC236}">
                <a16:creationId xmlns:a16="http://schemas.microsoft.com/office/drawing/2014/main" id="{E88715BC-7F9D-422C-8C18-60907EB5DC11}"/>
              </a:ext>
            </a:extLst>
            <ns114:hlinkClick xmlns:ns114="http://schemas.openxmlformats.org/drawingml/2006/main" xmlns:ns115="http://schemas.openxmlformats.org/officeDocument/2006/relationships" ns115:id="rIdSourceLink6"/>
          </p:cNvPr>
          <p:cNvSpPr>
            <a:spLocks xmlns:a="http://schemas.openxmlformats.org/drawingml/2006/main" noGrp="1"/>
          </p:cNvSpPr>
          <p:nvPr/>
        </p:nvSpPr>
        <p:spPr>
          <a:xfrm xmlns:a="http://schemas.openxmlformats.org/drawingml/2006/main">
            <a:off x="771525" y="49434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miqrawajiz.netlify.app</a:t>
            </a:r>
          </a:p>
        </p:txBody>
      </p:sp>
      <p:sp>
        <p:nvSpPr>
          <p:cNvPr id="80" name="text-821">
            <a:extLst xmlns:a="http://schemas.openxmlformats.org/drawingml/2006/main">
              <a:ext uri="{FF2B5EF4-FFF2-40B4-BE49-F238E27FC236}">
                <a16:creationId xmlns:a16="http://schemas.microsoft.com/office/drawing/2014/main" id="{802F10E8-6D22-476E-85BD-65EB683D500F}"/>
              </a:ext>
            </a:extLst>
          </p:cNvPr>
          <p:cNvSpPr>
            <a:spLocks xmlns:a="http://schemas.openxmlformats.org/drawingml/2006/main" noGrp="1"/>
          </p:cNvSpPr>
          <p:nvPr/>
        </p:nvSpPr>
        <p:spPr>
          <a:xfrm xmlns:a="http://schemas.openxmlformats.org/drawingml/2006/main">
            <a:off x="11072992" y="5648325"/>
            <a:ext cx="509408"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أعداد</a:t>
            </a:r>
          </a:p>
        </p:txBody>
      </p:sp>
      <p:sp>
        <p:nvSpPr>
          <p:cNvPr id="81" name="text-822">
            <a:extLst xmlns:a="http://schemas.openxmlformats.org/drawingml/2006/main">
              <a:ext uri="{FF2B5EF4-FFF2-40B4-BE49-F238E27FC236}">
                <a16:creationId xmlns:a16="http://schemas.microsoft.com/office/drawing/2014/main" id="{189EF36F-35DE-465D-A8DC-E627F8942572}"/>
              </a:ext>
            </a:extLst>
          </p:cNvPr>
          <p:cNvSpPr>
            <a:spLocks xmlns:a="http://schemas.openxmlformats.org/drawingml/2006/main" noGrp="1"/>
          </p:cNvSpPr>
          <p:nvPr/>
        </p:nvSpPr>
        <p:spPr>
          <a:xfrm xmlns:a="http://schemas.openxmlformats.org/drawingml/2006/main">
            <a:off x="10306429" y="5648325"/>
            <a:ext cx="688553"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شواهد</a:t>
            </a:r>
          </a:p>
        </p:txBody>
      </p:sp>
      <p:sp>
        <p:nvSpPr>
          <p:cNvPr id="82" name="text-823">
            <a:extLst xmlns:a="http://schemas.openxmlformats.org/drawingml/2006/main">
              <a:ext uri="{FF2B5EF4-FFF2-40B4-BE49-F238E27FC236}">
                <a16:creationId xmlns:a16="http://schemas.microsoft.com/office/drawing/2014/main" id="{9CBA7501-F663-4FE5-87D0-45DCE81D532A}"/>
              </a:ext>
            </a:extLst>
          </p:cNvPr>
          <p:cNvSpPr>
            <a:spLocks xmlns:a="http://schemas.openxmlformats.org/drawingml/2006/main" noGrp="1"/>
          </p:cNvSpPr>
          <p:nvPr/>
        </p:nvSpPr>
        <p:spPr>
          <a:xfrm xmlns:a="http://schemas.openxmlformats.org/drawingml/2006/main">
            <a:off x="9535256" y="5648325"/>
            <a:ext cx="693164"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مؤرخة؛</a:t>
            </a:r>
          </a:p>
        </p:txBody>
      </p:sp>
      <p:sp>
        <p:nvSpPr>
          <p:cNvPr id="83" name="text-824">
            <a:extLst xmlns:a="http://schemas.openxmlformats.org/drawingml/2006/main">
              <a:ext uri="{FF2B5EF4-FFF2-40B4-BE49-F238E27FC236}">
                <a16:creationId xmlns:a16="http://schemas.microsoft.com/office/drawing/2014/main" id="{9B790927-DC5A-48B6-81B7-EFBF33A815EA}"/>
              </a:ext>
            </a:extLst>
          </p:cNvPr>
          <p:cNvSpPr>
            <a:spLocks xmlns:a="http://schemas.openxmlformats.org/drawingml/2006/main" noGrp="1"/>
          </p:cNvSpPr>
          <p:nvPr/>
        </p:nvSpPr>
        <p:spPr>
          <a:xfrm xmlns:a="http://schemas.openxmlformats.org/drawingml/2006/main">
            <a:off x="9281795" y="5648325"/>
            <a:ext cx="175451"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لا</a:t>
            </a:r>
          </a:p>
        </p:txBody>
      </p:sp>
      <p:sp>
        <p:nvSpPr>
          <p:cNvPr id="84" name="text-825">
            <a:extLst xmlns:a="http://schemas.openxmlformats.org/drawingml/2006/main">
              <a:ext uri="{FF2B5EF4-FFF2-40B4-BE49-F238E27FC236}">
                <a16:creationId xmlns:a16="http://schemas.microsoft.com/office/drawing/2014/main" id="{702496B0-8334-45C7-8047-ACA2F991A601}"/>
              </a:ext>
            </a:extLst>
          </p:cNvPr>
          <p:cNvSpPr>
            <a:spLocks xmlns:a="http://schemas.openxmlformats.org/drawingml/2006/main" noGrp="1"/>
          </p:cNvSpPr>
          <p:nvPr/>
        </p:nvSpPr>
        <p:spPr>
          <a:xfrm xmlns:a="http://schemas.openxmlformats.org/drawingml/2006/main">
            <a:off x="8689374" y="5648325"/>
            <a:ext cx="514412"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تعني</a:t>
            </a:r>
          </a:p>
        </p:txBody>
      </p:sp>
      <p:sp>
        <p:nvSpPr>
          <p:cNvPr id="85" name="text-826">
            <a:extLst xmlns:a="http://schemas.openxmlformats.org/drawingml/2006/main">
              <a:ext uri="{FF2B5EF4-FFF2-40B4-BE49-F238E27FC236}">
                <a16:creationId xmlns:a16="http://schemas.microsoft.com/office/drawing/2014/main" id="{B484D0AE-425D-44B3-87AD-A719784DA691}"/>
              </a:ext>
            </a:extLst>
          </p:cNvPr>
          <p:cNvSpPr>
            <a:spLocks xmlns:a="http://schemas.openxmlformats.org/drawingml/2006/main" noGrp="1"/>
          </p:cNvSpPr>
          <p:nvPr/>
        </p:nvSpPr>
        <p:spPr>
          <a:xfrm xmlns:a="http://schemas.openxmlformats.org/drawingml/2006/main">
            <a:off x="8210757" y="5648325"/>
            <a:ext cx="400607"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عدد</a:t>
            </a:r>
          </a:p>
        </p:txBody>
      </p:sp>
      <p:sp>
        <p:nvSpPr>
          <p:cNvPr id="86" name="text-827">
            <a:extLst xmlns:a="http://schemas.openxmlformats.org/drawingml/2006/main">
              <a:ext uri="{FF2B5EF4-FFF2-40B4-BE49-F238E27FC236}">
                <a16:creationId xmlns:a16="http://schemas.microsoft.com/office/drawing/2014/main" id="{46FF30FB-C63E-4F1D-A083-B694E3D8B374}"/>
              </a:ext>
            </a:extLst>
          </p:cNvPr>
          <p:cNvSpPr>
            <a:spLocks xmlns:a="http://schemas.openxmlformats.org/drawingml/2006/main" noGrp="1"/>
          </p:cNvSpPr>
          <p:nvPr/>
        </p:nvSpPr>
        <p:spPr>
          <a:xfrm xmlns:a="http://schemas.openxmlformats.org/drawingml/2006/main">
            <a:off x="7566142" y="5648325"/>
            <a:ext cx="566605"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الكتب</a:t>
            </a:r>
          </a:p>
        </p:txBody>
      </p:sp>
      <p:sp>
        <p:nvSpPr>
          <p:cNvPr id="87" name="text-828">
            <a:extLst xmlns:a="http://schemas.openxmlformats.org/drawingml/2006/main">
              <a:ext uri="{FF2B5EF4-FFF2-40B4-BE49-F238E27FC236}">
                <a16:creationId xmlns:a16="http://schemas.microsoft.com/office/drawing/2014/main" id="{BE0ADBC0-B27A-46A7-8449-9F9B85DFCA2A}"/>
              </a:ext>
            </a:extLst>
          </p:cNvPr>
          <p:cNvSpPr>
            <a:spLocks xmlns:a="http://schemas.openxmlformats.org/drawingml/2006/main" noGrp="1"/>
          </p:cNvSpPr>
          <p:nvPr/>
        </p:nvSpPr>
        <p:spPr>
          <a:xfrm xmlns:a="http://schemas.openxmlformats.org/drawingml/2006/main">
            <a:off x="7301497" y="5648325"/>
            <a:ext cx="186635"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أو</a:t>
            </a:r>
          </a:p>
        </p:txBody>
      </p:sp>
      <p:sp>
        <p:nvSpPr>
          <p:cNvPr id="88" name="text-829">
            <a:extLst xmlns:a="http://schemas.openxmlformats.org/drawingml/2006/main">
              <a:ext uri="{FF2B5EF4-FFF2-40B4-BE49-F238E27FC236}">
                <a16:creationId xmlns:a16="http://schemas.microsoft.com/office/drawing/2014/main" id="{631413E7-5142-4A89-84F4-2D58B6E1D0A7}"/>
              </a:ext>
            </a:extLst>
          </p:cNvPr>
          <p:cNvSpPr>
            <a:spLocks xmlns:a="http://schemas.openxmlformats.org/drawingml/2006/main" noGrp="1"/>
          </p:cNvSpPr>
          <p:nvPr/>
        </p:nvSpPr>
        <p:spPr>
          <a:xfrm xmlns:a="http://schemas.openxmlformats.org/drawingml/2006/main">
            <a:off x="6393562" y="5648325"/>
            <a:ext cx="829926"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استيعاب</a:t>
            </a:r>
          </a:p>
        </p:txBody>
      </p:sp>
      <p:sp>
        <p:nvSpPr>
          <p:cNvPr id="89" name="text-830">
            <a:extLst xmlns:a="http://schemas.openxmlformats.org/drawingml/2006/main">
              <a:ext uri="{FF2B5EF4-FFF2-40B4-BE49-F238E27FC236}">
                <a16:creationId xmlns:a16="http://schemas.microsoft.com/office/drawing/2014/main" id="{120232E1-C88C-4D1D-AE42-A37B5F3996AA}"/>
              </a:ext>
            </a:extLst>
          </p:cNvPr>
          <p:cNvSpPr>
            <a:spLocks xmlns:a="http://schemas.openxmlformats.org/drawingml/2006/main" noGrp="1"/>
          </p:cNvSpPr>
          <p:nvPr/>
        </p:nvSpPr>
        <p:spPr>
          <a:xfrm xmlns:a="http://schemas.openxmlformats.org/drawingml/2006/main">
            <a:off x="5643383" y="5648325"/>
            <a:ext cx="672169"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المواقع</a:t>
            </a:r>
          </a:p>
        </p:txBody>
      </p:sp>
      <p:sp>
        <p:nvSpPr>
          <p:cNvPr id="90" name="text-831">
            <a:extLst xmlns:a="http://schemas.openxmlformats.org/drawingml/2006/main">
              <a:ext uri="{FF2B5EF4-FFF2-40B4-BE49-F238E27FC236}">
                <a16:creationId xmlns:a16="http://schemas.microsoft.com/office/drawing/2014/main" id="{6002EEFA-426F-4526-8213-E36A40181268}"/>
              </a:ext>
            </a:extLst>
          </p:cNvPr>
          <p:cNvSpPr>
            <a:spLocks xmlns:a="http://schemas.openxmlformats.org/drawingml/2006/main" noGrp="1"/>
          </p:cNvSpPr>
          <p:nvPr/>
        </p:nvSpPr>
        <p:spPr>
          <a:xfrm xmlns:a="http://schemas.openxmlformats.org/drawingml/2006/main">
            <a:off x="5028397" y="5648325"/>
            <a:ext cx="536977"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كاملة</a:t>
            </a:r>
          </a:p>
        </p:txBody>
      </p:sp>
    </p:spTree>
    <p:extLst>
      <p:ext uri="{BB962C8B-B14F-4D97-AF65-F5344CB8AC3E}">
        <p14:creationId xmlns:p14="http://schemas.microsoft.com/office/powerpoint/2010/main" val="176766638"/>
      </p:ext>
    </p:extLst>
  </p:cSld>
</p:sld>
</file>

<file path=ppt/slides/slide16.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94" name="text-832">
            <a:extLst xmlns:a="http://schemas.openxmlformats.org/drawingml/2006/main">
              <a:ext uri="{FF2B5EF4-FFF2-40B4-BE49-F238E27FC236}">
                <a16:creationId xmlns:a16="http://schemas.microsoft.com/office/drawing/2014/main" id="{487E3FA2-E274-430D-914F-8931DDCE53E8}"/>
              </a:ext>
            </a:extLst>
          </p:cNvPr>
          <p:cNvSpPr>
            <a:spLocks xmlns:a="http://schemas.openxmlformats.org/drawingml/2006/main" noGrp="1"/>
          </p:cNvSpPr>
          <p:nvPr/>
        </p:nvSpPr>
        <p:spPr>
          <a:xfrm xmlns:a="http://schemas.openxmlformats.org/drawingml/2006/main">
            <a:off x="10127742" y="457200"/>
            <a:ext cx="145465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فهارس</a:t>
            </a:r>
          </a:p>
        </p:txBody>
      </p:sp>
      <p:sp>
        <p:nvSpPr>
          <p:cNvPr id="2" name="text-833">
            <a:extLst xmlns:a="http://schemas.openxmlformats.org/drawingml/2006/main">
              <a:ext uri="{FF2B5EF4-FFF2-40B4-BE49-F238E27FC236}">
                <a16:creationId xmlns:a16="http://schemas.microsoft.com/office/drawing/2014/main" id="{0702605F-D0E9-466C-8753-208656E4B22F}"/>
              </a:ext>
            </a:extLst>
          </p:cNvPr>
          <p:cNvSpPr>
            <a:spLocks xmlns:a="http://schemas.openxmlformats.org/drawingml/2006/main" noGrp="1"/>
          </p:cNvSpPr>
          <p:nvPr/>
        </p:nvSpPr>
        <p:spPr>
          <a:xfrm xmlns:a="http://schemas.openxmlformats.org/drawingml/2006/main">
            <a:off x="8693224" y="457200"/>
            <a:ext cx="130497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أطلس</a:t>
            </a:r>
          </a:p>
        </p:txBody>
      </p:sp>
      <p:sp>
        <p:nvSpPr>
          <p:cNvPr id="3" name="text-834">
            <a:extLst xmlns:a="http://schemas.openxmlformats.org/drawingml/2006/main">
              <a:ext uri="{FF2B5EF4-FFF2-40B4-BE49-F238E27FC236}">
                <a16:creationId xmlns:a16="http://schemas.microsoft.com/office/drawing/2014/main" id="{10BF5B6B-C0CB-44CC-9D0F-9611F68870E6}"/>
              </a:ext>
            </a:extLst>
          </p:cNvPr>
          <p:cNvSpPr>
            <a:spLocks xmlns:a="http://schemas.openxmlformats.org/drawingml/2006/main" noGrp="1"/>
          </p:cNvSpPr>
          <p:nvPr/>
        </p:nvSpPr>
        <p:spPr>
          <a:xfrm xmlns:a="http://schemas.openxmlformats.org/drawingml/2006/main">
            <a:off x="7091492" y="457200"/>
            <a:ext cx="1472192"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ومراجع</a:t>
            </a:r>
          </a:p>
        </p:txBody>
      </p:sp>
      <p:sp>
        <p:nvSpPr>
          <p:cNvPr id="4" name="text-835">
            <a:extLst xmlns:a="http://schemas.openxmlformats.org/drawingml/2006/main">
              <a:ext uri="{FF2B5EF4-FFF2-40B4-BE49-F238E27FC236}">
                <a16:creationId xmlns:a16="http://schemas.microsoft.com/office/drawing/2014/main" id="{71C0B025-01BE-4300-BA98-3055CEECD8BF}"/>
              </a:ext>
            </a:extLst>
          </p:cNvPr>
          <p:cNvSpPr>
            <a:spLocks xmlns:a="http://schemas.openxmlformats.org/drawingml/2006/main" noGrp="1"/>
          </p:cNvSpPr>
          <p:nvPr/>
        </p:nvSpPr>
        <p:spPr>
          <a:xfrm xmlns:a="http://schemas.openxmlformats.org/drawingml/2006/main">
            <a:off x="5726712" y="457200"/>
            <a:ext cx="123524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القرآن</a:t>
            </a:r>
          </a:p>
        </p:txBody>
      </p:sp>
      <p:sp>
        <p:nvSpPr>
          <p:cNvPr id="5" name="text-836">
            <a:extLst xmlns:a="http://schemas.openxmlformats.org/drawingml/2006/main">
              <a:ext uri="{FF2B5EF4-FFF2-40B4-BE49-F238E27FC236}">
                <a16:creationId xmlns:a16="http://schemas.microsoft.com/office/drawing/2014/main" id="{EF051426-BBF8-4BC0-BB10-26D5EDD31150}"/>
              </a:ext>
            </a:extLst>
          </p:cNvPr>
          <p:cNvSpPr>
            <a:spLocks xmlns:a="http://schemas.openxmlformats.org/drawingml/2006/main" noGrp="1"/>
          </p:cNvSpPr>
          <p:nvPr/>
        </p:nvSpPr>
        <p:spPr>
          <a:xfrm xmlns:a="http://schemas.openxmlformats.org/drawingml/2006/main">
            <a:off x="3891001" y="457200"/>
            <a:ext cx="170617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والتكامل</a:t>
            </a:r>
          </a:p>
        </p:txBody>
      </p:sp>
      <p:sp>
        <p:nvSpPr>
          <p:cNvPr id="6" name="shape-837">
            <a:extLst xmlns:a="http://schemas.openxmlformats.org/drawingml/2006/main">
              <a:ext uri="{FF2B5EF4-FFF2-40B4-BE49-F238E27FC236}">
                <a16:creationId xmlns:a16="http://schemas.microsoft.com/office/drawing/2014/main" id="{7CE5FFAC-D2BE-49AA-8E9D-D50FD3CD6CC1}"/>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7" name="text-838">
            <a:extLst xmlns:a="http://schemas.openxmlformats.org/drawingml/2006/main">
              <a:ext uri="{FF2B5EF4-FFF2-40B4-BE49-F238E27FC236}">
                <a16:creationId xmlns:a16="http://schemas.microsoft.com/office/drawing/2014/main" id="{810DBF8F-98ED-46A9-A6C6-1F49A3CAB30A}"/>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8" name="text-839">
            <a:extLst xmlns:a="http://schemas.openxmlformats.org/drawingml/2006/main">
              <a:ext uri="{FF2B5EF4-FFF2-40B4-BE49-F238E27FC236}">
                <a16:creationId xmlns:a16="http://schemas.microsoft.com/office/drawing/2014/main" id="{8D9CF06F-E3C8-4CEA-87B4-A0E71C076335}"/>
              </a:ext>
            </a:extLst>
          </p:cNvPr>
          <p:cNvSpPr>
            <a:spLocks xmlns:a="http://schemas.openxmlformats.org/drawingml/2006/main" noGrp="1"/>
          </p:cNvSpPr>
          <p:nvPr/>
        </p:nvSpPr>
        <p:spPr>
          <a:xfrm xmlns:a="http://schemas.openxmlformats.org/drawingml/2006/main">
            <a:off x="10750417"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9" name="text-840">
            <a:extLst xmlns:a="http://schemas.openxmlformats.org/drawingml/2006/main">
              <a:ext uri="{FF2B5EF4-FFF2-40B4-BE49-F238E27FC236}">
                <a16:creationId xmlns:a16="http://schemas.microsoft.com/office/drawing/2014/main" id="{35DA9E0F-C89F-4E29-95FC-E26F9A06E568}"/>
              </a:ext>
            </a:extLst>
          </p:cNvPr>
          <p:cNvSpPr>
            <a:spLocks xmlns:a="http://schemas.openxmlformats.org/drawingml/2006/main" noGrp="1"/>
          </p:cNvSpPr>
          <p:nvPr/>
        </p:nvSpPr>
        <p:spPr>
          <a:xfrm xmlns:a="http://schemas.openxmlformats.org/drawingml/2006/main">
            <a:off x="1019689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0" name="text-841">
            <a:extLst xmlns:a="http://schemas.openxmlformats.org/drawingml/2006/main">
              <a:ext uri="{FF2B5EF4-FFF2-40B4-BE49-F238E27FC236}">
                <a16:creationId xmlns:a16="http://schemas.microsoft.com/office/drawing/2014/main" id="{241C98EA-BD75-418F-8388-4421C18B9607}"/>
              </a:ext>
            </a:extLst>
          </p:cNvPr>
          <p:cNvSpPr>
            <a:spLocks xmlns:a="http://schemas.openxmlformats.org/drawingml/2006/main" noGrp="1"/>
          </p:cNvSpPr>
          <p:nvPr/>
        </p:nvSpPr>
        <p:spPr>
          <a:xfrm xmlns:a="http://schemas.openxmlformats.org/drawingml/2006/main">
            <a:off x="10003334"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1" name="text-842">
            <a:extLst xmlns:a="http://schemas.openxmlformats.org/drawingml/2006/main">
              <a:ext uri="{FF2B5EF4-FFF2-40B4-BE49-F238E27FC236}">
                <a16:creationId xmlns:a16="http://schemas.microsoft.com/office/drawing/2014/main" id="{A2B8D8A4-DA32-4A55-ACD9-F80EFC2B2C94}"/>
              </a:ext>
            </a:extLst>
          </p:cNvPr>
          <p:cNvSpPr>
            <a:spLocks xmlns:a="http://schemas.openxmlformats.org/drawingml/2006/main" noGrp="1"/>
          </p:cNvSpPr>
          <p:nvPr/>
        </p:nvSpPr>
        <p:spPr>
          <a:xfrm xmlns:a="http://schemas.openxmlformats.org/drawingml/2006/main">
            <a:off x="95360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2" name="text-843">
            <a:extLst xmlns:a="http://schemas.openxmlformats.org/drawingml/2006/main">
              <a:ext uri="{FF2B5EF4-FFF2-40B4-BE49-F238E27FC236}">
                <a16:creationId xmlns:a16="http://schemas.microsoft.com/office/drawing/2014/main" id="{9666ECA9-A120-4112-B329-029CC53B31A9}"/>
              </a:ext>
            </a:extLst>
          </p:cNvPr>
          <p:cNvSpPr>
            <a:spLocks xmlns:a="http://schemas.openxmlformats.org/drawingml/2006/main" noGrp="1"/>
          </p:cNvSpPr>
          <p:nvPr/>
        </p:nvSpPr>
        <p:spPr>
          <a:xfrm xmlns:a="http://schemas.openxmlformats.org/drawingml/2006/main">
            <a:off x="9056406"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3" name="text-844">
            <a:extLst xmlns:a="http://schemas.openxmlformats.org/drawingml/2006/main">
              <a:ext uri="{FF2B5EF4-FFF2-40B4-BE49-F238E27FC236}">
                <a16:creationId xmlns:a16="http://schemas.microsoft.com/office/drawing/2014/main" id="{FC03CB2A-4914-47CC-9B2F-9B6AE96791EF}"/>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16</a:t>
            </a:r>
          </a:p>
        </p:txBody>
      </p:sp>
      <p:sp>
        <p:nvSpPr>
          <p:cNvPr id="14" name="text-845">
            <a:extLst xmlns:a="http://schemas.openxmlformats.org/drawingml/2006/main">
              <a:ext uri="{FF2B5EF4-FFF2-40B4-BE49-F238E27FC236}">
                <a16:creationId xmlns:a16="http://schemas.microsoft.com/office/drawing/2014/main" id="{3125328E-95A7-4CE7-8795-68440271249F}"/>
              </a:ext>
            </a:extLst>
          </p:cNvPr>
          <p:cNvSpPr>
            <a:spLocks xmlns:a="http://schemas.openxmlformats.org/drawingml/2006/main" noGrp="1"/>
          </p:cNvSpPr>
          <p:nvPr/>
        </p:nvSpPr>
        <p:spPr>
          <a:xfrm xmlns:a="http://schemas.openxmlformats.org/drawingml/2006/main">
            <a:off x="11052781" y="1085850"/>
            <a:ext cx="52961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روابط</a:t>
            </a:r>
          </a:p>
        </p:txBody>
      </p:sp>
      <p:sp>
        <p:nvSpPr>
          <p:cNvPr id="15" name="text-846">
            <a:extLst xmlns:a="http://schemas.openxmlformats.org/drawingml/2006/main">
              <a:ext uri="{FF2B5EF4-FFF2-40B4-BE49-F238E27FC236}">
                <a16:creationId xmlns:a16="http://schemas.microsoft.com/office/drawing/2014/main" id="{1AC071CB-3DF7-4249-8501-E5AE0F62B070}"/>
              </a:ext>
            </a:extLst>
          </p:cNvPr>
          <p:cNvSpPr>
            <a:spLocks xmlns:a="http://schemas.openxmlformats.org/drawingml/2006/main" noGrp="1"/>
          </p:cNvSpPr>
          <p:nvPr/>
        </p:nvSpPr>
        <p:spPr>
          <a:xfrm xmlns:a="http://schemas.openxmlformats.org/drawingml/2006/main">
            <a:off x="10189662" y="1085850"/>
            <a:ext cx="77920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المصادر</a:t>
            </a:r>
          </a:p>
        </p:txBody>
      </p:sp>
      <p:sp>
        <p:nvSpPr>
          <p:cNvPr id="16" name="text-847">
            <a:extLst xmlns:a="http://schemas.openxmlformats.org/drawingml/2006/main">
              <a:ext uri="{FF2B5EF4-FFF2-40B4-BE49-F238E27FC236}">
                <a16:creationId xmlns:a16="http://schemas.microsoft.com/office/drawing/2014/main" id="{EFE547ED-BCE3-4CDC-B431-4410216DC062}"/>
              </a:ext>
            </a:extLst>
          </p:cNvPr>
          <p:cNvSpPr>
            <a:spLocks xmlns:a="http://schemas.openxmlformats.org/drawingml/2006/main" noGrp="1"/>
          </p:cNvSpPr>
          <p:nvPr/>
        </p:nvSpPr>
        <p:spPr>
          <a:xfrm xmlns:a="http://schemas.openxmlformats.org/drawingml/2006/main">
            <a:off x="9273369" y="1085850"/>
            <a:ext cx="83237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الأصلية،</a:t>
            </a:r>
          </a:p>
        </p:txBody>
      </p:sp>
      <p:sp>
        <p:nvSpPr>
          <p:cNvPr id="17" name="text-848">
            <a:extLst xmlns:a="http://schemas.openxmlformats.org/drawingml/2006/main">
              <a:ext uri="{FF2B5EF4-FFF2-40B4-BE49-F238E27FC236}">
                <a16:creationId xmlns:a16="http://schemas.microsoft.com/office/drawing/2014/main" id="{19A8D2FE-6BAB-4A28-A5EC-82E66ADF3ADA}"/>
              </a:ext>
            </a:extLst>
          </p:cNvPr>
          <p:cNvSpPr>
            <a:spLocks xmlns:a="http://schemas.openxmlformats.org/drawingml/2006/main" noGrp="1"/>
          </p:cNvSpPr>
          <p:nvPr/>
        </p:nvSpPr>
        <p:spPr>
          <a:xfrm xmlns:a="http://schemas.openxmlformats.org/drawingml/2006/main">
            <a:off x="8882637" y="1085850"/>
            <a:ext cx="30681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مع</a:t>
            </a:r>
          </a:p>
        </p:txBody>
      </p:sp>
      <p:sp>
        <p:nvSpPr>
          <p:cNvPr id="18" name="text-849">
            <a:extLst xmlns:a="http://schemas.openxmlformats.org/drawingml/2006/main">
              <a:ext uri="{FF2B5EF4-FFF2-40B4-BE49-F238E27FC236}">
                <a16:creationId xmlns:a16="http://schemas.microsoft.com/office/drawing/2014/main" id="{7B445463-0783-4AD7-AE54-B7AC4D8A7E76}"/>
              </a:ext>
            </a:extLst>
          </p:cNvPr>
          <p:cNvSpPr>
            <a:spLocks xmlns:a="http://schemas.openxmlformats.org/drawingml/2006/main" noGrp="1"/>
          </p:cNvSpPr>
          <p:nvPr/>
        </p:nvSpPr>
        <p:spPr>
          <a:xfrm xmlns:a="http://schemas.openxmlformats.org/drawingml/2006/main">
            <a:off x="8370939" y="1085850"/>
            <a:ext cx="42778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بيان</a:t>
            </a:r>
          </a:p>
        </p:txBody>
      </p:sp>
      <p:sp>
        <p:nvSpPr>
          <p:cNvPr id="19" name="text-850">
            <a:extLst xmlns:a="http://schemas.openxmlformats.org/drawingml/2006/main">
              <a:ext uri="{FF2B5EF4-FFF2-40B4-BE49-F238E27FC236}">
                <a16:creationId xmlns:a16="http://schemas.microsoft.com/office/drawing/2014/main" id="{94718EAF-960F-465B-8F18-A864F2F11B20}"/>
              </a:ext>
            </a:extLst>
          </p:cNvPr>
          <p:cNvSpPr>
            <a:spLocks xmlns:a="http://schemas.openxmlformats.org/drawingml/2006/main" noGrp="1"/>
          </p:cNvSpPr>
          <p:nvPr/>
        </p:nvSpPr>
        <p:spPr>
          <a:xfrm xmlns:a="http://schemas.openxmlformats.org/drawingml/2006/main">
            <a:off x="7922814" y="1085850"/>
            <a:ext cx="36420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نوع</a:t>
            </a:r>
          </a:p>
        </p:txBody>
      </p:sp>
      <p:sp>
        <p:nvSpPr>
          <p:cNvPr id="20" name="text-851">
            <a:extLst xmlns:a="http://schemas.openxmlformats.org/drawingml/2006/main">
              <a:ext uri="{FF2B5EF4-FFF2-40B4-BE49-F238E27FC236}">
                <a16:creationId xmlns:a16="http://schemas.microsoft.com/office/drawing/2014/main" id="{656584BE-1C77-4403-8319-32F48F4E1495}"/>
              </a:ext>
            </a:extLst>
          </p:cNvPr>
          <p:cNvSpPr>
            <a:spLocks xmlns:a="http://schemas.openxmlformats.org/drawingml/2006/main" noGrp="1"/>
          </p:cNvSpPr>
          <p:nvPr/>
        </p:nvSpPr>
        <p:spPr>
          <a:xfrm xmlns:a="http://schemas.openxmlformats.org/drawingml/2006/main">
            <a:off x="7206562" y="1085850"/>
            <a:ext cx="63233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الدليل</a:t>
            </a:r>
          </a:p>
        </p:txBody>
      </p:sp>
      <p:sp>
        <p:nvSpPr>
          <p:cNvPr id="21" name="text-852">
            <a:extLst xmlns:a="http://schemas.openxmlformats.org/drawingml/2006/main">
              <a:ext uri="{FF2B5EF4-FFF2-40B4-BE49-F238E27FC236}">
                <a16:creationId xmlns:a16="http://schemas.microsoft.com/office/drawing/2014/main" id="{39513989-FEB1-4F5F-831C-E840F4320C03}"/>
              </a:ext>
            </a:extLst>
          </p:cNvPr>
          <p:cNvSpPr>
            <a:spLocks xmlns:a="http://schemas.openxmlformats.org/drawingml/2006/main" noGrp="1"/>
          </p:cNvSpPr>
          <p:nvPr/>
        </p:nvSpPr>
        <p:spPr>
          <a:xfrm xmlns:a="http://schemas.openxmlformats.org/drawingml/2006/main">
            <a:off x="6499630" y="1085850"/>
            <a:ext cx="62301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5B9AB"/>
                </a:solidFill>
                <a:latin typeface="Tahoma"/>
                <a:ea typeface="Tahoma"/>
                <a:cs typeface="Tahoma"/>
              </a:defRPr>
            </a:pPr>
            <a:r>
              <a:rPr sz="1875" b="0">
                <a:solidFill>
                  <a:srgbClr val="A5B9AB"/>
                </a:solidFill>
                <a:latin typeface="Tahoma"/>
                <a:ea typeface="Tahoma"/>
                <a:cs typeface="Tahoma"/>
              </a:rPr>
              <a:t>المتاح</a:t>
            </a:r>
          </a:p>
        </p:txBody>
      </p:sp>
      <p:sp>
        <p:nvSpPr>
          <p:cNvPr id="22" name="shape-853">
            <a:extLst xmlns:a="http://schemas.openxmlformats.org/drawingml/2006/main">
              <a:ext uri="{FF2B5EF4-FFF2-40B4-BE49-F238E27FC236}">
                <a16:creationId xmlns:a16="http://schemas.microsoft.com/office/drawing/2014/main" id="{4B7E4DF5-EA9E-4B52-BEA2-389388454F4A}"/>
              </a:ext>
            </a:extLst>
            <ns0:hlinkClick xmlns:ns0="http://schemas.openxmlformats.org/drawingml/2006/main" xmlns:ns1="http://schemas.openxmlformats.org/officeDocument/2006/relationships" ns1:id="rIdSourceLink1"/>
          </p:cNvPr>
          <p:cNvSpPr>
            <a:spLocks xmlns:a="http://schemas.openxmlformats.org/drawingml/2006/main" noGrp="1"/>
          </p:cNvSpPr>
          <p:nvPr/>
        </p:nvSpPr>
        <p:spPr>
          <a:xfrm xmlns:a="http://schemas.openxmlformats.org/drawingml/2006/main">
            <a:off x="6286500" y="15716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23" name="text-854">
            <a:extLst xmlns:a="http://schemas.openxmlformats.org/drawingml/2006/main">
              <a:ext uri="{FF2B5EF4-FFF2-40B4-BE49-F238E27FC236}">
                <a16:creationId xmlns:a16="http://schemas.microsoft.com/office/drawing/2014/main" id="{CA02D13E-54CB-4899-9681-0DF71C9FC5B3}"/>
              </a:ext>
            </a:extLst>
            <ns2:hlinkClick xmlns:ns2="http://schemas.openxmlformats.org/drawingml/2006/main" xmlns:ns3="http://schemas.openxmlformats.org/officeDocument/2006/relationships" ns3:id="rIdSourceLink1"/>
          </p:cNvPr>
          <p:cNvSpPr>
            <a:spLocks xmlns:a="http://schemas.openxmlformats.org/drawingml/2006/main" noGrp="1"/>
          </p:cNvSpPr>
          <p:nvPr/>
        </p:nvSpPr>
        <p:spPr>
          <a:xfrm xmlns:a="http://schemas.openxmlformats.org/drawingml/2006/main">
            <a:off x="10631599" y="1609725"/>
            <a:ext cx="78887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فهرس</a:t>
            </a:r>
          </a:p>
        </p:txBody>
      </p:sp>
      <p:sp>
        <p:nvSpPr>
          <p:cNvPr id="24" name="text-855">
            <a:extLst xmlns:a="http://schemas.openxmlformats.org/drawingml/2006/main">
              <a:ext uri="{FF2B5EF4-FFF2-40B4-BE49-F238E27FC236}">
                <a16:creationId xmlns:a16="http://schemas.microsoft.com/office/drawing/2014/main" id="{DCB226A4-3CC0-4413-8F03-194FD604433B}"/>
              </a:ext>
            </a:extLst>
            <ns4:hlinkClick xmlns:ns4="http://schemas.openxmlformats.org/drawingml/2006/main" xmlns:ns5="http://schemas.openxmlformats.org/officeDocument/2006/relationships" ns5:id="rIdSourceLink1"/>
          </p:cNvPr>
          <p:cNvSpPr>
            <a:spLocks xmlns:a="http://schemas.openxmlformats.org/drawingml/2006/main" noGrp="1"/>
          </p:cNvSpPr>
          <p:nvPr/>
        </p:nvSpPr>
        <p:spPr>
          <a:xfrm xmlns:a="http://schemas.openxmlformats.org/drawingml/2006/main">
            <a:off x="10025885" y="1609725"/>
            <a:ext cx="52646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كتب</a:t>
            </a:r>
          </a:p>
        </p:txBody>
      </p:sp>
      <p:sp>
        <p:nvSpPr>
          <p:cNvPr id="25" name="text-856">
            <a:extLst xmlns:a="http://schemas.openxmlformats.org/drawingml/2006/main">
              <a:ext uri="{FF2B5EF4-FFF2-40B4-BE49-F238E27FC236}">
                <a16:creationId xmlns:a16="http://schemas.microsoft.com/office/drawing/2014/main" id="{4454966F-6818-4302-8785-D5097FDBE382}"/>
              </a:ext>
            </a:extLst>
            <ns6:hlinkClick xmlns:ns6="http://schemas.openxmlformats.org/drawingml/2006/main" xmlns:ns7="http://schemas.openxmlformats.org/officeDocument/2006/relationships" ns7:id="rIdSourceLink1"/>
          </p:cNvPr>
          <p:cNvSpPr>
            <a:spLocks xmlns:a="http://schemas.openxmlformats.org/drawingml/2006/main" noGrp="1"/>
          </p:cNvSpPr>
          <p:nvPr/>
        </p:nvSpPr>
        <p:spPr>
          <a:xfrm xmlns:a="http://schemas.openxmlformats.org/drawingml/2006/main">
            <a:off x="9163012" y="1609725"/>
            <a:ext cx="78362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الدعوة</a:t>
            </a:r>
          </a:p>
        </p:txBody>
      </p:sp>
      <p:sp>
        <p:nvSpPr>
          <p:cNvPr id="26" name="text-857">
            <a:extLst xmlns:a="http://schemas.openxmlformats.org/drawingml/2006/main">
              <a:ext uri="{FF2B5EF4-FFF2-40B4-BE49-F238E27FC236}">
                <a16:creationId xmlns:a16="http://schemas.microsoft.com/office/drawing/2014/main" id="{AF5884B2-0637-42A2-92D8-17B0FB82A42B}"/>
              </a:ext>
            </a:extLst>
            <ns8:hlinkClick xmlns:ns8="http://schemas.openxmlformats.org/drawingml/2006/main" xmlns:ns9="http://schemas.openxmlformats.org/officeDocument/2006/relationships" ns9:id="rIdSourceLink1"/>
          </p:cNvPr>
          <p:cNvSpPr>
            <a:spLocks xmlns:a="http://schemas.openxmlformats.org/drawingml/2006/main" noGrp="1"/>
          </p:cNvSpPr>
          <p:nvPr/>
        </p:nvSpPr>
        <p:spPr>
          <a:xfrm xmlns:a="http://schemas.openxmlformats.org/drawingml/2006/main">
            <a:off x="10812370" y="1990725"/>
            <a:ext cx="60810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٧٬٩١٤</a:t>
            </a:r>
          </a:p>
        </p:txBody>
      </p:sp>
      <p:sp>
        <p:nvSpPr>
          <p:cNvPr id="27" name="text-858">
            <a:extLst xmlns:a="http://schemas.openxmlformats.org/drawingml/2006/main">
              <a:ext uri="{FF2B5EF4-FFF2-40B4-BE49-F238E27FC236}">
                <a16:creationId xmlns:a16="http://schemas.microsoft.com/office/drawing/2014/main" id="{EE066C08-0DD1-44DE-AA64-2A518D4BB8E2}"/>
              </a:ext>
            </a:extLst>
            <ns10:hlinkClick xmlns:ns10="http://schemas.openxmlformats.org/drawingml/2006/main" xmlns:ns11="http://schemas.openxmlformats.org/officeDocument/2006/relationships" ns11:id="rIdSourceLink1"/>
          </p:cNvPr>
          <p:cNvSpPr>
            <a:spLocks xmlns:a="http://schemas.openxmlformats.org/drawingml/2006/main" noGrp="1"/>
          </p:cNvSpPr>
          <p:nvPr/>
        </p:nvSpPr>
        <p:spPr>
          <a:xfrm xmlns:a="http://schemas.openxmlformats.org/drawingml/2006/main">
            <a:off x="10184836" y="1990725"/>
            <a:ext cx="55247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سجل</a:t>
            </a:r>
          </a:p>
        </p:txBody>
      </p:sp>
      <p:sp>
        <p:nvSpPr>
          <p:cNvPr id="28" name="text-859">
            <a:extLst xmlns:a="http://schemas.openxmlformats.org/drawingml/2006/main">
              <a:ext uri="{FF2B5EF4-FFF2-40B4-BE49-F238E27FC236}">
                <a16:creationId xmlns:a16="http://schemas.microsoft.com/office/drawing/2014/main" id="{5B4EEC19-4225-4F38-BE4E-237D418A52D6}"/>
              </a:ext>
            </a:extLst>
            <ns12:hlinkClick xmlns:ns12="http://schemas.openxmlformats.org/drawingml/2006/main" xmlns:ns13="http://schemas.openxmlformats.org/officeDocument/2006/relationships" ns13:id="rIdSourceLink1"/>
          </p:cNvPr>
          <p:cNvSpPr>
            <a:spLocks xmlns:a="http://schemas.openxmlformats.org/drawingml/2006/main" noGrp="1"/>
          </p:cNvSpPr>
          <p:nvPr/>
        </p:nvSpPr>
        <p:spPr>
          <a:xfrm xmlns:a="http://schemas.openxmlformats.org/drawingml/2006/main">
            <a:off x="9654231" y="1990725"/>
            <a:ext cx="455547"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كتاب</a:t>
            </a:r>
          </a:p>
        </p:txBody>
      </p:sp>
      <p:sp>
        <p:nvSpPr>
          <p:cNvPr id="29" name="text-860">
            <a:extLst xmlns:a="http://schemas.openxmlformats.org/drawingml/2006/main">
              <a:ext uri="{FF2B5EF4-FFF2-40B4-BE49-F238E27FC236}">
                <a16:creationId xmlns:a16="http://schemas.microsoft.com/office/drawing/2014/main" id="{CC26C176-D573-48C9-86DD-DEA99F0BC3A4}"/>
              </a:ext>
            </a:extLst>
            <ns14:hlinkClick xmlns:ns14="http://schemas.openxmlformats.org/drawingml/2006/main" xmlns:ns15="http://schemas.openxmlformats.org/officeDocument/2006/relationships" ns15:id="rIdSourceLink1"/>
          </p:cNvPr>
          <p:cNvSpPr>
            <a:spLocks xmlns:a="http://schemas.openxmlformats.org/drawingml/2006/main" noGrp="1"/>
          </p:cNvSpPr>
          <p:nvPr/>
        </p:nvSpPr>
        <p:spPr>
          <a:xfrm xmlns:a="http://schemas.openxmlformats.org/drawingml/2006/main">
            <a:off x="9018554" y="1990725"/>
            <a:ext cx="56062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وروابط</a:t>
            </a:r>
          </a:p>
        </p:txBody>
      </p:sp>
      <p:sp>
        <p:nvSpPr>
          <p:cNvPr id="30" name="text-861">
            <a:extLst xmlns:a="http://schemas.openxmlformats.org/drawingml/2006/main">
              <a:ext uri="{FF2B5EF4-FFF2-40B4-BE49-F238E27FC236}">
                <a16:creationId xmlns:a16="http://schemas.microsoft.com/office/drawing/2014/main" id="{4ED1B86F-732D-470E-85B2-C4F5E47E1D6D}"/>
              </a:ext>
            </a:extLst>
            <ns16:hlinkClick xmlns:ns16="http://schemas.openxmlformats.org/drawingml/2006/main" xmlns:ns17="http://schemas.openxmlformats.org/officeDocument/2006/relationships" ns17:id="rIdSourceLink1"/>
          </p:cNvPr>
          <p:cNvSpPr>
            <a:spLocks xmlns:a="http://schemas.openxmlformats.org/drawingml/2006/main" noGrp="1"/>
          </p:cNvSpPr>
          <p:nvPr/>
        </p:nvSpPr>
        <p:spPr>
          <a:xfrm xmlns:a="http://schemas.openxmlformats.org/drawingml/2006/main">
            <a:off x="8601656" y="1990725"/>
            <a:ext cx="34184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في</a:t>
            </a:r>
          </a:p>
        </p:txBody>
      </p:sp>
      <p:sp>
        <p:nvSpPr>
          <p:cNvPr id="31" name="text-862">
            <a:extLst xmlns:a="http://schemas.openxmlformats.org/drawingml/2006/main">
              <a:ext uri="{FF2B5EF4-FFF2-40B4-BE49-F238E27FC236}">
                <a16:creationId xmlns:a16="http://schemas.microsoft.com/office/drawing/2014/main" id="{A5D816A7-0D32-4CDF-A97B-153EFDACB879}"/>
              </a:ext>
            </a:extLst>
            <ns18:hlinkClick xmlns:ns18="http://schemas.openxmlformats.org/drawingml/2006/main" xmlns:ns19="http://schemas.openxmlformats.org/officeDocument/2006/relationships" ns19:id="rIdSourceLink1"/>
          </p:cNvPr>
          <p:cNvSpPr>
            <a:spLocks xmlns:a="http://schemas.openxmlformats.org/drawingml/2006/main" noGrp="1"/>
          </p:cNvSpPr>
          <p:nvPr/>
        </p:nvSpPr>
        <p:spPr>
          <a:xfrm xmlns:a="http://schemas.openxmlformats.org/drawingml/2006/main">
            <a:off x="7935761" y="1990725"/>
            <a:ext cx="59083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أطلس</a:t>
            </a:r>
          </a:p>
        </p:txBody>
      </p:sp>
      <p:sp>
        <p:nvSpPr>
          <p:cNvPr id="32" name="text-863">
            <a:extLst xmlns:a="http://schemas.openxmlformats.org/drawingml/2006/main">
              <a:ext uri="{FF2B5EF4-FFF2-40B4-BE49-F238E27FC236}">
                <a16:creationId xmlns:a16="http://schemas.microsoft.com/office/drawing/2014/main" id="{449CD93E-1015-4E8A-91EC-10E00B7308B1}"/>
              </a:ext>
            </a:extLst>
            <ns20:hlinkClick xmlns:ns20="http://schemas.openxmlformats.org/drawingml/2006/main" xmlns:ns21="http://schemas.openxmlformats.org/officeDocument/2006/relationships" ns21:id="rIdSourceLink1"/>
          </p:cNvPr>
          <p:cNvSpPr>
            <a:spLocks xmlns:a="http://schemas.openxmlformats.org/drawingml/2006/main" noGrp="1"/>
          </p:cNvSpPr>
          <p:nvPr/>
        </p:nvSpPr>
        <p:spPr>
          <a:xfrm xmlns:a="http://schemas.openxmlformats.org/drawingml/2006/main">
            <a:off x="6448425" y="23526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dawa.center</a:t>
            </a:r>
          </a:p>
        </p:txBody>
      </p:sp>
      <p:sp>
        <p:nvSpPr>
          <p:cNvPr id="33" name="shape-864">
            <a:extLst xmlns:a="http://schemas.openxmlformats.org/drawingml/2006/main">
              <a:ext uri="{FF2B5EF4-FFF2-40B4-BE49-F238E27FC236}">
                <a16:creationId xmlns:a16="http://schemas.microsoft.com/office/drawing/2014/main" id="{AF6E3FD0-09B3-45CB-BC26-0CE28E9AB601}"/>
              </a:ext>
            </a:extLst>
            <ns22:hlinkClick xmlns:ns22="http://schemas.openxmlformats.org/drawingml/2006/main" xmlns:ns23="http://schemas.openxmlformats.org/officeDocument/2006/relationships" ns23:id="rIdSourceLink2"/>
          </p:cNvPr>
          <p:cNvSpPr>
            <a:spLocks xmlns:a="http://schemas.openxmlformats.org/drawingml/2006/main" noGrp="1"/>
          </p:cNvSpPr>
          <p:nvPr/>
        </p:nvSpPr>
        <p:spPr>
          <a:xfrm xmlns:a="http://schemas.openxmlformats.org/drawingml/2006/main">
            <a:off x="609600" y="15716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34" name="text-865">
            <a:extLst xmlns:a="http://schemas.openxmlformats.org/drawingml/2006/main">
              <a:ext uri="{FF2B5EF4-FFF2-40B4-BE49-F238E27FC236}">
                <a16:creationId xmlns:a16="http://schemas.microsoft.com/office/drawing/2014/main" id="{3E81F67B-3932-442A-9496-541707797FC8}"/>
              </a:ext>
            </a:extLst>
            <ns24:hlinkClick xmlns:ns24="http://schemas.openxmlformats.org/drawingml/2006/main" xmlns:ns25="http://schemas.openxmlformats.org/officeDocument/2006/relationships" ns25:id="rIdSourceLink2"/>
          </p:cNvPr>
          <p:cNvSpPr>
            <a:spLocks xmlns:a="http://schemas.openxmlformats.org/drawingml/2006/main" noGrp="1"/>
          </p:cNvSpPr>
          <p:nvPr/>
        </p:nvSpPr>
        <p:spPr>
          <a:xfrm xmlns:a="http://schemas.openxmlformats.org/drawingml/2006/main">
            <a:off x="4877432" y="1609725"/>
            <a:ext cx="86614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المكتبة</a:t>
            </a:r>
          </a:p>
        </p:txBody>
      </p:sp>
      <p:sp>
        <p:nvSpPr>
          <p:cNvPr id="35" name="text-866">
            <a:extLst xmlns:a="http://schemas.openxmlformats.org/drawingml/2006/main">
              <a:ext uri="{FF2B5EF4-FFF2-40B4-BE49-F238E27FC236}">
                <a16:creationId xmlns:a16="http://schemas.microsoft.com/office/drawing/2014/main" id="{B37EFE03-2F47-4239-BBAA-24A922F84AE6}"/>
              </a:ext>
            </a:extLst>
            <ns26:hlinkClick xmlns:ns26="http://schemas.openxmlformats.org/drawingml/2006/main" xmlns:ns27="http://schemas.openxmlformats.org/officeDocument/2006/relationships" ns27:id="rIdSourceLink2"/>
          </p:cNvPr>
          <p:cNvSpPr>
            <a:spLocks xmlns:a="http://schemas.openxmlformats.org/drawingml/2006/main" noGrp="1"/>
          </p:cNvSpPr>
          <p:nvPr/>
        </p:nvSpPr>
        <p:spPr>
          <a:xfrm xmlns:a="http://schemas.openxmlformats.org/drawingml/2006/main">
            <a:off x="3824364" y="1609725"/>
            <a:ext cx="97382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الشاملة</a:t>
            </a:r>
          </a:p>
        </p:txBody>
      </p:sp>
      <p:sp>
        <p:nvSpPr>
          <p:cNvPr id="36" name="text-867">
            <a:extLst xmlns:a="http://schemas.openxmlformats.org/drawingml/2006/main">
              <a:ext uri="{FF2B5EF4-FFF2-40B4-BE49-F238E27FC236}">
                <a16:creationId xmlns:a16="http://schemas.microsoft.com/office/drawing/2014/main" id="{B1A68E0B-B651-4F88-9AB7-DEAE5D5A8237}"/>
              </a:ext>
            </a:extLst>
            <ns28:hlinkClick xmlns:ns28="http://schemas.openxmlformats.org/drawingml/2006/main" xmlns:ns29="http://schemas.openxmlformats.org/officeDocument/2006/relationships" ns29:id="rIdSourceLink2"/>
          </p:cNvPr>
          <p:cNvSpPr>
            <a:spLocks xmlns:a="http://schemas.openxmlformats.org/drawingml/2006/main" noGrp="1"/>
          </p:cNvSpPr>
          <p:nvPr/>
        </p:nvSpPr>
        <p:spPr>
          <a:xfrm xmlns:a="http://schemas.openxmlformats.org/drawingml/2006/main">
            <a:off x="5135470" y="1990725"/>
            <a:ext cx="60810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٨٬٥٨٩</a:t>
            </a:r>
          </a:p>
        </p:txBody>
      </p:sp>
      <p:sp>
        <p:nvSpPr>
          <p:cNvPr id="37" name="text-868">
            <a:extLst xmlns:a="http://schemas.openxmlformats.org/drawingml/2006/main">
              <a:ext uri="{FF2B5EF4-FFF2-40B4-BE49-F238E27FC236}">
                <a16:creationId xmlns:a16="http://schemas.microsoft.com/office/drawing/2014/main" id="{BE0C6CC0-053D-403F-8AEC-36A72B5B9DA9}"/>
              </a:ext>
            </a:extLst>
            <ns30:hlinkClick xmlns:ns30="http://schemas.openxmlformats.org/drawingml/2006/main" xmlns:ns31="http://schemas.openxmlformats.org/officeDocument/2006/relationships" ns31:id="rIdSourceLink2"/>
          </p:cNvPr>
          <p:cNvSpPr>
            <a:spLocks xmlns:a="http://schemas.openxmlformats.org/drawingml/2006/main" noGrp="1"/>
          </p:cNvSpPr>
          <p:nvPr/>
        </p:nvSpPr>
        <p:spPr>
          <a:xfrm xmlns:a="http://schemas.openxmlformats.org/drawingml/2006/main">
            <a:off x="4507936" y="1990725"/>
            <a:ext cx="55247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سجل</a:t>
            </a:r>
          </a:p>
        </p:txBody>
      </p:sp>
      <p:sp>
        <p:nvSpPr>
          <p:cNvPr id="38" name="text-869">
            <a:extLst xmlns:a="http://schemas.openxmlformats.org/drawingml/2006/main">
              <a:ext uri="{FF2B5EF4-FFF2-40B4-BE49-F238E27FC236}">
                <a16:creationId xmlns:a16="http://schemas.microsoft.com/office/drawing/2014/main" id="{B23E6C8D-4D23-49AD-B344-2FB5C7EA9832}"/>
              </a:ext>
            </a:extLst>
            <ns32:hlinkClick xmlns:ns32="http://schemas.openxmlformats.org/drawingml/2006/main" xmlns:ns33="http://schemas.openxmlformats.org/officeDocument/2006/relationships" ns33:id="rIdSourceLink2"/>
          </p:cNvPr>
          <p:cNvSpPr>
            <a:spLocks xmlns:a="http://schemas.openxmlformats.org/drawingml/2006/main" noGrp="1"/>
          </p:cNvSpPr>
          <p:nvPr/>
        </p:nvSpPr>
        <p:spPr>
          <a:xfrm xmlns:a="http://schemas.openxmlformats.org/drawingml/2006/main">
            <a:off x="4013435" y="1990725"/>
            <a:ext cx="41944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ملف</a:t>
            </a:r>
          </a:p>
        </p:txBody>
      </p:sp>
      <p:sp>
        <p:nvSpPr>
          <p:cNvPr id="39" name="text-870">
            <a:extLst xmlns:a="http://schemas.openxmlformats.org/drawingml/2006/main">
              <a:ext uri="{FF2B5EF4-FFF2-40B4-BE49-F238E27FC236}">
                <a16:creationId xmlns:a16="http://schemas.microsoft.com/office/drawing/2014/main" id="{F439F7CD-5D8E-4623-9D64-E9EB5ED111D0}"/>
              </a:ext>
            </a:extLst>
            <ns34:hlinkClick xmlns:ns34="http://schemas.openxmlformats.org/drawingml/2006/main" xmlns:ns35="http://schemas.openxmlformats.org/officeDocument/2006/relationships" ns35:id="rIdSourceLink2"/>
          </p:cNvPr>
          <p:cNvSpPr>
            <a:spLocks xmlns:a="http://schemas.openxmlformats.org/drawingml/2006/main" noGrp="1"/>
          </p:cNvSpPr>
          <p:nvPr/>
        </p:nvSpPr>
        <p:spPr>
          <a:xfrm xmlns:a="http://schemas.openxmlformats.org/drawingml/2006/main">
            <a:off x="3467722" y="1990725"/>
            <a:ext cx="47065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ورابط</a:t>
            </a:r>
          </a:p>
        </p:txBody>
      </p:sp>
      <p:sp>
        <p:nvSpPr>
          <p:cNvPr id="40" name="text-871">
            <a:extLst xmlns:a="http://schemas.openxmlformats.org/drawingml/2006/main">
              <a:ext uri="{FF2B5EF4-FFF2-40B4-BE49-F238E27FC236}">
                <a16:creationId xmlns:a16="http://schemas.microsoft.com/office/drawing/2014/main" id="{F5D3893D-3D59-4B31-B508-ADE245B7334C}"/>
              </a:ext>
            </a:extLst>
            <ns36:hlinkClick xmlns:ns36="http://schemas.openxmlformats.org/drawingml/2006/main" xmlns:ns37="http://schemas.openxmlformats.org/officeDocument/2006/relationships" ns37:id="rIdSourceLink2"/>
          </p:cNvPr>
          <p:cNvSpPr>
            <a:spLocks xmlns:a="http://schemas.openxmlformats.org/drawingml/2006/main" noGrp="1"/>
          </p:cNvSpPr>
          <p:nvPr/>
        </p:nvSpPr>
        <p:spPr>
          <a:xfrm xmlns:a="http://schemas.openxmlformats.org/drawingml/2006/main">
            <a:off x="3050824" y="1990725"/>
            <a:ext cx="34184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في</a:t>
            </a:r>
          </a:p>
        </p:txBody>
      </p:sp>
      <p:sp>
        <p:nvSpPr>
          <p:cNvPr id="41" name="text-872">
            <a:extLst xmlns:a="http://schemas.openxmlformats.org/drawingml/2006/main">
              <a:ext uri="{FF2B5EF4-FFF2-40B4-BE49-F238E27FC236}">
                <a16:creationId xmlns:a16="http://schemas.microsoft.com/office/drawing/2014/main" id="{54C75982-7149-44E0-9D28-5367E50574C2}"/>
              </a:ext>
            </a:extLst>
            <ns38:hlinkClick xmlns:ns38="http://schemas.openxmlformats.org/drawingml/2006/main" xmlns:ns39="http://schemas.openxmlformats.org/officeDocument/2006/relationships" ns39:id="rIdSourceLink2"/>
          </p:cNvPr>
          <p:cNvSpPr>
            <a:spLocks xmlns:a="http://schemas.openxmlformats.org/drawingml/2006/main" noGrp="1"/>
          </p:cNvSpPr>
          <p:nvPr/>
        </p:nvSpPr>
        <p:spPr>
          <a:xfrm xmlns:a="http://schemas.openxmlformats.org/drawingml/2006/main">
            <a:off x="2384930" y="1990725"/>
            <a:ext cx="59083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أطلس</a:t>
            </a:r>
          </a:p>
        </p:txBody>
      </p:sp>
      <p:sp>
        <p:nvSpPr>
          <p:cNvPr id="42" name="text-873">
            <a:extLst xmlns:a="http://schemas.openxmlformats.org/drawingml/2006/main">
              <a:ext uri="{FF2B5EF4-FFF2-40B4-BE49-F238E27FC236}">
                <a16:creationId xmlns:a16="http://schemas.microsoft.com/office/drawing/2014/main" id="{716A4E93-F55D-4AEF-BB65-FC814A253295}"/>
              </a:ext>
            </a:extLst>
            <ns40:hlinkClick xmlns:ns40="http://schemas.openxmlformats.org/drawingml/2006/main" xmlns:ns41="http://schemas.openxmlformats.org/officeDocument/2006/relationships" ns41:id="rIdSourceLink2"/>
          </p:cNvPr>
          <p:cNvSpPr>
            <a:spLocks xmlns:a="http://schemas.openxmlformats.org/drawingml/2006/main" noGrp="1"/>
          </p:cNvSpPr>
          <p:nvPr/>
        </p:nvSpPr>
        <p:spPr>
          <a:xfrm xmlns:a="http://schemas.openxmlformats.org/drawingml/2006/main">
            <a:off x="771525" y="23526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shamela.ws</a:t>
            </a:r>
          </a:p>
        </p:txBody>
      </p:sp>
      <p:sp>
        <p:nvSpPr>
          <p:cNvPr id="43" name="shape-874">
            <a:extLst xmlns:a="http://schemas.openxmlformats.org/drawingml/2006/main">
              <a:ext uri="{FF2B5EF4-FFF2-40B4-BE49-F238E27FC236}">
                <a16:creationId xmlns:a16="http://schemas.microsoft.com/office/drawing/2014/main" id="{42B5C330-4FE4-4F5D-BD7B-8565F66426EA}"/>
              </a:ext>
            </a:extLst>
            <ns42:hlinkClick xmlns:ns42="http://schemas.openxmlformats.org/drawingml/2006/main" xmlns:ns43="http://schemas.openxmlformats.org/officeDocument/2006/relationships" ns43:id="rIdSourceLink3"/>
          </p:cNvPr>
          <p:cNvSpPr>
            <a:spLocks xmlns:a="http://schemas.openxmlformats.org/drawingml/2006/main" noGrp="1"/>
          </p:cNvSpPr>
          <p:nvPr/>
        </p:nvSpPr>
        <p:spPr>
          <a:xfrm xmlns:a="http://schemas.openxmlformats.org/drawingml/2006/main">
            <a:off x="6286500" y="28670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44" name="text-875">
            <a:extLst xmlns:a="http://schemas.openxmlformats.org/drawingml/2006/main">
              <a:ext uri="{FF2B5EF4-FFF2-40B4-BE49-F238E27FC236}">
                <a16:creationId xmlns:a16="http://schemas.microsoft.com/office/drawing/2014/main" id="{194F378A-3DE7-4AB7-BF57-100A759C17A2}"/>
              </a:ext>
            </a:extLst>
            <ns44:hlinkClick xmlns:ns44="http://schemas.openxmlformats.org/drawingml/2006/main" xmlns:ns45="http://schemas.openxmlformats.org/officeDocument/2006/relationships" ns45:id="rIdSourceLink3"/>
          </p:cNvPr>
          <p:cNvSpPr>
            <a:spLocks xmlns:a="http://schemas.openxmlformats.org/drawingml/2006/main" noGrp="1"/>
          </p:cNvSpPr>
          <p:nvPr/>
        </p:nvSpPr>
        <p:spPr>
          <a:xfrm xmlns:a="http://schemas.openxmlformats.org/drawingml/2006/main">
            <a:off x="10791878" y="2905125"/>
            <a:ext cx="62859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بينات</a:t>
            </a:r>
          </a:p>
        </p:txBody>
      </p:sp>
      <p:sp>
        <p:nvSpPr>
          <p:cNvPr id="45" name="text-876">
            <a:extLst xmlns:a="http://schemas.openxmlformats.org/drawingml/2006/main">
              <a:ext uri="{FF2B5EF4-FFF2-40B4-BE49-F238E27FC236}">
                <a16:creationId xmlns:a16="http://schemas.microsoft.com/office/drawing/2014/main" id="{B7B378C2-77B7-4DA6-B4F0-E34651ADEC71}"/>
              </a:ext>
            </a:extLst>
            <ns46:hlinkClick xmlns:ns46="http://schemas.openxmlformats.org/drawingml/2006/main" xmlns:ns47="http://schemas.openxmlformats.org/officeDocument/2006/relationships" ns47:id="rIdSourceLink3"/>
          </p:cNvPr>
          <p:cNvSpPr>
            <a:spLocks xmlns:a="http://schemas.openxmlformats.org/drawingml/2006/main" noGrp="1"/>
          </p:cNvSpPr>
          <p:nvPr/>
        </p:nvSpPr>
        <p:spPr>
          <a:xfrm xmlns:a="http://schemas.openxmlformats.org/drawingml/2006/main">
            <a:off x="10584584" y="2905125"/>
            <a:ext cx="12804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a:t>
            </a:r>
          </a:p>
        </p:txBody>
      </p:sp>
      <p:sp>
        <p:nvSpPr>
          <p:cNvPr id="46" name="text-877">
            <a:extLst xmlns:a="http://schemas.openxmlformats.org/drawingml/2006/main">
              <a:ext uri="{FF2B5EF4-FFF2-40B4-BE49-F238E27FC236}">
                <a16:creationId xmlns:a16="http://schemas.microsoft.com/office/drawing/2014/main" id="{3CBEAC49-DD7C-493D-9A85-D950C5CC469A}"/>
              </a:ext>
            </a:extLst>
            <ns48:hlinkClick xmlns:ns48="http://schemas.openxmlformats.org/drawingml/2006/main" xmlns:ns49="http://schemas.openxmlformats.org/officeDocument/2006/relationships" ns49:id="rIdSourceLink3"/>
          </p:cNvPr>
          <p:cNvSpPr>
            <a:spLocks xmlns:a="http://schemas.openxmlformats.org/drawingml/2006/main" noGrp="1"/>
          </p:cNvSpPr>
          <p:nvPr/>
        </p:nvSpPr>
        <p:spPr>
          <a:xfrm xmlns:a="http://schemas.openxmlformats.org/drawingml/2006/main">
            <a:off x="9762721" y="2905125"/>
            <a:ext cx="74261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أسئلة</a:t>
            </a:r>
          </a:p>
        </p:txBody>
      </p:sp>
      <p:sp>
        <p:nvSpPr>
          <p:cNvPr id="47" name="text-878">
            <a:extLst xmlns:a="http://schemas.openxmlformats.org/drawingml/2006/main">
              <a:ext uri="{FF2B5EF4-FFF2-40B4-BE49-F238E27FC236}">
                <a16:creationId xmlns:a16="http://schemas.microsoft.com/office/drawing/2014/main" id="{6D530AFC-494C-4FEE-A702-9FAFFD9C0222}"/>
              </a:ext>
            </a:extLst>
            <ns50:hlinkClick xmlns:ns50="http://schemas.openxmlformats.org/drawingml/2006/main" xmlns:ns51="http://schemas.openxmlformats.org/officeDocument/2006/relationships" ns51:id="rIdSourceLink3"/>
          </p:cNvPr>
          <p:cNvSpPr>
            <a:spLocks xmlns:a="http://schemas.openxmlformats.org/drawingml/2006/main" noGrp="1"/>
          </p:cNvSpPr>
          <p:nvPr/>
        </p:nvSpPr>
        <p:spPr>
          <a:xfrm xmlns:a="http://schemas.openxmlformats.org/drawingml/2006/main">
            <a:off x="8863592" y="2905125"/>
            <a:ext cx="81988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وأجوبة</a:t>
            </a:r>
          </a:p>
        </p:txBody>
      </p:sp>
      <p:sp>
        <p:nvSpPr>
          <p:cNvPr id="48" name="text-879">
            <a:extLst xmlns:a="http://schemas.openxmlformats.org/drawingml/2006/main">
              <a:ext uri="{FF2B5EF4-FFF2-40B4-BE49-F238E27FC236}">
                <a16:creationId xmlns:a16="http://schemas.microsoft.com/office/drawing/2014/main" id="{A8A52C8B-AAD6-4BDE-8A4B-47EE45BB1B24}"/>
              </a:ext>
            </a:extLst>
            <ns52:hlinkClick xmlns:ns52="http://schemas.openxmlformats.org/drawingml/2006/main" xmlns:ns53="http://schemas.openxmlformats.org/officeDocument/2006/relationships" ns53:id="rIdSourceLink3"/>
          </p:cNvPr>
          <p:cNvSpPr>
            <a:spLocks xmlns:a="http://schemas.openxmlformats.org/drawingml/2006/main" noGrp="1"/>
          </p:cNvSpPr>
          <p:nvPr/>
        </p:nvSpPr>
        <p:spPr>
          <a:xfrm xmlns:a="http://schemas.openxmlformats.org/drawingml/2006/main">
            <a:off x="8368924" y="2905125"/>
            <a:ext cx="41542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عن</a:t>
            </a:r>
          </a:p>
        </p:txBody>
      </p:sp>
      <p:sp>
        <p:nvSpPr>
          <p:cNvPr id="49" name="text-880">
            <a:extLst xmlns:a="http://schemas.openxmlformats.org/drawingml/2006/main">
              <a:ext uri="{FF2B5EF4-FFF2-40B4-BE49-F238E27FC236}">
                <a16:creationId xmlns:a16="http://schemas.microsoft.com/office/drawing/2014/main" id="{B93F3121-A2FB-430C-A3E2-45EE964BCD8D}"/>
              </a:ext>
            </a:extLst>
            <ns54:hlinkClick xmlns:ns54="http://schemas.openxmlformats.org/drawingml/2006/main" xmlns:ns55="http://schemas.openxmlformats.org/officeDocument/2006/relationships" ns55:id="rIdSourceLink3"/>
          </p:cNvPr>
          <p:cNvSpPr>
            <a:spLocks xmlns:a="http://schemas.openxmlformats.org/drawingml/2006/main" noGrp="1"/>
          </p:cNvSpPr>
          <p:nvPr/>
        </p:nvSpPr>
        <p:spPr>
          <a:xfrm xmlns:a="http://schemas.openxmlformats.org/drawingml/2006/main">
            <a:off x="7386782" y="2905125"/>
            <a:ext cx="90289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الإسلام</a:t>
            </a:r>
          </a:p>
        </p:txBody>
      </p:sp>
      <p:sp>
        <p:nvSpPr>
          <p:cNvPr id="50" name="text-881">
            <a:extLst xmlns:a="http://schemas.openxmlformats.org/drawingml/2006/main">
              <a:ext uri="{FF2B5EF4-FFF2-40B4-BE49-F238E27FC236}">
                <a16:creationId xmlns:a16="http://schemas.microsoft.com/office/drawing/2014/main" id="{713EEE0A-8F23-4BDF-8297-9A7AB95AFBA8}"/>
              </a:ext>
            </a:extLst>
            <ns56:hlinkClick xmlns:ns56="http://schemas.openxmlformats.org/drawingml/2006/main" xmlns:ns57="http://schemas.openxmlformats.org/officeDocument/2006/relationships" ns57:id="rIdSourceLink3"/>
          </p:cNvPr>
          <p:cNvSpPr>
            <a:spLocks xmlns:a="http://schemas.openxmlformats.org/drawingml/2006/main" noGrp="1"/>
          </p:cNvSpPr>
          <p:nvPr/>
        </p:nvSpPr>
        <p:spPr>
          <a:xfrm xmlns:a="http://schemas.openxmlformats.org/drawingml/2006/main">
            <a:off x="10893702" y="3286125"/>
            <a:ext cx="52677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بطاقة</a:t>
            </a:r>
          </a:p>
        </p:txBody>
      </p:sp>
      <p:sp>
        <p:nvSpPr>
          <p:cNvPr id="51" name="text-882">
            <a:extLst xmlns:a="http://schemas.openxmlformats.org/drawingml/2006/main">
              <a:ext uri="{FF2B5EF4-FFF2-40B4-BE49-F238E27FC236}">
                <a16:creationId xmlns:a16="http://schemas.microsoft.com/office/drawing/2014/main" id="{106BCA34-FDE8-41E5-B646-30E7B82E0D9F}"/>
              </a:ext>
            </a:extLst>
            <ns58:hlinkClick xmlns:ns58="http://schemas.openxmlformats.org/drawingml/2006/main" xmlns:ns59="http://schemas.openxmlformats.org/officeDocument/2006/relationships" ns59:id="rIdSourceLink3"/>
          </p:cNvPr>
          <p:cNvSpPr>
            <a:spLocks xmlns:a="http://schemas.openxmlformats.org/drawingml/2006/main" noGrp="1"/>
          </p:cNvSpPr>
          <p:nvPr/>
        </p:nvSpPr>
        <p:spPr>
          <a:xfrm xmlns:a="http://schemas.openxmlformats.org/drawingml/2006/main">
            <a:off x="10286671" y="3286125"/>
            <a:ext cx="53197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كتاب؛</a:t>
            </a:r>
          </a:p>
        </p:txBody>
      </p:sp>
      <p:sp>
        <p:nvSpPr>
          <p:cNvPr id="52" name="text-883">
            <a:extLst xmlns:a="http://schemas.openxmlformats.org/drawingml/2006/main">
              <a:ext uri="{FF2B5EF4-FFF2-40B4-BE49-F238E27FC236}">
                <a16:creationId xmlns:a16="http://schemas.microsoft.com/office/drawing/2014/main" id="{51414BE6-95B1-41BA-B117-F5A059ADAEDA}"/>
              </a:ext>
            </a:extLst>
            <ns60:hlinkClick xmlns:ns60="http://schemas.openxmlformats.org/drawingml/2006/main" xmlns:ns61="http://schemas.openxmlformats.org/officeDocument/2006/relationships" ns61:id="rIdSourceLink3"/>
          </p:cNvPr>
          <p:cNvSpPr>
            <a:spLocks xmlns:a="http://schemas.openxmlformats.org/drawingml/2006/main" noGrp="1"/>
          </p:cNvSpPr>
          <p:nvPr/>
        </p:nvSpPr>
        <p:spPr>
          <a:xfrm xmlns:a="http://schemas.openxmlformats.org/drawingml/2006/main">
            <a:off x="9413868" y="3286125"/>
            <a:ext cx="79774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استخراج</a:t>
            </a:r>
          </a:p>
        </p:txBody>
      </p:sp>
      <p:sp>
        <p:nvSpPr>
          <p:cNvPr id="53" name="text-884">
            <a:extLst xmlns:a="http://schemas.openxmlformats.org/drawingml/2006/main">
              <a:ext uri="{FF2B5EF4-FFF2-40B4-BE49-F238E27FC236}">
                <a16:creationId xmlns:a16="http://schemas.microsoft.com/office/drawing/2014/main" id="{2E0710F6-941D-4ABE-928A-9F0BE8955046}"/>
              </a:ext>
            </a:extLst>
            <ns62:hlinkClick xmlns:ns62="http://schemas.openxmlformats.org/drawingml/2006/main" xmlns:ns63="http://schemas.openxmlformats.org/officeDocument/2006/relationships" ns63:id="rIdSourceLink3"/>
          </p:cNvPr>
          <p:cNvSpPr>
            <a:spLocks xmlns:a="http://schemas.openxmlformats.org/drawingml/2006/main" noGrp="1"/>
          </p:cNvSpPr>
          <p:nvPr/>
        </p:nvSpPr>
        <p:spPr>
          <a:xfrm xmlns:a="http://schemas.openxmlformats.org/drawingml/2006/main">
            <a:off x="8818807" y="3286125"/>
            <a:ext cx="52000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المتن</a:t>
            </a:r>
          </a:p>
        </p:txBody>
      </p:sp>
      <p:sp>
        <p:nvSpPr>
          <p:cNvPr id="54" name="text-885">
            <a:extLst xmlns:a="http://schemas.openxmlformats.org/drawingml/2006/main">
              <a:ext uri="{FF2B5EF4-FFF2-40B4-BE49-F238E27FC236}">
                <a16:creationId xmlns:a16="http://schemas.microsoft.com/office/drawing/2014/main" id="{E9FEE4A3-235C-425D-AFF3-BEA2CB75FFE5}"/>
              </a:ext>
            </a:extLst>
            <ns64:hlinkClick xmlns:ns64="http://schemas.openxmlformats.org/drawingml/2006/main" xmlns:ns65="http://schemas.openxmlformats.org/officeDocument/2006/relationships" ns65:id="rIdSourceLink3"/>
          </p:cNvPr>
          <p:cNvSpPr>
            <a:spLocks xmlns:a="http://schemas.openxmlformats.org/drawingml/2006/main" noGrp="1"/>
          </p:cNvSpPr>
          <p:nvPr/>
        </p:nvSpPr>
        <p:spPr>
          <a:xfrm xmlns:a="http://schemas.openxmlformats.org/drawingml/2006/main">
            <a:off x="8411916" y="3286125"/>
            <a:ext cx="33183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غير</a:t>
            </a:r>
          </a:p>
        </p:txBody>
      </p:sp>
      <p:sp>
        <p:nvSpPr>
          <p:cNvPr id="55" name="text-886">
            <a:extLst xmlns:a="http://schemas.openxmlformats.org/drawingml/2006/main">
              <a:ext uri="{FF2B5EF4-FFF2-40B4-BE49-F238E27FC236}">
                <a16:creationId xmlns:a16="http://schemas.microsoft.com/office/drawing/2014/main" id="{5A976FB6-664E-408E-BCF9-6A7A09E512BA}"/>
              </a:ext>
            </a:extLst>
            <ns66:hlinkClick xmlns:ns66="http://schemas.openxmlformats.org/drawingml/2006/main" xmlns:ns67="http://schemas.openxmlformats.org/officeDocument/2006/relationships" ns67:id="rIdSourceLink3"/>
          </p:cNvPr>
          <p:cNvSpPr>
            <a:spLocks xmlns:a="http://schemas.openxmlformats.org/drawingml/2006/main" noGrp="1"/>
          </p:cNvSpPr>
          <p:nvPr/>
        </p:nvSpPr>
        <p:spPr>
          <a:xfrm xmlns:a="http://schemas.openxmlformats.org/drawingml/2006/main">
            <a:off x="7834907" y="3286125"/>
            <a:ext cx="501952"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مثبت</a:t>
            </a:r>
          </a:p>
        </p:txBody>
      </p:sp>
      <p:sp>
        <p:nvSpPr>
          <p:cNvPr id="56" name="text-887">
            <a:extLst xmlns:a="http://schemas.openxmlformats.org/drawingml/2006/main">
              <a:ext uri="{FF2B5EF4-FFF2-40B4-BE49-F238E27FC236}">
                <a16:creationId xmlns:a16="http://schemas.microsoft.com/office/drawing/2014/main" id="{6DF33E09-A45F-43E0-B701-6977C37E3638}"/>
              </a:ext>
            </a:extLst>
            <ns68:hlinkClick xmlns:ns68="http://schemas.openxmlformats.org/drawingml/2006/main" xmlns:ns69="http://schemas.openxmlformats.org/officeDocument/2006/relationships" ns69:id="rIdSourceLink3"/>
          </p:cNvPr>
          <p:cNvSpPr>
            <a:spLocks xmlns:a="http://schemas.openxmlformats.org/drawingml/2006/main" noGrp="1"/>
          </p:cNvSpPr>
          <p:nvPr/>
        </p:nvSpPr>
        <p:spPr>
          <a:xfrm xmlns:a="http://schemas.openxmlformats.org/drawingml/2006/main">
            <a:off x="6448425" y="36480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dawa.center/file/7937</a:t>
            </a:r>
          </a:p>
        </p:txBody>
      </p:sp>
      <p:sp>
        <p:nvSpPr>
          <p:cNvPr id="57" name="shape-888">
            <a:extLst xmlns:a="http://schemas.openxmlformats.org/drawingml/2006/main">
              <a:ext uri="{FF2B5EF4-FFF2-40B4-BE49-F238E27FC236}">
                <a16:creationId xmlns:a16="http://schemas.microsoft.com/office/drawing/2014/main" id="{F1A61F6B-3F23-4097-8E76-F8DE5ED0CE2F}"/>
              </a:ext>
            </a:extLst>
            <ns70:hlinkClick xmlns:ns70="http://schemas.openxmlformats.org/drawingml/2006/main" xmlns:ns71="http://schemas.openxmlformats.org/officeDocument/2006/relationships" ns71:id="rIdSourceLink4"/>
          </p:cNvPr>
          <p:cNvSpPr>
            <a:spLocks xmlns:a="http://schemas.openxmlformats.org/drawingml/2006/main" noGrp="1"/>
          </p:cNvSpPr>
          <p:nvPr/>
        </p:nvSpPr>
        <p:spPr>
          <a:xfrm xmlns:a="http://schemas.openxmlformats.org/drawingml/2006/main">
            <a:off x="609600" y="28670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58" name="text-889">
            <a:extLst xmlns:a="http://schemas.openxmlformats.org/drawingml/2006/main">
              <a:ext uri="{FF2B5EF4-FFF2-40B4-BE49-F238E27FC236}">
                <a16:creationId xmlns:a16="http://schemas.microsoft.com/office/drawing/2014/main" id="{C5F9254D-0B73-4E7D-AA9A-977A3B0DA267}"/>
              </a:ext>
            </a:extLst>
            <ns72:hlinkClick xmlns:ns72="http://schemas.openxmlformats.org/drawingml/2006/main" xmlns:ns73="http://schemas.openxmlformats.org/officeDocument/2006/relationships" ns73:id="rIdSourceLink4"/>
          </p:cNvPr>
          <p:cNvSpPr>
            <a:spLocks xmlns:a="http://schemas.openxmlformats.org/drawingml/2006/main" noGrp="1"/>
          </p:cNvSpPr>
          <p:nvPr/>
        </p:nvSpPr>
        <p:spPr>
          <a:xfrm xmlns:a="http://schemas.openxmlformats.org/drawingml/2006/main">
            <a:off x="5041278" y="2905125"/>
            <a:ext cx="70229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مجمع</a:t>
            </a:r>
          </a:p>
        </p:txBody>
      </p:sp>
      <p:sp>
        <p:nvSpPr>
          <p:cNvPr id="59" name="text-890">
            <a:extLst xmlns:a="http://schemas.openxmlformats.org/drawingml/2006/main">
              <a:ext uri="{FF2B5EF4-FFF2-40B4-BE49-F238E27FC236}">
                <a16:creationId xmlns:a16="http://schemas.microsoft.com/office/drawing/2014/main" id="{F88CCC95-9BA3-425C-AB2C-43A7589B34DD}"/>
              </a:ext>
            </a:extLst>
            <ns74:hlinkClick xmlns:ns74="http://schemas.openxmlformats.org/drawingml/2006/main" xmlns:ns75="http://schemas.openxmlformats.org/officeDocument/2006/relationships" ns75:id="rIdSourceLink4"/>
          </p:cNvPr>
          <p:cNvSpPr>
            <a:spLocks xmlns:a="http://schemas.openxmlformats.org/drawingml/2006/main" noGrp="1"/>
          </p:cNvSpPr>
          <p:nvPr/>
        </p:nvSpPr>
        <p:spPr>
          <a:xfrm xmlns:a="http://schemas.openxmlformats.org/drawingml/2006/main">
            <a:off x="4281228" y="2905125"/>
            <a:ext cx="68080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الملك</a:t>
            </a:r>
          </a:p>
        </p:txBody>
      </p:sp>
      <p:sp>
        <p:nvSpPr>
          <p:cNvPr id="60" name="text-891">
            <a:extLst xmlns:a="http://schemas.openxmlformats.org/drawingml/2006/main">
              <a:ext uri="{FF2B5EF4-FFF2-40B4-BE49-F238E27FC236}">
                <a16:creationId xmlns:a16="http://schemas.microsoft.com/office/drawing/2014/main" id="{A67B2463-04BE-4491-B571-A1D97B3037B7}"/>
              </a:ext>
            </a:extLst>
            <ns76:hlinkClick xmlns:ns76="http://schemas.openxmlformats.org/drawingml/2006/main" xmlns:ns77="http://schemas.openxmlformats.org/officeDocument/2006/relationships" ns77:id="rIdSourceLink4"/>
          </p:cNvPr>
          <p:cNvSpPr>
            <a:spLocks xmlns:a="http://schemas.openxmlformats.org/drawingml/2006/main" noGrp="1"/>
          </p:cNvSpPr>
          <p:nvPr/>
        </p:nvSpPr>
        <p:spPr>
          <a:xfrm xmlns:a="http://schemas.openxmlformats.org/drawingml/2006/main">
            <a:off x="3743767" y="2905125"/>
            <a:ext cx="458213"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فهد</a:t>
            </a:r>
          </a:p>
        </p:txBody>
      </p:sp>
      <p:sp>
        <p:nvSpPr>
          <p:cNvPr id="61" name="text-892">
            <a:extLst xmlns:a="http://schemas.openxmlformats.org/drawingml/2006/main">
              <a:ext uri="{FF2B5EF4-FFF2-40B4-BE49-F238E27FC236}">
                <a16:creationId xmlns:a16="http://schemas.microsoft.com/office/drawing/2014/main" id="{AAD91661-790B-42A7-8A35-059B35BBB874}"/>
              </a:ext>
            </a:extLst>
            <ns78:hlinkClick xmlns:ns78="http://schemas.openxmlformats.org/drawingml/2006/main" xmlns:ns79="http://schemas.openxmlformats.org/officeDocument/2006/relationships" ns79:id="rIdSourceLink4"/>
          </p:cNvPr>
          <p:cNvSpPr>
            <a:spLocks xmlns:a="http://schemas.openxmlformats.org/drawingml/2006/main" noGrp="1"/>
          </p:cNvSpPr>
          <p:nvPr/>
        </p:nvSpPr>
        <p:spPr>
          <a:xfrm xmlns:a="http://schemas.openxmlformats.org/drawingml/2006/main">
            <a:off x="5059241" y="3286125"/>
            <a:ext cx="68433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مرجعية</a:t>
            </a:r>
          </a:p>
        </p:txBody>
      </p:sp>
      <p:sp>
        <p:nvSpPr>
          <p:cNvPr id="62" name="text-893">
            <a:extLst xmlns:a="http://schemas.openxmlformats.org/drawingml/2006/main">
              <a:ext uri="{FF2B5EF4-FFF2-40B4-BE49-F238E27FC236}">
                <a16:creationId xmlns:a16="http://schemas.microsoft.com/office/drawing/2014/main" id="{01698931-3725-403D-B19F-A6FE61DCC5DD}"/>
              </a:ext>
            </a:extLst>
            <ns80:hlinkClick xmlns:ns80="http://schemas.openxmlformats.org/drawingml/2006/main" xmlns:ns81="http://schemas.openxmlformats.org/officeDocument/2006/relationships" ns81:id="rIdSourceLink4"/>
          </p:cNvPr>
          <p:cNvSpPr>
            <a:spLocks xmlns:a="http://schemas.openxmlformats.org/drawingml/2006/main" noGrp="1"/>
          </p:cNvSpPr>
          <p:nvPr/>
        </p:nvSpPr>
        <p:spPr>
          <a:xfrm xmlns:a="http://schemas.openxmlformats.org/drawingml/2006/main">
            <a:off x="4506366" y="3286125"/>
            <a:ext cx="47781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النص</a:t>
            </a:r>
          </a:p>
        </p:txBody>
      </p:sp>
      <p:sp>
        <p:nvSpPr>
          <p:cNvPr id="63" name="text-894">
            <a:extLst xmlns:a="http://schemas.openxmlformats.org/drawingml/2006/main">
              <a:ext uri="{FF2B5EF4-FFF2-40B4-BE49-F238E27FC236}">
                <a16:creationId xmlns:a16="http://schemas.microsoft.com/office/drawing/2014/main" id="{91395A81-EA8F-4E06-B1E0-CE61AD43B663}"/>
              </a:ext>
            </a:extLst>
            <ns82:hlinkClick xmlns:ns82="http://schemas.openxmlformats.org/drawingml/2006/main" xmlns:ns83="http://schemas.openxmlformats.org/officeDocument/2006/relationships" ns83:id="rIdSourceLink4"/>
          </p:cNvPr>
          <p:cNvSpPr>
            <a:spLocks xmlns:a="http://schemas.openxmlformats.org/drawingml/2006/main" noGrp="1"/>
          </p:cNvSpPr>
          <p:nvPr/>
        </p:nvSpPr>
        <p:spPr>
          <a:xfrm xmlns:a="http://schemas.openxmlformats.org/drawingml/2006/main">
            <a:off x="3740794" y="3286125"/>
            <a:ext cx="69051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والرسم</a:t>
            </a:r>
          </a:p>
        </p:txBody>
      </p:sp>
      <p:sp>
        <p:nvSpPr>
          <p:cNvPr id="64" name="text-895">
            <a:extLst xmlns:a="http://schemas.openxmlformats.org/drawingml/2006/main">
              <a:ext uri="{FF2B5EF4-FFF2-40B4-BE49-F238E27FC236}">
                <a16:creationId xmlns:a16="http://schemas.microsoft.com/office/drawing/2014/main" id="{A057DC75-647C-4C72-9E1F-64C86A48AC81}"/>
              </a:ext>
            </a:extLst>
            <ns84:hlinkClick xmlns:ns84="http://schemas.openxmlformats.org/drawingml/2006/main" xmlns:ns85="http://schemas.openxmlformats.org/officeDocument/2006/relationships" ns85:id="rIdSourceLink4"/>
          </p:cNvPr>
          <p:cNvSpPr>
            <a:spLocks xmlns:a="http://schemas.openxmlformats.org/drawingml/2006/main" noGrp="1"/>
          </p:cNvSpPr>
          <p:nvPr/>
        </p:nvSpPr>
        <p:spPr>
          <a:xfrm xmlns:a="http://schemas.openxmlformats.org/drawingml/2006/main">
            <a:off x="2988565" y="3286125"/>
            <a:ext cx="677172"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القرآني</a:t>
            </a:r>
          </a:p>
        </p:txBody>
      </p:sp>
      <p:sp>
        <p:nvSpPr>
          <p:cNvPr id="65" name="text-896">
            <a:extLst xmlns:a="http://schemas.openxmlformats.org/drawingml/2006/main">
              <a:ext uri="{FF2B5EF4-FFF2-40B4-BE49-F238E27FC236}">
                <a16:creationId xmlns:a16="http://schemas.microsoft.com/office/drawing/2014/main" id="{69B8F8A4-74C4-4D9D-AD33-69EF3EC38892}"/>
              </a:ext>
            </a:extLst>
            <ns86:hlinkClick xmlns:ns86="http://schemas.openxmlformats.org/drawingml/2006/main" xmlns:ns87="http://schemas.openxmlformats.org/officeDocument/2006/relationships" ns87:id="rIdSourceLink4"/>
          </p:cNvPr>
          <p:cNvSpPr>
            <a:spLocks xmlns:a="http://schemas.openxmlformats.org/drawingml/2006/main" noGrp="1"/>
          </p:cNvSpPr>
          <p:nvPr/>
        </p:nvSpPr>
        <p:spPr>
          <a:xfrm xmlns:a="http://schemas.openxmlformats.org/drawingml/2006/main">
            <a:off x="771525" y="36480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qurancomplex.gov.sa</a:t>
            </a:r>
          </a:p>
        </p:txBody>
      </p:sp>
      <p:sp>
        <p:nvSpPr>
          <p:cNvPr id="66" name="shape-897">
            <a:extLst xmlns:a="http://schemas.openxmlformats.org/drawingml/2006/main">
              <a:ext uri="{FF2B5EF4-FFF2-40B4-BE49-F238E27FC236}">
                <a16:creationId xmlns:a16="http://schemas.microsoft.com/office/drawing/2014/main" id="{C25E8A2A-40EE-4E4B-9476-B39E444CD2C3}"/>
              </a:ext>
            </a:extLst>
            <ns88:hlinkClick xmlns:ns88="http://schemas.openxmlformats.org/drawingml/2006/main" xmlns:ns89="http://schemas.openxmlformats.org/officeDocument/2006/relationships" ns89:id="rIdSourceLink5"/>
          </p:cNvPr>
          <p:cNvSpPr>
            <a:spLocks xmlns:a="http://schemas.openxmlformats.org/drawingml/2006/main" noGrp="1"/>
          </p:cNvSpPr>
          <p:nvPr/>
        </p:nvSpPr>
        <p:spPr>
          <a:xfrm xmlns:a="http://schemas.openxmlformats.org/drawingml/2006/main">
            <a:off x="6286500" y="41624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67" name="text-898">
            <a:extLst xmlns:a="http://schemas.openxmlformats.org/drawingml/2006/main">
              <a:ext uri="{FF2B5EF4-FFF2-40B4-BE49-F238E27FC236}">
                <a16:creationId xmlns:a16="http://schemas.microsoft.com/office/drawing/2014/main" id="{A35C4E12-3D5E-4F5A-BAF6-D53566897D94}"/>
              </a:ext>
            </a:extLst>
            <ns90:hlinkClick xmlns:ns90="http://schemas.openxmlformats.org/drawingml/2006/main" xmlns:ns91="http://schemas.openxmlformats.org/officeDocument/2006/relationships" ns91:id="rIdSourceLink5"/>
          </p:cNvPr>
          <p:cNvSpPr>
            <a:spLocks xmlns:a="http://schemas.openxmlformats.org/drawingml/2006/main" noGrp="1"/>
          </p:cNvSpPr>
          <p:nvPr/>
        </p:nvSpPr>
        <p:spPr>
          <a:xfrm xmlns:a="http://schemas.openxmlformats.org/drawingml/2006/main">
            <a:off x="6448425" y="4200525"/>
            <a:ext cx="497205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Quran.com</a:t>
            </a:r>
          </a:p>
        </p:txBody>
      </p:sp>
      <p:sp>
        <p:nvSpPr>
          <p:cNvPr id="68" name="text-899">
            <a:extLst xmlns:a="http://schemas.openxmlformats.org/drawingml/2006/main">
              <a:ext uri="{FF2B5EF4-FFF2-40B4-BE49-F238E27FC236}">
                <a16:creationId xmlns:a16="http://schemas.microsoft.com/office/drawing/2014/main" id="{887B3964-58C1-48EB-907F-16AE1C11D9C7}"/>
              </a:ext>
            </a:extLst>
            <ns92:hlinkClick xmlns:ns92="http://schemas.openxmlformats.org/drawingml/2006/main" xmlns:ns93="http://schemas.openxmlformats.org/officeDocument/2006/relationships" ns93:id="rIdSourceLink5"/>
          </p:cNvPr>
          <p:cNvSpPr>
            <a:spLocks xmlns:a="http://schemas.openxmlformats.org/drawingml/2006/main" noGrp="1"/>
          </p:cNvSpPr>
          <p:nvPr/>
        </p:nvSpPr>
        <p:spPr>
          <a:xfrm xmlns:a="http://schemas.openxmlformats.org/drawingml/2006/main">
            <a:off x="10913617" y="4581525"/>
            <a:ext cx="50685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مرجع</a:t>
            </a:r>
          </a:p>
        </p:txBody>
      </p:sp>
      <p:sp>
        <p:nvSpPr>
          <p:cNvPr id="69" name="text-900">
            <a:extLst xmlns:a="http://schemas.openxmlformats.org/drawingml/2006/main">
              <a:ext uri="{FF2B5EF4-FFF2-40B4-BE49-F238E27FC236}">
                <a16:creationId xmlns:a16="http://schemas.microsoft.com/office/drawing/2014/main" id="{B06C23DB-2302-4531-8C76-A5B32C4D56CC}"/>
              </a:ext>
            </a:extLst>
            <ns94:hlinkClick xmlns:ns94="http://schemas.openxmlformats.org/drawingml/2006/main" xmlns:ns95="http://schemas.openxmlformats.org/officeDocument/2006/relationships" ns95:id="rIdSourceLink5"/>
          </p:cNvPr>
          <p:cNvSpPr>
            <a:spLocks xmlns:a="http://schemas.openxmlformats.org/drawingml/2006/main" noGrp="1"/>
          </p:cNvSpPr>
          <p:nvPr/>
        </p:nvSpPr>
        <p:spPr>
          <a:xfrm xmlns:a="http://schemas.openxmlformats.org/drawingml/2006/main">
            <a:off x="10244289" y="4581525"/>
            <a:ext cx="59427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العرض</a:t>
            </a:r>
          </a:p>
        </p:txBody>
      </p:sp>
      <p:sp>
        <p:nvSpPr>
          <p:cNvPr id="70" name="text-901">
            <a:extLst xmlns:a="http://schemas.openxmlformats.org/drawingml/2006/main">
              <a:ext uri="{FF2B5EF4-FFF2-40B4-BE49-F238E27FC236}">
                <a16:creationId xmlns:a16="http://schemas.microsoft.com/office/drawing/2014/main" id="{D8443E2F-11E6-4FF5-88EB-13AE5F8E4033}"/>
              </a:ext>
            </a:extLst>
            <ns96:hlinkClick xmlns:ns96="http://schemas.openxmlformats.org/drawingml/2006/main" xmlns:ns97="http://schemas.openxmlformats.org/officeDocument/2006/relationships" ns97:id="rIdSourceLink5"/>
          </p:cNvPr>
          <p:cNvSpPr>
            <a:spLocks xmlns:a="http://schemas.openxmlformats.org/drawingml/2006/main" noGrp="1"/>
          </p:cNvSpPr>
          <p:nvPr/>
        </p:nvSpPr>
        <p:spPr>
          <a:xfrm xmlns:a="http://schemas.openxmlformats.org/drawingml/2006/main">
            <a:off x="9607532" y="4581525"/>
            <a:ext cx="56170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وصوت</a:t>
            </a:r>
          </a:p>
        </p:txBody>
      </p:sp>
      <p:sp>
        <p:nvSpPr>
          <p:cNvPr id="71" name="text-902">
            <a:extLst xmlns:a="http://schemas.openxmlformats.org/drawingml/2006/main">
              <a:ext uri="{FF2B5EF4-FFF2-40B4-BE49-F238E27FC236}">
                <a16:creationId xmlns:a16="http://schemas.microsoft.com/office/drawing/2014/main" id="{D6F335E6-3845-4BA6-A849-936460435B92}"/>
              </a:ext>
            </a:extLst>
            <ns98:hlinkClick xmlns:ns98="http://schemas.openxmlformats.org/drawingml/2006/main" xmlns:ns99="http://schemas.openxmlformats.org/officeDocument/2006/relationships" ns99:id="rIdSourceLink5"/>
          </p:cNvPr>
          <p:cNvSpPr>
            <a:spLocks xmlns:a="http://schemas.openxmlformats.org/drawingml/2006/main" noGrp="1"/>
          </p:cNvSpPr>
          <p:nvPr/>
        </p:nvSpPr>
        <p:spPr>
          <a:xfrm xmlns:a="http://schemas.openxmlformats.org/drawingml/2006/main">
            <a:off x="8936144" y="4581525"/>
            <a:ext cx="596332"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الكلمة</a:t>
            </a:r>
          </a:p>
        </p:txBody>
      </p:sp>
      <p:sp>
        <p:nvSpPr>
          <p:cNvPr id="72" name="text-903">
            <a:extLst xmlns:a="http://schemas.openxmlformats.org/drawingml/2006/main">
              <a:ext uri="{FF2B5EF4-FFF2-40B4-BE49-F238E27FC236}">
                <a16:creationId xmlns:a16="http://schemas.microsoft.com/office/drawing/2014/main" id="{B4C7BB92-FC56-4A8A-A8F7-5458E5389D13}"/>
              </a:ext>
            </a:extLst>
            <ns100:hlinkClick xmlns:ns100="http://schemas.openxmlformats.org/drawingml/2006/main" xmlns:ns101="http://schemas.openxmlformats.org/officeDocument/2006/relationships" ns101:id="rIdSourceLink5"/>
          </p:cNvPr>
          <p:cNvSpPr>
            <a:spLocks xmlns:a="http://schemas.openxmlformats.org/drawingml/2006/main" noGrp="1"/>
          </p:cNvSpPr>
          <p:nvPr/>
        </p:nvSpPr>
        <p:spPr>
          <a:xfrm xmlns:a="http://schemas.openxmlformats.org/drawingml/2006/main">
            <a:off x="8519246" y="4581525"/>
            <a:ext cx="34184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في</a:t>
            </a:r>
          </a:p>
        </p:txBody>
      </p:sp>
      <p:sp>
        <p:nvSpPr>
          <p:cNvPr id="73" name="text-904">
            <a:extLst xmlns:a="http://schemas.openxmlformats.org/drawingml/2006/main">
              <a:ext uri="{FF2B5EF4-FFF2-40B4-BE49-F238E27FC236}">
                <a16:creationId xmlns:a16="http://schemas.microsoft.com/office/drawing/2014/main" id="{728226C8-3178-4F84-A348-3D6C67868A94}"/>
              </a:ext>
            </a:extLst>
            <ns102:hlinkClick xmlns:ns102="http://schemas.openxmlformats.org/drawingml/2006/main" xmlns:ns103="http://schemas.openxmlformats.org/officeDocument/2006/relationships" ns103:id="rIdSourceLink5"/>
          </p:cNvPr>
          <p:cNvSpPr>
            <a:spLocks xmlns:a="http://schemas.openxmlformats.org/drawingml/2006/main" noGrp="1"/>
          </p:cNvSpPr>
          <p:nvPr/>
        </p:nvSpPr>
        <p:spPr>
          <a:xfrm xmlns:a="http://schemas.openxmlformats.org/drawingml/2006/main">
            <a:off x="7884844" y="4581525"/>
            <a:ext cx="55934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الفيلم</a:t>
            </a:r>
          </a:p>
        </p:txBody>
      </p:sp>
      <p:sp>
        <p:nvSpPr>
          <p:cNvPr id="74" name="text-905">
            <a:extLst xmlns:a="http://schemas.openxmlformats.org/drawingml/2006/main">
              <a:ext uri="{FF2B5EF4-FFF2-40B4-BE49-F238E27FC236}">
                <a16:creationId xmlns:a16="http://schemas.microsoft.com/office/drawing/2014/main" id="{0EB3ECAE-ECE8-498D-91A7-123780662128}"/>
              </a:ext>
            </a:extLst>
            <ns104:hlinkClick xmlns:ns104="http://schemas.openxmlformats.org/drawingml/2006/main" xmlns:ns105="http://schemas.openxmlformats.org/officeDocument/2006/relationships" ns105:id="rIdSourceLink5"/>
          </p:cNvPr>
          <p:cNvSpPr>
            <a:spLocks xmlns:a="http://schemas.openxmlformats.org/drawingml/2006/main" noGrp="1"/>
          </p:cNvSpPr>
          <p:nvPr/>
        </p:nvSpPr>
        <p:spPr>
          <a:xfrm xmlns:a="http://schemas.openxmlformats.org/drawingml/2006/main">
            <a:off x="6448425" y="49434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quran.com</a:t>
            </a:r>
          </a:p>
        </p:txBody>
      </p:sp>
      <p:sp>
        <p:nvSpPr>
          <p:cNvPr id="75" name="shape-906">
            <a:extLst xmlns:a="http://schemas.openxmlformats.org/drawingml/2006/main">
              <a:ext uri="{FF2B5EF4-FFF2-40B4-BE49-F238E27FC236}">
                <a16:creationId xmlns:a16="http://schemas.microsoft.com/office/drawing/2014/main" id="{C2228926-9D71-47C1-8F22-94463E8EAEC3}"/>
              </a:ext>
            </a:extLst>
            <ns106:hlinkClick xmlns:ns106="http://schemas.openxmlformats.org/drawingml/2006/main" xmlns:ns107="http://schemas.openxmlformats.org/officeDocument/2006/relationships" ns107:id="rIdSourceLink6"/>
          </p:cNvPr>
          <p:cNvSpPr>
            <a:spLocks xmlns:a="http://schemas.openxmlformats.org/drawingml/2006/main" noGrp="1"/>
          </p:cNvSpPr>
          <p:nvPr/>
        </p:nvSpPr>
        <p:spPr>
          <a:xfrm xmlns:a="http://schemas.openxmlformats.org/drawingml/2006/main">
            <a:off x="609600" y="4162425"/>
            <a:ext cx="5295900" cy="113347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76" name="text-907">
            <a:extLst xmlns:a="http://schemas.openxmlformats.org/drawingml/2006/main">
              <a:ext uri="{FF2B5EF4-FFF2-40B4-BE49-F238E27FC236}">
                <a16:creationId xmlns:a16="http://schemas.microsoft.com/office/drawing/2014/main" id="{601FF3E7-2BEB-4194-A569-495DB5FF6613}"/>
              </a:ext>
            </a:extLst>
            <ns108:hlinkClick xmlns:ns108="http://schemas.openxmlformats.org/drawingml/2006/main" xmlns:ns109="http://schemas.openxmlformats.org/officeDocument/2006/relationships" ns109:id="rIdSourceLink6"/>
          </p:cNvPr>
          <p:cNvSpPr>
            <a:spLocks xmlns:a="http://schemas.openxmlformats.org/drawingml/2006/main" noGrp="1"/>
          </p:cNvSpPr>
          <p:nvPr/>
        </p:nvSpPr>
        <p:spPr>
          <a:xfrm xmlns:a="http://schemas.openxmlformats.org/drawingml/2006/main">
            <a:off x="5156286" y="4200525"/>
            <a:ext cx="58728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بوابة</a:t>
            </a:r>
          </a:p>
        </p:txBody>
      </p:sp>
      <p:sp>
        <p:nvSpPr>
          <p:cNvPr id="77" name="text-908">
            <a:extLst xmlns:a="http://schemas.openxmlformats.org/drawingml/2006/main">
              <a:ext uri="{FF2B5EF4-FFF2-40B4-BE49-F238E27FC236}">
                <a16:creationId xmlns:a16="http://schemas.microsoft.com/office/drawing/2014/main" id="{5CB91A72-5645-4479-9C93-AC74EF15392C}"/>
              </a:ext>
            </a:extLst>
            <ns110:hlinkClick xmlns:ns110="http://schemas.openxmlformats.org/drawingml/2006/main" xmlns:ns111="http://schemas.openxmlformats.org/officeDocument/2006/relationships" ns111:id="rIdSourceLink6"/>
          </p:cNvPr>
          <p:cNvSpPr>
            <a:spLocks xmlns:a="http://schemas.openxmlformats.org/drawingml/2006/main" noGrp="1"/>
          </p:cNvSpPr>
          <p:nvPr/>
        </p:nvSpPr>
        <p:spPr>
          <a:xfrm xmlns:a="http://schemas.openxmlformats.org/drawingml/2006/main">
            <a:off x="4182763" y="4200525"/>
            <a:ext cx="89427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مطوّري</a:t>
            </a:r>
          </a:p>
        </p:txBody>
      </p:sp>
      <p:sp>
        <p:nvSpPr>
          <p:cNvPr id="78" name="text-909">
            <a:extLst xmlns:a="http://schemas.openxmlformats.org/drawingml/2006/main">
              <a:ext uri="{FF2B5EF4-FFF2-40B4-BE49-F238E27FC236}">
                <a16:creationId xmlns:a16="http://schemas.microsoft.com/office/drawing/2014/main" id="{F81156D8-3EA7-441C-B8B5-8BCF74F9A345}"/>
              </a:ext>
            </a:extLst>
            <ns112:hlinkClick xmlns:ns112="http://schemas.openxmlformats.org/drawingml/2006/main" xmlns:ns113="http://schemas.openxmlformats.org/officeDocument/2006/relationships" ns113:id="rIdSourceLink6"/>
          </p:cNvPr>
          <p:cNvSpPr>
            <a:spLocks xmlns:a="http://schemas.openxmlformats.org/drawingml/2006/main" noGrp="1"/>
          </p:cNvSpPr>
          <p:nvPr/>
        </p:nvSpPr>
        <p:spPr>
          <a:xfrm xmlns:a="http://schemas.openxmlformats.org/drawingml/2006/main">
            <a:off x="3020629" y="4200525"/>
            <a:ext cx="108288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سلسبيل</a:t>
            </a:r>
          </a:p>
        </p:txBody>
      </p:sp>
      <p:sp>
        <p:nvSpPr>
          <p:cNvPr id="79" name="text-910">
            <a:extLst xmlns:a="http://schemas.openxmlformats.org/drawingml/2006/main">
              <a:ext uri="{FF2B5EF4-FFF2-40B4-BE49-F238E27FC236}">
                <a16:creationId xmlns:a16="http://schemas.microsoft.com/office/drawing/2014/main" id="{0C0DA078-422F-4948-8647-173434A4D5EF}"/>
              </a:ext>
            </a:extLst>
            <ns114:hlinkClick xmlns:ns114="http://schemas.openxmlformats.org/drawingml/2006/main" xmlns:ns115="http://schemas.openxmlformats.org/officeDocument/2006/relationships" ns115:id="rIdSourceLink6"/>
          </p:cNvPr>
          <p:cNvSpPr>
            <a:spLocks xmlns:a="http://schemas.openxmlformats.org/drawingml/2006/main" noGrp="1"/>
          </p:cNvSpPr>
          <p:nvPr/>
        </p:nvSpPr>
        <p:spPr>
          <a:xfrm xmlns:a="http://schemas.openxmlformats.org/drawingml/2006/main">
            <a:off x="5020194" y="4581525"/>
            <a:ext cx="72338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تعليمات</a:t>
            </a:r>
          </a:p>
        </p:txBody>
      </p:sp>
      <p:sp>
        <p:nvSpPr>
          <p:cNvPr id="80" name="text-911">
            <a:extLst xmlns:a="http://schemas.openxmlformats.org/drawingml/2006/main">
              <a:ext uri="{FF2B5EF4-FFF2-40B4-BE49-F238E27FC236}">
                <a16:creationId xmlns:a16="http://schemas.microsoft.com/office/drawing/2014/main" id="{A7D7886B-54AF-45F8-B12B-4FDD144CB1A1}"/>
              </a:ext>
            </a:extLst>
            <ns116:hlinkClick xmlns:ns116="http://schemas.openxmlformats.org/drawingml/2006/main" xmlns:ns117="http://schemas.openxmlformats.org/officeDocument/2006/relationships" ns117:id="rIdSourceLink6"/>
          </p:cNvPr>
          <p:cNvSpPr>
            <a:spLocks xmlns:a="http://schemas.openxmlformats.org/drawingml/2006/main" noGrp="1"/>
          </p:cNvSpPr>
          <p:nvPr/>
        </p:nvSpPr>
        <p:spPr>
          <a:xfrm xmlns:a="http://schemas.openxmlformats.org/drawingml/2006/main">
            <a:off x="4417186" y="4581525"/>
            <a:ext cx="52795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مفتاح</a:t>
            </a:r>
          </a:p>
        </p:txBody>
      </p:sp>
      <p:sp>
        <p:nvSpPr>
          <p:cNvPr id="81" name="text-912">
            <a:extLst xmlns:a="http://schemas.openxmlformats.org/drawingml/2006/main">
              <a:ext uri="{FF2B5EF4-FFF2-40B4-BE49-F238E27FC236}">
                <a16:creationId xmlns:a16="http://schemas.microsoft.com/office/drawing/2014/main" id="{0A60C50F-A251-4F63-8DDE-C804AF371DDC}"/>
              </a:ext>
            </a:extLst>
            <ns118:hlinkClick xmlns:ns118="http://schemas.openxmlformats.org/drawingml/2006/main" xmlns:ns119="http://schemas.openxmlformats.org/officeDocument/2006/relationships" ns119:id="rIdSourceLink6"/>
          </p:cNvPr>
          <p:cNvSpPr>
            <a:spLocks xmlns:a="http://schemas.openxmlformats.org/drawingml/2006/main" noGrp="1"/>
          </p:cNvSpPr>
          <p:nvPr/>
        </p:nvSpPr>
        <p:spPr>
          <a:xfrm xmlns:a="http://schemas.openxmlformats.org/drawingml/2006/main">
            <a:off x="3692820" y="4581525"/>
            <a:ext cx="649310"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الخدمة</a:t>
            </a:r>
          </a:p>
        </p:txBody>
      </p:sp>
      <p:sp>
        <p:nvSpPr>
          <p:cNvPr id="82" name="text-913">
            <a:extLst xmlns:a="http://schemas.openxmlformats.org/drawingml/2006/main">
              <a:ext uri="{FF2B5EF4-FFF2-40B4-BE49-F238E27FC236}">
                <a16:creationId xmlns:a16="http://schemas.microsoft.com/office/drawing/2014/main" id="{3339ACF0-9CFE-414D-B258-443F6FD1C03A}"/>
              </a:ext>
            </a:extLst>
            <ns120:hlinkClick xmlns:ns120="http://schemas.openxmlformats.org/drawingml/2006/main" xmlns:ns121="http://schemas.openxmlformats.org/officeDocument/2006/relationships" ns121:id="rIdSourceLink6"/>
          </p:cNvPr>
          <p:cNvSpPr>
            <a:spLocks xmlns:a="http://schemas.openxmlformats.org/drawingml/2006/main" noGrp="1"/>
          </p:cNvSpPr>
          <p:nvPr/>
        </p:nvSpPr>
        <p:spPr>
          <a:xfrm xmlns:a="http://schemas.openxmlformats.org/drawingml/2006/main">
            <a:off x="2856414" y="4581525"/>
            <a:ext cx="76134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F3F0E6"/>
                </a:solidFill>
                <a:latin typeface="Tahoma"/>
                <a:ea typeface="Tahoma"/>
                <a:cs typeface="Tahoma"/>
              </a:defRPr>
            </a:pPr>
            <a:r>
              <a:rPr sz="1650" b="0">
                <a:solidFill>
                  <a:srgbClr val="F3F0E6"/>
                </a:solidFill>
                <a:latin typeface="Tahoma"/>
                <a:ea typeface="Tahoma"/>
                <a:cs typeface="Tahoma"/>
              </a:rPr>
              <a:t>والتكامل</a:t>
            </a:r>
          </a:p>
        </p:txBody>
      </p:sp>
      <p:sp>
        <p:nvSpPr>
          <p:cNvPr id="83" name="text-914">
            <a:extLst xmlns:a="http://schemas.openxmlformats.org/drawingml/2006/main">
              <a:ext uri="{FF2B5EF4-FFF2-40B4-BE49-F238E27FC236}">
                <a16:creationId xmlns:a16="http://schemas.microsoft.com/office/drawing/2014/main" id="{961AA8B1-2FE0-4E08-8443-0BEF314E826B}"/>
              </a:ext>
            </a:extLst>
            <ns122:hlinkClick xmlns:ns122="http://schemas.openxmlformats.org/drawingml/2006/main" xmlns:ns123="http://schemas.openxmlformats.org/officeDocument/2006/relationships" ns123:id="rIdSourceLink6"/>
          </p:cNvPr>
          <p:cNvSpPr>
            <a:spLocks xmlns:a="http://schemas.openxmlformats.org/drawingml/2006/main" noGrp="1"/>
          </p:cNvSpPr>
          <p:nvPr/>
        </p:nvSpPr>
        <p:spPr>
          <a:xfrm xmlns:a="http://schemas.openxmlformats.org/drawingml/2006/main">
            <a:off x="771525" y="4943475"/>
            <a:ext cx="497205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barq.salsabeel.ai/developers</a:t>
            </a:r>
          </a:p>
        </p:txBody>
      </p:sp>
      <p:sp>
        <p:nvSpPr>
          <p:cNvPr id="84" name="text-915">
            <a:extLst xmlns:a="http://schemas.openxmlformats.org/drawingml/2006/main">
              <a:ext uri="{FF2B5EF4-FFF2-40B4-BE49-F238E27FC236}">
                <a16:creationId xmlns:a16="http://schemas.microsoft.com/office/drawing/2014/main" id="{42FEFAB2-8663-445A-91C6-174D3586E81F}"/>
              </a:ext>
            </a:extLst>
          </p:cNvPr>
          <p:cNvSpPr>
            <a:spLocks xmlns:a="http://schemas.openxmlformats.org/drawingml/2006/main" noGrp="1"/>
          </p:cNvSpPr>
          <p:nvPr/>
        </p:nvSpPr>
        <p:spPr>
          <a:xfrm xmlns:a="http://schemas.openxmlformats.org/drawingml/2006/main">
            <a:off x="10971745" y="5648325"/>
            <a:ext cx="61065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فهرسا</a:t>
            </a:r>
          </a:p>
        </p:txBody>
      </p:sp>
      <p:sp>
        <p:nvSpPr>
          <p:cNvPr id="85" name="text-916">
            <a:extLst xmlns:a="http://schemas.openxmlformats.org/drawingml/2006/main">
              <a:ext uri="{FF2B5EF4-FFF2-40B4-BE49-F238E27FC236}">
                <a16:creationId xmlns:a16="http://schemas.microsoft.com/office/drawing/2014/main" id="{52F9608C-9DF5-4635-9A15-2628D63C525D}"/>
              </a:ext>
            </a:extLst>
          </p:cNvPr>
          <p:cNvSpPr>
            <a:spLocks xmlns:a="http://schemas.openxmlformats.org/drawingml/2006/main" noGrp="1"/>
          </p:cNvSpPr>
          <p:nvPr/>
        </p:nvSpPr>
        <p:spPr>
          <a:xfrm xmlns:a="http://schemas.openxmlformats.org/drawingml/2006/main">
            <a:off x="10302612" y="5648325"/>
            <a:ext cx="59407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الدعوة</a:t>
            </a:r>
          </a:p>
        </p:txBody>
      </p:sp>
      <p:sp>
        <p:nvSpPr>
          <p:cNvPr id="86" name="text-917">
            <a:extLst xmlns:a="http://schemas.openxmlformats.org/drawingml/2006/main">
              <a:ext uri="{FF2B5EF4-FFF2-40B4-BE49-F238E27FC236}">
                <a16:creationId xmlns:a16="http://schemas.microsoft.com/office/drawing/2014/main" id="{C8D3122D-F302-4817-ABAC-243801140189}"/>
              </a:ext>
            </a:extLst>
          </p:cNvPr>
          <p:cNvSpPr>
            <a:spLocks xmlns:a="http://schemas.openxmlformats.org/drawingml/2006/main" noGrp="1"/>
          </p:cNvSpPr>
          <p:nvPr/>
        </p:nvSpPr>
        <p:spPr>
          <a:xfrm xmlns:a="http://schemas.openxmlformats.org/drawingml/2006/main">
            <a:off x="9384189" y="5648325"/>
            <a:ext cx="84336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والشاملة</a:t>
            </a:r>
          </a:p>
        </p:txBody>
      </p:sp>
      <p:sp>
        <p:nvSpPr>
          <p:cNvPr id="87" name="text-918">
            <a:extLst xmlns:a="http://schemas.openxmlformats.org/drawingml/2006/main">
              <a:ext uri="{FF2B5EF4-FFF2-40B4-BE49-F238E27FC236}">
                <a16:creationId xmlns:a16="http://schemas.microsoft.com/office/drawing/2014/main" id="{CB4E386A-BDFC-456F-9237-7F5A5AE52CCA}"/>
              </a:ext>
            </a:extLst>
          </p:cNvPr>
          <p:cNvSpPr>
            <a:spLocks xmlns:a="http://schemas.openxmlformats.org/drawingml/2006/main" noGrp="1"/>
          </p:cNvSpPr>
          <p:nvPr/>
        </p:nvSpPr>
        <p:spPr>
          <a:xfrm xmlns:a="http://schemas.openxmlformats.org/drawingml/2006/main">
            <a:off x="8672576" y="5648325"/>
            <a:ext cx="636556"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يفتحان</a:t>
            </a:r>
          </a:p>
        </p:txBody>
      </p:sp>
      <p:sp>
        <p:nvSpPr>
          <p:cNvPr id="88" name="text-919">
            <a:extLst xmlns:a="http://schemas.openxmlformats.org/drawingml/2006/main">
              <a:ext uri="{FF2B5EF4-FFF2-40B4-BE49-F238E27FC236}">
                <a16:creationId xmlns:a16="http://schemas.microsoft.com/office/drawing/2014/main" id="{91429964-75EF-4559-88F3-090AC2B7906C}"/>
              </a:ext>
            </a:extLst>
          </p:cNvPr>
          <p:cNvSpPr>
            <a:spLocks xmlns:a="http://schemas.openxmlformats.org/drawingml/2006/main" noGrp="1"/>
          </p:cNvSpPr>
          <p:nvPr/>
        </p:nvSpPr>
        <p:spPr>
          <a:xfrm xmlns:a="http://schemas.openxmlformats.org/drawingml/2006/main">
            <a:off x="7902197" y="5648325"/>
            <a:ext cx="695322"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صفحات</a:t>
            </a:r>
          </a:p>
        </p:txBody>
      </p:sp>
      <p:sp>
        <p:nvSpPr>
          <p:cNvPr id="89" name="text-920">
            <a:extLst xmlns:a="http://schemas.openxmlformats.org/drawingml/2006/main">
              <a:ext uri="{FF2B5EF4-FFF2-40B4-BE49-F238E27FC236}">
                <a16:creationId xmlns:a16="http://schemas.microsoft.com/office/drawing/2014/main" id="{A8D1A104-473F-4DC6-8D28-804C995986C1}"/>
              </a:ext>
            </a:extLst>
          </p:cNvPr>
          <p:cNvSpPr>
            <a:spLocks xmlns:a="http://schemas.openxmlformats.org/drawingml/2006/main" noGrp="1"/>
          </p:cNvSpPr>
          <p:nvPr/>
        </p:nvSpPr>
        <p:spPr>
          <a:xfrm xmlns:a="http://schemas.openxmlformats.org/drawingml/2006/main">
            <a:off x="7107487" y="5648325"/>
            <a:ext cx="71965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المصدر؛</a:t>
            </a:r>
          </a:p>
        </p:txBody>
      </p:sp>
      <p:sp>
        <p:nvSpPr>
          <p:cNvPr id="90" name="text-921">
            <a:extLst xmlns:a="http://schemas.openxmlformats.org/drawingml/2006/main">
              <a:ext uri="{FF2B5EF4-FFF2-40B4-BE49-F238E27FC236}">
                <a16:creationId xmlns:a16="http://schemas.microsoft.com/office/drawing/2014/main" id="{03E74C88-96F1-48A8-9479-F93BF9D3DCA2}"/>
              </a:ext>
            </a:extLst>
          </p:cNvPr>
          <p:cNvSpPr>
            <a:spLocks xmlns:a="http://schemas.openxmlformats.org/drawingml/2006/main" noGrp="1"/>
          </p:cNvSpPr>
          <p:nvPr/>
        </p:nvSpPr>
        <p:spPr>
          <a:xfrm xmlns:a="http://schemas.openxmlformats.org/drawingml/2006/main">
            <a:off x="6772902" y="5648325"/>
            <a:ext cx="259529"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ولا</a:t>
            </a:r>
          </a:p>
        </p:txBody>
      </p:sp>
      <p:sp>
        <p:nvSpPr>
          <p:cNvPr id="91" name="text-922">
            <a:extLst xmlns:a="http://schemas.openxmlformats.org/drawingml/2006/main">
              <a:ext uri="{FF2B5EF4-FFF2-40B4-BE49-F238E27FC236}">
                <a16:creationId xmlns:a16="http://schemas.microsoft.com/office/drawing/2014/main" id="{76F20E7C-432C-489E-9693-A916D5B35CAC}"/>
              </a:ext>
            </a:extLst>
          </p:cNvPr>
          <p:cNvSpPr>
            <a:spLocks xmlns:a="http://schemas.openxmlformats.org/drawingml/2006/main" noGrp="1"/>
          </p:cNvSpPr>
          <p:nvPr/>
        </p:nvSpPr>
        <p:spPr>
          <a:xfrm xmlns:a="http://schemas.openxmlformats.org/drawingml/2006/main">
            <a:off x="6034800" y="5648325"/>
            <a:ext cx="663045"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يعرضان</a:t>
            </a:r>
          </a:p>
        </p:txBody>
      </p:sp>
      <p:sp>
        <p:nvSpPr>
          <p:cNvPr id="92" name="text-923">
            <a:extLst xmlns:a="http://schemas.openxmlformats.org/drawingml/2006/main">
              <a:ext uri="{FF2B5EF4-FFF2-40B4-BE49-F238E27FC236}">
                <a16:creationId xmlns:a16="http://schemas.microsoft.com/office/drawing/2014/main" id="{F01825A7-A2E6-47E6-8265-22460B247011}"/>
              </a:ext>
            </a:extLst>
          </p:cNvPr>
          <p:cNvSpPr>
            <a:spLocks xmlns:a="http://schemas.openxmlformats.org/drawingml/2006/main" noGrp="1"/>
          </p:cNvSpPr>
          <p:nvPr/>
        </p:nvSpPr>
        <p:spPr>
          <a:xfrm xmlns:a="http://schemas.openxmlformats.org/drawingml/2006/main">
            <a:off x="5307686" y="5648325"/>
            <a:ext cx="652057"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تنزيلات</a:t>
            </a:r>
          </a:p>
        </p:txBody>
      </p:sp>
      <p:sp>
        <p:nvSpPr>
          <p:cNvPr id="93" name="text-924">
            <a:extLst xmlns:a="http://schemas.openxmlformats.org/drawingml/2006/main">
              <a:ext uri="{FF2B5EF4-FFF2-40B4-BE49-F238E27FC236}">
                <a16:creationId xmlns:a16="http://schemas.microsoft.com/office/drawing/2014/main" id="{1E769B5A-3DEA-4B61-A6B5-7EFB260B4688}"/>
              </a:ext>
            </a:extLst>
          </p:cNvPr>
          <p:cNvSpPr>
            <a:spLocks xmlns:a="http://schemas.openxmlformats.org/drawingml/2006/main" noGrp="1"/>
          </p:cNvSpPr>
          <p:nvPr/>
        </p:nvSpPr>
        <p:spPr>
          <a:xfrm xmlns:a="http://schemas.openxmlformats.org/drawingml/2006/main">
            <a:off x="4688981" y="5648325"/>
            <a:ext cx="54364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5B9AB"/>
                </a:solidFill>
                <a:latin typeface="Tahoma"/>
                <a:ea typeface="Tahoma"/>
                <a:cs typeface="Tahoma"/>
              </a:defRPr>
            </a:pPr>
            <a:r>
              <a:rPr sz="1650" b="0">
                <a:solidFill>
                  <a:srgbClr val="A5B9AB"/>
                </a:solidFill>
                <a:latin typeface="Tahoma"/>
                <a:ea typeface="Tahoma"/>
                <a:cs typeface="Tahoma"/>
              </a:rPr>
              <a:t>الكتب</a:t>
            </a:r>
          </a:p>
        </p:txBody>
      </p:sp>
    </p:spTree>
    <p:extLst>
      <p:ext uri="{BB962C8B-B14F-4D97-AF65-F5344CB8AC3E}">
        <p14:creationId xmlns:p14="http://schemas.microsoft.com/office/powerpoint/2010/main" val="1282620115"/>
      </p:ext>
    </p:extLst>
  </p:cSld>
</p:sld>
</file>

<file path=ppt/slides/slide17.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75" name="text-925">
            <a:extLst xmlns:a="http://schemas.openxmlformats.org/drawingml/2006/main">
              <a:ext uri="{FF2B5EF4-FFF2-40B4-BE49-F238E27FC236}">
                <a16:creationId xmlns:a16="http://schemas.microsoft.com/office/drawing/2014/main" id="{59947D90-C08E-47E6-ADCC-D52131A42332}"/>
              </a:ext>
            </a:extLst>
          </p:cNvPr>
          <p:cNvSpPr>
            <a:spLocks xmlns:a="http://schemas.openxmlformats.org/drawingml/2006/main" noGrp="1"/>
          </p:cNvSpPr>
          <p:nvPr/>
        </p:nvSpPr>
        <p:spPr>
          <a:xfrm xmlns:a="http://schemas.openxmlformats.org/drawingml/2006/main">
            <a:off x="10479603" y="457200"/>
            <a:ext cx="1102797"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روابط</a:t>
            </a:r>
          </a:p>
        </p:txBody>
      </p:sp>
      <p:sp>
        <p:nvSpPr>
          <p:cNvPr id="2" name="text-926">
            <a:extLst xmlns:a="http://schemas.openxmlformats.org/drawingml/2006/main">
              <a:ext uri="{FF2B5EF4-FFF2-40B4-BE49-F238E27FC236}">
                <a16:creationId xmlns:a16="http://schemas.microsoft.com/office/drawing/2014/main" id="{9C855EF9-D952-4B7B-A854-68D3922201C8}"/>
              </a:ext>
            </a:extLst>
          </p:cNvPr>
          <p:cNvSpPr>
            <a:spLocks xmlns:a="http://schemas.openxmlformats.org/drawingml/2006/main" noGrp="1"/>
          </p:cNvSpPr>
          <p:nvPr/>
        </p:nvSpPr>
        <p:spPr>
          <a:xfrm xmlns:a="http://schemas.openxmlformats.org/drawingml/2006/main">
            <a:off x="8800704" y="457200"/>
            <a:ext cx="1549359"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المراجع</a:t>
            </a:r>
          </a:p>
        </p:txBody>
      </p:sp>
      <p:sp>
        <p:nvSpPr>
          <p:cNvPr id="3" name="text-927">
            <a:extLst xmlns:a="http://schemas.openxmlformats.org/drawingml/2006/main">
              <a:ext uri="{FF2B5EF4-FFF2-40B4-BE49-F238E27FC236}">
                <a16:creationId xmlns:a16="http://schemas.microsoft.com/office/drawing/2014/main" id="{73F0E19D-BCEB-4B99-92BD-E120A97FFC54}"/>
              </a:ext>
            </a:extLst>
          </p:cNvPr>
          <p:cNvSpPr>
            <a:spLocks xmlns:a="http://schemas.openxmlformats.org/drawingml/2006/main" noGrp="1"/>
          </p:cNvSpPr>
          <p:nvPr/>
        </p:nvSpPr>
        <p:spPr>
          <a:xfrm xmlns:a="http://schemas.openxmlformats.org/drawingml/2006/main">
            <a:off x="7244143" y="457200"/>
            <a:ext cx="142702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بحسب</a:t>
            </a:r>
          </a:p>
        </p:txBody>
      </p:sp>
      <p:sp>
        <p:nvSpPr>
          <p:cNvPr id="4" name="text-928">
            <a:extLst xmlns:a="http://schemas.openxmlformats.org/drawingml/2006/main">
              <a:ext uri="{FF2B5EF4-FFF2-40B4-BE49-F238E27FC236}">
                <a16:creationId xmlns:a16="http://schemas.microsoft.com/office/drawing/2014/main" id="{1CA43F5E-4E91-4053-9110-760E5714D330}"/>
              </a:ext>
            </a:extLst>
          </p:cNvPr>
          <p:cNvSpPr>
            <a:spLocks xmlns:a="http://schemas.openxmlformats.org/drawingml/2006/main" noGrp="1"/>
          </p:cNvSpPr>
          <p:nvPr/>
        </p:nvSpPr>
        <p:spPr>
          <a:xfrm xmlns:a="http://schemas.openxmlformats.org/drawingml/2006/main">
            <a:off x="5262418" y="457200"/>
            <a:ext cx="185218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التخصص</a:t>
            </a:r>
          </a:p>
        </p:txBody>
      </p:sp>
      <p:sp>
        <p:nvSpPr>
          <p:cNvPr id="5" name="shape-929">
            <a:extLst xmlns:a="http://schemas.openxmlformats.org/drawingml/2006/main">
              <a:ext uri="{FF2B5EF4-FFF2-40B4-BE49-F238E27FC236}">
                <a16:creationId xmlns:a16="http://schemas.microsoft.com/office/drawing/2014/main" id="{E754F305-05E5-4600-BF7F-1AB096D27430}"/>
              </a:ext>
            </a:extLst>
            <ns86:hlinkClick xmlns:ns86="http://schemas.openxmlformats.org/drawingml/2006/main" xmlns:ns87="http://schemas.openxmlformats.org/officeDocument/2006/relationships" ns87:id="rIdSourceLink13"/>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6" name="text-930">
            <a:extLst xmlns:a="http://schemas.openxmlformats.org/drawingml/2006/main">
              <a:ext uri="{FF2B5EF4-FFF2-40B4-BE49-F238E27FC236}">
                <a16:creationId xmlns:a16="http://schemas.microsoft.com/office/drawing/2014/main" id="{0A121FDA-563C-4A61-BD6C-963B075DE919}"/>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7" name="text-931">
            <a:extLst xmlns:a="http://schemas.openxmlformats.org/drawingml/2006/main">
              <a:ext uri="{FF2B5EF4-FFF2-40B4-BE49-F238E27FC236}">
                <a16:creationId xmlns:a16="http://schemas.microsoft.com/office/drawing/2014/main" id="{9CF699BC-8758-4410-98C3-10128679B31D}"/>
              </a:ext>
            </a:extLst>
          </p:cNvPr>
          <p:cNvSpPr>
            <a:spLocks xmlns:a="http://schemas.openxmlformats.org/drawingml/2006/main" noGrp="1"/>
          </p:cNvSpPr>
          <p:nvPr/>
        </p:nvSpPr>
        <p:spPr>
          <a:xfrm xmlns:a="http://schemas.openxmlformats.org/drawingml/2006/main">
            <a:off x="10750417"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8" name="text-932">
            <a:extLst xmlns:a="http://schemas.openxmlformats.org/drawingml/2006/main">
              <a:ext uri="{FF2B5EF4-FFF2-40B4-BE49-F238E27FC236}">
                <a16:creationId xmlns:a16="http://schemas.microsoft.com/office/drawing/2014/main" id="{28C065B7-6D8F-4BF6-8B23-AF6B41D79BFD}"/>
              </a:ext>
            </a:extLst>
          </p:cNvPr>
          <p:cNvSpPr>
            <a:spLocks xmlns:a="http://schemas.openxmlformats.org/drawingml/2006/main" noGrp="1"/>
          </p:cNvSpPr>
          <p:nvPr/>
        </p:nvSpPr>
        <p:spPr>
          <a:xfrm xmlns:a="http://schemas.openxmlformats.org/drawingml/2006/main">
            <a:off x="1019689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9" name="text-933">
            <a:extLst xmlns:a="http://schemas.openxmlformats.org/drawingml/2006/main">
              <a:ext uri="{FF2B5EF4-FFF2-40B4-BE49-F238E27FC236}">
                <a16:creationId xmlns:a16="http://schemas.microsoft.com/office/drawing/2014/main" id="{1E1142EE-FE2A-4F38-B4D3-CB6FDDFADB10}"/>
              </a:ext>
            </a:extLst>
          </p:cNvPr>
          <p:cNvSpPr>
            <a:spLocks xmlns:a="http://schemas.openxmlformats.org/drawingml/2006/main" noGrp="1"/>
          </p:cNvSpPr>
          <p:nvPr/>
        </p:nvSpPr>
        <p:spPr>
          <a:xfrm xmlns:a="http://schemas.openxmlformats.org/drawingml/2006/main">
            <a:off x="10003334"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0" name="text-934">
            <a:extLst xmlns:a="http://schemas.openxmlformats.org/drawingml/2006/main">
              <a:ext uri="{FF2B5EF4-FFF2-40B4-BE49-F238E27FC236}">
                <a16:creationId xmlns:a16="http://schemas.microsoft.com/office/drawing/2014/main" id="{D8449604-03FB-4386-81A3-E02C59CFACC3}"/>
              </a:ext>
            </a:extLst>
          </p:cNvPr>
          <p:cNvSpPr>
            <a:spLocks xmlns:a="http://schemas.openxmlformats.org/drawingml/2006/main" noGrp="1"/>
          </p:cNvSpPr>
          <p:nvPr/>
        </p:nvSpPr>
        <p:spPr>
          <a:xfrm xmlns:a="http://schemas.openxmlformats.org/drawingml/2006/main">
            <a:off x="95360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1" name="text-935">
            <a:extLst xmlns:a="http://schemas.openxmlformats.org/drawingml/2006/main">
              <a:ext uri="{FF2B5EF4-FFF2-40B4-BE49-F238E27FC236}">
                <a16:creationId xmlns:a16="http://schemas.microsoft.com/office/drawing/2014/main" id="{B3ED7468-0849-4605-AD0B-45C81C7E118F}"/>
              </a:ext>
            </a:extLst>
          </p:cNvPr>
          <p:cNvSpPr>
            <a:spLocks xmlns:a="http://schemas.openxmlformats.org/drawingml/2006/main" noGrp="1"/>
          </p:cNvSpPr>
          <p:nvPr/>
        </p:nvSpPr>
        <p:spPr>
          <a:xfrm xmlns:a="http://schemas.openxmlformats.org/drawingml/2006/main">
            <a:off x="9056406"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2" name="text-936">
            <a:extLst xmlns:a="http://schemas.openxmlformats.org/drawingml/2006/main">
              <a:ext uri="{FF2B5EF4-FFF2-40B4-BE49-F238E27FC236}">
                <a16:creationId xmlns:a16="http://schemas.microsoft.com/office/drawing/2014/main" id="{946D9E69-CF89-4F57-9F34-34D7C8153BAF}"/>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17</a:t>
            </a:r>
          </a:p>
        </p:txBody>
      </p:sp>
      <p:sp>
        <p:nvSpPr>
          <p:cNvPr id="13" name="text-937">
            <a:extLst xmlns:a="http://schemas.openxmlformats.org/drawingml/2006/main">
              <a:ext uri="{FF2B5EF4-FFF2-40B4-BE49-F238E27FC236}">
                <a16:creationId xmlns:a16="http://schemas.microsoft.com/office/drawing/2014/main" id="{01F1B35A-BB4B-49A8-B2F9-A39A0FE840DC}"/>
              </a:ext>
            </a:extLst>
          </p:cNvPr>
          <p:cNvSpPr>
            <a:spLocks xmlns:a="http://schemas.openxmlformats.org/drawingml/2006/main" noGrp="1"/>
          </p:cNvSpPr>
          <p:nvPr/>
        </p:nvSpPr>
        <p:spPr>
          <a:xfrm xmlns:a="http://schemas.openxmlformats.org/drawingml/2006/main">
            <a:off x="10925274" y="1143000"/>
            <a:ext cx="65712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روابط</a:t>
            </a:r>
          </a:p>
        </p:txBody>
      </p:sp>
      <p:sp>
        <p:nvSpPr>
          <p:cNvPr id="14" name="text-938">
            <a:extLst xmlns:a="http://schemas.openxmlformats.org/drawingml/2006/main">
              <a:ext uri="{FF2B5EF4-FFF2-40B4-BE49-F238E27FC236}">
                <a16:creationId xmlns:a16="http://schemas.microsoft.com/office/drawing/2014/main" id="{D299A2A3-ADC0-4A08-A3FE-E306046B3C01}"/>
              </a:ext>
            </a:extLst>
          </p:cNvPr>
          <p:cNvSpPr>
            <a:spLocks xmlns:a="http://schemas.openxmlformats.org/drawingml/2006/main" noGrp="1"/>
          </p:cNvSpPr>
          <p:nvPr/>
        </p:nvSpPr>
        <p:spPr>
          <a:xfrm xmlns:a="http://schemas.openxmlformats.org/drawingml/2006/main">
            <a:off x="10276469" y="1143000"/>
            <a:ext cx="56955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الدرر</a:t>
            </a:r>
          </a:p>
        </p:txBody>
      </p:sp>
      <p:sp>
        <p:nvSpPr>
          <p:cNvPr id="15" name="text-939">
            <a:extLst xmlns:a="http://schemas.openxmlformats.org/drawingml/2006/main">
              <a:ext uri="{FF2B5EF4-FFF2-40B4-BE49-F238E27FC236}">
                <a16:creationId xmlns:a16="http://schemas.microsoft.com/office/drawing/2014/main" id="{2BF251C1-11DF-4A05-8B2E-3FE9D097E60D}"/>
              </a:ext>
            </a:extLst>
          </p:cNvPr>
          <p:cNvSpPr>
            <a:spLocks xmlns:a="http://schemas.openxmlformats.org/drawingml/2006/main" noGrp="1"/>
          </p:cNvSpPr>
          <p:nvPr/>
        </p:nvSpPr>
        <p:spPr>
          <a:xfrm xmlns:a="http://schemas.openxmlformats.org/drawingml/2006/main">
            <a:off x="9399331" y="1143000"/>
            <a:ext cx="79789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الواردة</a:t>
            </a:r>
          </a:p>
        </p:txBody>
      </p:sp>
      <p:sp>
        <p:nvSpPr>
          <p:cNvPr id="16" name="text-940">
            <a:extLst xmlns:a="http://schemas.openxmlformats.org/drawingml/2006/main">
              <a:ext uri="{FF2B5EF4-FFF2-40B4-BE49-F238E27FC236}">
                <a16:creationId xmlns:a16="http://schemas.microsoft.com/office/drawing/2014/main" id="{28A83AAA-207C-49A0-A87A-C10048D3B0E2}"/>
              </a:ext>
            </a:extLst>
          </p:cNvPr>
          <p:cNvSpPr>
            <a:spLocks xmlns:a="http://schemas.openxmlformats.org/drawingml/2006/main" noGrp="1"/>
          </p:cNvSpPr>
          <p:nvPr/>
        </p:nvSpPr>
        <p:spPr>
          <a:xfrm xmlns:a="http://schemas.openxmlformats.org/drawingml/2006/main">
            <a:off x="8864148" y="1143000"/>
            <a:ext cx="45593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في</a:t>
            </a:r>
          </a:p>
        </p:txBody>
      </p:sp>
      <p:sp>
        <p:nvSpPr>
          <p:cNvPr id="17" name="text-941">
            <a:extLst xmlns:a="http://schemas.openxmlformats.org/drawingml/2006/main">
              <a:ext uri="{FF2B5EF4-FFF2-40B4-BE49-F238E27FC236}">
                <a16:creationId xmlns:a16="http://schemas.microsoft.com/office/drawing/2014/main" id="{C5A0E1AE-0478-4736-82F1-351A378FD915}"/>
              </a:ext>
            </a:extLst>
          </p:cNvPr>
          <p:cNvSpPr>
            <a:spLocks xmlns:a="http://schemas.openxmlformats.org/drawingml/2006/main" noGrp="1"/>
          </p:cNvSpPr>
          <p:nvPr/>
        </p:nvSpPr>
        <p:spPr>
          <a:xfrm xmlns:a="http://schemas.openxmlformats.org/drawingml/2006/main">
            <a:off x="7880520" y="1143000"/>
            <a:ext cx="90438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مرجعية</a:t>
            </a:r>
          </a:p>
        </p:txBody>
      </p:sp>
      <p:sp>
        <p:nvSpPr>
          <p:cNvPr id="18" name="text-942">
            <a:extLst xmlns:a="http://schemas.openxmlformats.org/drawingml/2006/main">
              <a:ext uri="{FF2B5EF4-FFF2-40B4-BE49-F238E27FC236}">
                <a16:creationId xmlns:a16="http://schemas.microsoft.com/office/drawing/2014/main" id="{A1D1F12B-7EF4-46F7-B3BC-5F8D239FB3A3}"/>
              </a:ext>
            </a:extLst>
          </p:cNvPr>
          <p:cNvSpPr>
            <a:spLocks xmlns:a="http://schemas.openxmlformats.org/drawingml/2006/main" noGrp="1"/>
          </p:cNvSpPr>
          <p:nvPr/>
        </p:nvSpPr>
        <p:spPr>
          <a:xfrm xmlns:a="http://schemas.openxmlformats.org/drawingml/2006/main">
            <a:off x="6937903" y="1143000"/>
            <a:ext cx="86336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التحدي</a:t>
            </a:r>
          </a:p>
        </p:txBody>
      </p:sp>
      <p:sp>
        <p:nvSpPr>
          <p:cNvPr id="19" name="text-943">
            <a:extLst xmlns:a="http://schemas.openxmlformats.org/drawingml/2006/main">
              <a:ext uri="{FF2B5EF4-FFF2-40B4-BE49-F238E27FC236}">
                <a16:creationId xmlns:a16="http://schemas.microsoft.com/office/drawing/2014/main" id="{0B2920FF-6361-4BB7-8964-61334E0C3C18}"/>
              </a:ext>
            </a:extLst>
          </p:cNvPr>
          <p:cNvSpPr>
            <a:spLocks xmlns:a="http://schemas.openxmlformats.org/drawingml/2006/main" noGrp="1"/>
          </p:cNvSpPr>
          <p:nvPr/>
        </p:nvSpPr>
        <p:spPr>
          <a:xfrm xmlns:a="http://schemas.openxmlformats.org/drawingml/2006/main">
            <a:off x="5122964" y="1143000"/>
            <a:ext cx="78253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أقسام</a:t>
            </a:r>
          </a:p>
        </p:txBody>
      </p:sp>
      <p:sp>
        <p:nvSpPr>
          <p:cNvPr id="20" name="text-944">
            <a:extLst xmlns:a="http://schemas.openxmlformats.org/drawingml/2006/main">
              <a:ext uri="{FF2B5EF4-FFF2-40B4-BE49-F238E27FC236}">
                <a16:creationId xmlns:a16="http://schemas.microsoft.com/office/drawing/2014/main" id="{ACAEE434-3ED5-45D9-A79A-174998FAC340}"/>
              </a:ext>
            </a:extLst>
          </p:cNvPr>
          <p:cNvSpPr>
            <a:spLocks xmlns:a="http://schemas.openxmlformats.org/drawingml/2006/main" noGrp="1"/>
          </p:cNvSpPr>
          <p:nvPr/>
        </p:nvSpPr>
        <p:spPr>
          <a:xfrm xmlns:a="http://schemas.openxmlformats.org/drawingml/2006/main">
            <a:off x="4220268" y="1143000"/>
            <a:ext cx="82344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إضافية</a:t>
            </a:r>
          </a:p>
        </p:txBody>
      </p:sp>
      <p:sp>
        <p:nvSpPr>
          <p:cNvPr id="21" name="text-945">
            <a:extLst xmlns:a="http://schemas.openxmlformats.org/drawingml/2006/main">
              <a:ext uri="{FF2B5EF4-FFF2-40B4-BE49-F238E27FC236}">
                <a16:creationId xmlns:a16="http://schemas.microsoft.com/office/drawing/2014/main" id="{26D1EC29-7797-4C60-967C-2953AD0B8F6E}"/>
              </a:ext>
            </a:extLst>
          </p:cNvPr>
          <p:cNvSpPr>
            <a:spLocks xmlns:a="http://schemas.openxmlformats.org/drawingml/2006/main" noGrp="1"/>
          </p:cNvSpPr>
          <p:nvPr/>
        </p:nvSpPr>
        <p:spPr>
          <a:xfrm xmlns:a="http://schemas.openxmlformats.org/drawingml/2006/main">
            <a:off x="3685085" y="1143000"/>
            <a:ext cx="45593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في</a:t>
            </a:r>
          </a:p>
        </p:txBody>
      </p:sp>
      <p:sp>
        <p:nvSpPr>
          <p:cNvPr id="22" name="text-946">
            <a:extLst xmlns:a="http://schemas.openxmlformats.org/drawingml/2006/main">
              <a:ext uri="{FF2B5EF4-FFF2-40B4-BE49-F238E27FC236}">
                <a16:creationId xmlns:a16="http://schemas.microsoft.com/office/drawing/2014/main" id="{1A04BE78-074E-4450-A641-6FC354F8995E}"/>
              </a:ext>
            </a:extLst>
          </p:cNvPr>
          <p:cNvSpPr>
            <a:spLocks xmlns:a="http://schemas.openxmlformats.org/drawingml/2006/main" noGrp="1"/>
          </p:cNvSpPr>
          <p:nvPr/>
        </p:nvSpPr>
        <p:spPr>
          <a:xfrm xmlns:a="http://schemas.openxmlformats.org/drawingml/2006/main">
            <a:off x="3121076" y="1143000"/>
            <a:ext cx="48476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جرد</a:t>
            </a:r>
          </a:p>
        </p:txBody>
      </p:sp>
      <p:sp>
        <p:nvSpPr>
          <p:cNvPr id="23" name="text-947">
            <a:extLst xmlns:a="http://schemas.openxmlformats.org/drawingml/2006/main">
              <a:ext uri="{FF2B5EF4-FFF2-40B4-BE49-F238E27FC236}">
                <a16:creationId xmlns:a16="http://schemas.microsoft.com/office/drawing/2014/main" id="{5981E59A-ABDA-48FE-87A2-96E0D72C1867}"/>
              </a:ext>
            </a:extLst>
          </p:cNvPr>
          <p:cNvSpPr>
            <a:spLocks xmlns:a="http://schemas.openxmlformats.org/drawingml/2006/main" noGrp="1"/>
          </p:cNvSpPr>
          <p:nvPr/>
        </p:nvSpPr>
        <p:spPr>
          <a:xfrm xmlns:a="http://schemas.openxmlformats.org/drawingml/2006/main">
            <a:off x="2109216" y="1143000"/>
            <a:ext cx="93261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F3F0E6"/>
                </a:solidFill>
                <a:latin typeface="Tahoma"/>
                <a:ea typeface="Tahoma"/>
                <a:cs typeface="Tahoma"/>
              </a:defRPr>
            </a:pPr>
            <a:r>
              <a:rPr sz="1875" b="1">
                <a:solidFill>
                  <a:srgbClr val="F3F0E6"/>
                </a:solidFill>
                <a:latin typeface="Tahoma"/>
                <a:ea typeface="Tahoma"/>
                <a:cs typeface="Tahoma"/>
              </a:rPr>
              <a:t>المعرفة</a:t>
            </a:r>
          </a:p>
        </p:txBody>
      </p:sp>
      <p:sp>
        <p:nvSpPr>
          <p:cNvPr id="24" name="shape-948">
            <a:extLst xmlns:a="http://schemas.openxmlformats.org/drawingml/2006/main">
              <a:ext uri="{FF2B5EF4-FFF2-40B4-BE49-F238E27FC236}">
                <a16:creationId xmlns:a16="http://schemas.microsoft.com/office/drawing/2014/main" id="{B508170E-3A7F-4149-8BA8-CFA87115B32E}"/>
              </a:ext>
            </a:extLst>
            <ns0:hlinkClick xmlns:ns0="http://schemas.openxmlformats.org/drawingml/2006/main" xmlns:ns1="http://schemas.openxmlformats.org/officeDocument/2006/relationships" ns1:id="rIdSourceLink1"/>
          </p:cNvPr>
          <p:cNvSpPr>
            <a:spLocks xmlns:a="http://schemas.openxmlformats.org/drawingml/2006/main" noGrp="1"/>
          </p:cNvSpPr>
          <p:nvPr/>
        </p:nvSpPr>
        <p:spPr>
          <a:xfrm xmlns:a="http://schemas.openxmlformats.org/drawingml/2006/main">
            <a:off x="6286500" y="1581150"/>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25" name="text-949">
            <a:extLst xmlns:a="http://schemas.openxmlformats.org/drawingml/2006/main">
              <a:ext uri="{FF2B5EF4-FFF2-40B4-BE49-F238E27FC236}">
                <a16:creationId xmlns:a16="http://schemas.microsoft.com/office/drawing/2014/main" id="{723EBB4C-8BB0-496D-99D7-139AFD98754E}"/>
              </a:ext>
            </a:extLst>
            <ns2:hlinkClick xmlns:ns2="http://schemas.openxmlformats.org/drawingml/2006/main" xmlns:ns3="http://schemas.openxmlformats.org/officeDocument/2006/relationships" ns3:id="rIdSourceLink1"/>
          </p:cNvPr>
          <p:cNvSpPr>
            <a:spLocks xmlns:a="http://schemas.openxmlformats.org/drawingml/2006/main" noGrp="1"/>
          </p:cNvSpPr>
          <p:nvPr/>
        </p:nvSpPr>
        <p:spPr>
          <a:xfrm xmlns:a="http://schemas.openxmlformats.org/drawingml/2006/main">
            <a:off x="10528059" y="1581150"/>
            <a:ext cx="94004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التفسير</a:t>
            </a:r>
          </a:p>
        </p:txBody>
      </p:sp>
      <p:sp>
        <p:nvSpPr>
          <p:cNvPr id="26" name="text-950">
            <a:extLst xmlns:a="http://schemas.openxmlformats.org/drawingml/2006/main">
              <a:ext uri="{FF2B5EF4-FFF2-40B4-BE49-F238E27FC236}">
                <a16:creationId xmlns:a16="http://schemas.microsoft.com/office/drawing/2014/main" id="{FA9109C2-08D3-4DD6-91DB-7CC2B0D2CC12}"/>
              </a:ext>
            </a:extLst>
            <ns4:hlinkClick xmlns:ns4="http://schemas.openxmlformats.org/drawingml/2006/main" xmlns:ns5="http://schemas.openxmlformats.org/officeDocument/2006/relationships" ns5:id="rIdSourceLink1"/>
          </p:cNvPr>
          <p:cNvSpPr>
            <a:spLocks xmlns:a="http://schemas.openxmlformats.org/drawingml/2006/main" noGrp="1"/>
          </p:cNvSpPr>
          <p:nvPr/>
        </p:nvSpPr>
        <p:spPr>
          <a:xfrm xmlns:a="http://schemas.openxmlformats.org/drawingml/2006/main">
            <a:off x="6400800" y="1905000"/>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dorar.net/tafseer</a:t>
            </a:r>
          </a:p>
        </p:txBody>
      </p:sp>
      <p:sp>
        <p:nvSpPr>
          <p:cNvPr id="27" name="shape-951">
            <a:extLst xmlns:a="http://schemas.openxmlformats.org/drawingml/2006/main">
              <a:ext uri="{FF2B5EF4-FFF2-40B4-BE49-F238E27FC236}">
                <a16:creationId xmlns:a16="http://schemas.microsoft.com/office/drawing/2014/main" id="{246D23BA-3821-456A-B174-1CAF858E614A}"/>
              </a:ext>
            </a:extLst>
            <ns6:hlinkClick xmlns:ns6="http://schemas.openxmlformats.org/drawingml/2006/main" xmlns:ns7="http://schemas.openxmlformats.org/officeDocument/2006/relationships" ns7:id="rIdSourceLink2"/>
          </p:cNvPr>
          <p:cNvSpPr>
            <a:spLocks xmlns:a="http://schemas.openxmlformats.org/drawingml/2006/main" noGrp="1"/>
          </p:cNvSpPr>
          <p:nvPr/>
        </p:nvSpPr>
        <p:spPr>
          <a:xfrm xmlns:a="http://schemas.openxmlformats.org/drawingml/2006/main">
            <a:off x="6286500" y="2219325"/>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28" name="text-952">
            <a:extLst xmlns:a="http://schemas.openxmlformats.org/drawingml/2006/main">
              <a:ext uri="{FF2B5EF4-FFF2-40B4-BE49-F238E27FC236}">
                <a16:creationId xmlns:a16="http://schemas.microsoft.com/office/drawing/2014/main" id="{7BBA1D8E-3CF0-419E-A858-C26EE22A9B81}"/>
              </a:ext>
            </a:extLst>
            <ns8:hlinkClick xmlns:ns8="http://schemas.openxmlformats.org/drawingml/2006/main" xmlns:ns9="http://schemas.openxmlformats.org/officeDocument/2006/relationships" ns9:id="rIdSourceLink2"/>
          </p:cNvPr>
          <p:cNvSpPr>
            <a:spLocks xmlns:a="http://schemas.openxmlformats.org/drawingml/2006/main" noGrp="1"/>
          </p:cNvSpPr>
          <p:nvPr/>
        </p:nvSpPr>
        <p:spPr>
          <a:xfrm xmlns:a="http://schemas.openxmlformats.org/drawingml/2006/main">
            <a:off x="10602156" y="2219325"/>
            <a:ext cx="86594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الحديث</a:t>
            </a:r>
          </a:p>
        </p:txBody>
      </p:sp>
      <p:sp>
        <p:nvSpPr>
          <p:cNvPr id="29" name="text-953">
            <a:extLst xmlns:a="http://schemas.openxmlformats.org/drawingml/2006/main">
              <a:ext uri="{FF2B5EF4-FFF2-40B4-BE49-F238E27FC236}">
                <a16:creationId xmlns:a16="http://schemas.microsoft.com/office/drawing/2014/main" id="{C158F7E7-0671-4EE4-A98B-98E67EF49850}"/>
              </a:ext>
            </a:extLst>
            <ns10:hlinkClick xmlns:ns10="http://schemas.openxmlformats.org/drawingml/2006/main" xmlns:ns11="http://schemas.openxmlformats.org/officeDocument/2006/relationships" ns11:id="rIdSourceLink2"/>
          </p:cNvPr>
          <p:cNvSpPr>
            <a:spLocks xmlns:a="http://schemas.openxmlformats.org/drawingml/2006/main" noGrp="1"/>
          </p:cNvSpPr>
          <p:nvPr/>
        </p:nvSpPr>
        <p:spPr>
          <a:xfrm xmlns:a="http://schemas.openxmlformats.org/drawingml/2006/main">
            <a:off x="6400800" y="2543175"/>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dorar.net/hadith</a:t>
            </a:r>
          </a:p>
        </p:txBody>
      </p:sp>
      <p:sp>
        <p:nvSpPr>
          <p:cNvPr id="30" name="shape-954">
            <a:extLst xmlns:a="http://schemas.openxmlformats.org/drawingml/2006/main">
              <a:ext uri="{FF2B5EF4-FFF2-40B4-BE49-F238E27FC236}">
                <a16:creationId xmlns:a16="http://schemas.microsoft.com/office/drawing/2014/main" id="{2AAB83D3-06B3-49F6-93D4-7FEB50F5ED28}"/>
              </a:ext>
            </a:extLst>
            <ns12:hlinkClick xmlns:ns12="http://schemas.openxmlformats.org/drawingml/2006/main" xmlns:ns13="http://schemas.openxmlformats.org/officeDocument/2006/relationships" ns13:id="rIdSourceLink3"/>
          </p:cNvPr>
          <p:cNvSpPr>
            <a:spLocks xmlns:a="http://schemas.openxmlformats.org/drawingml/2006/main" noGrp="1"/>
          </p:cNvSpPr>
          <p:nvPr/>
        </p:nvSpPr>
        <p:spPr>
          <a:xfrm xmlns:a="http://schemas.openxmlformats.org/drawingml/2006/main">
            <a:off x="6286500" y="2857500"/>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31" name="text-955">
            <a:extLst xmlns:a="http://schemas.openxmlformats.org/drawingml/2006/main">
              <a:ext uri="{FF2B5EF4-FFF2-40B4-BE49-F238E27FC236}">
                <a16:creationId xmlns:a16="http://schemas.microsoft.com/office/drawing/2014/main" id="{2C115C89-A8FA-469A-AD54-9931DCA74775}"/>
              </a:ext>
            </a:extLst>
            <ns14:hlinkClick xmlns:ns14="http://schemas.openxmlformats.org/drawingml/2006/main" xmlns:ns15="http://schemas.openxmlformats.org/officeDocument/2006/relationships" ns15:id="rIdSourceLink3"/>
          </p:cNvPr>
          <p:cNvSpPr>
            <a:spLocks xmlns:a="http://schemas.openxmlformats.org/drawingml/2006/main" noGrp="1"/>
          </p:cNvSpPr>
          <p:nvPr/>
        </p:nvSpPr>
        <p:spPr>
          <a:xfrm xmlns:a="http://schemas.openxmlformats.org/drawingml/2006/main">
            <a:off x="10609090" y="2857500"/>
            <a:ext cx="85901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العقيدة</a:t>
            </a:r>
          </a:p>
        </p:txBody>
      </p:sp>
      <p:sp>
        <p:nvSpPr>
          <p:cNvPr id="32" name="text-956">
            <a:extLst xmlns:a="http://schemas.openxmlformats.org/drawingml/2006/main">
              <a:ext uri="{FF2B5EF4-FFF2-40B4-BE49-F238E27FC236}">
                <a16:creationId xmlns:a16="http://schemas.microsoft.com/office/drawing/2014/main" id="{1BAE24A5-AEC1-4E1D-BEB4-7CEEEA1BD2A5}"/>
              </a:ext>
            </a:extLst>
            <ns16:hlinkClick xmlns:ns16="http://schemas.openxmlformats.org/drawingml/2006/main" xmlns:ns17="http://schemas.openxmlformats.org/officeDocument/2006/relationships" ns17:id="rIdSourceLink3"/>
          </p:cNvPr>
          <p:cNvSpPr>
            <a:spLocks xmlns:a="http://schemas.openxmlformats.org/drawingml/2006/main" noGrp="1"/>
          </p:cNvSpPr>
          <p:nvPr/>
        </p:nvSpPr>
        <p:spPr>
          <a:xfrm xmlns:a="http://schemas.openxmlformats.org/drawingml/2006/main">
            <a:off x="6400800" y="3181350"/>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dorar.net/aqeeda</a:t>
            </a:r>
          </a:p>
        </p:txBody>
      </p:sp>
      <p:sp>
        <p:nvSpPr>
          <p:cNvPr id="33" name="shape-957">
            <a:extLst xmlns:a="http://schemas.openxmlformats.org/drawingml/2006/main">
              <a:ext uri="{FF2B5EF4-FFF2-40B4-BE49-F238E27FC236}">
                <a16:creationId xmlns:a16="http://schemas.microsoft.com/office/drawing/2014/main" id="{71B595A1-AE0C-45F2-9E9A-D6F20B348BF2}"/>
              </a:ext>
            </a:extLst>
            <ns18:hlinkClick xmlns:ns18="http://schemas.openxmlformats.org/drawingml/2006/main" xmlns:ns19="http://schemas.openxmlformats.org/officeDocument/2006/relationships" ns19:id="rIdSourceLink4"/>
          </p:cNvPr>
          <p:cNvSpPr>
            <a:spLocks xmlns:a="http://schemas.openxmlformats.org/drawingml/2006/main" noGrp="1"/>
          </p:cNvSpPr>
          <p:nvPr/>
        </p:nvSpPr>
        <p:spPr>
          <a:xfrm xmlns:a="http://schemas.openxmlformats.org/drawingml/2006/main">
            <a:off x="6286500" y="3495675"/>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34" name="text-958">
            <a:extLst xmlns:a="http://schemas.openxmlformats.org/drawingml/2006/main">
              <a:ext uri="{FF2B5EF4-FFF2-40B4-BE49-F238E27FC236}">
                <a16:creationId xmlns:a16="http://schemas.microsoft.com/office/drawing/2014/main" id="{F094F2FA-57F7-413D-B629-5631E450F8BE}"/>
              </a:ext>
            </a:extLst>
            <ns20:hlinkClick xmlns:ns20="http://schemas.openxmlformats.org/drawingml/2006/main" xmlns:ns21="http://schemas.openxmlformats.org/officeDocument/2006/relationships" ns21:id="rIdSourceLink4"/>
          </p:cNvPr>
          <p:cNvSpPr>
            <a:spLocks xmlns:a="http://schemas.openxmlformats.org/drawingml/2006/main" noGrp="1"/>
          </p:cNvSpPr>
          <p:nvPr/>
        </p:nvSpPr>
        <p:spPr>
          <a:xfrm xmlns:a="http://schemas.openxmlformats.org/drawingml/2006/main">
            <a:off x="10821871" y="3495675"/>
            <a:ext cx="64622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الفقه</a:t>
            </a:r>
          </a:p>
        </p:txBody>
      </p:sp>
      <p:sp>
        <p:nvSpPr>
          <p:cNvPr id="35" name="text-959">
            <a:extLst xmlns:a="http://schemas.openxmlformats.org/drawingml/2006/main">
              <a:ext uri="{FF2B5EF4-FFF2-40B4-BE49-F238E27FC236}">
                <a16:creationId xmlns:a16="http://schemas.microsoft.com/office/drawing/2014/main" id="{1FE67393-2AA5-440D-AF1C-8996E14508D6}"/>
              </a:ext>
            </a:extLst>
            <ns22:hlinkClick xmlns:ns22="http://schemas.openxmlformats.org/drawingml/2006/main" xmlns:ns23="http://schemas.openxmlformats.org/officeDocument/2006/relationships" ns23:id="rIdSourceLink4"/>
          </p:cNvPr>
          <p:cNvSpPr>
            <a:spLocks xmlns:a="http://schemas.openxmlformats.org/drawingml/2006/main" noGrp="1"/>
          </p:cNvSpPr>
          <p:nvPr/>
        </p:nvSpPr>
        <p:spPr>
          <a:xfrm xmlns:a="http://schemas.openxmlformats.org/drawingml/2006/main">
            <a:off x="6400800" y="3819525"/>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dorar.net/feqhia</a:t>
            </a:r>
          </a:p>
        </p:txBody>
      </p:sp>
      <p:sp>
        <p:nvSpPr>
          <p:cNvPr id="36" name="shape-960">
            <a:extLst xmlns:a="http://schemas.openxmlformats.org/drawingml/2006/main">
              <a:ext uri="{FF2B5EF4-FFF2-40B4-BE49-F238E27FC236}">
                <a16:creationId xmlns:a16="http://schemas.microsoft.com/office/drawing/2014/main" id="{FB62BD95-4B4B-437E-BA9C-717F1940DA29}"/>
              </a:ext>
            </a:extLst>
            <ns24:hlinkClick xmlns:ns24="http://schemas.openxmlformats.org/drawingml/2006/main" xmlns:ns25="http://schemas.openxmlformats.org/officeDocument/2006/relationships" ns25:id="rIdSourceLink5"/>
          </p:cNvPr>
          <p:cNvSpPr>
            <a:spLocks xmlns:a="http://schemas.openxmlformats.org/drawingml/2006/main" noGrp="1"/>
          </p:cNvSpPr>
          <p:nvPr/>
        </p:nvSpPr>
        <p:spPr>
          <a:xfrm xmlns:a="http://schemas.openxmlformats.org/drawingml/2006/main">
            <a:off x="6286500" y="4133850"/>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37" name="text-961">
            <a:extLst xmlns:a="http://schemas.openxmlformats.org/drawingml/2006/main">
              <a:ext uri="{FF2B5EF4-FFF2-40B4-BE49-F238E27FC236}">
                <a16:creationId xmlns:a16="http://schemas.microsoft.com/office/drawing/2014/main" id="{E61D45F3-1EE5-4318-81B0-B22675570C01}"/>
              </a:ext>
            </a:extLst>
            <ns26:hlinkClick xmlns:ns26="http://schemas.openxmlformats.org/drawingml/2006/main" xmlns:ns27="http://schemas.openxmlformats.org/officeDocument/2006/relationships" ns27:id="rIdSourceLink5"/>
          </p:cNvPr>
          <p:cNvSpPr>
            <a:spLocks xmlns:a="http://schemas.openxmlformats.org/drawingml/2006/main" noGrp="1"/>
          </p:cNvSpPr>
          <p:nvPr/>
        </p:nvSpPr>
        <p:spPr>
          <a:xfrm xmlns:a="http://schemas.openxmlformats.org/drawingml/2006/main">
            <a:off x="10695074" y="4133850"/>
            <a:ext cx="77302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التاريخ</a:t>
            </a:r>
          </a:p>
        </p:txBody>
      </p:sp>
      <p:sp>
        <p:nvSpPr>
          <p:cNvPr id="38" name="text-962">
            <a:extLst xmlns:a="http://schemas.openxmlformats.org/drawingml/2006/main">
              <a:ext uri="{FF2B5EF4-FFF2-40B4-BE49-F238E27FC236}">
                <a16:creationId xmlns:a16="http://schemas.microsoft.com/office/drawing/2014/main" id="{513AC6B5-2A05-4EA6-AFB8-C70B548AACA9}"/>
              </a:ext>
            </a:extLst>
            <ns28:hlinkClick xmlns:ns28="http://schemas.openxmlformats.org/drawingml/2006/main" xmlns:ns29="http://schemas.openxmlformats.org/officeDocument/2006/relationships" ns29:id="rIdSourceLink5"/>
          </p:cNvPr>
          <p:cNvSpPr>
            <a:spLocks xmlns:a="http://schemas.openxmlformats.org/drawingml/2006/main" noGrp="1"/>
          </p:cNvSpPr>
          <p:nvPr/>
        </p:nvSpPr>
        <p:spPr>
          <a:xfrm xmlns:a="http://schemas.openxmlformats.org/drawingml/2006/main">
            <a:off x="6400800" y="4457700"/>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dorar.net/history</a:t>
            </a:r>
          </a:p>
        </p:txBody>
      </p:sp>
      <p:sp>
        <p:nvSpPr>
          <p:cNvPr id="39" name="shape-963">
            <a:extLst xmlns:a="http://schemas.openxmlformats.org/drawingml/2006/main">
              <a:ext uri="{FF2B5EF4-FFF2-40B4-BE49-F238E27FC236}">
                <a16:creationId xmlns:a16="http://schemas.microsoft.com/office/drawing/2014/main" id="{CC398FFB-9D8B-4591-A065-6700B4B40D17}"/>
              </a:ext>
            </a:extLst>
            <ns30:hlinkClick xmlns:ns30="http://schemas.openxmlformats.org/drawingml/2006/main" xmlns:ns31="http://schemas.openxmlformats.org/officeDocument/2006/relationships" ns31:id="rIdSourceLink6"/>
          </p:cNvPr>
          <p:cNvSpPr>
            <a:spLocks xmlns:a="http://schemas.openxmlformats.org/drawingml/2006/main" noGrp="1"/>
          </p:cNvSpPr>
          <p:nvPr/>
        </p:nvSpPr>
        <p:spPr>
          <a:xfrm xmlns:a="http://schemas.openxmlformats.org/drawingml/2006/main">
            <a:off x="609600" y="1581150"/>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40" name="text-964">
            <a:extLst xmlns:a="http://schemas.openxmlformats.org/drawingml/2006/main">
              <a:ext uri="{FF2B5EF4-FFF2-40B4-BE49-F238E27FC236}">
                <a16:creationId xmlns:a16="http://schemas.microsoft.com/office/drawing/2014/main" id="{9B9BA158-A8A0-49AD-94C2-B50AC06CB716}"/>
              </a:ext>
            </a:extLst>
            <ns32:hlinkClick xmlns:ns32="http://schemas.openxmlformats.org/drawingml/2006/main" xmlns:ns33="http://schemas.openxmlformats.org/officeDocument/2006/relationships" ns33:id="rIdSourceLink6"/>
          </p:cNvPr>
          <p:cNvSpPr>
            <a:spLocks xmlns:a="http://schemas.openxmlformats.org/drawingml/2006/main" noGrp="1"/>
          </p:cNvSpPr>
          <p:nvPr/>
        </p:nvSpPr>
        <p:spPr>
          <a:xfrm xmlns:a="http://schemas.openxmlformats.org/drawingml/2006/main">
            <a:off x="4896924" y="1581150"/>
            <a:ext cx="89427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الأخلاق</a:t>
            </a:r>
          </a:p>
        </p:txBody>
      </p:sp>
      <p:sp>
        <p:nvSpPr>
          <p:cNvPr id="41" name="text-965">
            <a:extLst xmlns:a="http://schemas.openxmlformats.org/drawingml/2006/main">
              <a:ext uri="{FF2B5EF4-FFF2-40B4-BE49-F238E27FC236}">
                <a16:creationId xmlns:a16="http://schemas.microsoft.com/office/drawing/2014/main" id="{5ECA7CE9-7A45-4931-AA04-533FA43F3097}"/>
              </a:ext>
            </a:extLst>
            <ns34:hlinkClick xmlns:ns34="http://schemas.openxmlformats.org/drawingml/2006/main" xmlns:ns35="http://schemas.openxmlformats.org/officeDocument/2006/relationships" ns35:id="rIdSourceLink6"/>
          </p:cNvPr>
          <p:cNvSpPr>
            <a:spLocks xmlns:a="http://schemas.openxmlformats.org/drawingml/2006/main" noGrp="1"/>
          </p:cNvSpPr>
          <p:nvPr/>
        </p:nvSpPr>
        <p:spPr>
          <a:xfrm xmlns:a="http://schemas.openxmlformats.org/drawingml/2006/main">
            <a:off x="3758268" y="1581150"/>
            <a:ext cx="105940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والسلوك</a:t>
            </a:r>
          </a:p>
        </p:txBody>
      </p:sp>
      <p:sp>
        <p:nvSpPr>
          <p:cNvPr id="42" name="text-966">
            <a:extLst xmlns:a="http://schemas.openxmlformats.org/drawingml/2006/main">
              <a:ext uri="{FF2B5EF4-FFF2-40B4-BE49-F238E27FC236}">
                <a16:creationId xmlns:a16="http://schemas.microsoft.com/office/drawing/2014/main" id="{2CACB301-7A44-417C-91CC-2A4B3C0BD5D4}"/>
              </a:ext>
            </a:extLst>
            <ns36:hlinkClick xmlns:ns36="http://schemas.openxmlformats.org/drawingml/2006/main" xmlns:ns37="http://schemas.openxmlformats.org/officeDocument/2006/relationships" ns37:id="rIdSourceLink6"/>
          </p:cNvPr>
          <p:cNvSpPr>
            <a:spLocks xmlns:a="http://schemas.openxmlformats.org/drawingml/2006/main" noGrp="1"/>
          </p:cNvSpPr>
          <p:nvPr/>
        </p:nvSpPr>
        <p:spPr>
          <a:xfrm xmlns:a="http://schemas.openxmlformats.org/drawingml/2006/main">
            <a:off x="723900" y="1905000"/>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dorar.net/alakhlaq</a:t>
            </a:r>
          </a:p>
        </p:txBody>
      </p:sp>
      <p:sp>
        <p:nvSpPr>
          <p:cNvPr id="43" name="shape-967">
            <a:extLst xmlns:a="http://schemas.openxmlformats.org/drawingml/2006/main">
              <a:ext uri="{FF2B5EF4-FFF2-40B4-BE49-F238E27FC236}">
                <a16:creationId xmlns:a16="http://schemas.microsoft.com/office/drawing/2014/main" id="{7C4191D5-2C1F-43D8-AF76-BD578C369894}"/>
              </a:ext>
            </a:extLst>
            <ns38:hlinkClick xmlns:ns38="http://schemas.openxmlformats.org/drawingml/2006/main" xmlns:ns39="http://schemas.openxmlformats.org/officeDocument/2006/relationships" ns39:id="rIdSourceLink7"/>
          </p:cNvPr>
          <p:cNvSpPr>
            <a:spLocks xmlns:a="http://schemas.openxmlformats.org/drawingml/2006/main" noGrp="1"/>
          </p:cNvSpPr>
          <p:nvPr/>
        </p:nvSpPr>
        <p:spPr>
          <a:xfrm xmlns:a="http://schemas.openxmlformats.org/drawingml/2006/main">
            <a:off x="609600" y="2219325"/>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44" name="text-968">
            <a:extLst xmlns:a="http://schemas.openxmlformats.org/drawingml/2006/main">
              <a:ext uri="{FF2B5EF4-FFF2-40B4-BE49-F238E27FC236}">
                <a16:creationId xmlns:a16="http://schemas.microsoft.com/office/drawing/2014/main" id="{4EA70C42-C614-4D9E-9306-FA84DA0377AE}"/>
              </a:ext>
            </a:extLst>
            <ns40:hlinkClick xmlns:ns40="http://schemas.openxmlformats.org/drawingml/2006/main" xmlns:ns41="http://schemas.openxmlformats.org/officeDocument/2006/relationships" ns41:id="rIdSourceLink7"/>
          </p:cNvPr>
          <p:cNvSpPr>
            <a:spLocks xmlns:a="http://schemas.openxmlformats.org/drawingml/2006/main" noGrp="1"/>
          </p:cNvSpPr>
          <p:nvPr/>
        </p:nvSpPr>
        <p:spPr>
          <a:xfrm xmlns:a="http://schemas.openxmlformats.org/drawingml/2006/main">
            <a:off x="5067704" y="2219325"/>
            <a:ext cx="72349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الآداب</a:t>
            </a:r>
          </a:p>
        </p:txBody>
      </p:sp>
      <p:sp>
        <p:nvSpPr>
          <p:cNvPr id="45" name="text-969">
            <a:extLst xmlns:a="http://schemas.openxmlformats.org/drawingml/2006/main">
              <a:ext uri="{FF2B5EF4-FFF2-40B4-BE49-F238E27FC236}">
                <a16:creationId xmlns:a16="http://schemas.microsoft.com/office/drawing/2014/main" id="{A9746B56-4E4E-48E6-BE2E-BE4400F9B8BD}"/>
              </a:ext>
            </a:extLst>
            <ns42:hlinkClick xmlns:ns42="http://schemas.openxmlformats.org/drawingml/2006/main" xmlns:ns43="http://schemas.openxmlformats.org/officeDocument/2006/relationships" ns43:id="rIdSourceLink7"/>
          </p:cNvPr>
          <p:cNvSpPr>
            <a:spLocks xmlns:a="http://schemas.openxmlformats.org/drawingml/2006/main" noGrp="1"/>
          </p:cNvSpPr>
          <p:nvPr/>
        </p:nvSpPr>
        <p:spPr>
          <a:xfrm xmlns:a="http://schemas.openxmlformats.org/drawingml/2006/main">
            <a:off x="3953020" y="2219325"/>
            <a:ext cx="1035436"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الشرعية</a:t>
            </a:r>
          </a:p>
        </p:txBody>
      </p:sp>
      <p:sp>
        <p:nvSpPr>
          <p:cNvPr id="46" name="text-970">
            <a:extLst xmlns:a="http://schemas.openxmlformats.org/drawingml/2006/main">
              <a:ext uri="{FF2B5EF4-FFF2-40B4-BE49-F238E27FC236}">
                <a16:creationId xmlns:a16="http://schemas.microsoft.com/office/drawing/2014/main" id="{AB12955E-33D0-4013-BE39-BF0F29D4E9AD}"/>
              </a:ext>
            </a:extLst>
            <ns44:hlinkClick xmlns:ns44="http://schemas.openxmlformats.org/drawingml/2006/main" xmlns:ns45="http://schemas.openxmlformats.org/officeDocument/2006/relationships" ns45:id="rIdSourceLink7"/>
          </p:cNvPr>
          <p:cNvSpPr>
            <a:spLocks xmlns:a="http://schemas.openxmlformats.org/drawingml/2006/main" noGrp="1"/>
          </p:cNvSpPr>
          <p:nvPr/>
        </p:nvSpPr>
        <p:spPr>
          <a:xfrm xmlns:a="http://schemas.openxmlformats.org/drawingml/2006/main">
            <a:off x="723900" y="2543175"/>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dorar.net/aadab</a:t>
            </a:r>
          </a:p>
        </p:txBody>
      </p:sp>
      <p:sp>
        <p:nvSpPr>
          <p:cNvPr id="47" name="shape-971">
            <a:extLst xmlns:a="http://schemas.openxmlformats.org/drawingml/2006/main">
              <a:ext uri="{FF2B5EF4-FFF2-40B4-BE49-F238E27FC236}">
                <a16:creationId xmlns:a16="http://schemas.microsoft.com/office/drawing/2014/main" id="{6185732E-EC9A-41DB-BC0F-4F05724FBD8A}"/>
              </a:ext>
            </a:extLst>
            <ns46:hlinkClick xmlns:ns46="http://schemas.openxmlformats.org/drawingml/2006/main" xmlns:ns47="http://schemas.openxmlformats.org/officeDocument/2006/relationships" ns47:id="rIdSourceLink8"/>
          </p:cNvPr>
          <p:cNvSpPr>
            <a:spLocks xmlns:a="http://schemas.openxmlformats.org/drawingml/2006/main" noGrp="1"/>
          </p:cNvSpPr>
          <p:nvPr/>
        </p:nvSpPr>
        <p:spPr>
          <a:xfrm xmlns:a="http://schemas.openxmlformats.org/drawingml/2006/main">
            <a:off x="609600" y="2857500"/>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48" name="text-972">
            <a:extLst xmlns:a="http://schemas.openxmlformats.org/drawingml/2006/main">
              <a:ext uri="{FF2B5EF4-FFF2-40B4-BE49-F238E27FC236}">
                <a16:creationId xmlns:a16="http://schemas.microsoft.com/office/drawing/2014/main" id="{7735BA60-A8E7-4EF2-8DF3-3B9930379DC9}"/>
              </a:ext>
            </a:extLst>
            <ns48:hlinkClick xmlns:ns48="http://schemas.openxmlformats.org/drawingml/2006/main" xmlns:ns49="http://schemas.openxmlformats.org/officeDocument/2006/relationships" ns49:id="rIdSourceLink8"/>
          </p:cNvPr>
          <p:cNvSpPr>
            <a:spLocks xmlns:a="http://schemas.openxmlformats.org/drawingml/2006/main" noGrp="1"/>
          </p:cNvSpPr>
          <p:nvPr/>
        </p:nvSpPr>
        <p:spPr>
          <a:xfrm xmlns:a="http://schemas.openxmlformats.org/drawingml/2006/main">
            <a:off x="4924859" y="2857500"/>
            <a:ext cx="86634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القواعد</a:t>
            </a:r>
          </a:p>
        </p:txBody>
      </p:sp>
      <p:sp>
        <p:nvSpPr>
          <p:cNvPr id="49" name="text-973">
            <a:extLst xmlns:a="http://schemas.openxmlformats.org/drawingml/2006/main">
              <a:ext uri="{FF2B5EF4-FFF2-40B4-BE49-F238E27FC236}">
                <a16:creationId xmlns:a16="http://schemas.microsoft.com/office/drawing/2014/main" id="{549A205F-1D48-4BCE-8A95-8671DCFDB645}"/>
              </a:ext>
            </a:extLst>
            <ns50:hlinkClick xmlns:ns50="http://schemas.openxmlformats.org/drawingml/2006/main" xmlns:ns51="http://schemas.openxmlformats.org/officeDocument/2006/relationships" ns51:id="rIdSourceLink8"/>
          </p:cNvPr>
          <p:cNvSpPr>
            <a:spLocks xmlns:a="http://schemas.openxmlformats.org/drawingml/2006/main" noGrp="1"/>
          </p:cNvSpPr>
          <p:nvPr/>
        </p:nvSpPr>
        <p:spPr>
          <a:xfrm xmlns:a="http://schemas.openxmlformats.org/drawingml/2006/main">
            <a:off x="3960053" y="2857500"/>
            <a:ext cx="88555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الفقهية</a:t>
            </a:r>
          </a:p>
        </p:txBody>
      </p:sp>
      <p:sp>
        <p:nvSpPr>
          <p:cNvPr id="50" name="text-974">
            <a:extLst xmlns:a="http://schemas.openxmlformats.org/drawingml/2006/main">
              <a:ext uri="{FF2B5EF4-FFF2-40B4-BE49-F238E27FC236}">
                <a16:creationId xmlns:a16="http://schemas.microsoft.com/office/drawing/2014/main" id="{EB3555DD-3A16-45A4-8D61-26AD8ECB1A59}"/>
              </a:ext>
            </a:extLst>
            <ns52:hlinkClick xmlns:ns52="http://schemas.openxmlformats.org/drawingml/2006/main" xmlns:ns53="http://schemas.openxmlformats.org/officeDocument/2006/relationships" ns53:id="rIdSourceLink8"/>
          </p:cNvPr>
          <p:cNvSpPr>
            <a:spLocks xmlns:a="http://schemas.openxmlformats.org/drawingml/2006/main" noGrp="1"/>
          </p:cNvSpPr>
          <p:nvPr/>
        </p:nvSpPr>
        <p:spPr>
          <a:xfrm xmlns:a="http://schemas.openxmlformats.org/drawingml/2006/main">
            <a:off x="723900" y="3181350"/>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dorar.net/qfiqhia</a:t>
            </a:r>
          </a:p>
        </p:txBody>
      </p:sp>
      <p:sp>
        <p:nvSpPr>
          <p:cNvPr id="51" name="shape-975">
            <a:extLst xmlns:a="http://schemas.openxmlformats.org/drawingml/2006/main">
              <a:ext uri="{FF2B5EF4-FFF2-40B4-BE49-F238E27FC236}">
                <a16:creationId xmlns:a16="http://schemas.microsoft.com/office/drawing/2014/main" id="{96AC2D61-CF7A-4DA3-B262-914D25449AE5}"/>
              </a:ext>
            </a:extLst>
            <ns54:hlinkClick xmlns:ns54="http://schemas.openxmlformats.org/drawingml/2006/main" xmlns:ns55="http://schemas.openxmlformats.org/officeDocument/2006/relationships" ns55:id="rIdSourceLink9"/>
          </p:cNvPr>
          <p:cNvSpPr>
            <a:spLocks xmlns:a="http://schemas.openxmlformats.org/drawingml/2006/main" noGrp="1"/>
          </p:cNvSpPr>
          <p:nvPr/>
        </p:nvSpPr>
        <p:spPr>
          <a:xfrm xmlns:a="http://schemas.openxmlformats.org/drawingml/2006/main">
            <a:off x="609600" y="3495675"/>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52" name="text-976">
            <a:extLst xmlns:a="http://schemas.openxmlformats.org/drawingml/2006/main">
              <a:ext uri="{FF2B5EF4-FFF2-40B4-BE49-F238E27FC236}">
                <a16:creationId xmlns:a16="http://schemas.microsoft.com/office/drawing/2014/main" id="{80406238-A992-4C57-8E04-4866D427BDC4}"/>
              </a:ext>
            </a:extLst>
            <ns56:hlinkClick xmlns:ns56="http://schemas.openxmlformats.org/drawingml/2006/main" xmlns:ns57="http://schemas.openxmlformats.org/officeDocument/2006/relationships" ns57:id="rIdSourceLink9"/>
          </p:cNvPr>
          <p:cNvSpPr>
            <a:spLocks xmlns:a="http://schemas.openxmlformats.org/drawingml/2006/main" noGrp="1"/>
          </p:cNvSpPr>
          <p:nvPr/>
        </p:nvSpPr>
        <p:spPr>
          <a:xfrm xmlns:a="http://schemas.openxmlformats.org/drawingml/2006/main">
            <a:off x="5116045" y="3495675"/>
            <a:ext cx="67515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أصول</a:t>
            </a:r>
          </a:p>
        </p:txBody>
      </p:sp>
      <p:sp>
        <p:nvSpPr>
          <p:cNvPr id="53" name="text-977">
            <a:extLst xmlns:a="http://schemas.openxmlformats.org/drawingml/2006/main">
              <a:ext uri="{FF2B5EF4-FFF2-40B4-BE49-F238E27FC236}">
                <a16:creationId xmlns:a16="http://schemas.microsoft.com/office/drawing/2014/main" id="{A02BC41E-D99F-4F5B-9918-CA0DD3E4947F}"/>
              </a:ext>
            </a:extLst>
            <ns58:hlinkClick xmlns:ns58="http://schemas.openxmlformats.org/drawingml/2006/main" xmlns:ns59="http://schemas.openxmlformats.org/officeDocument/2006/relationships" ns59:id="rIdSourceLink9"/>
          </p:cNvPr>
          <p:cNvSpPr>
            <a:spLocks xmlns:a="http://schemas.openxmlformats.org/drawingml/2006/main" noGrp="1"/>
          </p:cNvSpPr>
          <p:nvPr/>
        </p:nvSpPr>
        <p:spPr>
          <a:xfrm xmlns:a="http://schemas.openxmlformats.org/drawingml/2006/main">
            <a:off x="4390568" y="3495675"/>
            <a:ext cx="64622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الفقه</a:t>
            </a:r>
          </a:p>
        </p:txBody>
      </p:sp>
      <p:sp>
        <p:nvSpPr>
          <p:cNvPr id="54" name="text-978">
            <a:extLst xmlns:a="http://schemas.openxmlformats.org/drawingml/2006/main">
              <a:ext uri="{FF2B5EF4-FFF2-40B4-BE49-F238E27FC236}">
                <a16:creationId xmlns:a16="http://schemas.microsoft.com/office/drawing/2014/main" id="{B3AB49BF-83E8-4813-A485-34FDB609A29A}"/>
              </a:ext>
            </a:extLst>
            <ns60:hlinkClick xmlns:ns60="http://schemas.openxmlformats.org/drawingml/2006/main" xmlns:ns61="http://schemas.openxmlformats.org/officeDocument/2006/relationships" ns61:id="rIdSourceLink9"/>
          </p:cNvPr>
          <p:cNvSpPr>
            <a:spLocks xmlns:a="http://schemas.openxmlformats.org/drawingml/2006/main" noGrp="1"/>
          </p:cNvSpPr>
          <p:nvPr/>
        </p:nvSpPr>
        <p:spPr>
          <a:xfrm xmlns:a="http://schemas.openxmlformats.org/drawingml/2006/main">
            <a:off x="723900" y="3819525"/>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dorar.net/osolfeqh</a:t>
            </a:r>
          </a:p>
        </p:txBody>
      </p:sp>
      <p:sp>
        <p:nvSpPr>
          <p:cNvPr id="55" name="shape-979">
            <a:extLst xmlns:a="http://schemas.openxmlformats.org/drawingml/2006/main">
              <a:ext uri="{FF2B5EF4-FFF2-40B4-BE49-F238E27FC236}">
                <a16:creationId xmlns:a16="http://schemas.microsoft.com/office/drawing/2014/main" id="{897AF928-E880-4F6C-94C6-A2B93A4996A1}"/>
              </a:ext>
            </a:extLst>
            <ns62:hlinkClick xmlns:ns62="http://schemas.openxmlformats.org/drawingml/2006/main" xmlns:ns63="http://schemas.openxmlformats.org/officeDocument/2006/relationships" ns63:id="rIdSourceLink10"/>
          </p:cNvPr>
          <p:cNvSpPr>
            <a:spLocks xmlns:a="http://schemas.openxmlformats.org/drawingml/2006/main" noGrp="1"/>
          </p:cNvSpPr>
          <p:nvPr/>
        </p:nvSpPr>
        <p:spPr>
          <a:xfrm xmlns:a="http://schemas.openxmlformats.org/drawingml/2006/main">
            <a:off x="609600" y="4133850"/>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56" name="text-980">
            <a:extLst xmlns:a="http://schemas.openxmlformats.org/drawingml/2006/main">
              <a:ext uri="{FF2B5EF4-FFF2-40B4-BE49-F238E27FC236}">
                <a16:creationId xmlns:a16="http://schemas.microsoft.com/office/drawing/2014/main" id="{71F8FD0D-2BDC-4799-B434-749CA873CDAF}"/>
              </a:ext>
            </a:extLst>
            <ns64:hlinkClick xmlns:ns64="http://schemas.openxmlformats.org/drawingml/2006/main" xmlns:ns65="http://schemas.openxmlformats.org/officeDocument/2006/relationships" ns65:id="rIdSourceLink10"/>
          </p:cNvPr>
          <p:cNvSpPr>
            <a:spLocks xmlns:a="http://schemas.openxmlformats.org/drawingml/2006/main" noGrp="1"/>
          </p:cNvSpPr>
          <p:nvPr/>
        </p:nvSpPr>
        <p:spPr>
          <a:xfrm xmlns:a="http://schemas.openxmlformats.org/drawingml/2006/main">
            <a:off x="5080681" y="4133850"/>
            <a:ext cx="71051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الفرق</a:t>
            </a:r>
          </a:p>
        </p:txBody>
      </p:sp>
      <p:sp>
        <p:nvSpPr>
          <p:cNvPr id="57" name="text-981">
            <a:extLst xmlns:a="http://schemas.openxmlformats.org/drawingml/2006/main">
              <a:ext uri="{FF2B5EF4-FFF2-40B4-BE49-F238E27FC236}">
                <a16:creationId xmlns:a16="http://schemas.microsoft.com/office/drawing/2014/main" id="{356A2D24-E56B-4E70-97A7-C5DCC144F608}"/>
              </a:ext>
            </a:extLst>
            <ns66:hlinkClick xmlns:ns66="http://schemas.openxmlformats.org/drawingml/2006/main" xmlns:ns67="http://schemas.openxmlformats.org/officeDocument/2006/relationships" ns67:id="rIdSourceLink10"/>
          </p:cNvPr>
          <p:cNvSpPr>
            <a:spLocks xmlns:a="http://schemas.openxmlformats.org/drawingml/2006/main" noGrp="1"/>
          </p:cNvSpPr>
          <p:nvPr/>
        </p:nvSpPr>
        <p:spPr>
          <a:xfrm xmlns:a="http://schemas.openxmlformats.org/drawingml/2006/main">
            <a:off x="723900" y="4457700"/>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dorar.net/frq</a:t>
            </a:r>
          </a:p>
        </p:txBody>
      </p:sp>
      <p:sp>
        <p:nvSpPr>
          <p:cNvPr id="58" name="shape-982">
            <a:extLst xmlns:a="http://schemas.openxmlformats.org/drawingml/2006/main">
              <a:ext uri="{FF2B5EF4-FFF2-40B4-BE49-F238E27FC236}">
                <a16:creationId xmlns:a16="http://schemas.microsoft.com/office/drawing/2014/main" id="{D706CC99-4B85-4C88-83AF-72F78D75B6C2}"/>
              </a:ext>
            </a:extLst>
            <ns68:hlinkClick xmlns:ns68="http://schemas.openxmlformats.org/drawingml/2006/main" xmlns:ns69="http://schemas.openxmlformats.org/officeDocument/2006/relationships" ns69:id="rIdSourceLink11"/>
          </p:cNvPr>
          <p:cNvSpPr>
            <a:spLocks xmlns:a="http://schemas.openxmlformats.org/drawingml/2006/main" noGrp="1"/>
          </p:cNvSpPr>
          <p:nvPr/>
        </p:nvSpPr>
        <p:spPr>
          <a:xfrm xmlns:a="http://schemas.openxmlformats.org/drawingml/2006/main">
            <a:off x="609600" y="4772025"/>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59" name="text-983">
            <a:extLst xmlns:a="http://schemas.openxmlformats.org/drawingml/2006/main">
              <a:ext uri="{FF2B5EF4-FFF2-40B4-BE49-F238E27FC236}">
                <a16:creationId xmlns:a16="http://schemas.microsoft.com/office/drawing/2014/main" id="{63CD2F86-8827-43AD-A31F-52E67C67AB9B}"/>
              </a:ext>
            </a:extLst>
            <ns70:hlinkClick xmlns:ns70="http://schemas.openxmlformats.org/drawingml/2006/main" xmlns:ns71="http://schemas.openxmlformats.org/officeDocument/2006/relationships" ns71:id="rIdSourceLink11"/>
          </p:cNvPr>
          <p:cNvSpPr>
            <a:spLocks xmlns:a="http://schemas.openxmlformats.org/drawingml/2006/main" noGrp="1"/>
          </p:cNvSpPr>
          <p:nvPr/>
        </p:nvSpPr>
        <p:spPr>
          <a:xfrm xmlns:a="http://schemas.openxmlformats.org/drawingml/2006/main">
            <a:off x="5012230" y="4772025"/>
            <a:ext cx="778970"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الأديان</a:t>
            </a:r>
          </a:p>
        </p:txBody>
      </p:sp>
      <p:sp>
        <p:nvSpPr>
          <p:cNvPr id="60" name="text-984">
            <a:extLst xmlns:a="http://schemas.openxmlformats.org/drawingml/2006/main">
              <a:ext uri="{FF2B5EF4-FFF2-40B4-BE49-F238E27FC236}">
                <a16:creationId xmlns:a16="http://schemas.microsoft.com/office/drawing/2014/main" id="{209DA55C-F501-4034-9E7D-D4F891D2028D}"/>
              </a:ext>
            </a:extLst>
            <ns72:hlinkClick xmlns:ns72="http://schemas.openxmlformats.org/drawingml/2006/main" xmlns:ns73="http://schemas.openxmlformats.org/officeDocument/2006/relationships" ns73:id="rIdSourceLink11"/>
          </p:cNvPr>
          <p:cNvSpPr>
            <a:spLocks xmlns:a="http://schemas.openxmlformats.org/drawingml/2006/main" noGrp="1"/>
          </p:cNvSpPr>
          <p:nvPr/>
        </p:nvSpPr>
        <p:spPr>
          <a:xfrm xmlns:a="http://schemas.openxmlformats.org/drawingml/2006/main">
            <a:off x="723900" y="5095875"/>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dorar.net/adyan</a:t>
            </a:r>
          </a:p>
        </p:txBody>
      </p:sp>
      <p:sp>
        <p:nvSpPr>
          <p:cNvPr id="61" name="shape-985">
            <a:extLst xmlns:a="http://schemas.openxmlformats.org/drawingml/2006/main">
              <a:ext uri="{FF2B5EF4-FFF2-40B4-BE49-F238E27FC236}">
                <a16:creationId xmlns:a16="http://schemas.microsoft.com/office/drawing/2014/main" id="{C098A174-72E8-4F87-8211-B764D3E9B101}"/>
              </a:ext>
            </a:extLst>
            <ns74:hlinkClick xmlns:ns74="http://schemas.openxmlformats.org/drawingml/2006/main" xmlns:ns75="http://schemas.openxmlformats.org/officeDocument/2006/relationships" ns75:id="rIdSourceLink12"/>
          </p:cNvPr>
          <p:cNvSpPr>
            <a:spLocks xmlns:a="http://schemas.openxmlformats.org/drawingml/2006/main" noGrp="1"/>
          </p:cNvSpPr>
          <p:nvPr/>
        </p:nvSpPr>
        <p:spPr>
          <a:xfrm xmlns:a="http://schemas.openxmlformats.org/drawingml/2006/main">
            <a:off x="6286500" y="4772025"/>
            <a:ext cx="5295900" cy="590550"/>
          </a:xfrm>
          <a:prstGeom xmlns:a="http://schemas.openxmlformats.org/drawingml/2006/main" prst="rect">
            <a:avLst/>
          </a:prstGeom>
          <a:noFill xmlns:a="http://schemas.openxmlformats.org/drawingml/2006/main"/>
          <a:ln xmlns:a="http://schemas.openxmlformats.org/drawingml/2006/main" w="9525">
            <a:noFill/>
          </a:ln>
        </p:spPr>
      </p:sp>
      <p:sp>
        <p:nvSpPr>
          <p:cNvPr id="62" name="text-986">
            <a:extLst xmlns:a="http://schemas.openxmlformats.org/drawingml/2006/main">
              <a:ext uri="{FF2B5EF4-FFF2-40B4-BE49-F238E27FC236}">
                <a16:creationId xmlns:a16="http://schemas.microsoft.com/office/drawing/2014/main" id="{B35221AD-8F22-4194-914C-7944AC111B2C}"/>
              </a:ext>
            </a:extLst>
            <ns76:hlinkClick xmlns:ns76="http://schemas.openxmlformats.org/drawingml/2006/main" xmlns:ns77="http://schemas.openxmlformats.org/officeDocument/2006/relationships" ns77:id="rIdSourceLink12"/>
          </p:cNvPr>
          <p:cNvSpPr>
            <a:spLocks xmlns:a="http://schemas.openxmlformats.org/drawingml/2006/main" noGrp="1"/>
          </p:cNvSpPr>
          <p:nvPr/>
        </p:nvSpPr>
        <p:spPr>
          <a:xfrm xmlns:a="http://schemas.openxmlformats.org/drawingml/2006/main">
            <a:off x="10767586" y="4772025"/>
            <a:ext cx="70051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معجم</a:t>
            </a:r>
          </a:p>
        </p:txBody>
      </p:sp>
      <p:sp>
        <p:nvSpPr>
          <p:cNvPr id="63" name="text-987">
            <a:extLst xmlns:a="http://schemas.openxmlformats.org/drawingml/2006/main">
              <a:ext uri="{FF2B5EF4-FFF2-40B4-BE49-F238E27FC236}">
                <a16:creationId xmlns:a16="http://schemas.microsoft.com/office/drawing/2014/main" id="{7E1A4C94-6FB3-43F9-B82F-102CC8E99410}"/>
              </a:ext>
            </a:extLst>
            <ns78:hlinkClick xmlns:ns78="http://schemas.openxmlformats.org/drawingml/2006/main" xmlns:ns79="http://schemas.openxmlformats.org/officeDocument/2006/relationships" ns79:id="rIdSourceLink12"/>
          </p:cNvPr>
          <p:cNvSpPr>
            <a:spLocks xmlns:a="http://schemas.openxmlformats.org/drawingml/2006/main" noGrp="1"/>
          </p:cNvSpPr>
          <p:nvPr/>
        </p:nvSpPr>
        <p:spPr>
          <a:xfrm xmlns:a="http://schemas.openxmlformats.org/drawingml/2006/main">
            <a:off x="9736706" y="4772025"/>
            <a:ext cx="951631"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الجمهرة</a:t>
            </a:r>
          </a:p>
        </p:txBody>
      </p:sp>
      <p:sp>
        <p:nvSpPr>
          <p:cNvPr id="64" name="text-988">
            <a:extLst xmlns:a="http://schemas.openxmlformats.org/drawingml/2006/main">
              <a:ext uri="{FF2B5EF4-FFF2-40B4-BE49-F238E27FC236}">
                <a16:creationId xmlns:a16="http://schemas.microsoft.com/office/drawing/2014/main" id="{9F11D73D-566F-42D6-8ED7-90CBA2AD28DA}"/>
              </a:ext>
            </a:extLst>
            <ns80:hlinkClick xmlns:ns80="http://schemas.openxmlformats.org/drawingml/2006/main" xmlns:ns81="http://schemas.openxmlformats.org/officeDocument/2006/relationships" ns81:id="rIdSourceLink12"/>
          </p:cNvPr>
          <p:cNvSpPr>
            <a:spLocks xmlns:a="http://schemas.openxmlformats.org/drawingml/2006/main" noGrp="1"/>
          </p:cNvSpPr>
          <p:nvPr/>
        </p:nvSpPr>
        <p:spPr>
          <a:xfrm xmlns:a="http://schemas.openxmlformats.org/drawingml/2006/main">
            <a:off x="8220631" y="4772025"/>
            <a:ext cx="143682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للمصطلحات</a:t>
            </a:r>
          </a:p>
        </p:txBody>
      </p:sp>
      <p:sp>
        <p:nvSpPr>
          <p:cNvPr id="65" name="text-989">
            <a:extLst xmlns:a="http://schemas.openxmlformats.org/drawingml/2006/main">
              <a:ext uri="{FF2B5EF4-FFF2-40B4-BE49-F238E27FC236}">
                <a16:creationId xmlns:a16="http://schemas.microsoft.com/office/drawing/2014/main" id="{A95BC58A-1094-49A8-90E7-D9F8EC62D3B9}"/>
              </a:ext>
            </a:extLst>
            <ns82:hlinkClick xmlns:ns82="http://schemas.openxmlformats.org/drawingml/2006/main" xmlns:ns83="http://schemas.openxmlformats.org/officeDocument/2006/relationships" ns83:id="rIdSourceLink12"/>
          </p:cNvPr>
          <p:cNvSpPr>
            <a:spLocks xmlns:a="http://schemas.openxmlformats.org/drawingml/2006/main" noGrp="1"/>
          </p:cNvSpPr>
          <p:nvPr/>
        </p:nvSpPr>
        <p:spPr>
          <a:xfrm xmlns:a="http://schemas.openxmlformats.org/drawingml/2006/main">
            <a:off x="7916951" y="4772025"/>
            <a:ext cx="22443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1">
                <a:solidFill>
                  <a:srgbClr val="DDC087"/>
                </a:solidFill>
                <a:latin typeface="Tahoma"/>
                <a:ea typeface="Tahoma"/>
                <a:cs typeface="Tahoma"/>
              </a:defRPr>
            </a:pPr>
            <a:r>
              <a:rPr sz="1875" b="1">
                <a:solidFill>
                  <a:srgbClr val="DDC087"/>
                </a:solidFill>
                <a:latin typeface="Tahoma"/>
                <a:ea typeface="Tahoma"/>
                <a:cs typeface="Tahoma"/>
              </a:rPr>
              <a:t>↗</a:t>
            </a:r>
          </a:p>
        </p:txBody>
      </p:sp>
      <p:sp>
        <p:nvSpPr>
          <p:cNvPr id="66" name="text-990">
            <a:extLst xmlns:a="http://schemas.openxmlformats.org/drawingml/2006/main">
              <a:ext uri="{FF2B5EF4-FFF2-40B4-BE49-F238E27FC236}">
                <a16:creationId xmlns:a16="http://schemas.microsoft.com/office/drawing/2014/main" id="{37142EB5-B9EF-447B-991D-744267446AD2}"/>
              </a:ext>
            </a:extLst>
            <ns84:hlinkClick xmlns:ns84="http://schemas.openxmlformats.org/drawingml/2006/main" xmlns:ns85="http://schemas.openxmlformats.org/officeDocument/2006/relationships" ns85:id="rIdSourceLink12"/>
          </p:cNvPr>
          <p:cNvSpPr>
            <a:spLocks xmlns:a="http://schemas.openxmlformats.org/drawingml/2006/main" noGrp="1"/>
          </p:cNvSpPr>
          <p:nvPr/>
        </p:nvSpPr>
        <p:spPr>
          <a:xfrm xmlns:a="http://schemas.openxmlformats.org/drawingml/2006/main">
            <a:off x="6400800" y="5095875"/>
            <a:ext cx="5067300" cy="37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350" b="0">
                <a:solidFill>
                  <a:srgbClr val="A6DAB5"/>
                </a:solidFill>
                <a:latin typeface="Tahoma"/>
                <a:ea typeface="Tahoma"/>
                <a:cs typeface="Tahoma"/>
              </a:defRPr>
            </a:pPr>
            <a:r>
              <a:rPr sz="1350" b="0">
                <a:solidFill>
                  <a:srgbClr val="A6DAB5"/>
                </a:solidFill>
                <a:latin typeface="Tahoma"/>
                <a:ea typeface="Tahoma"/>
                <a:cs typeface="Tahoma"/>
              </a:rPr>
              <a:t>islamic-content.com/dictionary</a:t>
            </a:r>
          </a:p>
        </p:txBody>
      </p:sp>
      <p:sp>
        <p:nvSpPr>
          <p:cNvPr id="67" name="shape-991">
            <a:extLst xmlns:a="http://schemas.openxmlformats.org/drawingml/2006/main">
              <a:ext uri="{FF2B5EF4-FFF2-40B4-BE49-F238E27FC236}">
                <a16:creationId xmlns:a16="http://schemas.microsoft.com/office/drawing/2014/main" id="{A0ED3D03-3844-4A2E-B790-D577D14CC486}"/>
              </a:ext>
            </a:extLst>
            <ns88:hlinkClick xmlns:ns88="http://schemas.openxmlformats.org/drawingml/2006/main" xmlns:ns89="http://schemas.openxmlformats.org/officeDocument/2006/relationships" ns89:id="rIdSourceLink13"/>
          </p:cNvPr>
          <p:cNvSpPr>
            <a:spLocks xmlns:a="http://schemas.openxmlformats.org/drawingml/2006/main" noGrp="1"/>
          </p:cNvSpPr>
          <p:nvPr/>
        </p:nvSpPr>
        <p:spPr>
          <a:xfrm xmlns:a="http://schemas.openxmlformats.org/drawingml/2006/main">
            <a:off x="609600" y="5676900"/>
            <a:ext cx="10972800" cy="352425"/>
          </a:xfrm>
          <a:prstGeom xmlns:a="http://schemas.openxmlformats.org/drawingml/2006/main" prst="rect">
            <a:avLst/>
          </a:prstGeom>
          <a:noFill xmlns:a="http://schemas.openxmlformats.org/drawingml/2006/main"/>
          <a:ln xmlns:a="http://schemas.openxmlformats.org/drawingml/2006/main" w="9525">
            <a:noFill/>
          </a:ln>
        </p:spPr>
      </p:sp>
      <p:sp>
        <p:nvSpPr>
          <p:cNvPr id="68" name="text-992">
            <a:extLst xmlns:a="http://schemas.openxmlformats.org/drawingml/2006/main">
              <a:ext uri="{FF2B5EF4-FFF2-40B4-BE49-F238E27FC236}">
                <a16:creationId xmlns:a16="http://schemas.microsoft.com/office/drawing/2014/main" id="{26D3F68A-1FAC-42EF-8AE7-5D2E900B1EC6}"/>
              </a:ext>
            </a:extLst>
            <ns90:hlinkClick xmlns:ns90="http://schemas.openxmlformats.org/drawingml/2006/main" xmlns:ns91="http://schemas.openxmlformats.org/officeDocument/2006/relationships" ns91:id="rIdSourceLink13"/>
          </p:cNvPr>
          <p:cNvSpPr>
            <a:spLocks xmlns:a="http://schemas.openxmlformats.org/drawingml/2006/main" noGrp="1"/>
          </p:cNvSpPr>
          <p:nvPr/>
        </p:nvSpPr>
        <p:spPr>
          <a:xfrm xmlns:a="http://schemas.openxmlformats.org/drawingml/2006/main">
            <a:off x="10915622" y="5676900"/>
            <a:ext cx="552478"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سجل</a:t>
            </a:r>
          </a:p>
        </p:txBody>
      </p:sp>
      <p:sp>
        <p:nvSpPr>
          <p:cNvPr id="69" name="text-993">
            <a:extLst xmlns:a="http://schemas.openxmlformats.org/drawingml/2006/main">
              <a:ext uri="{FF2B5EF4-FFF2-40B4-BE49-F238E27FC236}">
                <a16:creationId xmlns:a16="http://schemas.microsoft.com/office/drawing/2014/main" id="{908B0D8F-6666-42B6-9A1B-78E241B00FE5}"/>
              </a:ext>
            </a:extLst>
            <ns92:hlinkClick xmlns:ns92="http://schemas.openxmlformats.org/drawingml/2006/main" xmlns:ns93="http://schemas.openxmlformats.org/officeDocument/2006/relationships" ns93:id="rIdSourceLink13"/>
          </p:cNvPr>
          <p:cNvSpPr>
            <a:spLocks xmlns:a="http://schemas.openxmlformats.org/drawingml/2006/main" noGrp="1"/>
          </p:cNvSpPr>
          <p:nvPr/>
        </p:nvSpPr>
        <p:spPr>
          <a:xfrm xmlns:a="http://schemas.openxmlformats.org/drawingml/2006/main">
            <a:off x="10150345" y="5676900"/>
            <a:ext cx="69022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المصادر</a:t>
            </a:r>
          </a:p>
        </p:txBody>
      </p:sp>
      <p:sp>
        <p:nvSpPr>
          <p:cNvPr id="70" name="text-994">
            <a:extLst xmlns:a="http://schemas.openxmlformats.org/drawingml/2006/main">
              <a:ext uri="{FF2B5EF4-FFF2-40B4-BE49-F238E27FC236}">
                <a16:creationId xmlns:a16="http://schemas.microsoft.com/office/drawing/2014/main" id="{DEB459CF-6AC7-4067-AFFA-FF9A0379FDC8}"/>
              </a:ext>
            </a:extLst>
            <ns94:hlinkClick xmlns:ns94="http://schemas.openxmlformats.org/drawingml/2006/main" xmlns:ns95="http://schemas.openxmlformats.org/officeDocument/2006/relationships" ns95:id="rIdSourceLink13"/>
          </p:cNvPr>
          <p:cNvSpPr>
            <a:spLocks xmlns:a="http://schemas.openxmlformats.org/drawingml/2006/main" noGrp="1"/>
          </p:cNvSpPr>
          <p:nvPr/>
        </p:nvSpPr>
        <p:spPr>
          <a:xfrm xmlns:a="http://schemas.openxmlformats.org/drawingml/2006/main">
            <a:off x="9032175" y="5676900"/>
            <a:ext cx="1043113"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والاستخدام</a:t>
            </a:r>
          </a:p>
        </p:txBody>
      </p:sp>
      <p:sp>
        <p:nvSpPr>
          <p:cNvPr id="71" name="text-995">
            <a:extLst xmlns:a="http://schemas.openxmlformats.org/drawingml/2006/main">
              <a:ext uri="{FF2B5EF4-FFF2-40B4-BE49-F238E27FC236}">
                <a16:creationId xmlns:a16="http://schemas.microsoft.com/office/drawing/2014/main" id="{15BFFCE5-4A60-462D-91D4-9872E11823BD}"/>
              </a:ext>
            </a:extLst>
            <ns96:hlinkClick xmlns:ns96="http://schemas.openxmlformats.org/drawingml/2006/main" xmlns:ns97="http://schemas.openxmlformats.org/officeDocument/2006/relationships" ns97:id="rIdSourceLink13"/>
          </p:cNvPr>
          <p:cNvSpPr>
            <a:spLocks xmlns:a="http://schemas.openxmlformats.org/drawingml/2006/main" noGrp="1"/>
          </p:cNvSpPr>
          <p:nvPr/>
        </p:nvSpPr>
        <p:spPr>
          <a:xfrm xmlns:a="http://schemas.openxmlformats.org/drawingml/2006/main">
            <a:off x="8260716" y="5676900"/>
            <a:ext cx="69640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والحدود</a:t>
            </a:r>
          </a:p>
        </p:txBody>
      </p:sp>
      <p:sp>
        <p:nvSpPr>
          <p:cNvPr id="72" name="text-996">
            <a:extLst xmlns:a="http://schemas.openxmlformats.org/drawingml/2006/main">
              <a:ext uri="{FF2B5EF4-FFF2-40B4-BE49-F238E27FC236}">
                <a16:creationId xmlns:a16="http://schemas.microsoft.com/office/drawing/2014/main" id="{9E3E7293-B5FE-4ECA-BB79-95F4FBBB5A6F}"/>
              </a:ext>
            </a:extLst>
            <ns98:hlinkClick xmlns:ns98="http://schemas.openxmlformats.org/drawingml/2006/main" xmlns:ns99="http://schemas.openxmlformats.org/officeDocument/2006/relationships" ns99:id="rIdSourceLink13"/>
          </p:cNvPr>
          <p:cNvSpPr>
            <a:spLocks xmlns:a="http://schemas.openxmlformats.org/drawingml/2006/main" noGrp="1"/>
          </p:cNvSpPr>
          <p:nvPr/>
        </p:nvSpPr>
        <p:spPr>
          <a:xfrm xmlns:a="http://schemas.openxmlformats.org/drawingml/2006/main">
            <a:off x="7843818" y="5676900"/>
            <a:ext cx="34184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في</a:t>
            </a:r>
          </a:p>
        </p:txBody>
      </p:sp>
      <p:sp>
        <p:nvSpPr>
          <p:cNvPr id="73" name="text-997">
            <a:extLst xmlns:a="http://schemas.openxmlformats.org/drawingml/2006/main">
              <a:ext uri="{FF2B5EF4-FFF2-40B4-BE49-F238E27FC236}">
                <a16:creationId xmlns:a16="http://schemas.microsoft.com/office/drawing/2014/main" id="{536AAA6C-DDF6-442B-9EFC-E4B8FF913812}"/>
              </a:ext>
            </a:extLst>
            <ns100:hlinkClick xmlns:ns100="http://schemas.openxmlformats.org/drawingml/2006/main" xmlns:ns101="http://schemas.openxmlformats.org/officeDocument/2006/relationships" ns101:id="rIdSourceLink13"/>
          </p:cNvPr>
          <p:cNvSpPr>
            <a:spLocks xmlns:a="http://schemas.openxmlformats.org/drawingml/2006/main" noGrp="1"/>
          </p:cNvSpPr>
          <p:nvPr/>
        </p:nvSpPr>
        <p:spPr>
          <a:xfrm xmlns:a="http://schemas.openxmlformats.org/drawingml/2006/main">
            <a:off x="7079228" y="5676900"/>
            <a:ext cx="689534"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GitHub</a:t>
            </a:r>
          </a:p>
        </p:txBody>
      </p:sp>
      <p:sp>
        <p:nvSpPr>
          <p:cNvPr id="74" name="text-998">
            <a:extLst xmlns:a="http://schemas.openxmlformats.org/drawingml/2006/main">
              <a:ext uri="{FF2B5EF4-FFF2-40B4-BE49-F238E27FC236}">
                <a16:creationId xmlns:a16="http://schemas.microsoft.com/office/drawing/2014/main" id="{CF3BACB2-E2F7-4DBF-9932-F8FB18EF6629}"/>
              </a:ext>
            </a:extLst>
            <ns102:hlinkClick xmlns:ns102="http://schemas.openxmlformats.org/drawingml/2006/main" xmlns:ns103="http://schemas.openxmlformats.org/officeDocument/2006/relationships" ns103:id="rIdSourceLink13"/>
          </p:cNvPr>
          <p:cNvSpPr>
            <a:spLocks xmlns:a="http://schemas.openxmlformats.org/drawingml/2006/main" noGrp="1"/>
          </p:cNvSpPr>
          <p:nvPr/>
        </p:nvSpPr>
        <p:spPr>
          <a:xfrm xmlns:a="http://schemas.openxmlformats.org/drawingml/2006/main">
            <a:off x="6808019" y="5676900"/>
            <a:ext cx="196151" cy="441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650" b="0">
                <a:solidFill>
                  <a:srgbClr val="A6DAB5"/>
                </a:solidFill>
                <a:latin typeface="Tahoma"/>
                <a:ea typeface="Tahoma"/>
                <a:cs typeface="Tahoma"/>
              </a:defRPr>
            </a:pPr>
            <a:r>
              <a:rPr sz="1650" b="0">
                <a:solidFill>
                  <a:srgbClr val="A6DAB5"/>
                </a:solidFill>
                <a:latin typeface="Tahoma"/>
                <a:ea typeface="Tahoma"/>
                <a:cs typeface="Tahoma"/>
              </a:rPr>
              <a:t>↗</a:t>
            </a:r>
          </a:p>
        </p:txBody>
      </p:sp>
    </p:spTree>
    <p:extLst>
      <p:ext uri="{BB962C8B-B14F-4D97-AF65-F5344CB8AC3E}">
        <p14:creationId xmlns:p14="http://schemas.microsoft.com/office/powerpoint/2010/main" val="2055555496"/>
      </p:ext>
    </p:extLst>
  </p:cSld>
</p:sld>
</file>

<file path=ppt/slides/slide18.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66" name="text-999">
            <a:extLst xmlns:a="http://schemas.openxmlformats.org/drawingml/2006/main">
              <a:ext uri="{FF2B5EF4-FFF2-40B4-BE49-F238E27FC236}">
                <a16:creationId xmlns:a16="http://schemas.microsoft.com/office/drawing/2014/main" id="{8B5BBB33-C246-4AC9-9A76-47514CAF2FD6}"/>
              </a:ext>
            </a:extLst>
          </p:cNvPr>
          <p:cNvSpPr>
            <a:spLocks xmlns:a="http://schemas.openxmlformats.org/drawingml/2006/main" noGrp="1"/>
          </p:cNvSpPr>
          <p:nvPr/>
        </p:nvSpPr>
        <p:spPr>
          <a:xfrm xmlns:a="http://schemas.openxmlformats.org/drawingml/2006/main">
            <a:off x="10930722" y="457200"/>
            <a:ext cx="65167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من</a:t>
            </a:r>
          </a:p>
        </p:txBody>
      </p:sp>
      <p:sp>
        <p:nvSpPr>
          <p:cNvPr id="2" name="text-1000">
            <a:extLst xmlns:a="http://schemas.openxmlformats.org/drawingml/2006/main">
              <a:ext uri="{FF2B5EF4-FFF2-40B4-BE49-F238E27FC236}">
                <a16:creationId xmlns:a16="http://schemas.microsoft.com/office/drawing/2014/main" id="{BFE6B5B1-9084-4C7D-90CA-7BC6034DA74C}"/>
              </a:ext>
            </a:extLst>
          </p:cNvPr>
          <p:cNvSpPr>
            <a:spLocks xmlns:a="http://schemas.openxmlformats.org/drawingml/2006/main" noGrp="1"/>
          </p:cNvSpPr>
          <p:nvPr/>
        </p:nvSpPr>
        <p:spPr>
          <a:xfrm xmlns:a="http://schemas.openxmlformats.org/drawingml/2006/main">
            <a:off x="9793331" y="457200"/>
            <a:ext cx="1036427"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نخدم</a:t>
            </a:r>
          </a:p>
        </p:txBody>
      </p:sp>
      <p:sp>
        <p:nvSpPr>
          <p:cNvPr id="3" name="text-1001">
            <a:extLst xmlns:a="http://schemas.openxmlformats.org/drawingml/2006/main">
              <a:ext uri="{FF2B5EF4-FFF2-40B4-BE49-F238E27FC236}">
                <a16:creationId xmlns:a16="http://schemas.microsoft.com/office/drawing/2014/main" id="{E1083195-9034-459D-8E95-F5388E0C5E70}"/>
              </a:ext>
            </a:extLst>
          </p:cNvPr>
          <p:cNvSpPr>
            <a:spLocks xmlns:a="http://schemas.openxmlformats.org/drawingml/2006/main" noGrp="1"/>
          </p:cNvSpPr>
          <p:nvPr/>
        </p:nvSpPr>
        <p:spPr>
          <a:xfrm xmlns:a="http://schemas.openxmlformats.org/drawingml/2006/main">
            <a:off x="9029891" y="457200"/>
            <a:ext cx="662475"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وما</a:t>
            </a:r>
          </a:p>
        </p:txBody>
      </p:sp>
      <p:sp>
        <p:nvSpPr>
          <p:cNvPr id="4" name="text-1002">
            <a:extLst xmlns:a="http://schemas.openxmlformats.org/drawingml/2006/main">
              <a:ext uri="{FF2B5EF4-FFF2-40B4-BE49-F238E27FC236}">
                <a16:creationId xmlns:a16="http://schemas.microsoft.com/office/drawing/2014/main" id="{46CD974B-F3A6-42F4-AB55-22C04043AA19}"/>
              </a:ext>
            </a:extLst>
          </p:cNvPr>
          <p:cNvSpPr>
            <a:spLocks xmlns:a="http://schemas.openxmlformats.org/drawingml/2006/main" noGrp="1"/>
          </p:cNvSpPr>
          <p:nvPr/>
        </p:nvSpPr>
        <p:spPr>
          <a:xfrm xmlns:a="http://schemas.openxmlformats.org/drawingml/2006/main">
            <a:off x="7918948" y="457200"/>
            <a:ext cx="100997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النفع</a:t>
            </a:r>
          </a:p>
        </p:txBody>
      </p:sp>
      <p:sp>
        <p:nvSpPr>
          <p:cNvPr id="5" name="text-1003">
            <a:extLst xmlns:a="http://schemas.openxmlformats.org/drawingml/2006/main">
              <a:ext uri="{FF2B5EF4-FFF2-40B4-BE49-F238E27FC236}">
                <a16:creationId xmlns:a16="http://schemas.microsoft.com/office/drawing/2014/main" id="{E875ABED-A2F6-4385-B660-14ECF61D2069}"/>
              </a:ext>
            </a:extLst>
          </p:cNvPr>
          <p:cNvSpPr>
            <a:spLocks xmlns:a="http://schemas.openxmlformats.org/drawingml/2006/main" noGrp="1"/>
          </p:cNvSpPr>
          <p:nvPr/>
        </p:nvSpPr>
        <p:spPr>
          <a:xfrm xmlns:a="http://schemas.openxmlformats.org/drawingml/2006/main">
            <a:off x="6845153" y="457200"/>
            <a:ext cx="972830"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الذي</a:t>
            </a:r>
          </a:p>
        </p:txBody>
      </p:sp>
      <p:sp>
        <p:nvSpPr>
          <p:cNvPr id="6" name="text-1004">
            <a:extLst xmlns:a="http://schemas.openxmlformats.org/drawingml/2006/main">
              <a:ext uri="{FF2B5EF4-FFF2-40B4-BE49-F238E27FC236}">
                <a16:creationId xmlns:a16="http://schemas.microsoft.com/office/drawing/2014/main" id="{6A24CC62-CEB8-4571-97FF-543D460DA4E6}"/>
              </a:ext>
            </a:extLst>
          </p:cNvPr>
          <p:cNvSpPr>
            <a:spLocks xmlns:a="http://schemas.openxmlformats.org/drawingml/2006/main" noGrp="1"/>
          </p:cNvSpPr>
          <p:nvPr/>
        </p:nvSpPr>
        <p:spPr>
          <a:xfrm xmlns:a="http://schemas.openxmlformats.org/drawingml/2006/main">
            <a:off x="5382250" y="457200"/>
            <a:ext cx="136193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نتحقق</a:t>
            </a:r>
          </a:p>
        </p:txBody>
      </p:sp>
      <p:sp>
        <p:nvSpPr>
          <p:cNvPr id="7" name="text-1005">
            <a:extLst xmlns:a="http://schemas.openxmlformats.org/drawingml/2006/main">
              <a:ext uri="{FF2B5EF4-FFF2-40B4-BE49-F238E27FC236}">
                <a16:creationId xmlns:a16="http://schemas.microsoft.com/office/drawing/2014/main" id="{2C364C59-61F6-4F2B-B215-695CCD92E295}"/>
              </a:ext>
            </a:extLst>
          </p:cNvPr>
          <p:cNvSpPr>
            <a:spLocks xmlns:a="http://schemas.openxmlformats.org/drawingml/2006/main" noGrp="1"/>
          </p:cNvSpPr>
          <p:nvPr/>
        </p:nvSpPr>
        <p:spPr>
          <a:xfrm xmlns:a="http://schemas.openxmlformats.org/drawingml/2006/main">
            <a:off x="4299737" y="457200"/>
            <a:ext cx="981547"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منه؟</a:t>
            </a:r>
          </a:p>
        </p:txBody>
      </p:sp>
      <p:sp>
        <p:nvSpPr>
          <p:cNvPr id="8" name="shape-1006">
            <a:extLst xmlns:a="http://schemas.openxmlformats.org/drawingml/2006/main">
              <a:ext uri="{FF2B5EF4-FFF2-40B4-BE49-F238E27FC236}">
                <a16:creationId xmlns:a16="http://schemas.microsoft.com/office/drawing/2014/main" id="{C4393A4B-CACF-446C-AE1C-7D3D58FFE461}"/>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9" name="text-1007">
            <a:extLst xmlns:a="http://schemas.openxmlformats.org/drawingml/2006/main">
              <a:ext uri="{FF2B5EF4-FFF2-40B4-BE49-F238E27FC236}">
                <a16:creationId xmlns:a16="http://schemas.microsoft.com/office/drawing/2014/main" id="{7BD7F742-0ABE-4392-85A4-A7A5E04951EB}"/>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10" name="text-1008">
            <a:extLst xmlns:a="http://schemas.openxmlformats.org/drawingml/2006/main">
              <a:ext uri="{FF2B5EF4-FFF2-40B4-BE49-F238E27FC236}">
                <a16:creationId xmlns:a16="http://schemas.microsoft.com/office/drawing/2014/main" id="{1791EB9F-6374-42B7-90C4-7E5DFC1CB116}"/>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11" name="text-1009">
            <a:extLst xmlns:a="http://schemas.openxmlformats.org/drawingml/2006/main">
              <a:ext uri="{FF2B5EF4-FFF2-40B4-BE49-F238E27FC236}">
                <a16:creationId xmlns:a16="http://schemas.microsoft.com/office/drawing/2014/main" id="{084C8F71-B98F-4FBC-B1B7-5059B3462DD5}"/>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2" name="text-1010">
            <a:extLst xmlns:a="http://schemas.openxmlformats.org/drawingml/2006/main">
              <a:ext uri="{FF2B5EF4-FFF2-40B4-BE49-F238E27FC236}">
                <a16:creationId xmlns:a16="http://schemas.microsoft.com/office/drawing/2014/main" id="{D6377DC8-A9D3-4882-97BE-C5BE5D796B37}"/>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3" name="text-1011">
            <a:extLst xmlns:a="http://schemas.openxmlformats.org/drawingml/2006/main">
              <a:ext uri="{FF2B5EF4-FFF2-40B4-BE49-F238E27FC236}">
                <a16:creationId xmlns:a16="http://schemas.microsoft.com/office/drawing/2014/main" id="{8F26D8B3-17FA-4BBE-B959-3D37BD2F5355}"/>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4" name="text-1012">
            <a:extLst xmlns:a="http://schemas.openxmlformats.org/drawingml/2006/main">
              <a:ext uri="{FF2B5EF4-FFF2-40B4-BE49-F238E27FC236}">
                <a16:creationId xmlns:a16="http://schemas.microsoft.com/office/drawing/2014/main" id="{6EF73609-0841-458F-9162-9896614030C0}"/>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5" name="text-1013">
            <a:extLst xmlns:a="http://schemas.openxmlformats.org/drawingml/2006/main">
              <a:ext uri="{FF2B5EF4-FFF2-40B4-BE49-F238E27FC236}">
                <a16:creationId xmlns:a16="http://schemas.microsoft.com/office/drawing/2014/main" id="{32788788-F29E-4486-9117-15C95093BA1D}"/>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18</a:t>
            </a:r>
          </a:p>
        </p:txBody>
      </p:sp>
      <p:sp>
        <p:nvSpPr>
          <p:cNvPr id="16" name="text-1014">
            <a:extLst xmlns:a="http://schemas.openxmlformats.org/drawingml/2006/main">
              <a:ext uri="{FF2B5EF4-FFF2-40B4-BE49-F238E27FC236}">
                <a16:creationId xmlns:a16="http://schemas.microsoft.com/office/drawing/2014/main" id="{DAC1B9B0-AEF5-4788-A2CF-655B432FD313}"/>
              </a:ext>
            </a:extLst>
          </p:cNvPr>
          <p:cNvSpPr>
            <a:spLocks xmlns:a="http://schemas.openxmlformats.org/drawingml/2006/main" noGrp="1"/>
          </p:cNvSpPr>
          <p:nvPr/>
        </p:nvSpPr>
        <p:spPr>
          <a:xfrm xmlns:a="http://schemas.openxmlformats.org/drawingml/2006/main">
            <a:off x="10719725" y="1504950"/>
            <a:ext cx="862675"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1">
                <a:solidFill>
                  <a:srgbClr val="DDC087"/>
                </a:solidFill>
                <a:latin typeface="Tahoma"/>
                <a:ea typeface="Tahoma"/>
                <a:cs typeface="Tahoma"/>
              </a:defRPr>
            </a:pPr>
            <a:r>
              <a:rPr sz="2475" b="1">
                <a:solidFill>
                  <a:srgbClr val="DDC087"/>
                </a:solidFill>
                <a:latin typeface="Tahoma"/>
                <a:ea typeface="Tahoma"/>
                <a:cs typeface="Tahoma"/>
              </a:rPr>
              <a:t>طالب</a:t>
            </a:r>
          </a:p>
        </p:txBody>
      </p:sp>
      <p:sp>
        <p:nvSpPr>
          <p:cNvPr id="17" name="text-1015">
            <a:extLst xmlns:a="http://schemas.openxmlformats.org/drawingml/2006/main">
              <a:ext uri="{FF2B5EF4-FFF2-40B4-BE49-F238E27FC236}">
                <a16:creationId xmlns:a16="http://schemas.microsoft.com/office/drawing/2014/main" id="{9FA16E6F-49E4-42AD-8B7D-0F01E820C6A5}"/>
              </a:ext>
            </a:extLst>
          </p:cNvPr>
          <p:cNvSpPr>
            <a:spLocks xmlns:a="http://schemas.openxmlformats.org/drawingml/2006/main" noGrp="1"/>
          </p:cNvSpPr>
          <p:nvPr/>
        </p:nvSpPr>
        <p:spPr>
          <a:xfrm xmlns:a="http://schemas.openxmlformats.org/drawingml/2006/main">
            <a:off x="9427872" y="1504950"/>
            <a:ext cx="1218796"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1">
                <a:solidFill>
                  <a:srgbClr val="DDC087"/>
                </a:solidFill>
                <a:latin typeface="Tahoma"/>
                <a:ea typeface="Tahoma"/>
                <a:cs typeface="Tahoma"/>
              </a:defRPr>
            </a:pPr>
            <a:r>
              <a:rPr sz="2475" b="1">
                <a:solidFill>
                  <a:srgbClr val="DDC087"/>
                </a:solidFill>
                <a:latin typeface="Tahoma"/>
                <a:ea typeface="Tahoma"/>
                <a:cs typeface="Tahoma"/>
              </a:rPr>
              <a:t>المعرفة</a:t>
            </a:r>
          </a:p>
        </p:txBody>
      </p:sp>
      <p:sp>
        <p:nvSpPr>
          <p:cNvPr id="18" name="text-1016">
            <a:extLst xmlns:a="http://schemas.openxmlformats.org/drawingml/2006/main">
              <a:ext uri="{FF2B5EF4-FFF2-40B4-BE49-F238E27FC236}">
                <a16:creationId xmlns:a16="http://schemas.microsoft.com/office/drawing/2014/main" id="{35DD52CE-B7E1-423E-BA30-5F11487D54B7}"/>
              </a:ext>
            </a:extLst>
          </p:cNvPr>
          <p:cNvSpPr>
            <a:spLocks xmlns:a="http://schemas.openxmlformats.org/drawingml/2006/main" noGrp="1"/>
          </p:cNvSpPr>
          <p:nvPr/>
        </p:nvSpPr>
        <p:spPr>
          <a:xfrm xmlns:a="http://schemas.openxmlformats.org/drawingml/2006/main">
            <a:off x="8112542" y="1504950"/>
            <a:ext cx="1242273"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1">
                <a:solidFill>
                  <a:srgbClr val="DDC087"/>
                </a:solidFill>
                <a:latin typeface="Tahoma"/>
                <a:ea typeface="Tahoma"/>
                <a:cs typeface="Tahoma"/>
              </a:defRPr>
            </a:pPr>
            <a:r>
              <a:rPr sz="2475" b="1">
                <a:solidFill>
                  <a:srgbClr val="DDC087"/>
                </a:solidFill>
                <a:latin typeface="Tahoma"/>
                <a:ea typeface="Tahoma"/>
                <a:cs typeface="Tahoma"/>
              </a:rPr>
              <a:t>والباحث</a:t>
            </a:r>
          </a:p>
        </p:txBody>
      </p:sp>
      <p:sp>
        <p:nvSpPr>
          <p:cNvPr id="19" name="text-1017">
            <a:extLst xmlns:a="http://schemas.openxmlformats.org/drawingml/2006/main">
              <a:ext uri="{FF2B5EF4-FFF2-40B4-BE49-F238E27FC236}">
                <a16:creationId xmlns:a16="http://schemas.microsoft.com/office/drawing/2014/main" id="{D3787F17-8CEC-416C-9190-6E3A70727A39}"/>
              </a:ext>
            </a:extLst>
          </p:cNvPr>
          <p:cNvSpPr>
            <a:spLocks xmlns:a="http://schemas.openxmlformats.org/drawingml/2006/main" noGrp="1"/>
          </p:cNvSpPr>
          <p:nvPr/>
        </p:nvSpPr>
        <p:spPr>
          <a:xfrm xmlns:a="http://schemas.openxmlformats.org/drawingml/2006/main">
            <a:off x="6707958" y="1504950"/>
            <a:ext cx="1331526"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1">
                <a:solidFill>
                  <a:srgbClr val="DDC087"/>
                </a:solidFill>
                <a:latin typeface="Tahoma"/>
                <a:ea typeface="Tahoma"/>
                <a:cs typeface="Tahoma"/>
              </a:defRPr>
            </a:pPr>
            <a:r>
              <a:rPr sz="2475" b="1">
                <a:solidFill>
                  <a:srgbClr val="DDC087"/>
                </a:solidFill>
                <a:latin typeface="Tahoma"/>
                <a:ea typeface="Tahoma"/>
                <a:cs typeface="Tahoma"/>
              </a:rPr>
              <a:t>والمعرّف</a:t>
            </a:r>
          </a:p>
        </p:txBody>
      </p:sp>
      <p:sp>
        <p:nvSpPr>
          <p:cNvPr id="20" name="text-1018">
            <a:extLst xmlns:a="http://schemas.openxmlformats.org/drawingml/2006/main">
              <a:ext uri="{FF2B5EF4-FFF2-40B4-BE49-F238E27FC236}">
                <a16:creationId xmlns:a16="http://schemas.microsoft.com/office/drawing/2014/main" id="{E6FFBBFC-FF96-4EDC-AFFD-FB75098D13E2}"/>
              </a:ext>
            </a:extLst>
          </p:cNvPr>
          <p:cNvSpPr>
            <a:spLocks xmlns:a="http://schemas.openxmlformats.org/drawingml/2006/main" noGrp="1"/>
          </p:cNvSpPr>
          <p:nvPr/>
        </p:nvSpPr>
        <p:spPr>
          <a:xfrm xmlns:a="http://schemas.openxmlformats.org/drawingml/2006/main">
            <a:off x="5332499" y="1504950"/>
            <a:ext cx="1302403"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1">
                <a:solidFill>
                  <a:srgbClr val="DDC087"/>
                </a:solidFill>
                <a:latin typeface="Tahoma"/>
                <a:ea typeface="Tahoma"/>
                <a:cs typeface="Tahoma"/>
              </a:defRPr>
            </a:pPr>
            <a:r>
              <a:rPr sz="2475" b="1">
                <a:solidFill>
                  <a:srgbClr val="DDC087"/>
                </a:solidFill>
                <a:latin typeface="Tahoma"/>
                <a:ea typeface="Tahoma"/>
                <a:cs typeface="Tahoma"/>
              </a:rPr>
              <a:t>بالإسلام</a:t>
            </a:r>
          </a:p>
        </p:txBody>
      </p:sp>
      <p:sp>
        <p:nvSpPr>
          <p:cNvPr id="21" name="text-1019">
            <a:extLst xmlns:a="http://schemas.openxmlformats.org/drawingml/2006/main">
              <a:ext uri="{FF2B5EF4-FFF2-40B4-BE49-F238E27FC236}">
                <a16:creationId xmlns:a16="http://schemas.microsoft.com/office/drawing/2014/main" id="{5E155D09-029B-4DFD-BB7A-062370E5E2B8}"/>
              </a:ext>
            </a:extLst>
          </p:cNvPr>
          <p:cNvSpPr>
            <a:spLocks xmlns:a="http://schemas.openxmlformats.org/drawingml/2006/main" noGrp="1"/>
          </p:cNvSpPr>
          <p:nvPr/>
        </p:nvSpPr>
        <p:spPr>
          <a:xfrm xmlns:a="http://schemas.openxmlformats.org/drawingml/2006/main">
            <a:off x="10890021" y="2181225"/>
            <a:ext cx="692379"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0">
                <a:solidFill>
                  <a:srgbClr val="F3F0E6"/>
                </a:solidFill>
                <a:latin typeface="Tahoma"/>
                <a:ea typeface="Tahoma"/>
                <a:cs typeface="Tahoma"/>
              </a:defRPr>
            </a:pPr>
            <a:r>
              <a:rPr sz="2325" b="0">
                <a:solidFill>
                  <a:srgbClr val="F3F0E6"/>
                </a:solidFill>
                <a:latin typeface="Tahoma"/>
                <a:ea typeface="Tahoma"/>
                <a:cs typeface="Tahoma"/>
              </a:rPr>
              <a:t>جواب</a:t>
            </a:r>
          </a:p>
        </p:txBody>
      </p:sp>
      <p:sp>
        <p:nvSpPr>
          <p:cNvPr id="22" name="text-1020">
            <a:extLst xmlns:a="http://schemas.openxmlformats.org/drawingml/2006/main">
              <a:ext uri="{FF2B5EF4-FFF2-40B4-BE49-F238E27FC236}">
                <a16:creationId xmlns:a16="http://schemas.microsoft.com/office/drawing/2014/main" id="{93B5B700-0DCF-4706-A68B-31370DFD1E48}"/>
              </a:ext>
            </a:extLst>
          </p:cNvPr>
          <p:cNvSpPr>
            <a:spLocks xmlns:a="http://schemas.openxmlformats.org/drawingml/2006/main" noGrp="1"/>
          </p:cNvSpPr>
          <p:nvPr/>
        </p:nvSpPr>
        <p:spPr>
          <a:xfrm xmlns:a="http://schemas.openxmlformats.org/drawingml/2006/main">
            <a:off x="10293925" y="2181225"/>
            <a:ext cx="522849"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0">
                <a:solidFill>
                  <a:srgbClr val="F3F0E6"/>
                </a:solidFill>
                <a:latin typeface="Tahoma"/>
                <a:ea typeface="Tahoma"/>
                <a:cs typeface="Tahoma"/>
              </a:defRPr>
            </a:pPr>
            <a:r>
              <a:rPr sz="2325" b="0">
                <a:solidFill>
                  <a:srgbClr val="F3F0E6"/>
                </a:solidFill>
                <a:latin typeface="Tahoma"/>
                <a:ea typeface="Tahoma"/>
                <a:cs typeface="Tahoma"/>
              </a:rPr>
              <a:t>يبدو</a:t>
            </a:r>
          </a:p>
        </p:txBody>
      </p:sp>
      <p:sp>
        <p:nvSpPr>
          <p:cNvPr id="23" name="text-1021">
            <a:extLst xmlns:a="http://schemas.openxmlformats.org/drawingml/2006/main">
              <a:ext uri="{FF2B5EF4-FFF2-40B4-BE49-F238E27FC236}">
                <a16:creationId xmlns:a16="http://schemas.microsoft.com/office/drawing/2014/main" id="{CC17B5D1-2DB6-4D2C-9F66-B1C9E10A1302}"/>
              </a:ext>
            </a:extLst>
          </p:cNvPr>
          <p:cNvSpPr>
            <a:spLocks xmlns:a="http://schemas.openxmlformats.org/drawingml/2006/main" noGrp="1"/>
          </p:cNvSpPr>
          <p:nvPr/>
        </p:nvSpPr>
        <p:spPr>
          <a:xfrm xmlns:a="http://schemas.openxmlformats.org/drawingml/2006/main">
            <a:off x="9341600" y="2181225"/>
            <a:ext cx="879078"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0">
                <a:solidFill>
                  <a:srgbClr val="F3F0E6"/>
                </a:solidFill>
                <a:latin typeface="Tahoma"/>
                <a:ea typeface="Tahoma"/>
                <a:cs typeface="Tahoma"/>
              </a:defRPr>
            </a:pPr>
            <a:r>
              <a:rPr sz="2325" b="0">
                <a:solidFill>
                  <a:srgbClr val="F3F0E6"/>
                </a:solidFill>
                <a:latin typeface="Tahoma"/>
                <a:ea typeface="Tahoma"/>
                <a:cs typeface="Tahoma"/>
              </a:rPr>
              <a:t>صحيحًا</a:t>
            </a:r>
          </a:p>
        </p:txBody>
      </p:sp>
      <p:sp>
        <p:nvSpPr>
          <p:cNvPr id="24" name="text-1022">
            <a:extLst xmlns:a="http://schemas.openxmlformats.org/drawingml/2006/main">
              <a:ext uri="{FF2B5EF4-FFF2-40B4-BE49-F238E27FC236}">
                <a16:creationId xmlns:a16="http://schemas.microsoft.com/office/drawing/2014/main" id="{FD627750-0B21-48E2-9A4A-B8B10E0AF343}"/>
              </a:ext>
            </a:extLst>
          </p:cNvPr>
          <p:cNvSpPr>
            <a:spLocks xmlns:a="http://schemas.openxmlformats.org/drawingml/2006/main" noGrp="1"/>
          </p:cNvSpPr>
          <p:nvPr/>
        </p:nvSpPr>
        <p:spPr>
          <a:xfrm xmlns:a="http://schemas.openxmlformats.org/drawingml/2006/main">
            <a:off x="8702042" y="2181225"/>
            <a:ext cx="566311"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0">
                <a:solidFill>
                  <a:srgbClr val="F3F0E6"/>
                </a:solidFill>
                <a:latin typeface="Tahoma"/>
                <a:ea typeface="Tahoma"/>
                <a:cs typeface="Tahoma"/>
              </a:defRPr>
            </a:pPr>
            <a:r>
              <a:rPr sz="2325" b="0">
                <a:solidFill>
                  <a:srgbClr val="F3F0E6"/>
                </a:solidFill>
                <a:latin typeface="Tahoma"/>
                <a:ea typeface="Tahoma"/>
                <a:cs typeface="Tahoma"/>
              </a:rPr>
              <a:t>كيف</a:t>
            </a:r>
          </a:p>
        </p:txBody>
      </p:sp>
      <p:sp>
        <p:nvSpPr>
          <p:cNvPr id="25" name="text-1023">
            <a:extLst xmlns:a="http://schemas.openxmlformats.org/drawingml/2006/main">
              <a:ext uri="{FF2B5EF4-FFF2-40B4-BE49-F238E27FC236}">
                <a16:creationId xmlns:a16="http://schemas.microsoft.com/office/drawing/2014/main" id="{607F9499-AEEE-49BA-BC6D-9BD0A9FDD2D4}"/>
              </a:ext>
            </a:extLst>
          </p:cNvPr>
          <p:cNvSpPr>
            <a:spLocks xmlns:a="http://schemas.openxmlformats.org/drawingml/2006/main" noGrp="1"/>
          </p:cNvSpPr>
          <p:nvPr/>
        </p:nvSpPr>
        <p:spPr>
          <a:xfrm xmlns:a="http://schemas.openxmlformats.org/drawingml/2006/main">
            <a:off x="7768259" y="2181225"/>
            <a:ext cx="860535"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0">
                <a:solidFill>
                  <a:srgbClr val="F3F0E6"/>
                </a:solidFill>
                <a:latin typeface="Tahoma"/>
                <a:ea typeface="Tahoma"/>
                <a:cs typeface="Tahoma"/>
              </a:defRPr>
            </a:pPr>
            <a:r>
              <a:rPr sz="2325" b="0">
                <a:solidFill>
                  <a:srgbClr val="F3F0E6"/>
                </a:solidFill>
                <a:latin typeface="Tahoma"/>
                <a:ea typeface="Tahoma"/>
                <a:cs typeface="Tahoma"/>
              </a:rPr>
              <a:t>نتحقق</a:t>
            </a:r>
          </a:p>
        </p:txBody>
      </p:sp>
      <p:sp>
        <p:nvSpPr>
          <p:cNvPr id="26" name="text-1024">
            <a:extLst xmlns:a="http://schemas.openxmlformats.org/drawingml/2006/main">
              <a:ext uri="{FF2B5EF4-FFF2-40B4-BE49-F238E27FC236}">
                <a16:creationId xmlns:a16="http://schemas.microsoft.com/office/drawing/2014/main" id="{7335770A-DDFD-4470-8C22-775A098984BE}"/>
              </a:ext>
            </a:extLst>
          </p:cNvPr>
          <p:cNvSpPr>
            <a:spLocks xmlns:a="http://schemas.openxmlformats.org/drawingml/2006/main" noGrp="1"/>
          </p:cNvSpPr>
          <p:nvPr/>
        </p:nvSpPr>
        <p:spPr>
          <a:xfrm xmlns:a="http://schemas.openxmlformats.org/drawingml/2006/main">
            <a:off x="7272919" y="2181225"/>
            <a:ext cx="422093"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0">
                <a:solidFill>
                  <a:srgbClr val="F3F0E6"/>
                </a:solidFill>
                <a:latin typeface="Tahoma"/>
                <a:ea typeface="Tahoma"/>
                <a:cs typeface="Tahoma"/>
              </a:defRPr>
            </a:pPr>
            <a:r>
              <a:rPr sz="2325" b="0">
                <a:solidFill>
                  <a:srgbClr val="F3F0E6"/>
                </a:solidFill>
                <a:latin typeface="Tahoma"/>
                <a:ea typeface="Tahoma"/>
                <a:cs typeface="Tahoma"/>
              </a:rPr>
              <a:t>من</a:t>
            </a:r>
          </a:p>
        </p:txBody>
      </p:sp>
      <p:sp>
        <p:nvSpPr>
          <p:cNvPr id="27" name="text-1025">
            <a:extLst xmlns:a="http://schemas.openxmlformats.org/drawingml/2006/main">
              <a:ext uri="{FF2B5EF4-FFF2-40B4-BE49-F238E27FC236}">
                <a16:creationId xmlns:a16="http://schemas.microsoft.com/office/drawing/2014/main" id="{9283BB31-5A82-47CA-9FE1-0276EECAC243}"/>
              </a:ext>
            </a:extLst>
          </p:cNvPr>
          <p:cNvSpPr>
            <a:spLocks xmlns:a="http://schemas.openxmlformats.org/drawingml/2006/main" noGrp="1"/>
          </p:cNvSpPr>
          <p:nvPr/>
        </p:nvSpPr>
        <p:spPr>
          <a:xfrm xmlns:a="http://schemas.openxmlformats.org/drawingml/2006/main">
            <a:off x="6668582" y="2181225"/>
            <a:ext cx="531090"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0">
                <a:solidFill>
                  <a:srgbClr val="F3F0E6"/>
                </a:solidFill>
                <a:latin typeface="Tahoma"/>
                <a:ea typeface="Tahoma"/>
                <a:cs typeface="Tahoma"/>
              </a:defRPr>
            </a:pPr>
            <a:r>
              <a:rPr sz="2325" b="0">
                <a:solidFill>
                  <a:srgbClr val="F3F0E6"/>
                </a:solidFill>
                <a:latin typeface="Tahoma"/>
                <a:ea typeface="Tahoma"/>
                <a:cs typeface="Tahoma"/>
              </a:rPr>
              <a:t>نصّه</a:t>
            </a:r>
          </a:p>
        </p:txBody>
      </p:sp>
      <p:sp>
        <p:nvSpPr>
          <p:cNvPr id="28" name="text-1026">
            <a:extLst xmlns:a="http://schemas.openxmlformats.org/drawingml/2006/main">
              <a:ext uri="{FF2B5EF4-FFF2-40B4-BE49-F238E27FC236}">
                <a16:creationId xmlns:a16="http://schemas.microsoft.com/office/drawing/2014/main" id="{B580E14A-CDC9-47B5-A629-0E7A9476626A}"/>
              </a:ext>
            </a:extLst>
          </p:cNvPr>
          <p:cNvSpPr>
            <a:spLocks xmlns:a="http://schemas.openxmlformats.org/drawingml/2006/main" noGrp="1"/>
          </p:cNvSpPr>
          <p:nvPr/>
        </p:nvSpPr>
        <p:spPr>
          <a:xfrm xmlns:a="http://schemas.openxmlformats.org/drawingml/2006/main">
            <a:off x="5670343" y="2181225"/>
            <a:ext cx="924992" cy="582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325" b="0">
                <a:solidFill>
                  <a:srgbClr val="F3F0E6"/>
                </a:solidFill>
                <a:latin typeface="Tahoma"/>
                <a:ea typeface="Tahoma"/>
                <a:cs typeface="Tahoma"/>
              </a:defRPr>
            </a:pPr>
            <a:r>
              <a:rPr sz="2325" b="0">
                <a:solidFill>
                  <a:srgbClr val="F3F0E6"/>
                </a:solidFill>
                <a:latin typeface="Tahoma"/>
                <a:ea typeface="Tahoma"/>
                <a:cs typeface="Tahoma"/>
              </a:rPr>
              <a:t>ودليله؟</a:t>
            </a:r>
          </a:p>
        </p:txBody>
      </p:sp>
      <p:sp>
        <p:nvSpPr>
          <p:cNvPr id="29" name="shape-1027">
            <a:extLst xmlns:a="http://schemas.openxmlformats.org/drawingml/2006/main">
              <a:ext uri="{FF2B5EF4-FFF2-40B4-BE49-F238E27FC236}">
                <a16:creationId xmlns:a16="http://schemas.microsoft.com/office/drawing/2014/main" id="{6679F0CA-909A-49DD-9AF0-D631423BBC5C}"/>
              </a:ext>
            </a:extLst>
          </p:cNvPr>
          <p:cNvSpPr>
            <a:spLocks xmlns:a="http://schemas.openxmlformats.org/drawingml/2006/main" noGrp="1"/>
          </p:cNvSpPr>
          <p:nvPr/>
        </p:nvSpPr>
        <p:spPr>
          <a:xfrm xmlns:a="http://schemas.openxmlformats.org/drawingml/2006/main">
            <a:off x="6238875" y="3038475"/>
            <a:ext cx="5343525" cy="153352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30" name="shape-1028">
            <a:extLst xmlns:a="http://schemas.openxmlformats.org/drawingml/2006/main">
              <a:ext uri="{FF2B5EF4-FFF2-40B4-BE49-F238E27FC236}">
                <a16:creationId xmlns:a16="http://schemas.microsoft.com/office/drawing/2014/main" id="{64905A71-E5FA-40EC-BE2C-64861654B229}"/>
              </a:ext>
            </a:extLst>
          </p:cNvPr>
          <p:cNvSpPr>
            <a:spLocks xmlns:a="http://schemas.openxmlformats.org/drawingml/2006/main" noGrp="1"/>
          </p:cNvSpPr>
          <p:nvPr/>
        </p:nvSpPr>
        <p:spPr>
          <a:xfrm xmlns:a="http://schemas.openxmlformats.org/drawingml/2006/main">
            <a:off x="609600" y="3038475"/>
            <a:ext cx="5343525" cy="1533525"/>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31" name="text-1029">
            <a:extLst xmlns:a="http://schemas.openxmlformats.org/drawingml/2006/main">
              <a:ext uri="{FF2B5EF4-FFF2-40B4-BE49-F238E27FC236}">
                <a16:creationId xmlns:a16="http://schemas.microsoft.com/office/drawing/2014/main" id="{EAA862E8-06AA-44CB-86A5-9CB761943CF2}"/>
              </a:ext>
            </a:extLst>
          </p:cNvPr>
          <p:cNvSpPr>
            <a:spLocks xmlns:a="http://schemas.openxmlformats.org/drawingml/2006/main" noGrp="1"/>
          </p:cNvSpPr>
          <p:nvPr/>
        </p:nvSpPr>
        <p:spPr>
          <a:xfrm xmlns:a="http://schemas.openxmlformats.org/drawingml/2006/main">
            <a:off x="10491384" y="3219450"/>
            <a:ext cx="900516"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المثبت</a:t>
            </a:r>
          </a:p>
        </p:txBody>
      </p:sp>
      <p:sp>
        <p:nvSpPr>
          <p:cNvPr id="32" name="text-1030">
            <a:extLst xmlns:a="http://schemas.openxmlformats.org/drawingml/2006/main">
              <a:ext uri="{FF2B5EF4-FFF2-40B4-BE49-F238E27FC236}">
                <a16:creationId xmlns:a16="http://schemas.microsoft.com/office/drawing/2014/main" id="{1E6B0629-5DBD-4AF6-B177-C831C29BF780}"/>
              </a:ext>
            </a:extLst>
          </p:cNvPr>
          <p:cNvSpPr>
            <a:spLocks xmlns:a="http://schemas.openxmlformats.org/drawingml/2006/main" noGrp="1"/>
          </p:cNvSpPr>
          <p:nvPr/>
        </p:nvSpPr>
        <p:spPr>
          <a:xfrm xmlns:a="http://schemas.openxmlformats.org/drawingml/2006/main">
            <a:off x="9926269" y="3219450"/>
            <a:ext cx="506059"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في</a:t>
            </a:r>
          </a:p>
        </p:txBody>
      </p:sp>
      <p:sp>
        <p:nvSpPr>
          <p:cNvPr id="33" name="text-1031">
            <a:extLst xmlns:a="http://schemas.openxmlformats.org/drawingml/2006/main">
              <a:ext uri="{FF2B5EF4-FFF2-40B4-BE49-F238E27FC236}">
                <a16:creationId xmlns:a16="http://schemas.microsoft.com/office/drawing/2014/main" id="{6CD85A08-69F6-4D4C-B0EF-18E2FC0F7B2B}"/>
              </a:ext>
            </a:extLst>
          </p:cNvPr>
          <p:cNvSpPr>
            <a:spLocks xmlns:a="http://schemas.openxmlformats.org/drawingml/2006/main" noGrp="1"/>
          </p:cNvSpPr>
          <p:nvPr/>
        </p:nvSpPr>
        <p:spPr>
          <a:xfrm xmlns:a="http://schemas.openxmlformats.org/drawingml/2006/main">
            <a:off x="9086759" y="3219450"/>
            <a:ext cx="780456"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العينة</a:t>
            </a:r>
          </a:p>
        </p:txBody>
      </p:sp>
      <p:sp>
        <p:nvSpPr>
          <p:cNvPr id="34" name="text-1032">
            <a:extLst xmlns:a="http://schemas.openxmlformats.org/drawingml/2006/main">
              <a:ext uri="{FF2B5EF4-FFF2-40B4-BE49-F238E27FC236}">
                <a16:creationId xmlns:a16="http://schemas.microsoft.com/office/drawing/2014/main" id="{384091DB-67BF-402A-A750-562EB86F0D17}"/>
              </a:ext>
            </a:extLst>
          </p:cNvPr>
          <p:cNvSpPr>
            <a:spLocks xmlns:a="http://schemas.openxmlformats.org/drawingml/2006/main" noGrp="1"/>
          </p:cNvSpPr>
          <p:nvPr/>
        </p:nvSpPr>
        <p:spPr>
          <a:xfrm xmlns:a="http://schemas.openxmlformats.org/drawingml/2006/main">
            <a:off x="10966668" y="3867150"/>
            <a:ext cx="425232"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فتح</a:t>
            </a:r>
          </a:p>
        </p:txBody>
      </p:sp>
      <p:sp>
        <p:nvSpPr>
          <p:cNvPr id="35" name="text-1033">
            <a:extLst xmlns:a="http://schemas.openxmlformats.org/drawingml/2006/main">
              <a:ext uri="{FF2B5EF4-FFF2-40B4-BE49-F238E27FC236}">
                <a16:creationId xmlns:a16="http://schemas.microsoft.com/office/drawing/2014/main" id="{0E7324D4-FA7A-41E2-8C29-006E36D2116A}"/>
              </a:ext>
            </a:extLst>
          </p:cNvPr>
          <p:cNvSpPr>
            <a:spLocks xmlns:a="http://schemas.openxmlformats.org/drawingml/2006/main" noGrp="1"/>
          </p:cNvSpPr>
          <p:nvPr/>
        </p:nvSpPr>
        <p:spPr>
          <a:xfrm xmlns:a="http://schemas.openxmlformats.org/drawingml/2006/main">
            <a:off x="10124553" y="3867150"/>
            <a:ext cx="78077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المصدر</a:t>
            </a:r>
          </a:p>
        </p:txBody>
      </p:sp>
      <p:sp>
        <p:nvSpPr>
          <p:cNvPr id="36" name="text-1034">
            <a:extLst xmlns:a="http://schemas.openxmlformats.org/drawingml/2006/main">
              <a:ext uri="{FF2B5EF4-FFF2-40B4-BE49-F238E27FC236}">
                <a16:creationId xmlns:a16="http://schemas.microsoft.com/office/drawing/2014/main" id="{54CA765F-BD87-4E0F-87E5-2507714D7921}"/>
              </a:ext>
            </a:extLst>
          </p:cNvPr>
          <p:cNvSpPr>
            <a:spLocks xmlns:a="http://schemas.openxmlformats.org/drawingml/2006/main" noGrp="1"/>
          </p:cNvSpPr>
          <p:nvPr/>
        </p:nvSpPr>
        <p:spPr>
          <a:xfrm xmlns:a="http://schemas.openxmlformats.org/drawingml/2006/main">
            <a:off x="9154997" y="3867150"/>
            <a:ext cx="908215"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ومطابقة</a:t>
            </a:r>
          </a:p>
        </p:txBody>
      </p:sp>
      <p:sp>
        <p:nvSpPr>
          <p:cNvPr id="37" name="text-1035">
            <a:extLst xmlns:a="http://schemas.openxmlformats.org/drawingml/2006/main">
              <a:ext uri="{FF2B5EF4-FFF2-40B4-BE49-F238E27FC236}">
                <a16:creationId xmlns:a16="http://schemas.microsoft.com/office/drawing/2014/main" id="{8B0F0C49-30C7-43B8-A4FF-AC8377F59126}"/>
              </a:ext>
            </a:extLst>
          </p:cNvPr>
          <p:cNvSpPr>
            <a:spLocks xmlns:a="http://schemas.openxmlformats.org/drawingml/2006/main" noGrp="1"/>
          </p:cNvSpPr>
          <p:nvPr/>
        </p:nvSpPr>
        <p:spPr>
          <a:xfrm xmlns:a="http://schemas.openxmlformats.org/drawingml/2006/main">
            <a:off x="8626139" y="3867150"/>
            <a:ext cx="467517"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نصه</a:t>
            </a:r>
          </a:p>
        </p:txBody>
      </p:sp>
      <p:sp>
        <p:nvSpPr>
          <p:cNvPr id="38" name="text-1036">
            <a:extLst xmlns:a="http://schemas.openxmlformats.org/drawingml/2006/main">
              <a:ext uri="{FF2B5EF4-FFF2-40B4-BE49-F238E27FC236}">
                <a16:creationId xmlns:a16="http://schemas.microsoft.com/office/drawing/2014/main" id="{F1EEE4AF-B7F9-4B3C-B0D2-9ED3A526757C}"/>
              </a:ext>
            </a:extLst>
          </p:cNvPr>
          <p:cNvSpPr>
            <a:spLocks xmlns:a="http://schemas.openxmlformats.org/drawingml/2006/main" noGrp="1"/>
          </p:cNvSpPr>
          <p:nvPr/>
        </p:nvSpPr>
        <p:spPr>
          <a:xfrm xmlns:a="http://schemas.openxmlformats.org/drawingml/2006/main">
            <a:off x="5473903" y="3219450"/>
            <a:ext cx="288722"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1">
                <a:solidFill>
                  <a:srgbClr val="DDC087"/>
                </a:solidFill>
                <a:latin typeface="Tahoma"/>
                <a:ea typeface="Tahoma"/>
                <a:cs typeface="Tahoma"/>
              </a:defRPr>
            </a:pPr>
            <a:r>
              <a:rPr sz="2025" b="1">
                <a:solidFill>
                  <a:srgbClr val="DDC087"/>
                </a:solidFill>
                <a:latin typeface="Tahoma"/>
                <a:ea typeface="Tahoma"/>
                <a:cs typeface="Tahoma"/>
              </a:rPr>
              <a:t>ما</a:t>
            </a:r>
          </a:p>
        </p:txBody>
      </p:sp>
      <p:sp>
        <p:nvSpPr>
          <p:cNvPr id="39" name="text-1037">
            <a:extLst xmlns:a="http://schemas.openxmlformats.org/drawingml/2006/main">
              <a:ext uri="{FF2B5EF4-FFF2-40B4-BE49-F238E27FC236}">
                <a16:creationId xmlns:a16="http://schemas.microsoft.com/office/drawing/2014/main" id="{4207E50E-7786-4D9C-84FF-E20AED35150F}"/>
              </a:ext>
            </a:extLst>
          </p:cNvPr>
          <p:cNvSpPr>
            <a:spLocks xmlns:a="http://schemas.openxmlformats.org/drawingml/2006/main" noGrp="1"/>
          </p:cNvSpPr>
          <p:nvPr/>
        </p:nvSpPr>
        <p:spPr>
          <a:xfrm xmlns:a="http://schemas.openxmlformats.org/drawingml/2006/main">
            <a:off x="4243193" y="3219450"/>
            <a:ext cx="1174417"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1">
                <a:solidFill>
                  <a:srgbClr val="DDC087"/>
                </a:solidFill>
                <a:latin typeface="Tahoma"/>
                <a:ea typeface="Tahoma"/>
                <a:cs typeface="Tahoma"/>
              </a:defRPr>
            </a:pPr>
            <a:r>
              <a:rPr sz="2025" b="1">
                <a:solidFill>
                  <a:srgbClr val="DDC087"/>
                </a:solidFill>
                <a:latin typeface="Tahoma"/>
                <a:ea typeface="Tahoma"/>
                <a:cs typeface="Tahoma"/>
              </a:rPr>
              <a:t>سنقيسه</a:t>
            </a:r>
          </a:p>
        </p:txBody>
      </p:sp>
      <p:sp>
        <p:nvSpPr>
          <p:cNvPr id="40" name="text-1038">
            <a:extLst xmlns:a="http://schemas.openxmlformats.org/drawingml/2006/main">
              <a:ext uri="{FF2B5EF4-FFF2-40B4-BE49-F238E27FC236}">
                <a16:creationId xmlns:a16="http://schemas.microsoft.com/office/drawing/2014/main" id="{D4C8625C-7274-4818-B0BE-521A86C7CA36}"/>
              </a:ext>
            </a:extLst>
          </p:cNvPr>
          <p:cNvSpPr>
            <a:spLocks xmlns:a="http://schemas.openxmlformats.org/drawingml/2006/main" noGrp="1"/>
          </p:cNvSpPr>
          <p:nvPr/>
        </p:nvSpPr>
        <p:spPr>
          <a:xfrm xmlns:a="http://schemas.openxmlformats.org/drawingml/2006/main">
            <a:off x="3808628" y="3219450"/>
            <a:ext cx="378272"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1">
                <a:solidFill>
                  <a:srgbClr val="DDC087"/>
                </a:solidFill>
                <a:latin typeface="Tahoma"/>
                <a:ea typeface="Tahoma"/>
                <a:cs typeface="Tahoma"/>
              </a:defRPr>
            </a:pPr>
            <a:r>
              <a:rPr sz="2025" b="1">
                <a:solidFill>
                  <a:srgbClr val="DDC087"/>
                </a:solidFill>
                <a:latin typeface="Tahoma"/>
                <a:ea typeface="Tahoma"/>
                <a:cs typeface="Tahoma"/>
              </a:rPr>
              <a:t>مع</a:t>
            </a:r>
          </a:p>
        </p:txBody>
      </p:sp>
      <p:sp>
        <p:nvSpPr>
          <p:cNvPr id="41" name="text-1039">
            <a:extLst xmlns:a="http://schemas.openxmlformats.org/drawingml/2006/main">
              <a:ext uri="{FF2B5EF4-FFF2-40B4-BE49-F238E27FC236}">
                <a16:creationId xmlns:a16="http://schemas.microsoft.com/office/drawing/2014/main" id="{12AD7D33-13A6-4AFC-B848-100716992505}"/>
              </a:ext>
            </a:extLst>
          </p:cNvPr>
          <p:cNvSpPr>
            <a:spLocks xmlns:a="http://schemas.openxmlformats.org/drawingml/2006/main" noGrp="1"/>
          </p:cNvSpPr>
          <p:nvPr/>
        </p:nvSpPr>
        <p:spPr>
          <a:xfrm xmlns:a="http://schemas.openxmlformats.org/drawingml/2006/main">
            <a:off x="2229128" y="3219450"/>
            <a:ext cx="1523208"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1">
                <a:solidFill>
                  <a:srgbClr val="DDC087"/>
                </a:solidFill>
                <a:latin typeface="Tahoma"/>
                <a:ea typeface="Tahoma"/>
                <a:cs typeface="Tahoma"/>
              </a:defRPr>
            </a:pPr>
            <a:r>
              <a:rPr sz="2025" b="1">
                <a:solidFill>
                  <a:srgbClr val="DDC087"/>
                </a:solidFill>
                <a:latin typeface="Tahoma"/>
                <a:ea typeface="Tahoma"/>
                <a:cs typeface="Tahoma"/>
              </a:rPr>
              <a:t>المستفيدين</a:t>
            </a:r>
          </a:p>
        </p:txBody>
      </p:sp>
      <p:sp>
        <p:nvSpPr>
          <p:cNvPr id="42" name="text-1040">
            <a:extLst xmlns:a="http://schemas.openxmlformats.org/drawingml/2006/main">
              <a:ext uri="{FF2B5EF4-FFF2-40B4-BE49-F238E27FC236}">
                <a16:creationId xmlns:a16="http://schemas.microsoft.com/office/drawing/2014/main" id="{187FF572-385B-4073-9607-93840D43F840}"/>
              </a:ext>
            </a:extLst>
          </p:cNvPr>
          <p:cNvSpPr>
            <a:spLocks xmlns:a="http://schemas.openxmlformats.org/drawingml/2006/main" noGrp="1"/>
          </p:cNvSpPr>
          <p:nvPr/>
        </p:nvSpPr>
        <p:spPr>
          <a:xfrm xmlns:a="http://schemas.openxmlformats.org/drawingml/2006/main">
            <a:off x="5190820" y="3867150"/>
            <a:ext cx="571805"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إتمام</a:t>
            </a:r>
          </a:p>
        </p:txBody>
      </p:sp>
      <p:sp>
        <p:nvSpPr>
          <p:cNvPr id="43" name="text-1041">
            <a:extLst xmlns:a="http://schemas.openxmlformats.org/drawingml/2006/main">
              <a:ext uri="{FF2B5EF4-FFF2-40B4-BE49-F238E27FC236}">
                <a16:creationId xmlns:a16="http://schemas.microsoft.com/office/drawing/2014/main" id="{4C754607-5ECD-4924-ABB1-E7F35B38408B}"/>
              </a:ext>
            </a:extLst>
          </p:cNvPr>
          <p:cNvSpPr>
            <a:spLocks xmlns:a="http://schemas.openxmlformats.org/drawingml/2006/main" noGrp="1"/>
          </p:cNvSpPr>
          <p:nvPr/>
        </p:nvSpPr>
        <p:spPr>
          <a:xfrm xmlns:a="http://schemas.openxmlformats.org/drawingml/2006/main">
            <a:off x="4333793" y="3867150"/>
            <a:ext cx="795686"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المهمة</a:t>
            </a:r>
          </a:p>
        </p:txBody>
      </p:sp>
      <p:sp>
        <p:nvSpPr>
          <p:cNvPr id="44" name="text-1042">
            <a:extLst xmlns:a="http://schemas.openxmlformats.org/drawingml/2006/main">
              <a:ext uri="{FF2B5EF4-FFF2-40B4-BE49-F238E27FC236}">
                <a16:creationId xmlns:a16="http://schemas.microsoft.com/office/drawing/2014/main" id="{60CE4168-4E9D-4837-BA83-864431F8B357}"/>
              </a:ext>
            </a:extLst>
          </p:cNvPr>
          <p:cNvSpPr>
            <a:spLocks xmlns:a="http://schemas.openxmlformats.org/drawingml/2006/main" noGrp="1"/>
          </p:cNvSpPr>
          <p:nvPr/>
        </p:nvSpPr>
        <p:spPr>
          <a:xfrm xmlns:a="http://schemas.openxmlformats.org/drawingml/2006/main">
            <a:off x="3687599" y="3867150"/>
            <a:ext cx="584853"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وفهم</a:t>
            </a:r>
          </a:p>
        </p:txBody>
      </p:sp>
      <p:sp>
        <p:nvSpPr>
          <p:cNvPr id="45" name="text-1043">
            <a:extLst xmlns:a="http://schemas.openxmlformats.org/drawingml/2006/main">
              <a:ext uri="{FF2B5EF4-FFF2-40B4-BE49-F238E27FC236}">
                <a16:creationId xmlns:a16="http://schemas.microsoft.com/office/drawing/2014/main" id="{5EBFF8D0-2388-46F8-A7FC-23865A054A7B}"/>
              </a:ext>
            </a:extLst>
          </p:cNvPr>
          <p:cNvSpPr>
            <a:spLocks xmlns:a="http://schemas.openxmlformats.org/drawingml/2006/main" noGrp="1"/>
          </p:cNvSpPr>
          <p:nvPr/>
        </p:nvSpPr>
        <p:spPr>
          <a:xfrm xmlns:a="http://schemas.openxmlformats.org/drawingml/2006/main">
            <a:off x="2874426" y="3867150"/>
            <a:ext cx="751832"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الجواب</a:t>
            </a:r>
          </a:p>
        </p:txBody>
      </p:sp>
      <p:sp>
        <p:nvSpPr>
          <p:cNvPr id="46" name="text-1044">
            <a:extLst xmlns:a="http://schemas.openxmlformats.org/drawingml/2006/main">
              <a:ext uri="{FF2B5EF4-FFF2-40B4-BE49-F238E27FC236}">
                <a16:creationId xmlns:a16="http://schemas.microsoft.com/office/drawing/2014/main" id="{E1CA97A4-4AB1-4A75-A020-1449DC65F080}"/>
              </a:ext>
            </a:extLst>
          </p:cNvPr>
          <p:cNvSpPr>
            <a:spLocks xmlns:a="http://schemas.openxmlformats.org/drawingml/2006/main" noGrp="1"/>
          </p:cNvSpPr>
          <p:nvPr/>
        </p:nvSpPr>
        <p:spPr>
          <a:xfrm xmlns:a="http://schemas.openxmlformats.org/drawingml/2006/main">
            <a:off x="10962915" y="4933950"/>
            <a:ext cx="619485"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6DAB5"/>
                </a:solidFill>
                <a:latin typeface="Tahoma"/>
                <a:ea typeface="Tahoma"/>
                <a:cs typeface="Tahoma"/>
              </a:defRPr>
            </a:pPr>
            <a:r>
              <a:rPr sz="1950" b="0">
                <a:solidFill>
                  <a:srgbClr val="A6DAB5"/>
                </a:solidFill>
                <a:latin typeface="Tahoma"/>
                <a:ea typeface="Tahoma"/>
                <a:cs typeface="Tahoma"/>
              </a:rPr>
              <a:t>إضافة</a:t>
            </a:r>
          </a:p>
        </p:txBody>
      </p:sp>
      <p:sp>
        <p:nvSpPr>
          <p:cNvPr id="47" name="text-1045">
            <a:extLst xmlns:a="http://schemas.openxmlformats.org/drawingml/2006/main">
              <a:ext uri="{FF2B5EF4-FFF2-40B4-BE49-F238E27FC236}">
                <a16:creationId xmlns:a16="http://schemas.microsoft.com/office/drawing/2014/main" id="{A0D3C76A-603B-4F95-BFBC-A66CE1117340}"/>
              </a:ext>
            </a:extLst>
          </p:cNvPr>
          <p:cNvSpPr>
            <a:spLocks xmlns:a="http://schemas.openxmlformats.org/drawingml/2006/main" noGrp="1"/>
          </p:cNvSpPr>
          <p:nvPr/>
        </p:nvSpPr>
        <p:spPr>
          <a:xfrm xmlns:a="http://schemas.openxmlformats.org/drawingml/2006/main">
            <a:off x="10108546" y="4933950"/>
            <a:ext cx="795980"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6DAB5"/>
                </a:solidFill>
                <a:latin typeface="Tahoma"/>
                <a:ea typeface="Tahoma"/>
                <a:cs typeface="Tahoma"/>
              </a:defRPr>
            </a:pPr>
            <a:r>
              <a:rPr sz="1950" b="0">
                <a:solidFill>
                  <a:srgbClr val="A6DAB5"/>
                </a:solidFill>
                <a:latin typeface="Tahoma"/>
                <a:ea typeface="Tahoma"/>
                <a:cs typeface="Tahoma"/>
              </a:rPr>
              <a:t>التحدي</a:t>
            </a:r>
          </a:p>
        </p:txBody>
      </p:sp>
      <p:sp>
        <p:nvSpPr>
          <p:cNvPr id="48" name="text-1046">
            <a:extLst xmlns:a="http://schemas.openxmlformats.org/drawingml/2006/main">
              <a:ext uri="{FF2B5EF4-FFF2-40B4-BE49-F238E27FC236}">
                <a16:creationId xmlns:a16="http://schemas.microsoft.com/office/drawing/2014/main" id="{377E910A-F942-40F1-B05C-60B5EFAFB5CF}"/>
              </a:ext>
            </a:extLst>
          </p:cNvPr>
          <p:cNvSpPr>
            <a:spLocks xmlns:a="http://schemas.openxmlformats.org/drawingml/2006/main" noGrp="1"/>
          </p:cNvSpPr>
          <p:nvPr/>
        </p:nvSpPr>
        <p:spPr>
          <a:xfrm xmlns:a="http://schemas.openxmlformats.org/drawingml/2006/main">
            <a:off x="9288711" y="4933950"/>
            <a:ext cx="761447"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6DAB5"/>
                </a:solidFill>
                <a:latin typeface="Tahoma"/>
                <a:ea typeface="Tahoma"/>
                <a:cs typeface="Tahoma"/>
              </a:defRPr>
            </a:pPr>
            <a:r>
              <a:rPr sz="1950" b="0">
                <a:solidFill>
                  <a:srgbClr val="A6DAB5"/>
                </a:solidFill>
                <a:latin typeface="Tahoma"/>
                <a:ea typeface="Tahoma"/>
                <a:cs typeface="Tahoma"/>
              </a:rPr>
              <a:t>مجلس</a:t>
            </a:r>
          </a:p>
        </p:txBody>
      </p:sp>
      <p:sp>
        <p:nvSpPr>
          <p:cNvPr id="49" name="text-1047">
            <a:extLst xmlns:a="http://schemas.openxmlformats.org/drawingml/2006/main">
              <a:ext uri="{FF2B5EF4-FFF2-40B4-BE49-F238E27FC236}">
                <a16:creationId xmlns:a16="http://schemas.microsoft.com/office/drawing/2014/main" id="{EE5932C7-3B07-4F4D-8DFB-CDF0B4E17639}"/>
              </a:ext>
            </a:extLst>
          </p:cNvPr>
          <p:cNvSpPr>
            <a:spLocks xmlns:a="http://schemas.openxmlformats.org/drawingml/2006/main" noGrp="1"/>
          </p:cNvSpPr>
          <p:nvPr/>
        </p:nvSpPr>
        <p:spPr>
          <a:xfrm xmlns:a="http://schemas.openxmlformats.org/drawingml/2006/main">
            <a:off x="8775462" y="4933950"/>
            <a:ext cx="454861"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6DAB5"/>
                </a:solidFill>
                <a:latin typeface="Tahoma"/>
                <a:ea typeface="Tahoma"/>
                <a:cs typeface="Tahoma"/>
              </a:defRPr>
            </a:pPr>
            <a:r>
              <a:rPr sz="1950" b="0">
                <a:solidFill>
                  <a:srgbClr val="A6DAB5"/>
                </a:solidFill>
                <a:latin typeface="Tahoma"/>
                <a:ea typeface="Tahoma"/>
                <a:cs typeface="Tahoma"/>
              </a:rPr>
              <a:t>وبث</a:t>
            </a:r>
          </a:p>
        </p:txBody>
      </p:sp>
      <p:sp>
        <p:nvSpPr>
          <p:cNvPr id="50" name="text-1048">
            <a:extLst xmlns:a="http://schemas.openxmlformats.org/drawingml/2006/main">
              <a:ext uri="{FF2B5EF4-FFF2-40B4-BE49-F238E27FC236}">
                <a16:creationId xmlns:a16="http://schemas.microsoft.com/office/drawing/2014/main" id="{460FD5B2-FFE5-4FD4-920A-2BA22AABD818}"/>
              </a:ext>
            </a:extLst>
          </p:cNvPr>
          <p:cNvSpPr>
            <a:spLocks xmlns:a="http://schemas.openxmlformats.org/drawingml/2006/main" noGrp="1"/>
          </p:cNvSpPr>
          <p:nvPr/>
        </p:nvSpPr>
        <p:spPr>
          <a:xfrm xmlns:a="http://schemas.openxmlformats.org/drawingml/2006/main">
            <a:off x="7957099" y="4933950"/>
            <a:ext cx="759975"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6DAB5"/>
                </a:solidFill>
                <a:latin typeface="Tahoma"/>
                <a:ea typeface="Tahoma"/>
                <a:cs typeface="Tahoma"/>
              </a:defRPr>
            </a:pPr>
            <a:r>
              <a:rPr sz="1950" b="0">
                <a:solidFill>
                  <a:srgbClr val="A6DAB5"/>
                </a:solidFill>
                <a:latin typeface="Tahoma"/>
                <a:ea typeface="Tahoma"/>
                <a:cs typeface="Tahoma"/>
              </a:rPr>
              <a:t>ومراجع</a:t>
            </a:r>
          </a:p>
        </p:txBody>
      </p:sp>
      <p:sp>
        <p:nvSpPr>
          <p:cNvPr id="51" name="text-1049">
            <a:extLst xmlns:a="http://schemas.openxmlformats.org/drawingml/2006/main">
              <a:ext uri="{FF2B5EF4-FFF2-40B4-BE49-F238E27FC236}">
                <a16:creationId xmlns:a16="http://schemas.microsoft.com/office/drawing/2014/main" id="{E760840E-B37F-42DF-B0DF-DB237F9C7C75}"/>
              </a:ext>
            </a:extLst>
          </p:cNvPr>
          <p:cNvSpPr>
            <a:spLocks xmlns:a="http://schemas.openxmlformats.org/drawingml/2006/main" noGrp="1"/>
          </p:cNvSpPr>
          <p:nvPr/>
        </p:nvSpPr>
        <p:spPr>
          <a:xfrm xmlns:a="http://schemas.openxmlformats.org/drawingml/2006/main">
            <a:off x="7231055" y="4933950"/>
            <a:ext cx="667656"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6DAB5"/>
                </a:solidFill>
                <a:latin typeface="Tahoma"/>
                <a:ea typeface="Tahoma"/>
                <a:cs typeface="Tahoma"/>
              </a:defRPr>
            </a:pPr>
            <a:r>
              <a:rPr sz="1950" b="0">
                <a:solidFill>
                  <a:srgbClr val="A6DAB5"/>
                </a:solidFill>
                <a:latin typeface="Tahoma"/>
                <a:ea typeface="Tahoma"/>
                <a:cs typeface="Tahoma"/>
              </a:rPr>
              <a:t>وإحالة</a:t>
            </a:r>
          </a:p>
        </p:txBody>
      </p:sp>
      <p:sp>
        <p:nvSpPr>
          <p:cNvPr id="52" name="text-1050">
            <a:extLst xmlns:a="http://schemas.openxmlformats.org/drawingml/2006/main">
              <a:ext uri="{FF2B5EF4-FFF2-40B4-BE49-F238E27FC236}">
                <a16:creationId xmlns:a16="http://schemas.microsoft.com/office/drawing/2014/main" id="{D3FA5168-79BF-4414-804A-CD116F90526B}"/>
              </a:ext>
            </a:extLst>
          </p:cNvPr>
          <p:cNvSpPr>
            <a:spLocks xmlns:a="http://schemas.openxmlformats.org/drawingml/2006/main" noGrp="1"/>
          </p:cNvSpPr>
          <p:nvPr/>
        </p:nvSpPr>
        <p:spPr>
          <a:xfrm xmlns:a="http://schemas.openxmlformats.org/drawingml/2006/main">
            <a:off x="6629313" y="4933950"/>
            <a:ext cx="543354"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6DAB5"/>
                </a:solidFill>
                <a:latin typeface="Tahoma"/>
                <a:ea typeface="Tahoma"/>
                <a:cs typeface="Tahoma"/>
              </a:defRPr>
            </a:pPr>
            <a:r>
              <a:rPr sz="1950" b="0">
                <a:solidFill>
                  <a:srgbClr val="A6DAB5"/>
                </a:solidFill>
                <a:latin typeface="Tahoma"/>
                <a:ea typeface="Tahoma"/>
                <a:cs typeface="Tahoma"/>
              </a:rPr>
              <a:t>وأدلة</a:t>
            </a:r>
          </a:p>
        </p:txBody>
      </p:sp>
      <p:sp>
        <p:nvSpPr>
          <p:cNvPr id="53" name="text-1051">
            <a:extLst xmlns:a="http://schemas.openxmlformats.org/drawingml/2006/main">
              <a:ext uri="{FF2B5EF4-FFF2-40B4-BE49-F238E27FC236}">
                <a16:creationId xmlns:a16="http://schemas.microsoft.com/office/drawing/2014/main" id="{583F931E-B444-4AA9-B29E-F5621D682FBC}"/>
              </a:ext>
            </a:extLst>
          </p:cNvPr>
          <p:cNvSpPr>
            <a:spLocks xmlns:a="http://schemas.openxmlformats.org/drawingml/2006/main" noGrp="1"/>
          </p:cNvSpPr>
          <p:nvPr/>
        </p:nvSpPr>
        <p:spPr>
          <a:xfrm xmlns:a="http://schemas.openxmlformats.org/drawingml/2006/main">
            <a:off x="6045329" y="4933950"/>
            <a:ext cx="525596"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6DAB5"/>
                </a:solidFill>
                <a:latin typeface="Tahoma"/>
                <a:ea typeface="Tahoma"/>
                <a:cs typeface="Tahoma"/>
              </a:defRPr>
            </a:pPr>
            <a:r>
              <a:rPr sz="1950" b="0">
                <a:solidFill>
                  <a:srgbClr val="A6DAB5"/>
                </a:solidFill>
                <a:latin typeface="Tahoma"/>
                <a:ea typeface="Tahoma"/>
                <a:cs typeface="Tahoma"/>
              </a:rPr>
              <a:t>قابلة</a:t>
            </a:r>
          </a:p>
        </p:txBody>
      </p:sp>
      <p:sp>
        <p:nvSpPr>
          <p:cNvPr id="54" name="text-1052">
            <a:extLst xmlns:a="http://schemas.openxmlformats.org/drawingml/2006/main">
              <a:ext uri="{FF2B5EF4-FFF2-40B4-BE49-F238E27FC236}">
                <a16:creationId xmlns:a16="http://schemas.microsoft.com/office/drawing/2014/main" id="{097FB038-0F93-4727-BD2D-E5D0726DC0ED}"/>
              </a:ext>
            </a:extLst>
          </p:cNvPr>
          <p:cNvSpPr>
            <a:spLocks xmlns:a="http://schemas.openxmlformats.org/drawingml/2006/main" noGrp="1"/>
          </p:cNvSpPr>
          <p:nvPr/>
        </p:nvSpPr>
        <p:spPr>
          <a:xfrm xmlns:a="http://schemas.openxmlformats.org/drawingml/2006/main">
            <a:off x="5188704" y="4933950"/>
            <a:ext cx="798237"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A6DAB5"/>
                </a:solidFill>
                <a:latin typeface="Tahoma"/>
                <a:ea typeface="Tahoma"/>
                <a:cs typeface="Tahoma"/>
              </a:defRPr>
            </a:pPr>
            <a:r>
              <a:rPr sz="1950" b="0">
                <a:solidFill>
                  <a:srgbClr val="A6DAB5"/>
                </a:solidFill>
                <a:latin typeface="Tahoma"/>
                <a:ea typeface="Tahoma"/>
                <a:cs typeface="Tahoma"/>
              </a:rPr>
              <a:t>للفحص</a:t>
            </a:r>
          </a:p>
        </p:txBody>
      </p:sp>
      <p:sp>
        <p:nvSpPr>
          <p:cNvPr id="55" name="text-1053">
            <a:extLst xmlns:a="http://schemas.openxmlformats.org/drawingml/2006/main">
              <a:ext uri="{FF2B5EF4-FFF2-40B4-BE49-F238E27FC236}">
                <a16:creationId xmlns:a16="http://schemas.microsoft.com/office/drawing/2014/main" id="{8BE1C42E-A212-438B-A8EB-86C88A837670}"/>
              </a:ext>
            </a:extLst>
          </p:cNvPr>
          <p:cNvSpPr>
            <a:spLocks xmlns:a="http://schemas.openxmlformats.org/drawingml/2006/main" noGrp="1"/>
          </p:cNvSpPr>
          <p:nvPr/>
        </p:nvSpPr>
        <p:spPr>
          <a:xfrm xmlns:a="http://schemas.openxmlformats.org/drawingml/2006/main">
            <a:off x="10867260" y="5562600"/>
            <a:ext cx="715140"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النموذج</a:t>
            </a:r>
          </a:p>
        </p:txBody>
      </p:sp>
      <p:sp>
        <p:nvSpPr>
          <p:cNvPr id="56" name="text-1054">
            <a:extLst xmlns:a="http://schemas.openxmlformats.org/drawingml/2006/main">
              <a:ext uri="{FF2B5EF4-FFF2-40B4-BE49-F238E27FC236}">
                <a16:creationId xmlns:a16="http://schemas.microsoft.com/office/drawing/2014/main" id="{66958862-C6D4-4243-B635-700088346A68}"/>
              </a:ext>
            </a:extLst>
          </p:cNvPr>
          <p:cNvSpPr>
            <a:spLocks xmlns:a="http://schemas.openxmlformats.org/drawingml/2006/main" noGrp="1"/>
          </p:cNvSpPr>
          <p:nvPr/>
        </p:nvSpPr>
        <p:spPr>
          <a:xfrm xmlns:a="http://schemas.openxmlformats.org/drawingml/2006/main">
            <a:off x="10052847" y="5562600"/>
            <a:ext cx="764978"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والبحوث</a:t>
            </a:r>
          </a:p>
        </p:txBody>
      </p:sp>
      <p:sp>
        <p:nvSpPr>
          <p:cNvPr id="57" name="text-1055">
            <a:extLst xmlns:a="http://schemas.openxmlformats.org/drawingml/2006/main">
              <a:ext uri="{FF2B5EF4-FFF2-40B4-BE49-F238E27FC236}">
                <a16:creationId xmlns:a16="http://schemas.microsoft.com/office/drawing/2014/main" id="{51F4CFFF-8D04-4307-8ACB-64E01F45E42E}"/>
              </a:ext>
            </a:extLst>
          </p:cNvPr>
          <p:cNvSpPr>
            <a:spLocks xmlns:a="http://schemas.openxmlformats.org/drawingml/2006/main" noGrp="1"/>
          </p:cNvSpPr>
          <p:nvPr/>
        </p:nvSpPr>
        <p:spPr>
          <a:xfrm xmlns:a="http://schemas.openxmlformats.org/drawingml/2006/main">
            <a:off x="9576708" y="5562600"/>
            <a:ext cx="426704"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أصل</a:t>
            </a:r>
          </a:p>
        </p:txBody>
      </p:sp>
      <p:sp>
        <p:nvSpPr>
          <p:cNvPr id="58" name="text-1056">
            <a:extLst xmlns:a="http://schemas.openxmlformats.org/drawingml/2006/main">
              <a:ext uri="{FF2B5EF4-FFF2-40B4-BE49-F238E27FC236}">
                <a16:creationId xmlns:a16="http://schemas.microsoft.com/office/drawing/2014/main" id="{CF1CDA3E-ADD0-4973-A973-CCEF141C7DB9}"/>
              </a:ext>
            </a:extLst>
          </p:cNvPr>
          <p:cNvSpPr>
            <a:spLocks xmlns:a="http://schemas.openxmlformats.org/drawingml/2006/main" noGrp="1"/>
          </p:cNvSpPr>
          <p:nvPr/>
        </p:nvSpPr>
        <p:spPr>
          <a:xfrm xmlns:a="http://schemas.openxmlformats.org/drawingml/2006/main">
            <a:off x="8937515" y="5562600"/>
            <a:ext cx="589758"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سابق</a:t>
            </a:r>
          </a:p>
        </p:txBody>
      </p:sp>
      <p:sp>
        <p:nvSpPr>
          <p:cNvPr id="59" name="text-1057">
            <a:extLst xmlns:a="http://schemas.openxmlformats.org/drawingml/2006/main">
              <a:ext uri="{FF2B5EF4-FFF2-40B4-BE49-F238E27FC236}">
                <a16:creationId xmlns:a16="http://schemas.microsoft.com/office/drawing/2014/main" id="{21ED2CF3-ED39-4B38-B8F2-2BDC70A4E9DC}"/>
              </a:ext>
            </a:extLst>
          </p:cNvPr>
          <p:cNvSpPr>
            <a:spLocks xmlns:a="http://schemas.openxmlformats.org/drawingml/2006/main" noGrp="1"/>
          </p:cNvSpPr>
          <p:nvPr/>
        </p:nvSpPr>
        <p:spPr>
          <a:xfrm xmlns:a="http://schemas.openxmlformats.org/drawingml/2006/main">
            <a:off x="8770219" y="5562600"/>
            <a:ext cx="117861"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a:t>
            </a:r>
          </a:p>
        </p:txBody>
      </p:sp>
      <p:sp>
        <p:nvSpPr>
          <p:cNvPr id="60" name="text-1058">
            <a:extLst xmlns:a="http://schemas.openxmlformats.org/drawingml/2006/main">
              <a:ext uri="{FF2B5EF4-FFF2-40B4-BE49-F238E27FC236}">
                <a16:creationId xmlns:a16="http://schemas.microsoft.com/office/drawing/2014/main" id="{D04D0FBC-A8C5-4102-83B9-081754C15EDF}"/>
              </a:ext>
            </a:extLst>
          </p:cNvPr>
          <p:cNvSpPr>
            <a:spLocks xmlns:a="http://schemas.openxmlformats.org/drawingml/2006/main" noGrp="1"/>
          </p:cNvSpPr>
          <p:nvPr/>
        </p:nvSpPr>
        <p:spPr>
          <a:xfrm xmlns:a="http://schemas.openxmlformats.org/drawingml/2006/main">
            <a:off x="8471066" y="5562600"/>
            <a:ext cx="249718"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أثر</a:t>
            </a:r>
          </a:p>
        </p:txBody>
      </p:sp>
      <p:sp>
        <p:nvSpPr>
          <p:cNvPr id="61" name="text-1059">
            <a:extLst xmlns:a="http://schemas.openxmlformats.org/drawingml/2006/main">
              <a:ext uri="{FF2B5EF4-FFF2-40B4-BE49-F238E27FC236}">
                <a16:creationId xmlns:a16="http://schemas.microsoft.com/office/drawing/2014/main" id="{85456EA5-3F86-4FCB-8F12-3840F5B67E11}"/>
              </a:ext>
            </a:extLst>
          </p:cNvPr>
          <p:cNvSpPr>
            <a:spLocks xmlns:a="http://schemas.openxmlformats.org/drawingml/2006/main" noGrp="1"/>
          </p:cNvSpPr>
          <p:nvPr/>
        </p:nvSpPr>
        <p:spPr>
          <a:xfrm xmlns:a="http://schemas.openxmlformats.org/drawingml/2006/main">
            <a:off x="7426984" y="5562600"/>
            <a:ext cx="994648"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الاستخدام</a:t>
            </a:r>
          </a:p>
        </p:txBody>
      </p:sp>
      <p:sp>
        <p:nvSpPr>
          <p:cNvPr id="62" name="text-1060">
            <a:extLst xmlns:a="http://schemas.openxmlformats.org/drawingml/2006/main">
              <a:ext uri="{FF2B5EF4-FFF2-40B4-BE49-F238E27FC236}">
                <a16:creationId xmlns:a16="http://schemas.microsoft.com/office/drawing/2014/main" id="{0887CBF7-BA20-492B-B3C1-A39F3A0A97DA}"/>
              </a:ext>
            </a:extLst>
          </p:cNvPr>
          <p:cNvSpPr>
            <a:spLocks xmlns:a="http://schemas.openxmlformats.org/drawingml/2006/main" noGrp="1"/>
          </p:cNvSpPr>
          <p:nvPr/>
        </p:nvSpPr>
        <p:spPr>
          <a:xfrm xmlns:a="http://schemas.openxmlformats.org/drawingml/2006/main">
            <a:off x="6713719" y="5562600"/>
            <a:ext cx="663830"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الواسع</a:t>
            </a:r>
          </a:p>
        </p:txBody>
      </p:sp>
      <p:sp>
        <p:nvSpPr>
          <p:cNvPr id="63" name="text-1061">
            <a:extLst xmlns:a="http://schemas.openxmlformats.org/drawingml/2006/main">
              <a:ext uri="{FF2B5EF4-FFF2-40B4-BE49-F238E27FC236}">
                <a16:creationId xmlns:a16="http://schemas.microsoft.com/office/drawing/2014/main" id="{06968438-C6FF-40B8-8BFF-3EC319C7132B}"/>
              </a:ext>
            </a:extLst>
          </p:cNvPr>
          <p:cNvSpPr>
            <a:spLocks xmlns:a="http://schemas.openxmlformats.org/drawingml/2006/main" noGrp="1"/>
          </p:cNvSpPr>
          <p:nvPr/>
        </p:nvSpPr>
        <p:spPr>
          <a:xfrm xmlns:a="http://schemas.openxmlformats.org/drawingml/2006/main">
            <a:off x="6407797" y="5562600"/>
            <a:ext cx="256487"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لم</a:t>
            </a:r>
          </a:p>
        </p:txBody>
      </p:sp>
      <p:sp>
        <p:nvSpPr>
          <p:cNvPr id="64" name="text-1062">
            <a:extLst xmlns:a="http://schemas.openxmlformats.org/drawingml/2006/main">
              <a:ext uri="{FF2B5EF4-FFF2-40B4-BE49-F238E27FC236}">
                <a16:creationId xmlns:a16="http://schemas.microsoft.com/office/drawing/2014/main" id="{F106BFF7-EEA3-4F32-ACC4-92ED05412DAA}"/>
              </a:ext>
            </a:extLst>
          </p:cNvPr>
          <p:cNvSpPr>
            <a:spLocks xmlns:a="http://schemas.openxmlformats.org/drawingml/2006/main" noGrp="1"/>
          </p:cNvSpPr>
          <p:nvPr/>
        </p:nvSpPr>
        <p:spPr>
          <a:xfrm xmlns:a="http://schemas.openxmlformats.org/drawingml/2006/main">
            <a:off x="5851210" y="5562600"/>
            <a:ext cx="507152"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يُقَس</a:t>
            </a:r>
          </a:p>
        </p:txBody>
      </p:sp>
      <p:sp>
        <p:nvSpPr>
          <p:cNvPr id="65" name="text-1063">
            <a:extLst xmlns:a="http://schemas.openxmlformats.org/drawingml/2006/main">
              <a:ext uri="{FF2B5EF4-FFF2-40B4-BE49-F238E27FC236}">
                <a16:creationId xmlns:a16="http://schemas.microsoft.com/office/drawing/2014/main" id="{B78A703E-9912-4E83-9F61-D547BABA132E}"/>
              </a:ext>
            </a:extLst>
          </p:cNvPr>
          <p:cNvSpPr>
            <a:spLocks xmlns:a="http://schemas.openxmlformats.org/drawingml/2006/main" noGrp="1"/>
          </p:cNvSpPr>
          <p:nvPr/>
        </p:nvSpPr>
        <p:spPr>
          <a:xfrm xmlns:a="http://schemas.openxmlformats.org/drawingml/2006/main">
            <a:off x="5468372" y="5562600"/>
            <a:ext cx="333404" cy="4567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725" b="0">
                <a:solidFill>
                  <a:srgbClr val="A5B9AB"/>
                </a:solidFill>
                <a:latin typeface="Tahoma"/>
                <a:ea typeface="Tahoma"/>
                <a:cs typeface="Tahoma"/>
              </a:defRPr>
            </a:pPr>
            <a:r>
              <a:rPr sz="1725" b="0">
                <a:solidFill>
                  <a:srgbClr val="A5B9AB"/>
                </a:solidFill>
                <a:latin typeface="Tahoma"/>
                <a:ea typeface="Tahoma"/>
                <a:cs typeface="Tahoma"/>
              </a:rPr>
              <a:t>بعد</a:t>
            </a:r>
          </a:p>
        </p:txBody>
      </p:sp>
    </p:spTree>
    <p:extLst>
      <p:ext uri="{BB962C8B-B14F-4D97-AF65-F5344CB8AC3E}">
        <p14:creationId xmlns:p14="http://schemas.microsoft.com/office/powerpoint/2010/main" val="1857767343"/>
      </p:ext>
    </p:extLst>
  </p:cSld>
</p:sld>
</file>

<file path=ppt/slides/slide19.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74" name="text-1064">
            <a:extLst xmlns:a="http://schemas.openxmlformats.org/drawingml/2006/main">
              <a:ext uri="{FF2B5EF4-FFF2-40B4-BE49-F238E27FC236}">
                <a16:creationId xmlns:a16="http://schemas.microsoft.com/office/drawing/2014/main" id="{81EE29CE-091C-4510-ABA5-9BA87BE45724}"/>
              </a:ext>
            </a:extLst>
          </p:cNvPr>
          <p:cNvSpPr>
            <a:spLocks xmlns:a="http://schemas.openxmlformats.org/drawingml/2006/main" noGrp="1"/>
          </p:cNvSpPr>
          <p:nvPr/>
        </p:nvSpPr>
        <p:spPr>
          <a:xfrm xmlns:a="http://schemas.openxmlformats.org/drawingml/2006/main">
            <a:off x="10879607" y="457200"/>
            <a:ext cx="702793"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أعد</a:t>
            </a:r>
          </a:p>
        </p:txBody>
      </p:sp>
      <p:sp>
        <p:nvSpPr>
          <p:cNvPr id="2" name="text-1065">
            <a:extLst xmlns:a="http://schemas.openxmlformats.org/drawingml/2006/main">
              <a:ext uri="{FF2B5EF4-FFF2-40B4-BE49-F238E27FC236}">
                <a16:creationId xmlns:a16="http://schemas.microsoft.com/office/drawing/2014/main" id="{2D0F5817-0652-4001-A311-5C76D2300B93}"/>
              </a:ext>
            </a:extLst>
          </p:cNvPr>
          <p:cNvSpPr>
            <a:spLocks xmlns:a="http://schemas.openxmlformats.org/drawingml/2006/main" noGrp="1"/>
          </p:cNvSpPr>
          <p:nvPr/>
        </p:nvSpPr>
        <p:spPr>
          <a:xfrm xmlns:a="http://schemas.openxmlformats.org/drawingml/2006/main">
            <a:off x="9334980" y="457200"/>
            <a:ext cx="1443662"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التجربة</a:t>
            </a:r>
          </a:p>
        </p:txBody>
      </p:sp>
      <p:sp>
        <p:nvSpPr>
          <p:cNvPr id="3" name="text-1066">
            <a:extLst xmlns:a="http://schemas.openxmlformats.org/drawingml/2006/main">
              <a:ext uri="{FF2B5EF4-FFF2-40B4-BE49-F238E27FC236}">
                <a16:creationId xmlns:a16="http://schemas.microsoft.com/office/drawing/2014/main" id="{6BCF2A99-E275-4B1A-A471-4EF06F6A4A71}"/>
              </a:ext>
            </a:extLst>
          </p:cNvPr>
          <p:cNvSpPr>
            <a:spLocks xmlns:a="http://schemas.openxmlformats.org/drawingml/2006/main" noGrp="1"/>
          </p:cNvSpPr>
          <p:nvPr/>
        </p:nvSpPr>
        <p:spPr>
          <a:xfrm xmlns:a="http://schemas.openxmlformats.org/drawingml/2006/main">
            <a:off x="7656622" y="457200"/>
            <a:ext cx="1577393"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وافحص</a:t>
            </a:r>
          </a:p>
        </p:txBody>
      </p:sp>
      <p:sp>
        <p:nvSpPr>
          <p:cNvPr id="4" name="text-1067">
            <a:extLst xmlns:a="http://schemas.openxmlformats.org/drawingml/2006/main">
              <a:ext uri="{FF2B5EF4-FFF2-40B4-BE49-F238E27FC236}">
                <a16:creationId xmlns:a16="http://schemas.microsoft.com/office/drawing/2014/main" id="{1BEE3B42-8AB5-45F8-B83E-AE670ACC3156}"/>
              </a:ext>
            </a:extLst>
          </p:cNvPr>
          <p:cNvSpPr>
            <a:spLocks xmlns:a="http://schemas.openxmlformats.org/drawingml/2006/main" noGrp="1"/>
          </p:cNvSpPr>
          <p:nvPr/>
        </p:nvSpPr>
        <p:spPr>
          <a:xfrm xmlns:a="http://schemas.openxmlformats.org/drawingml/2006/main">
            <a:off x="6143991" y="457200"/>
            <a:ext cx="141166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النتيجة</a:t>
            </a:r>
          </a:p>
        </p:txBody>
      </p:sp>
      <p:sp>
        <p:nvSpPr>
          <p:cNvPr id="5" name="text-1068">
            <a:extLst xmlns:a="http://schemas.openxmlformats.org/drawingml/2006/main">
              <a:ext uri="{FF2B5EF4-FFF2-40B4-BE49-F238E27FC236}">
                <a16:creationId xmlns:a16="http://schemas.microsoft.com/office/drawing/2014/main" id="{7D6C5341-E0C4-4A69-8C91-162A1884F6A3}"/>
              </a:ext>
            </a:extLst>
          </p:cNvPr>
          <p:cNvSpPr>
            <a:spLocks xmlns:a="http://schemas.openxmlformats.org/drawingml/2006/main" noGrp="1"/>
          </p:cNvSpPr>
          <p:nvPr/>
        </p:nvSpPr>
        <p:spPr>
          <a:xfrm xmlns:a="http://schemas.openxmlformats.org/drawingml/2006/main">
            <a:off x="4582325" y="457200"/>
            <a:ext cx="146070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بنفسك</a:t>
            </a:r>
          </a:p>
        </p:txBody>
      </p:sp>
      <p:sp>
        <p:nvSpPr>
          <p:cNvPr id="6" name="shape-1069">
            <a:extLst xmlns:a="http://schemas.openxmlformats.org/drawingml/2006/main">
              <a:ext uri="{FF2B5EF4-FFF2-40B4-BE49-F238E27FC236}">
                <a16:creationId xmlns:a16="http://schemas.microsoft.com/office/drawing/2014/main" id="{85308366-132F-4204-9517-F97876D7D64E}"/>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7" name="text-1070">
            <a:extLst xmlns:a="http://schemas.openxmlformats.org/drawingml/2006/main">
              <a:ext uri="{FF2B5EF4-FFF2-40B4-BE49-F238E27FC236}">
                <a16:creationId xmlns:a16="http://schemas.microsoft.com/office/drawing/2014/main" id="{4F933BB9-7CF1-4B80-B1E6-3B6E46D12734}"/>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8" name="text-1071">
            <a:extLst xmlns:a="http://schemas.openxmlformats.org/drawingml/2006/main">
              <a:ext uri="{FF2B5EF4-FFF2-40B4-BE49-F238E27FC236}">
                <a16:creationId xmlns:a16="http://schemas.microsoft.com/office/drawing/2014/main" id="{CBCA69F7-20B6-4673-94DA-9E6FF63FC654}"/>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9" name="text-1072">
            <a:extLst xmlns:a="http://schemas.openxmlformats.org/drawingml/2006/main">
              <a:ext uri="{FF2B5EF4-FFF2-40B4-BE49-F238E27FC236}">
                <a16:creationId xmlns:a16="http://schemas.microsoft.com/office/drawing/2014/main" id="{DFD1A842-E1FE-4E87-B69C-C59248740516}"/>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0" name="text-1073">
            <a:extLst xmlns:a="http://schemas.openxmlformats.org/drawingml/2006/main">
              <a:ext uri="{FF2B5EF4-FFF2-40B4-BE49-F238E27FC236}">
                <a16:creationId xmlns:a16="http://schemas.microsoft.com/office/drawing/2014/main" id="{D5E933FC-0C69-408B-BC85-423233E94A6A}"/>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1" name="text-1074">
            <a:extLst xmlns:a="http://schemas.openxmlformats.org/drawingml/2006/main">
              <a:ext uri="{FF2B5EF4-FFF2-40B4-BE49-F238E27FC236}">
                <a16:creationId xmlns:a16="http://schemas.microsoft.com/office/drawing/2014/main" id="{A6DDC309-2994-41A5-94D6-95F34535489A}"/>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2" name="text-1075">
            <a:extLst xmlns:a="http://schemas.openxmlformats.org/drawingml/2006/main">
              <a:ext uri="{FF2B5EF4-FFF2-40B4-BE49-F238E27FC236}">
                <a16:creationId xmlns:a16="http://schemas.microsoft.com/office/drawing/2014/main" id="{E6ACB3D7-44DD-4E5B-83F3-5602A60EB7FF}"/>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3" name="text-1076">
            <a:extLst xmlns:a="http://schemas.openxmlformats.org/drawingml/2006/main">
              <a:ext uri="{FF2B5EF4-FFF2-40B4-BE49-F238E27FC236}">
                <a16:creationId xmlns:a16="http://schemas.microsoft.com/office/drawing/2014/main" id="{6C7F4D10-B78A-4FC1-8970-97C76E7AFC06}"/>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19</a:t>
            </a:r>
          </a:p>
        </p:txBody>
      </p:sp>
      <p:sp>
        <p:nvSpPr>
          <p:cNvPr id="14" name="text-1077">
            <a:extLst xmlns:a="http://schemas.openxmlformats.org/drawingml/2006/main">
              <a:ext uri="{FF2B5EF4-FFF2-40B4-BE49-F238E27FC236}">
                <a16:creationId xmlns:a16="http://schemas.microsoft.com/office/drawing/2014/main" id="{9AC45FEC-F8C0-434C-A598-5D8DC4EED221}"/>
              </a:ext>
            </a:extLst>
          </p:cNvPr>
          <p:cNvSpPr>
            <a:spLocks xmlns:a="http://schemas.openxmlformats.org/drawingml/2006/main" noGrp="1"/>
          </p:cNvSpPr>
          <p:nvPr/>
        </p:nvSpPr>
        <p:spPr>
          <a:xfrm xmlns:a="http://schemas.openxmlformats.org/drawingml/2006/main">
            <a:off x="10593126" y="1495425"/>
            <a:ext cx="989274"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السؤال</a:t>
            </a:r>
          </a:p>
        </p:txBody>
      </p:sp>
      <p:sp>
        <p:nvSpPr>
          <p:cNvPr id="15" name="text-1078">
            <a:extLst xmlns:a="http://schemas.openxmlformats.org/drawingml/2006/main">
              <a:ext uri="{FF2B5EF4-FFF2-40B4-BE49-F238E27FC236}">
                <a16:creationId xmlns:a16="http://schemas.microsoft.com/office/drawing/2014/main" id="{DEABD598-DF85-4AFE-A555-6854444A9C1E}"/>
              </a:ext>
            </a:extLst>
          </p:cNvPr>
          <p:cNvSpPr>
            <a:spLocks xmlns:a="http://schemas.openxmlformats.org/drawingml/2006/main" noGrp="1"/>
          </p:cNvSpPr>
          <p:nvPr/>
        </p:nvSpPr>
        <p:spPr>
          <a:xfrm xmlns:a="http://schemas.openxmlformats.org/drawingml/2006/main">
            <a:off x="10028011" y="1495425"/>
            <a:ext cx="506059"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في</a:t>
            </a:r>
          </a:p>
        </p:txBody>
      </p:sp>
      <p:sp>
        <p:nvSpPr>
          <p:cNvPr id="16" name="text-1079">
            <a:extLst xmlns:a="http://schemas.openxmlformats.org/drawingml/2006/main">
              <a:ext uri="{FF2B5EF4-FFF2-40B4-BE49-F238E27FC236}">
                <a16:creationId xmlns:a16="http://schemas.microsoft.com/office/drawing/2014/main" id="{DD2E8CCF-B8F4-4592-850F-C4AD64BDD6E1}"/>
              </a:ext>
            </a:extLst>
          </p:cNvPr>
          <p:cNvSpPr>
            <a:spLocks xmlns:a="http://schemas.openxmlformats.org/drawingml/2006/main" noGrp="1"/>
          </p:cNvSpPr>
          <p:nvPr/>
        </p:nvSpPr>
        <p:spPr>
          <a:xfrm xmlns:a="http://schemas.openxmlformats.org/drawingml/2006/main">
            <a:off x="9421193" y="1495425"/>
            <a:ext cx="547764"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برق</a:t>
            </a:r>
          </a:p>
        </p:txBody>
      </p:sp>
      <p:sp>
        <p:nvSpPr>
          <p:cNvPr id="17" name="text-1080">
            <a:extLst xmlns:a="http://schemas.openxmlformats.org/drawingml/2006/main">
              <a:ext uri="{FF2B5EF4-FFF2-40B4-BE49-F238E27FC236}">
                <a16:creationId xmlns:a16="http://schemas.microsoft.com/office/drawing/2014/main" id="{289FAD63-42DB-4821-B3B1-0B6B0AAF1042}"/>
              </a:ext>
            </a:extLst>
          </p:cNvPr>
          <p:cNvSpPr>
            <a:spLocks xmlns:a="http://schemas.openxmlformats.org/drawingml/2006/main" noGrp="1"/>
          </p:cNvSpPr>
          <p:nvPr/>
        </p:nvSpPr>
        <p:spPr>
          <a:xfrm xmlns:a="http://schemas.openxmlformats.org/drawingml/2006/main">
            <a:off x="8574253" y="1495425"/>
            <a:ext cx="78788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الفتى</a:t>
            </a:r>
          </a:p>
        </p:txBody>
      </p:sp>
      <p:sp>
        <p:nvSpPr>
          <p:cNvPr id="18" name="text-1081">
            <a:extLst xmlns:a="http://schemas.openxmlformats.org/drawingml/2006/main">
              <a:ext uri="{FF2B5EF4-FFF2-40B4-BE49-F238E27FC236}">
                <a16:creationId xmlns:a16="http://schemas.microsoft.com/office/drawing/2014/main" id="{A90C9739-7D7E-43A5-960E-E4108229EBEE}"/>
              </a:ext>
            </a:extLst>
          </p:cNvPr>
          <p:cNvSpPr>
            <a:spLocks xmlns:a="http://schemas.openxmlformats.org/drawingml/2006/main" noGrp="1"/>
          </p:cNvSpPr>
          <p:nvPr/>
        </p:nvSpPr>
        <p:spPr>
          <a:xfrm xmlns:a="http://schemas.openxmlformats.org/drawingml/2006/main">
            <a:off x="5836067" y="1495425"/>
            <a:ext cx="298033"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ما</a:t>
            </a:r>
          </a:p>
        </p:txBody>
      </p:sp>
      <p:sp>
        <p:nvSpPr>
          <p:cNvPr id="19" name="text-1082">
            <a:extLst xmlns:a="http://schemas.openxmlformats.org/drawingml/2006/main">
              <a:ext uri="{FF2B5EF4-FFF2-40B4-BE49-F238E27FC236}">
                <a16:creationId xmlns:a16="http://schemas.microsoft.com/office/drawing/2014/main" id="{A87FA2A7-B244-4E1F-8B3D-AD0FB21D1FE8}"/>
              </a:ext>
            </a:extLst>
          </p:cNvPr>
          <p:cNvSpPr>
            <a:spLocks xmlns:a="http://schemas.openxmlformats.org/drawingml/2006/main" noGrp="1"/>
          </p:cNvSpPr>
          <p:nvPr/>
        </p:nvSpPr>
        <p:spPr>
          <a:xfrm xmlns:a="http://schemas.openxmlformats.org/drawingml/2006/main">
            <a:off x="5130287" y="1495425"/>
            <a:ext cx="646725"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الذي</a:t>
            </a:r>
          </a:p>
        </p:txBody>
      </p:sp>
      <p:sp>
        <p:nvSpPr>
          <p:cNvPr id="20" name="text-1083">
            <a:extLst xmlns:a="http://schemas.openxmlformats.org/drawingml/2006/main">
              <a:ext uri="{FF2B5EF4-FFF2-40B4-BE49-F238E27FC236}">
                <a16:creationId xmlns:a16="http://schemas.microsoft.com/office/drawing/2014/main" id="{C858D7AD-397B-4739-A0D4-A244F286E4B1}"/>
              </a:ext>
            </a:extLst>
          </p:cNvPr>
          <p:cNvSpPr>
            <a:spLocks xmlns:a="http://schemas.openxmlformats.org/drawingml/2006/main" noGrp="1"/>
          </p:cNvSpPr>
          <p:nvPr/>
        </p:nvSpPr>
        <p:spPr>
          <a:xfrm xmlns:a="http://schemas.openxmlformats.org/drawingml/2006/main">
            <a:off x="3956152" y="1495425"/>
            <a:ext cx="1115080" cy="535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00" b="1">
                <a:solidFill>
                  <a:srgbClr val="DDC087"/>
                </a:solidFill>
                <a:latin typeface="Tahoma"/>
                <a:ea typeface="Tahoma"/>
                <a:cs typeface="Tahoma"/>
              </a:defRPr>
            </a:pPr>
            <a:r>
              <a:rPr sz="2100" b="1">
                <a:solidFill>
                  <a:srgbClr val="DDC087"/>
                </a:solidFill>
                <a:latin typeface="Tahoma"/>
                <a:ea typeface="Tahoma"/>
                <a:cs typeface="Tahoma"/>
              </a:rPr>
              <a:t>تفحصه؟</a:t>
            </a:r>
          </a:p>
        </p:txBody>
      </p:sp>
      <p:sp>
        <p:nvSpPr>
          <p:cNvPr id="21" name="shape-1084">
            <a:extLst xmlns:a="http://schemas.openxmlformats.org/drawingml/2006/main">
              <a:ext uri="{FF2B5EF4-FFF2-40B4-BE49-F238E27FC236}">
                <a16:creationId xmlns:a16="http://schemas.microsoft.com/office/drawing/2014/main" id="{0BE1B08C-F52F-4D8A-9FC8-C94F2A8A3D47}"/>
              </a:ext>
            </a:extLst>
          </p:cNvPr>
          <p:cNvSpPr>
            <a:spLocks xmlns:a="http://schemas.openxmlformats.org/drawingml/2006/main" noGrp="1"/>
          </p:cNvSpPr>
          <p:nvPr/>
        </p:nvSpPr>
        <p:spPr>
          <a:xfrm xmlns:a="http://schemas.openxmlformats.org/drawingml/2006/main">
            <a:off x="609600" y="201930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22" name="text-1085">
            <a:extLst xmlns:a="http://schemas.openxmlformats.org/drawingml/2006/main">
              <a:ext uri="{FF2B5EF4-FFF2-40B4-BE49-F238E27FC236}">
                <a16:creationId xmlns:a16="http://schemas.microsoft.com/office/drawing/2014/main" id="{9AEBC422-6EAB-4AEA-8647-B96B3EE1FF7A}"/>
              </a:ext>
            </a:extLst>
          </p:cNvPr>
          <p:cNvSpPr>
            <a:spLocks xmlns:a="http://schemas.openxmlformats.org/drawingml/2006/main" noGrp="1"/>
          </p:cNvSpPr>
          <p:nvPr/>
        </p:nvSpPr>
        <p:spPr>
          <a:xfrm xmlns:a="http://schemas.openxmlformats.org/drawingml/2006/main">
            <a:off x="11061513" y="2257425"/>
            <a:ext cx="520887"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لماذا</a:t>
            </a:r>
          </a:p>
        </p:txBody>
      </p:sp>
      <p:sp>
        <p:nvSpPr>
          <p:cNvPr id="23" name="text-1086">
            <a:extLst xmlns:a="http://schemas.openxmlformats.org/drawingml/2006/main">
              <a:ext uri="{FF2B5EF4-FFF2-40B4-BE49-F238E27FC236}">
                <a16:creationId xmlns:a16="http://schemas.microsoft.com/office/drawing/2014/main" id="{E0383CE3-703B-4201-8F6D-C8817A172A9F}"/>
              </a:ext>
            </a:extLst>
          </p:cNvPr>
          <p:cNvSpPr>
            <a:spLocks xmlns:a="http://schemas.openxmlformats.org/drawingml/2006/main" noGrp="1"/>
          </p:cNvSpPr>
          <p:nvPr/>
        </p:nvSpPr>
        <p:spPr>
          <a:xfrm xmlns:a="http://schemas.openxmlformats.org/drawingml/2006/main">
            <a:off x="10541691" y="2257425"/>
            <a:ext cx="461434"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يعبد</a:t>
            </a:r>
          </a:p>
        </p:txBody>
      </p:sp>
      <p:sp>
        <p:nvSpPr>
          <p:cNvPr id="24" name="text-1087">
            <a:extLst xmlns:a="http://schemas.openxmlformats.org/drawingml/2006/main">
              <a:ext uri="{FF2B5EF4-FFF2-40B4-BE49-F238E27FC236}">
                <a16:creationId xmlns:a16="http://schemas.microsoft.com/office/drawing/2014/main" id="{056C58BB-D8E1-4721-90AF-3165BD2F23F4}"/>
              </a:ext>
            </a:extLst>
          </p:cNvPr>
          <p:cNvSpPr>
            <a:spLocks xmlns:a="http://schemas.openxmlformats.org/drawingml/2006/main" noGrp="1"/>
          </p:cNvSpPr>
          <p:nvPr/>
        </p:nvSpPr>
        <p:spPr>
          <a:xfrm xmlns:a="http://schemas.openxmlformats.org/drawingml/2006/main">
            <a:off x="9360134" y="2257425"/>
            <a:ext cx="1123169"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المسلمون</a:t>
            </a:r>
          </a:p>
        </p:txBody>
      </p:sp>
      <p:sp>
        <p:nvSpPr>
          <p:cNvPr id="25" name="text-1088">
            <a:extLst xmlns:a="http://schemas.openxmlformats.org/drawingml/2006/main">
              <a:ext uri="{FF2B5EF4-FFF2-40B4-BE49-F238E27FC236}">
                <a16:creationId xmlns:a16="http://schemas.microsoft.com/office/drawing/2014/main" id="{5468F5A1-4B99-4CFA-BA69-09C309F3CE6F}"/>
              </a:ext>
            </a:extLst>
          </p:cNvPr>
          <p:cNvSpPr>
            <a:spLocks xmlns:a="http://schemas.openxmlformats.org/drawingml/2006/main" noGrp="1"/>
          </p:cNvSpPr>
          <p:nvPr/>
        </p:nvSpPr>
        <p:spPr>
          <a:xfrm xmlns:a="http://schemas.openxmlformats.org/drawingml/2006/main">
            <a:off x="8514595" y="2257425"/>
            <a:ext cx="787151"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الكعبة؟</a:t>
            </a:r>
          </a:p>
        </p:txBody>
      </p:sp>
      <p:sp>
        <p:nvSpPr>
          <p:cNvPr id="26" name="text-1089">
            <a:extLst xmlns:a="http://schemas.openxmlformats.org/drawingml/2006/main">
              <a:ext uri="{FF2B5EF4-FFF2-40B4-BE49-F238E27FC236}">
                <a16:creationId xmlns:a16="http://schemas.microsoft.com/office/drawing/2014/main" id="{BB45B252-B6AD-43A3-AFD1-657BAEEA75C8}"/>
              </a:ext>
            </a:extLst>
          </p:cNvPr>
          <p:cNvSpPr>
            <a:spLocks xmlns:a="http://schemas.openxmlformats.org/drawingml/2006/main" noGrp="1"/>
          </p:cNvSpPr>
          <p:nvPr/>
        </p:nvSpPr>
        <p:spPr>
          <a:xfrm xmlns:a="http://schemas.openxmlformats.org/drawingml/2006/main">
            <a:off x="5203694" y="2257425"/>
            <a:ext cx="69228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تصحيح</a:t>
            </a:r>
          </a:p>
        </p:txBody>
      </p:sp>
      <p:sp>
        <p:nvSpPr>
          <p:cNvPr id="27" name="text-1090">
            <a:extLst xmlns:a="http://schemas.openxmlformats.org/drawingml/2006/main">
              <a:ext uri="{FF2B5EF4-FFF2-40B4-BE49-F238E27FC236}">
                <a16:creationId xmlns:a16="http://schemas.microsoft.com/office/drawing/2014/main" id="{3962168C-E702-4667-A6E9-B1690E673CE5}"/>
              </a:ext>
            </a:extLst>
          </p:cNvPr>
          <p:cNvSpPr>
            <a:spLocks xmlns:a="http://schemas.openxmlformats.org/drawingml/2006/main" noGrp="1"/>
          </p:cNvSpPr>
          <p:nvPr/>
        </p:nvSpPr>
        <p:spPr>
          <a:xfrm xmlns:a="http://schemas.openxmlformats.org/drawingml/2006/main">
            <a:off x="4377204" y="2257425"/>
            <a:ext cx="77410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الفرضية</a:t>
            </a:r>
          </a:p>
        </p:txBody>
      </p:sp>
      <p:sp>
        <p:nvSpPr>
          <p:cNvPr id="28" name="text-1091">
            <a:extLst xmlns:a="http://schemas.openxmlformats.org/drawingml/2006/main">
              <a:ext uri="{FF2B5EF4-FFF2-40B4-BE49-F238E27FC236}">
                <a16:creationId xmlns:a16="http://schemas.microsoft.com/office/drawing/2014/main" id="{52BC7A9A-9054-41EF-9606-A74728C2457F}"/>
              </a:ext>
            </a:extLst>
          </p:cNvPr>
          <p:cNvSpPr>
            <a:spLocks xmlns:a="http://schemas.openxmlformats.org/drawingml/2006/main" noGrp="1"/>
          </p:cNvSpPr>
          <p:nvPr/>
        </p:nvSpPr>
        <p:spPr>
          <a:xfrm xmlns:a="http://schemas.openxmlformats.org/drawingml/2006/main">
            <a:off x="3844448" y="2257425"/>
            <a:ext cx="48036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وفتح</a:t>
            </a:r>
          </a:p>
        </p:txBody>
      </p:sp>
      <p:sp>
        <p:nvSpPr>
          <p:cNvPr id="29" name="text-1092">
            <a:extLst xmlns:a="http://schemas.openxmlformats.org/drawingml/2006/main">
              <a:ext uri="{FF2B5EF4-FFF2-40B4-BE49-F238E27FC236}">
                <a16:creationId xmlns:a16="http://schemas.microsoft.com/office/drawing/2014/main" id="{9E5056E8-978C-492D-8687-D80B25FD66BC}"/>
              </a:ext>
            </a:extLst>
          </p:cNvPr>
          <p:cNvSpPr>
            <a:spLocks xmlns:a="http://schemas.openxmlformats.org/drawingml/2006/main" noGrp="1"/>
          </p:cNvSpPr>
          <p:nvPr/>
        </p:nvSpPr>
        <p:spPr>
          <a:xfrm xmlns:a="http://schemas.openxmlformats.org/drawingml/2006/main">
            <a:off x="3093795" y="2257425"/>
            <a:ext cx="69826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المصدر</a:t>
            </a:r>
          </a:p>
        </p:txBody>
      </p:sp>
      <p:sp>
        <p:nvSpPr>
          <p:cNvPr id="30" name="text-1093">
            <a:extLst xmlns:a="http://schemas.openxmlformats.org/drawingml/2006/main">
              <a:ext uri="{FF2B5EF4-FFF2-40B4-BE49-F238E27FC236}">
                <a16:creationId xmlns:a16="http://schemas.microsoft.com/office/drawing/2014/main" id="{C23A2B21-D7CB-4224-AA2A-659B3EB6493D}"/>
              </a:ext>
            </a:extLst>
          </p:cNvPr>
          <p:cNvSpPr>
            <a:spLocks xmlns:a="http://schemas.openxmlformats.org/drawingml/2006/main" noGrp="1"/>
          </p:cNvSpPr>
          <p:nvPr/>
        </p:nvSpPr>
        <p:spPr>
          <a:xfrm xmlns:a="http://schemas.openxmlformats.org/drawingml/2006/main">
            <a:off x="2330192" y="2257425"/>
            <a:ext cx="71121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٩٢٩٢٣</a:t>
            </a:r>
          </a:p>
        </p:txBody>
      </p:sp>
      <p:sp>
        <p:nvSpPr>
          <p:cNvPr id="31" name="text-1094">
            <a:extLst xmlns:a="http://schemas.openxmlformats.org/drawingml/2006/main">
              <a:ext uri="{FF2B5EF4-FFF2-40B4-BE49-F238E27FC236}">
                <a16:creationId xmlns:a16="http://schemas.microsoft.com/office/drawing/2014/main" id="{ACBEF382-7850-47C1-ADBD-D229BC128760}"/>
              </a:ext>
            </a:extLst>
          </p:cNvPr>
          <p:cNvSpPr>
            <a:spLocks xmlns:a="http://schemas.openxmlformats.org/drawingml/2006/main" noGrp="1"/>
          </p:cNvSpPr>
          <p:nvPr/>
        </p:nvSpPr>
        <p:spPr>
          <a:xfrm xmlns:a="http://schemas.openxmlformats.org/drawingml/2006/main">
            <a:off x="11041205" y="3124200"/>
            <a:ext cx="54119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أكمل</a:t>
            </a:r>
          </a:p>
        </p:txBody>
      </p:sp>
      <p:sp>
        <p:nvSpPr>
          <p:cNvPr id="32" name="text-1095">
            <a:extLst xmlns:a="http://schemas.openxmlformats.org/drawingml/2006/main">
              <a:ext uri="{FF2B5EF4-FFF2-40B4-BE49-F238E27FC236}">
                <a16:creationId xmlns:a16="http://schemas.microsoft.com/office/drawing/2014/main" id="{DEF24BFC-239F-4BCE-9751-6FAAEADC3CC5}"/>
              </a:ext>
            </a:extLst>
          </p:cNvPr>
          <p:cNvSpPr>
            <a:spLocks xmlns:a="http://schemas.openxmlformats.org/drawingml/2006/main" noGrp="1"/>
          </p:cNvSpPr>
          <p:nvPr/>
        </p:nvSpPr>
        <p:spPr>
          <a:xfrm xmlns:a="http://schemas.openxmlformats.org/drawingml/2006/main">
            <a:off x="10529827" y="3124200"/>
            <a:ext cx="45603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الآية</a:t>
            </a:r>
          </a:p>
        </p:txBody>
      </p:sp>
      <p:sp>
        <p:nvSpPr>
          <p:cNvPr id="33" name="text-1096">
            <a:extLst xmlns:a="http://schemas.openxmlformats.org/drawingml/2006/main">
              <a:ext uri="{FF2B5EF4-FFF2-40B4-BE49-F238E27FC236}">
                <a16:creationId xmlns:a16="http://schemas.microsoft.com/office/drawing/2014/main" id="{9DE54DC9-D3C6-47E0-B06E-86A1F2515DC1}"/>
              </a:ext>
            </a:extLst>
          </p:cNvPr>
          <p:cNvSpPr>
            <a:spLocks xmlns:a="http://schemas.openxmlformats.org/drawingml/2006/main" noGrp="1"/>
          </p:cNvSpPr>
          <p:nvPr/>
        </p:nvSpPr>
        <p:spPr>
          <a:xfrm xmlns:a="http://schemas.openxmlformats.org/drawingml/2006/main">
            <a:off x="10214860" y="3124200"/>
            <a:ext cx="259627"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إن</a:t>
            </a:r>
          </a:p>
        </p:txBody>
      </p:sp>
      <p:sp>
        <p:nvSpPr>
          <p:cNvPr id="34" name="text-1097">
            <a:extLst xmlns:a="http://schemas.openxmlformats.org/drawingml/2006/main">
              <a:ext uri="{FF2B5EF4-FFF2-40B4-BE49-F238E27FC236}">
                <a16:creationId xmlns:a16="http://schemas.microsoft.com/office/drawing/2014/main" id="{433BA9B9-DDEC-421D-8A91-886258E0AE50}"/>
              </a:ext>
            </a:extLst>
          </p:cNvPr>
          <p:cNvSpPr>
            <a:spLocks xmlns:a="http://schemas.openxmlformats.org/drawingml/2006/main" noGrp="1"/>
          </p:cNvSpPr>
          <p:nvPr/>
        </p:nvSpPr>
        <p:spPr>
          <a:xfrm xmlns:a="http://schemas.openxmlformats.org/drawingml/2006/main">
            <a:off x="9828765" y="3124200"/>
            <a:ext cx="330755"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الله</a:t>
            </a:r>
          </a:p>
        </p:txBody>
      </p:sp>
      <p:sp>
        <p:nvSpPr>
          <p:cNvPr id="35" name="text-1098">
            <a:extLst xmlns:a="http://schemas.openxmlformats.org/drawingml/2006/main">
              <a:ext uri="{FF2B5EF4-FFF2-40B4-BE49-F238E27FC236}">
                <a16:creationId xmlns:a16="http://schemas.microsoft.com/office/drawing/2014/main" id="{5076B45C-1C70-4E95-AB04-9B382252907F}"/>
              </a:ext>
            </a:extLst>
          </p:cNvPr>
          <p:cNvSpPr>
            <a:spLocks xmlns:a="http://schemas.openxmlformats.org/drawingml/2006/main" noGrp="1"/>
          </p:cNvSpPr>
          <p:nvPr/>
        </p:nvSpPr>
        <p:spPr>
          <a:xfrm xmlns:a="http://schemas.openxmlformats.org/drawingml/2006/main">
            <a:off x="9366833" y="3124200"/>
            <a:ext cx="40659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يأمر</a:t>
            </a:r>
          </a:p>
        </p:txBody>
      </p:sp>
      <p:sp>
        <p:nvSpPr>
          <p:cNvPr id="36" name="text-1099">
            <a:extLst xmlns:a="http://schemas.openxmlformats.org/drawingml/2006/main">
              <a:ext uri="{FF2B5EF4-FFF2-40B4-BE49-F238E27FC236}">
                <a16:creationId xmlns:a16="http://schemas.microsoft.com/office/drawing/2014/main" id="{3326E1EF-73B2-495E-BCAC-7BFA22248885}"/>
              </a:ext>
            </a:extLst>
          </p:cNvPr>
          <p:cNvSpPr>
            <a:spLocks xmlns:a="http://schemas.openxmlformats.org/drawingml/2006/main" noGrp="1"/>
          </p:cNvSpPr>
          <p:nvPr/>
        </p:nvSpPr>
        <p:spPr>
          <a:xfrm xmlns:a="http://schemas.openxmlformats.org/drawingml/2006/main">
            <a:off x="8652274" y="3124200"/>
            <a:ext cx="65921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بالعدل</a:t>
            </a:r>
          </a:p>
        </p:txBody>
      </p:sp>
      <p:sp>
        <p:nvSpPr>
          <p:cNvPr id="37" name="text-1100">
            <a:extLst xmlns:a="http://schemas.openxmlformats.org/drawingml/2006/main">
              <a:ext uri="{FF2B5EF4-FFF2-40B4-BE49-F238E27FC236}">
                <a16:creationId xmlns:a16="http://schemas.microsoft.com/office/drawing/2014/main" id="{699E9333-B5D5-483D-A652-EC519EC6CDC7}"/>
              </a:ext>
            </a:extLst>
          </p:cNvPr>
          <p:cNvSpPr>
            <a:spLocks xmlns:a="http://schemas.openxmlformats.org/drawingml/2006/main" noGrp="1"/>
          </p:cNvSpPr>
          <p:nvPr/>
        </p:nvSpPr>
        <p:spPr>
          <a:xfrm xmlns:a="http://schemas.openxmlformats.org/drawingml/2006/main">
            <a:off x="7591199" y="3124200"/>
            <a:ext cx="1005734"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F3F0E6"/>
                </a:solidFill>
                <a:latin typeface="Tahoma"/>
                <a:ea typeface="Tahoma"/>
                <a:cs typeface="Tahoma"/>
              </a:defRPr>
            </a:pPr>
            <a:r>
              <a:rPr sz="1875" b="0">
                <a:solidFill>
                  <a:srgbClr val="F3F0E6"/>
                </a:solidFill>
                <a:latin typeface="Tahoma"/>
                <a:ea typeface="Tahoma"/>
                <a:cs typeface="Tahoma"/>
              </a:rPr>
              <a:t>والإحسان</a:t>
            </a:r>
          </a:p>
        </p:txBody>
      </p:sp>
      <p:sp>
        <p:nvSpPr>
          <p:cNvPr id="38" name="text-1101">
            <a:extLst xmlns:a="http://schemas.openxmlformats.org/drawingml/2006/main">
              <a:ext uri="{FF2B5EF4-FFF2-40B4-BE49-F238E27FC236}">
                <a16:creationId xmlns:a16="http://schemas.microsoft.com/office/drawing/2014/main" id="{1C110883-B0DC-46AB-8538-B7BF59C1A28F}"/>
              </a:ext>
            </a:extLst>
          </p:cNvPr>
          <p:cNvSpPr>
            <a:spLocks xmlns:a="http://schemas.openxmlformats.org/drawingml/2006/main" noGrp="1"/>
          </p:cNvSpPr>
          <p:nvPr/>
        </p:nvSpPr>
        <p:spPr>
          <a:xfrm xmlns:a="http://schemas.openxmlformats.org/drawingml/2006/main">
            <a:off x="5358213" y="3124200"/>
            <a:ext cx="537762"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النص</a:t>
            </a:r>
          </a:p>
        </p:txBody>
      </p:sp>
      <p:sp>
        <p:nvSpPr>
          <p:cNvPr id="39" name="text-1102">
            <a:extLst xmlns:a="http://schemas.openxmlformats.org/drawingml/2006/main">
              <a:ext uri="{FF2B5EF4-FFF2-40B4-BE49-F238E27FC236}">
                <a16:creationId xmlns:a16="http://schemas.microsoft.com/office/drawing/2014/main" id="{20D058FF-C1E0-4E39-881C-12545148E872}"/>
              </a:ext>
            </a:extLst>
          </p:cNvPr>
          <p:cNvSpPr>
            <a:spLocks xmlns:a="http://schemas.openxmlformats.org/drawingml/2006/main" noGrp="1"/>
          </p:cNvSpPr>
          <p:nvPr/>
        </p:nvSpPr>
        <p:spPr>
          <a:xfrm xmlns:a="http://schemas.openxmlformats.org/drawingml/2006/main">
            <a:off x="4631195" y="3124200"/>
            <a:ext cx="671678"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الكامل</a:t>
            </a:r>
          </a:p>
        </p:txBody>
      </p:sp>
      <p:sp>
        <p:nvSpPr>
          <p:cNvPr id="40" name="text-1103">
            <a:extLst xmlns:a="http://schemas.openxmlformats.org/drawingml/2006/main">
              <a:ext uri="{FF2B5EF4-FFF2-40B4-BE49-F238E27FC236}">
                <a16:creationId xmlns:a16="http://schemas.microsoft.com/office/drawing/2014/main" id="{8142F40F-5C29-47B9-A8E9-AFE105F38915}"/>
              </a:ext>
            </a:extLst>
          </p:cNvPr>
          <p:cNvSpPr>
            <a:spLocks xmlns:a="http://schemas.openxmlformats.org/drawingml/2006/main" noGrp="1"/>
          </p:cNvSpPr>
          <p:nvPr/>
        </p:nvSpPr>
        <p:spPr>
          <a:xfrm xmlns:a="http://schemas.openxmlformats.org/drawingml/2006/main">
            <a:off x="3646056" y="3124200"/>
            <a:ext cx="92979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ومطابقته</a:t>
            </a:r>
          </a:p>
        </p:txBody>
      </p:sp>
      <p:sp>
        <p:nvSpPr>
          <p:cNvPr id="41" name="text-1104">
            <a:extLst xmlns:a="http://schemas.openxmlformats.org/drawingml/2006/main">
              <a:ext uri="{FF2B5EF4-FFF2-40B4-BE49-F238E27FC236}">
                <a16:creationId xmlns:a16="http://schemas.microsoft.com/office/drawing/2014/main" id="{0E53DB5A-A87E-4D03-889E-C294AE88CF07}"/>
              </a:ext>
            </a:extLst>
          </p:cNvPr>
          <p:cNvSpPr>
            <a:spLocks xmlns:a="http://schemas.openxmlformats.org/drawingml/2006/main" noGrp="1"/>
          </p:cNvSpPr>
          <p:nvPr/>
        </p:nvSpPr>
        <p:spPr>
          <a:xfrm xmlns:a="http://schemas.openxmlformats.org/drawingml/2006/main">
            <a:off x="2967306" y="3124200"/>
            <a:ext cx="62340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للنحل</a:t>
            </a:r>
          </a:p>
        </p:txBody>
      </p:sp>
      <p:sp>
        <p:nvSpPr>
          <p:cNvPr id="42" name="text-1105">
            <a:extLst xmlns:a="http://schemas.openxmlformats.org/drawingml/2006/main">
              <a:ext uri="{FF2B5EF4-FFF2-40B4-BE49-F238E27FC236}">
                <a16:creationId xmlns:a16="http://schemas.microsoft.com/office/drawing/2014/main" id="{ED3D171F-9AFD-4AF6-B018-C6EA08C2E471}"/>
              </a:ext>
            </a:extLst>
          </p:cNvPr>
          <p:cNvSpPr>
            <a:spLocks xmlns:a="http://schemas.openxmlformats.org/drawingml/2006/main" noGrp="1"/>
          </p:cNvSpPr>
          <p:nvPr/>
        </p:nvSpPr>
        <p:spPr>
          <a:xfrm xmlns:a="http://schemas.openxmlformats.org/drawingml/2006/main">
            <a:off x="2593376" y="3124200"/>
            <a:ext cx="318589" cy="488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75" b="0">
                <a:solidFill>
                  <a:srgbClr val="A6DAB5"/>
                </a:solidFill>
                <a:latin typeface="Tahoma"/>
                <a:ea typeface="Tahoma"/>
                <a:cs typeface="Tahoma"/>
              </a:defRPr>
            </a:pPr>
            <a:r>
              <a:rPr sz="1875" b="0">
                <a:solidFill>
                  <a:srgbClr val="A6DAB5"/>
                </a:solidFill>
                <a:latin typeface="Tahoma"/>
                <a:ea typeface="Tahoma"/>
                <a:cs typeface="Tahoma"/>
              </a:rPr>
              <a:t>٩٠</a:t>
            </a:r>
          </a:p>
        </p:txBody>
      </p:sp>
      <p:sp>
        <p:nvSpPr>
          <p:cNvPr id="43" name="text-1106">
            <a:extLst xmlns:a="http://schemas.openxmlformats.org/drawingml/2006/main">
              <a:ext uri="{FF2B5EF4-FFF2-40B4-BE49-F238E27FC236}">
                <a16:creationId xmlns:a16="http://schemas.microsoft.com/office/drawing/2014/main" id="{F2BEA952-314B-487C-BF19-4C7595E93E83}"/>
              </a:ext>
            </a:extLst>
          </p:cNvPr>
          <p:cNvSpPr>
            <a:spLocks xmlns:a="http://schemas.openxmlformats.org/drawingml/2006/main" noGrp="1"/>
          </p:cNvSpPr>
          <p:nvPr/>
        </p:nvSpPr>
        <p:spPr>
          <a:xfrm xmlns:a="http://schemas.openxmlformats.org/drawingml/2006/main">
            <a:off x="11338765" y="3990975"/>
            <a:ext cx="243635"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ما</a:t>
            </a:r>
          </a:p>
        </p:txBody>
      </p:sp>
      <p:sp>
        <p:nvSpPr>
          <p:cNvPr id="44" name="text-1107">
            <a:extLst xmlns:a="http://schemas.openxmlformats.org/drawingml/2006/main">
              <a:ext uri="{FF2B5EF4-FFF2-40B4-BE49-F238E27FC236}">
                <a16:creationId xmlns:a16="http://schemas.microsoft.com/office/drawing/2014/main" id="{23142458-E6A4-46A9-A549-0B744016C844}"/>
              </a:ext>
            </a:extLst>
          </p:cNvPr>
          <p:cNvSpPr>
            <a:spLocks xmlns:a="http://schemas.openxmlformats.org/drawingml/2006/main" noGrp="1"/>
          </p:cNvSpPr>
          <p:nvPr/>
        </p:nvSpPr>
        <p:spPr>
          <a:xfrm xmlns:a="http://schemas.openxmlformats.org/drawingml/2006/main">
            <a:off x="10652258" y="3990975"/>
            <a:ext cx="628118"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الفرق</a:t>
            </a:r>
          </a:p>
        </p:txBody>
      </p:sp>
      <p:sp>
        <p:nvSpPr>
          <p:cNvPr id="45" name="text-1108">
            <a:extLst xmlns:a="http://schemas.openxmlformats.org/drawingml/2006/main">
              <a:ext uri="{FF2B5EF4-FFF2-40B4-BE49-F238E27FC236}">
                <a16:creationId xmlns:a16="http://schemas.microsoft.com/office/drawing/2014/main" id="{7C7DB6AC-1459-430D-A09F-6823C3DEC837}"/>
              </a:ext>
            </a:extLst>
          </p:cNvPr>
          <p:cNvSpPr>
            <a:spLocks xmlns:a="http://schemas.openxmlformats.org/drawingml/2006/main" noGrp="1"/>
          </p:cNvSpPr>
          <p:nvPr/>
        </p:nvSpPr>
        <p:spPr>
          <a:xfrm xmlns:a="http://schemas.openxmlformats.org/drawingml/2006/main">
            <a:off x="10202779" y="3990975"/>
            <a:ext cx="391091"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بين</a:t>
            </a:r>
          </a:p>
        </p:txBody>
      </p:sp>
      <p:sp>
        <p:nvSpPr>
          <p:cNvPr id="46" name="text-1109">
            <a:extLst xmlns:a="http://schemas.openxmlformats.org/drawingml/2006/main">
              <a:ext uri="{FF2B5EF4-FFF2-40B4-BE49-F238E27FC236}">
                <a16:creationId xmlns:a16="http://schemas.microsoft.com/office/drawing/2014/main" id="{F06F680F-297B-4796-8C3F-F35E92706BD1}"/>
              </a:ext>
            </a:extLst>
          </p:cNvPr>
          <p:cNvSpPr>
            <a:spLocks xmlns:a="http://schemas.openxmlformats.org/drawingml/2006/main" noGrp="1"/>
          </p:cNvSpPr>
          <p:nvPr/>
        </p:nvSpPr>
        <p:spPr>
          <a:xfrm xmlns:a="http://schemas.openxmlformats.org/drawingml/2006/main">
            <a:off x="9424738" y="3990975"/>
            <a:ext cx="719653"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النفس</a:t>
            </a:r>
          </a:p>
        </p:txBody>
      </p:sp>
      <p:sp>
        <p:nvSpPr>
          <p:cNvPr id="47" name="text-1110">
            <a:extLst xmlns:a="http://schemas.openxmlformats.org/drawingml/2006/main">
              <a:ext uri="{FF2B5EF4-FFF2-40B4-BE49-F238E27FC236}">
                <a16:creationId xmlns:a16="http://schemas.microsoft.com/office/drawing/2014/main" id="{B37E6456-495B-47B7-93DD-94FE2C655A87}"/>
              </a:ext>
            </a:extLst>
          </p:cNvPr>
          <p:cNvSpPr>
            <a:spLocks xmlns:a="http://schemas.openxmlformats.org/drawingml/2006/main" noGrp="1"/>
          </p:cNvSpPr>
          <p:nvPr/>
        </p:nvSpPr>
        <p:spPr>
          <a:xfrm xmlns:a="http://schemas.openxmlformats.org/drawingml/2006/main">
            <a:off x="8599801" y="3990975"/>
            <a:ext cx="766548"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F3F0E6"/>
                </a:solidFill>
                <a:latin typeface="Tahoma"/>
                <a:ea typeface="Tahoma"/>
                <a:cs typeface="Tahoma"/>
              </a:defRPr>
            </a:pPr>
            <a:r>
              <a:rPr sz="1950" b="0">
                <a:solidFill>
                  <a:srgbClr val="F3F0E6"/>
                </a:solidFill>
                <a:latin typeface="Tahoma"/>
                <a:ea typeface="Tahoma"/>
                <a:cs typeface="Tahoma"/>
              </a:rPr>
              <a:t>والروح؟</a:t>
            </a:r>
          </a:p>
        </p:txBody>
      </p:sp>
      <p:sp>
        <p:nvSpPr>
          <p:cNvPr id="48" name="text-1111">
            <a:extLst xmlns:a="http://schemas.openxmlformats.org/drawingml/2006/main">
              <a:ext uri="{FF2B5EF4-FFF2-40B4-BE49-F238E27FC236}">
                <a16:creationId xmlns:a16="http://schemas.microsoft.com/office/drawing/2014/main" id="{6CFBD12C-228B-4C4F-B999-0BC3B277E6C6}"/>
              </a:ext>
            </a:extLst>
          </p:cNvPr>
          <p:cNvSpPr>
            <a:spLocks xmlns:a="http://schemas.openxmlformats.org/drawingml/2006/main" noGrp="1"/>
          </p:cNvSpPr>
          <p:nvPr/>
        </p:nvSpPr>
        <p:spPr>
          <a:xfrm xmlns:a="http://schemas.openxmlformats.org/drawingml/2006/main">
            <a:off x="5363119" y="3990975"/>
            <a:ext cx="53285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قرائن</a:t>
            </a:r>
          </a:p>
        </p:txBody>
      </p:sp>
      <p:sp>
        <p:nvSpPr>
          <p:cNvPr id="49" name="text-1112">
            <a:extLst xmlns:a="http://schemas.openxmlformats.org/drawingml/2006/main">
              <a:ext uri="{FF2B5EF4-FFF2-40B4-BE49-F238E27FC236}">
                <a16:creationId xmlns:a16="http://schemas.microsoft.com/office/drawing/2014/main" id="{D1E4DE29-C009-45C1-9B9D-F924243BEA7B}"/>
              </a:ext>
            </a:extLst>
          </p:cNvPr>
          <p:cNvSpPr>
            <a:spLocks xmlns:a="http://schemas.openxmlformats.org/drawingml/2006/main" noGrp="1"/>
          </p:cNvSpPr>
          <p:nvPr/>
        </p:nvSpPr>
        <p:spPr>
          <a:xfrm xmlns:a="http://schemas.openxmlformats.org/drawingml/2006/main">
            <a:off x="4280470" y="3990975"/>
            <a:ext cx="103026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الاستعمال</a:t>
            </a:r>
          </a:p>
        </p:txBody>
      </p:sp>
      <p:sp>
        <p:nvSpPr>
          <p:cNvPr id="50" name="text-1113">
            <a:extLst xmlns:a="http://schemas.openxmlformats.org/drawingml/2006/main">
              <a:ext uri="{FF2B5EF4-FFF2-40B4-BE49-F238E27FC236}">
                <a16:creationId xmlns:a16="http://schemas.microsoft.com/office/drawing/2014/main" id="{FA9E426B-3240-459D-AD4E-7479F93C0BD7}"/>
              </a:ext>
            </a:extLst>
          </p:cNvPr>
          <p:cNvSpPr>
            <a:spLocks xmlns:a="http://schemas.openxmlformats.org/drawingml/2006/main" noGrp="1"/>
          </p:cNvSpPr>
          <p:nvPr/>
        </p:nvSpPr>
        <p:spPr>
          <a:xfrm xmlns:a="http://schemas.openxmlformats.org/drawingml/2006/main">
            <a:off x="3185166" y="3990975"/>
            <a:ext cx="104291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وشواهدها</a:t>
            </a:r>
          </a:p>
        </p:txBody>
      </p:sp>
      <p:sp>
        <p:nvSpPr>
          <p:cNvPr id="51" name="text-1114">
            <a:extLst xmlns:a="http://schemas.openxmlformats.org/drawingml/2006/main">
              <a:ext uri="{FF2B5EF4-FFF2-40B4-BE49-F238E27FC236}">
                <a16:creationId xmlns:a16="http://schemas.microsoft.com/office/drawing/2014/main" id="{147EA79A-C7B0-4FDA-8FF4-69920C3CFF60}"/>
              </a:ext>
            </a:extLst>
          </p:cNvPr>
          <p:cNvSpPr>
            <a:spLocks xmlns:a="http://schemas.openxmlformats.org/drawingml/2006/main" noGrp="1"/>
          </p:cNvSpPr>
          <p:nvPr/>
        </p:nvSpPr>
        <p:spPr>
          <a:xfrm xmlns:a="http://schemas.openxmlformats.org/drawingml/2006/main">
            <a:off x="2276560" y="3990975"/>
            <a:ext cx="856218"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6DAB5"/>
                </a:solidFill>
                <a:latin typeface="Tahoma"/>
                <a:ea typeface="Tahoma"/>
                <a:cs typeface="Tahoma"/>
              </a:defRPr>
            </a:pPr>
            <a:r>
              <a:rPr sz="1800" b="0">
                <a:solidFill>
                  <a:srgbClr val="A6DAB5"/>
                </a:solidFill>
                <a:latin typeface="Tahoma"/>
                <a:ea typeface="Tahoma"/>
                <a:cs typeface="Tahoma"/>
              </a:rPr>
              <a:t>وحدودها</a:t>
            </a:r>
          </a:p>
        </p:txBody>
      </p:sp>
      <p:sp>
        <p:nvSpPr>
          <p:cNvPr id="52" name="text-1115">
            <a:extLst xmlns:a="http://schemas.openxmlformats.org/drawingml/2006/main">
              <a:ext uri="{FF2B5EF4-FFF2-40B4-BE49-F238E27FC236}">
                <a16:creationId xmlns:a16="http://schemas.microsoft.com/office/drawing/2014/main" id="{AFAC755D-434B-43D6-9EC6-44D192A29291}"/>
              </a:ext>
            </a:extLst>
          </p:cNvPr>
          <p:cNvSpPr>
            <a:spLocks xmlns:a="http://schemas.openxmlformats.org/drawingml/2006/main" noGrp="1"/>
          </p:cNvSpPr>
          <p:nvPr/>
        </p:nvSpPr>
        <p:spPr>
          <a:xfrm xmlns:a="http://schemas.openxmlformats.org/drawingml/2006/main">
            <a:off x="11106741" y="4981575"/>
            <a:ext cx="475659"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٣٦٨</a:t>
            </a:r>
          </a:p>
        </p:txBody>
      </p:sp>
      <p:sp>
        <p:nvSpPr>
          <p:cNvPr id="53" name="text-1116">
            <a:extLst xmlns:a="http://schemas.openxmlformats.org/drawingml/2006/main">
              <a:ext uri="{FF2B5EF4-FFF2-40B4-BE49-F238E27FC236}">
                <a16:creationId xmlns:a16="http://schemas.microsoft.com/office/drawing/2014/main" id="{2A9C7E5C-4497-499C-849F-D035971212C7}"/>
              </a:ext>
            </a:extLst>
          </p:cNvPr>
          <p:cNvSpPr>
            <a:spLocks xmlns:a="http://schemas.openxmlformats.org/drawingml/2006/main" noGrp="1"/>
          </p:cNvSpPr>
          <p:nvPr/>
        </p:nvSpPr>
        <p:spPr>
          <a:xfrm xmlns:a="http://schemas.openxmlformats.org/drawingml/2006/main">
            <a:off x="10372161" y="4981575"/>
            <a:ext cx="676191"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اختبارًا</a:t>
            </a:r>
          </a:p>
        </p:txBody>
      </p:sp>
      <p:sp>
        <p:nvSpPr>
          <p:cNvPr id="54" name="text-1117">
            <a:extLst xmlns:a="http://schemas.openxmlformats.org/drawingml/2006/main">
              <a:ext uri="{FF2B5EF4-FFF2-40B4-BE49-F238E27FC236}">
                <a16:creationId xmlns:a16="http://schemas.microsoft.com/office/drawing/2014/main" id="{4E9B988A-B5F8-4054-A647-914F6C70984D}"/>
              </a:ext>
            </a:extLst>
          </p:cNvPr>
          <p:cNvSpPr>
            <a:spLocks xmlns:a="http://schemas.openxmlformats.org/drawingml/2006/main" noGrp="1"/>
          </p:cNvSpPr>
          <p:nvPr/>
        </p:nvSpPr>
        <p:spPr>
          <a:xfrm xmlns:a="http://schemas.openxmlformats.org/drawingml/2006/main">
            <a:off x="9717539" y="4981575"/>
            <a:ext cx="596234"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محليًا</a:t>
            </a:r>
          </a:p>
        </p:txBody>
      </p:sp>
      <p:sp>
        <p:nvSpPr>
          <p:cNvPr id="55" name="text-1118">
            <a:extLst xmlns:a="http://schemas.openxmlformats.org/drawingml/2006/main">
              <a:ext uri="{FF2B5EF4-FFF2-40B4-BE49-F238E27FC236}">
                <a16:creationId xmlns:a16="http://schemas.microsoft.com/office/drawing/2014/main" id="{4168BA44-F7CF-43E9-937D-FB48B7C51140}"/>
              </a:ext>
            </a:extLst>
          </p:cNvPr>
          <p:cNvSpPr>
            <a:spLocks xmlns:a="http://schemas.openxmlformats.org/drawingml/2006/main" noGrp="1"/>
          </p:cNvSpPr>
          <p:nvPr/>
        </p:nvSpPr>
        <p:spPr>
          <a:xfrm xmlns:a="http://schemas.openxmlformats.org/drawingml/2006/main">
            <a:off x="9530890" y="4981575"/>
            <a:ext cx="128261"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a:t>
            </a:r>
          </a:p>
        </p:txBody>
      </p:sp>
      <p:sp>
        <p:nvSpPr>
          <p:cNvPr id="56" name="text-1119">
            <a:extLst xmlns:a="http://schemas.openxmlformats.org/drawingml/2006/main">
              <a:ext uri="{FF2B5EF4-FFF2-40B4-BE49-F238E27FC236}">
                <a16:creationId xmlns:a16="http://schemas.microsoft.com/office/drawing/2014/main" id="{C504A688-E362-4429-805B-1C2DE6A28E45}"/>
              </a:ext>
            </a:extLst>
          </p:cNvPr>
          <p:cNvSpPr>
            <a:spLocks xmlns:a="http://schemas.openxmlformats.org/drawingml/2006/main" noGrp="1"/>
          </p:cNvSpPr>
          <p:nvPr/>
        </p:nvSpPr>
        <p:spPr>
          <a:xfrm xmlns:a="http://schemas.openxmlformats.org/drawingml/2006/main">
            <a:off x="9142728" y="4981575"/>
            <a:ext cx="329774"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٦٠</a:t>
            </a:r>
          </a:p>
        </p:txBody>
      </p:sp>
      <p:sp>
        <p:nvSpPr>
          <p:cNvPr id="57" name="text-1120">
            <a:extLst xmlns:a="http://schemas.openxmlformats.org/drawingml/2006/main">
              <a:ext uri="{FF2B5EF4-FFF2-40B4-BE49-F238E27FC236}">
                <a16:creationId xmlns:a16="http://schemas.microsoft.com/office/drawing/2014/main" id="{CAD71D9A-CA8A-4360-9E02-FEA4778AC234}"/>
              </a:ext>
            </a:extLst>
          </p:cNvPr>
          <p:cNvSpPr>
            <a:spLocks xmlns:a="http://schemas.openxmlformats.org/drawingml/2006/main" noGrp="1"/>
          </p:cNvSpPr>
          <p:nvPr/>
        </p:nvSpPr>
        <p:spPr>
          <a:xfrm xmlns:a="http://schemas.openxmlformats.org/drawingml/2006/main">
            <a:off x="8471232" y="4981575"/>
            <a:ext cx="613108"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فحص</a:t>
            </a:r>
          </a:p>
        </p:txBody>
      </p:sp>
      <p:sp>
        <p:nvSpPr>
          <p:cNvPr id="58" name="text-1121">
            <a:extLst xmlns:a="http://schemas.openxmlformats.org/drawingml/2006/main">
              <a:ext uri="{FF2B5EF4-FFF2-40B4-BE49-F238E27FC236}">
                <a16:creationId xmlns:a16="http://schemas.microsoft.com/office/drawing/2014/main" id="{7FD8F201-157B-44EC-B8A1-C6833C13597B}"/>
              </a:ext>
            </a:extLst>
          </p:cNvPr>
          <p:cNvSpPr>
            <a:spLocks xmlns:a="http://schemas.openxmlformats.org/drawingml/2006/main" noGrp="1"/>
          </p:cNvSpPr>
          <p:nvPr/>
        </p:nvSpPr>
        <p:spPr>
          <a:xfrm xmlns:a="http://schemas.openxmlformats.org/drawingml/2006/main">
            <a:off x="7635504" y="4981575"/>
            <a:ext cx="777340"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تشغيل</a:t>
            </a:r>
          </a:p>
        </p:txBody>
      </p:sp>
      <p:sp>
        <p:nvSpPr>
          <p:cNvPr id="59" name="text-1122">
            <a:extLst xmlns:a="http://schemas.openxmlformats.org/drawingml/2006/main">
              <a:ext uri="{FF2B5EF4-FFF2-40B4-BE49-F238E27FC236}">
                <a16:creationId xmlns:a16="http://schemas.microsoft.com/office/drawing/2014/main" id="{DDDAE684-9D08-4B7D-9B78-EBC6B071B512}"/>
              </a:ext>
            </a:extLst>
          </p:cNvPr>
          <p:cNvSpPr>
            <a:spLocks xmlns:a="http://schemas.openxmlformats.org/drawingml/2006/main" noGrp="1"/>
          </p:cNvSpPr>
          <p:nvPr/>
        </p:nvSpPr>
        <p:spPr>
          <a:xfrm xmlns:a="http://schemas.openxmlformats.org/drawingml/2006/main">
            <a:off x="7448855" y="4981575"/>
            <a:ext cx="128261"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a:t>
            </a:r>
          </a:p>
        </p:txBody>
      </p:sp>
      <p:sp>
        <p:nvSpPr>
          <p:cNvPr id="60" name="text-1123">
            <a:extLst xmlns:a="http://schemas.openxmlformats.org/drawingml/2006/main">
              <a:ext uri="{FF2B5EF4-FFF2-40B4-BE49-F238E27FC236}">
                <a16:creationId xmlns:a16="http://schemas.microsoft.com/office/drawing/2014/main" id="{0B2806DA-A3FC-4D14-950F-389157271964}"/>
              </a:ext>
            </a:extLst>
          </p:cNvPr>
          <p:cNvSpPr>
            <a:spLocks xmlns:a="http://schemas.openxmlformats.org/drawingml/2006/main" noGrp="1"/>
          </p:cNvSpPr>
          <p:nvPr/>
        </p:nvSpPr>
        <p:spPr>
          <a:xfrm xmlns:a="http://schemas.openxmlformats.org/drawingml/2006/main">
            <a:off x="7060693" y="4981575"/>
            <a:ext cx="329774"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٢٨</a:t>
            </a:r>
          </a:p>
        </p:txBody>
      </p:sp>
      <p:sp>
        <p:nvSpPr>
          <p:cNvPr id="61" name="text-1124">
            <a:extLst xmlns:a="http://schemas.openxmlformats.org/drawingml/2006/main">
              <a:ext uri="{FF2B5EF4-FFF2-40B4-BE49-F238E27FC236}">
                <a16:creationId xmlns:a16="http://schemas.microsoft.com/office/drawing/2014/main" id="{7EC41049-9432-4B7E-9193-27DAE331CBC6}"/>
              </a:ext>
            </a:extLst>
          </p:cNvPr>
          <p:cNvSpPr>
            <a:spLocks xmlns:a="http://schemas.openxmlformats.org/drawingml/2006/main" noGrp="1"/>
          </p:cNvSpPr>
          <p:nvPr/>
        </p:nvSpPr>
        <p:spPr>
          <a:xfrm xmlns:a="http://schemas.openxmlformats.org/drawingml/2006/main">
            <a:off x="6414901" y="4981575"/>
            <a:ext cx="587404"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فحصًا</a:t>
            </a:r>
          </a:p>
        </p:txBody>
      </p:sp>
      <p:sp>
        <p:nvSpPr>
          <p:cNvPr id="62" name="text-1125">
            <a:extLst xmlns:a="http://schemas.openxmlformats.org/drawingml/2006/main">
              <a:ext uri="{FF2B5EF4-FFF2-40B4-BE49-F238E27FC236}">
                <a16:creationId xmlns:a16="http://schemas.microsoft.com/office/drawing/2014/main" id="{8F8935D4-F518-4FE1-8745-7E1F347A6E71}"/>
              </a:ext>
            </a:extLst>
          </p:cNvPr>
          <p:cNvSpPr>
            <a:spLocks xmlns:a="http://schemas.openxmlformats.org/drawingml/2006/main" noGrp="1"/>
          </p:cNvSpPr>
          <p:nvPr/>
        </p:nvSpPr>
        <p:spPr>
          <a:xfrm xmlns:a="http://schemas.openxmlformats.org/drawingml/2006/main">
            <a:off x="5886249" y="4981575"/>
            <a:ext cx="470264"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950" b="0">
                <a:solidFill>
                  <a:srgbClr val="DDC087"/>
                </a:solidFill>
                <a:latin typeface="Tahoma"/>
                <a:ea typeface="Tahoma"/>
                <a:cs typeface="Tahoma"/>
              </a:defRPr>
            </a:pPr>
            <a:r>
              <a:rPr sz="1950" b="0">
                <a:solidFill>
                  <a:srgbClr val="DDC087"/>
                </a:solidFill>
                <a:latin typeface="Tahoma"/>
                <a:ea typeface="Tahoma"/>
                <a:cs typeface="Tahoma"/>
              </a:rPr>
              <a:t>عامًا</a:t>
            </a:r>
          </a:p>
        </p:txBody>
      </p:sp>
      <p:sp>
        <p:nvSpPr>
          <p:cNvPr id="63" name="text-1126">
            <a:extLst xmlns:a="http://schemas.openxmlformats.org/drawingml/2006/main">
              <a:ext uri="{FF2B5EF4-FFF2-40B4-BE49-F238E27FC236}">
                <a16:creationId xmlns:a16="http://schemas.microsoft.com/office/drawing/2014/main" id="{F9897210-B299-4989-9B97-0CD10265517E}"/>
              </a:ext>
            </a:extLst>
          </p:cNvPr>
          <p:cNvSpPr>
            <a:spLocks xmlns:a="http://schemas.openxmlformats.org/drawingml/2006/main" noGrp="1"/>
          </p:cNvSpPr>
          <p:nvPr/>
        </p:nvSpPr>
        <p:spPr>
          <a:xfrm xmlns:a="http://schemas.openxmlformats.org/drawingml/2006/main">
            <a:off x="11247917" y="5638800"/>
            <a:ext cx="33448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كرر</a:t>
            </a:r>
          </a:p>
        </p:txBody>
      </p:sp>
      <p:sp>
        <p:nvSpPr>
          <p:cNvPr id="64" name="text-1127">
            <a:extLst xmlns:a="http://schemas.openxmlformats.org/drawingml/2006/main">
              <a:ext uri="{FF2B5EF4-FFF2-40B4-BE49-F238E27FC236}">
                <a16:creationId xmlns:a16="http://schemas.microsoft.com/office/drawing/2014/main" id="{E66D9DBF-613C-463B-B313-61C0047D29AF}"/>
              </a:ext>
            </a:extLst>
          </p:cNvPr>
          <p:cNvSpPr>
            <a:spLocks xmlns:a="http://schemas.openxmlformats.org/drawingml/2006/main" noGrp="1"/>
          </p:cNvSpPr>
          <p:nvPr/>
        </p:nvSpPr>
        <p:spPr>
          <a:xfrm xmlns:a="http://schemas.openxmlformats.org/drawingml/2006/main">
            <a:off x="10690340" y="5638800"/>
            <a:ext cx="50519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بصيغ</a:t>
            </a:r>
          </a:p>
        </p:txBody>
      </p:sp>
      <p:sp>
        <p:nvSpPr>
          <p:cNvPr id="65" name="text-1128">
            <a:extLst xmlns:a="http://schemas.openxmlformats.org/drawingml/2006/main">
              <a:ext uri="{FF2B5EF4-FFF2-40B4-BE49-F238E27FC236}">
                <a16:creationId xmlns:a16="http://schemas.microsoft.com/office/drawing/2014/main" id="{7EA5DB0E-05EA-4412-BA2A-4588565CE8B8}"/>
              </a:ext>
            </a:extLst>
          </p:cNvPr>
          <p:cNvSpPr>
            <a:spLocks xmlns:a="http://schemas.openxmlformats.org/drawingml/2006/main" noGrp="1"/>
          </p:cNvSpPr>
          <p:nvPr/>
        </p:nvSpPr>
        <p:spPr>
          <a:xfrm xmlns:a="http://schemas.openxmlformats.org/drawingml/2006/main">
            <a:off x="10010717" y="5638800"/>
            <a:ext cx="62723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جديدة</a:t>
            </a:r>
          </a:p>
        </p:txBody>
      </p:sp>
      <p:sp>
        <p:nvSpPr>
          <p:cNvPr id="66" name="text-1129">
            <a:extLst xmlns:a="http://schemas.openxmlformats.org/drawingml/2006/main">
              <a:ext uri="{FF2B5EF4-FFF2-40B4-BE49-F238E27FC236}">
                <a16:creationId xmlns:a16="http://schemas.microsoft.com/office/drawing/2014/main" id="{77A66E6E-2CF7-4308-BE09-35E16E4054F8}"/>
              </a:ext>
            </a:extLst>
          </p:cNvPr>
          <p:cNvSpPr>
            <a:spLocks xmlns:a="http://schemas.openxmlformats.org/drawingml/2006/main" noGrp="1"/>
          </p:cNvSpPr>
          <p:nvPr/>
        </p:nvSpPr>
        <p:spPr>
          <a:xfrm xmlns:a="http://schemas.openxmlformats.org/drawingml/2006/main">
            <a:off x="9260849" y="5638800"/>
            <a:ext cx="6974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وسجّل</a:t>
            </a:r>
          </a:p>
        </p:txBody>
      </p:sp>
      <p:sp>
        <p:nvSpPr>
          <p:cNvPr id="67" name="text-1130">
            <a:extLst xmlns:a="http://schemas.openxmlformats.org/drawingml/2006/main">
              <a:ext uri="{FF2B5EF4-FFF2-40B4-BE49-F238E27FC236}">
                <a16:creationId xmlns:a16="http://schemas.microsoft.com/office/drawing/2014/main" id="{B94567D5-211D-4902-B250-4A5492D36E20}"/>
              </a:ext>
            </a:extLst>
          </p:cNvPr>
          <p:cNvSpPr>
            <a:spLocks xmlns:a="http://schemas.openxmlformats.org/drawingml/2006/main" noGrp="1"/>
          </p:cNvSpPr>
          <p:nvPr/>
        </p:nvSpPr>
        <p:spPr>
          <a:xfrm xmlns:a="http://schemas.openxmlformats.org/drawingml/2006/main">
            <a:off x="8421801" y="5638800"/>
            <a:ext cx="7866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الإخفاق</a:t>
            </a:r>
          </a:p>
        </p:txBody>
      </p:sp>
      <p:sp>
        <p:nvSpPr>
          <p:cNvPr id="68" name="text-1131">
            <a:extLst xmlns:a="http://schemas.openxmlformats.org/drawingml/2006/main">
              <a:ext uri="{FF2B5EF4-FFF2-40B4-BE49-F238E27FC236}">
                <a16:creationId xmlns:a16="http://schemas.microsoft.com/office/drawing/2014/main" id="{66278AB9-9D70-4C17-B484-83E859916811}"/>
              </a:ext>
            </a:extLst>
          </p:cNvPr>
          <p:cNvSpPr>
            <a:spLocks xmlns:a="http://schemas.openxmlformats.org/drawingml/2006/main" noGrp="1"/>
          </p:cNvSpPr>
          <p:nvPr/>
        </p:nvSpPr>
        <p:spPr>
          <a:xfrm xmlns:a="http://schemas.openxmlformats.org/drawingml/2006/main">
            <a:off x="8248118" y="5638800"/>
            <a:ext cx="12129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a:t>
            </a:r>
          </a:p>
        </p:txBody>
      </p:sp>
      <p:sp>
        <p:nvSpPr>
          <p:cNvPr id="69" name="text-1132">
            <a:extLst xmlns:a="http://schemas.openxmlformats.org/drawingml/2006/main">
              <a:ext uri="{FF2B5EF4-FFF2-40B4-BE49-F238E27FC236}">
                <a16:creationId xmlns:a16="http://schemas.microsoft.com/office/drawing/2014/main" id="{88A232F8-F90B-4426-9A2C-08ECB53DDEE2}"/>
              </a:ext>
            </a:extLst>
          </p:cNvPr>
          <p:cNvSpPr>
            <a:spLocks xmlns:a="http://schemas.openxmlformats.org/drawingml/2006/main" noGrp="1"/>
          </p:cNvSpPr>
          <p:nvPr/>
        </p:nvSpPr>
        <p:spPr>
          <a:xfrm xmlns:a="http://schemas.openxmlformats.org/drawingml/2006/main">
            <a:off x="7522385" y="5638800"/>
            <a:ext cx="67334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الأعداد</a:t>
            </a:r>
          </a:p>
        </p:txBody>
      </p:sp>
      <p:sp>
        <p:nvSpPr>
          <p:cNvPr id="70" name="text-1133">
            <a:extLst xmlns:a="http://schemas.openxmlformats.org/drawingml/2006/main">
              <a:ext uri="{FF2B5EF4-FFF2-40B4-BE49-F238E27FC236}">
                <a16:creationId xmlns:a16="http://schemas.microsoft.com/office/drawing/2014/main" id="{92FE381B-45D7-406D-9552-AD9057EC53D1}"/>
              </a:ext>
            </a:extLst>
          </p:cNvPr>
          <p:cNvSpPr>
            <a:spLocks xmlns:a="http://schemas.openxmlformats.org/drawingml/2006/main" noGrp="1"/>
          </p:cNvSpPr>
          <p:nvPr/>
        </p:nvSpPr>
        <p:spPr>
          <a:xfrm xmlns:a="http://schemas.openxmlformats.org/drawingml/2006/main">
            <a:off x="7288562" y="5638800"/>
            <a:ext cx="18143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لا</a:t>
            </a:r>
          </a:p>
        </p:txBody>
      </p:sp>
      <p:sp>
        <p:nvSpPr>
          <p:cNvPr id="71" name="text-1134">
            <a:extLst xmlns:a="http://schemas.openxmlformats.org/drawingml/2006/main">
              <a:ext uri="{FF2B5EF4-FFF2-40B4-BE49-F238E27FC236}">
                <a16:creationId xmlns:a16="http://schemas.microsoft.com/office/drawing/2014/main" id="{D83EBE27-09A4-4F9F-94BC-2265378E4332}"/>
              </a:ext>
            </a:extLst>
          </p:cNvPr>
          <p:cNvSpPr>
            <a:spLocks xmlns:a="http://schemas.openxmlformats.org/drawingml/2006/main" noGrp="1"/>
          </p:cNvSpPr>
          <p:nvPr/>
        </p:nvSpPr>
        <p:spPr>
          <a:xfrm xmlns:a="http://schemas.openxmlformats.org/drawingml/2006/main">
            <a:off x="6701062" y="5638800"/>
            <a:ext cx="53511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تعني</a:t>
            </a:r>
          </a:p>
        </p:txBody>
      </p:sp>
      <p:sp>
        <p:nvSpPr>
          <p:cNvPr id="72" name="text-1135">
            <a:extLst xmlns:a="http://schemas.openxmlformats.org/drawingml/2006/main">
              <a:ext uri="{FF2B5EF4-FFF2-40B4-BE49-F238E27FC236}">
                <a16:creationId xmlns:a16="http://schemas.microsoft.com/office/drawing/2014/main" id="{8ECA0009-35CF-4622-B999-D2EC0780D74A}"/>
              </a:ext>
            </a:extLst>
          </p:cNvPr>
          <p:cNvSpPr>
            <a:spLocks xmlns:a="http://schemas.openxmlformats.org/drawingml/2006/main" noGrp="1"/>
          </p:cNvSpPr>
          <p:nvPr/>
        </p:nvSpPr>
        <p:spPr>
          <a:xfrm xmlns:a="http://schemas.openxmlformats.org/drawingml/2006/main">
            <a:off x="6268670" y="5638800"/>
            <a:ext cx="38000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دقة</a:t>
            </a:r>
          </a:p>
        </p:txBody>
      </p:sp>
      <p:sp>
        <p:nvSpPr>
          <p:cNvPr id="73" name="text-1136">
            <a:extLst xmlns:a="http://schemas.openxmlformats.org/drawingml/2006/main">
              <a:ext uri="{FF2B5EF4-FFF2-40B4-BE49-F238E27FC236}">
                <a16:creationId xmlns:a16="http://schemas.microsoft.com/office/drawing/2014/main" id="{C189C6B3-E7DE-4CD0-8DDA-F4DEAABD2911}"/>
              </a:ext>
            </a:extLst>
          </p:cNvPr>
          <p:cNvSpPr>
            <a:spLocks xmlns:a="http://schemas.openxmlformats.org/drawingml/2006/main" noGrp="1"/>
          </p:cNvSpPr>
          <p:nvPr/>
        </p:nvSpPr>
        <p:spPr>
          <a:xfrm xmlns:a="http://schemas.openxmlformats.org/drawingml/2006/main">
            <a:off x="5595130" y="5638800"/>
            <a:ext cx="62115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علمية</a:t>
            </a:r>
          </a:p>
        </p:txBody>
      </p:sp>
    </p:spTree>
    <p:extLst>
      <p:ext uri="{BB962C8B-B14F-4D97-AF65-F5344CB8AC3E}">
        <p14:creationId xmlns:p14="http://schemas.microsoft.com/office/powerpoint/2010/main" val="740538479"/>
      </p:ext>
    </p:extLst>
  </p:cSld>
</p:sld>
</file>

<file path=ppt/slides/slide20.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66" name="text-1137">
            <a:extLst xmlns:a="http://schemas.openxmlformats.org/drawingml/2006/main">
              <a:ext uri="{FF2B5EF4-FFF2-40B4-BE49-F238E27FC236}">
                <a16:creationId xmlns:a16="http://schemas.microsoft.com/office/drawing/2014/main" id="{6EA94135-C9A8-427B-AC46-50F1A210B715}"/>
              </a:ext>
            </a:extLst>
          </p:cNvPr>
          <p:cNvSpPr>
            <a:spLocks xmlns:a="http://schemas.openxmlformats.org/drawingml/2006/main" noGrp="1"/>
          </p:cNvSpPr>
          <p:nvPr/>
        </p:nvSpPr>
        <p:spPr>
          <a:xfrm xmlns:a="http://schemas.openxmlformats.org/drawingml/2006/main">
            <a:off x="10574007" y="457200"/>
            <a:ext cx="1008393"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خطة</a:t>
            </a:r>
          </a:p>
        </p:txBody>
      </p:sp>
      <p:sp>
        <p:nvSpPr>
          <p:cNvPr id="2" name="text-1138">
            <a:extLst xmlns:a="http://schemas.openxmlformats.org/drawingml/2006/main">
              <a:ext uri="{FF2B5EF4-FFF2-40B4-BE49-F238E27FC236}">
                <a16:creationId xmlns:a16="http://schemas.microsoft.com/office/drawing/2014/main" id="{E922BCE4-9CED-49FC-98EF-5500B9626662}"/>
              </a:ext>
            </a:extLst>
          </p:cNvPr>
          <p:cNvSpPr>
            <a:spLocks xmlns:a="http://schemas.openxmlformats.org/drawingml/2006/main" noGrp="1"/>
          </p:cNvSpPr>
          <p:nvPr/>
        </p:nvSpPr>
        <p:spPr>
          <a:xfrm xmlns:a="http://schemas.openxmlformats.org/drawingml/2006/main">
            <a:off x="9293969" y="457200"/>
            <a:ext cx="1179073"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توسّع</a:t>
            </a:r>
          </a:p>
        </p:txBody>
      </p:sp>
      <p:sp>
        <p:nvSpPr>
          <p:cNvPr id="3" name="text-1139">
            <a:extLst xmlns:a="http://schemas.openxmlformats.org/drawingml/2006/main">
              <a:ext uri="{FF2B5EF4-FFF2-40B4-BE49-F238E27FC236}">
                <a16:creationId xmlns:a16="http://schemas.microsoft.com/office/drawing/2014/main" id="{4F282990-EAD1-467F-B5E3-128D4053A7C5}"/>
              </a:ext>
            </a:extLst>
          </p:cNvPr>
          <p:cNvSpPr>
            <a:spLocks xmlns:a="http://schemas.openxmlformats.org/drawingml/2006/main" noGrp="1"/>
          </p:cNvSpPr>
          <p:nvPr/>
        </p:nvSpPr>
        <p:spPr>
          <a:xfrm xmlns:a="http://schemas.openxmlformats.org/drawingml/2006/main">
            <a:off x="8126166" y="457200"/>
            <a:ext cx="1066838"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عائلة</a:t>
            </a:r>
          </a:p>
        </p:txBody>
      </p:sp>
      <p:sp>
        <p:nvSpPr>
          <p:cNvPr id="4" name="text-1140">
            <a:extLst xmlns:a="http://schemas.openxmlformats.org/drawingml/2006/main">
              <a:ext uri="{FF2B5EF4-FFF2-40B4-BE49-F238E27FC236}">
                <a16:creationId xmlns:a16="http://schemas.microsoft.com/office/drawing/2014/main" id="{26CABF1B-FCCA-4263-B8AB-FC73EA4FB400}"/>
              </a:ext>
            </a:extLst>
          </p:cNvPr>
          <p:cNvSpPr>
            <a:spLocks xmlns:a="http://schemas.openxmlformats.org/drawingml/2006/main" noGrp="1"/>
          </p:cNvSpPr>
          <p:nvPr/>
        </p:nvSpPr>
        <p:spPr>
          <a:xfrm xmlns:a="http://schemas.openxmlformats.org/drawingml/2006/main">
            <a:off x="7204428" y="457200"/>
            <a:ext cx="820773"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برق</a:t>
            </a:r>
          </a:p>
        </p:txBody>
      </p:sp>
      <p:sp>
        <p:nvSpPr>
          <p:cNvPr id="5" name="shape-1141">
            <a:extLst xmlns:a="http://schemas.openxmlformats.org/drawingml/2006/main">
              <a:ext uri="{FF2B5EF4-FFF2-40B4-BE49-F238E27FC236}">
                <a16:creationId xmlns:a16="http://schemas.microsoft.com/office/drawing/2014/main" id="{C7C62200-E8C5-4662-9660-941704931BAB}"/>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6" name="text-1142">
            <a:extLst xmlns:a="http://schemas.openxmlformats.org/drawingml/2006/main">
              <a:ext uri="{FF2B5EF4-FFF2-40B4-BE49-F238E27FC236}">
                <a16:creationId xmlns:a16="http://schemas.microsoft.com/office/drawing/2014/main" id="{718B233F-7BD7-4B92-A45F-80849EDE4810}"/>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7" name="text-1143">
            <a:extLst xmlns:a="http://schemas.openxmlformats.org/drawingml/2006/main">
              <a:ext uri="{FF2B5EF4-FFF2-40B4-BE49-F238E27FC236}">
                <a16:creationId xmlns:a16="http://schemas.microsoft.com/office/drawing/2014/main" id="{2EF80E18-D06D-4F1A-A8E4-3EF6EA2F1982}"/>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8" name="text-1144">
            <a:extLst xmlns:a="http://schemas.openxmlformats.org/drawingml/2006/main">
              <a:ext uri="{FF2B5EF4-FFF2-40B4-BE49-F238E27FC236}">
                <a16:creationId xmlns:a16="http://schemas.microsoft.com/office/drawing/2014/main" id="{52960DED-4AC1-45DA-A1D3-F6DA539F47A6}"/>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9" name="text-1145">
            <a:extLst xmlns:a="http://schemas.openxmlformats.org/drawingml/2006/main">
              <a:ext uri="{FF2B5EF4-FFF2-40B4-BE49-F238E27FC236}">
                <a16:creationId xmlns:a16="http://schemas.microsoft.com/office/drawing/2014/main" id="{ECCEBED6-43AD-4937-BD26-5961DA57636F}"/>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0" name="text-1146">
            <a:extLst xmlns:a="http://schemas.openxmlformats.org/drawingml/2006/main">
              <a:ext uri="{FF2B5EF4-FFF2-40B4-BE49-F238E27FC236}">
                <a16:creationId xmlns:a16="http://schemas.microsoft.com/office/drawing/2014/main" id="{D92E81F0-047F-4DC8-AE15-8FA3D896BAEA}"/>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1" name="text-1147">
            <a:extLst xmlns:a="http://schemas.openxmlformats.org/drawingml/2006/main">
              <a:ext uri="{FF2B5EF4-FFF2-40B4-BE49-F238E27FC236}">
                <a16:creationId xmlns:a16="http://schemas.microsoft.com/office/drawing/2014/main" id="{84B8F49A-3C34-439E-8D54-157ECE27AA70}"/>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2" name="text-1148">
            <a:extLst xmlns:a="http://schemas.openxmlformats.org/drawingml/2006/main">
              <a:ext uri="{FF2B5EF4-FFF2-40B4-BE49-F238E27FC236}">
                <a16:creationId xmlns:a16="http://schemas.microsoft.com/office/drawing/2014/main" id="{049FE19D-64E6-4712-9431-82C1EA87B886}"/>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20</a:t>
            </a:r>
          </a:p>
        </p:txBody>
      </p:sp>
      <p:sp>
        <p:nvSpPr>
          <p:cNvPr id="13" name="text-1149">
            <a:extLst xmlns:a="http://schemas.openxmlformats.org/drawingml/2006/main">
              <a:ext uri="{FF2B5EF4-FFF2-40B4-BE49-F238E27FC236}">
                <a16:creationId xmlns:a16="http://schemas.microsoft.com/office/drawing/2014/main" id="{BC80A67C-0338-4088-BC88-3773CA9B5176}"/>
              </a:ext>
            </a:extLst>
          </p:cNvPr>
          <p:cNvSpPr>
            <a:spLocks xmlns:a="http://schemas.openxmlformats.org/drawingml/2006/main" noGrp="1"/>
          </p:cNvSpPr>
          <p:nvPr/>
        </p:nvSpPr>
        <p:spPr>
          <a:xfrm xmlns:a="http://schemas.openxmlformats.org/drawingml/2006/main">
            <a:off x="10915431" y="1428750"/>
            <a:ext cx="666969"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الفتى</a:t>
            </a:r>
          </a:p>
        </p:txBody>
      </p:sp>
      <p:sp>
        <p:nvSpPr>
          <p:cNvPr id="14" name="text-1150">
            <a:extLst xmlns:a="http://schemas.openxmlformats.org/drawingml/2006/main">
              <a:ext uri="{FF2B5EF4-FFF2-40B4-BE49-F238E27FC236}">
                <a16:creationId xmlns:a16="http://schemas.microsoft.com/office/drawing/2014/main" id="{DDEC41FC-45DD-42DE-8983-3BFE73A481EA}"/>
              </a:ext>
            </a:extLst>
          </p:cNvPr>
          <p:cNvSpPr>
            <a:spLocks xmlns:a="http://schemas.openxmlformats.org/drawingml/2006/main" noGrp="1"/>
          </p:cNvSpPr>
          <p:nvPr/>
        </p:nvSpPr>
        <p:spPr>
          <a:xfrm xmlns:a="http://schemas.openxmlformats.org/drawingml/2006/main">
            <a:off x="10290526" y="1428750"/>
            <a:ext cx="563564"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1.5B</a:t>
            </a:r>
          </a:p>
        </p:txBody>
      </p:sp>
      <p:sp>
        <p:nvSpPr>
          <p:cNvPr id="15" name="text-1151">
            <a:extLst xmlns:a="http://schemas.openxmlformats.org/drawingml/2006/main">
              <a:ext uri="{FF2B5EF4-FFF2-40B4-BE49-F238E27FC236}">
                <a16:creationId xmlns:a16="http://schemas.microsoft.com/office/drawing/2014/main" id="{E4F5C7B9-CC61-48AC-84CE-E7560D22E7A1}"/>
              </a:ext>
            </a:extLst>
          </p:cNvPr>
          <p:cNvSpPr>
            <a:spLocks xmlns:a="http://schemas.openxmlformats.org/drawingml/2006/main" noGrp="1"/>
          </p:cNvSpPr>
          <p:nvPr/>
        </p:nvSpPr>
        <p:spPr>
          <a:xfrm xmlns:a="http://schemas.openxmlformats.org/drawingml/2006/main">
            <a:off x="9358251" y="1428750"/>
            <a:ext cx="870935"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أساسنا</a:t>
            </a:r>
          </a:p>
        </p:txBody>
      </p:sp>
      <p:sp>
        <p:nvSpPr>
          <p:cNvPr id="16" name="text-1152">
            <a:extLst xmlns:a="http://schemas.openxmlformats.org/drawingml/2006/main">
              <a:ext uri="{FF2B5EF4-FFF2-40B4-BE49-F238E27FC236}">
                <a16:creationId xmlns:a16="http://schemas.microsoft.com/office/drawing/2014/main" id="{9855D122-2DF7-435A-A7C4-8E24DBC720B9}"/>
              </a:ext>
            </a:extLst>
          </p:cNvPr>
          <p:cNvSpPr>
            <a:spLocks xmlns:a="http://schemas.openxmlformats.org/drawingml/2006/main" noGrp="1"/>
          </p:cNvSpPr>
          <p:nvPr/>
        </p:nvSpPr>
        <p:spPr>
          <a:xfrm xmlns:a="http://schemas.openxmlformats.org/drawingml/2006/main">
            <a:off x="8429703" y="1428750"/>
            <a:ext cx="867207"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الحالي؛</a:t>
            </a:r>
          </a:p>
        </p:txBody>
      </p:sp>
      <p:sp>
        <p:nvSpPr>
          <p:cNvPr id="17" name="text-1153">
            <a:extLst xmlns:a="http://schemas.openxmlformats.org/drawingml/2006/main">
              <a:ext uri="{FF2B5EF4-FFF2-40B4-BE49-F238E27FC236}">
                <a16:creationId xmlns:a16="http://schemas.microsoft.com/office/drawing/2014/main" id="{A69B4949-E2BE-4203-843A-DC135F697D97}"/>
              </a:ext>
            </a:extLst>
          </p:cNvPr>
          <p:cNvSpPr>
            <a:spLocks xmlns:a="http://schemas.openxmlformats.org/drawingml/2006/main" noGrp="1"/>
          </p:cNvSpPr>
          <p:nvPr/>
        </p:nvSpPr>
        <p:spPr>
          <a:xfrm xmlns:a="http://schemas.openxmlformats.org/drawingml/2006/main">
            <a:off x="7772423" y="1428750"/>
            <a:ext cx="595939"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وهذه</a:t>
            </a:r>
          </a:p>
        </p:txBody>
      </p:sp>
      <p:sp>
        <p:nvSpPr>
          <p:cNvPr id="18" name="text-1154">
            <a:extLst xmlns:a="http://schemas.openxmlformats.org/drawingml/2006/main">
              <a:ext uri="{FF2B5EF4-FFF2-40B4-BE49-F238E27FC236}">
                <a16:creationId xmlns:a16="http://schemas.microsoft.com/office/drawing/2014/main" id="{E544D61B-0E76-4B1A-B87C-B3D4A4D778C5}"/>
              </a:ext>
            </a:extLst>
          </p:cNvPr>
          <p:cNvSpPr>
            <a:spLocks xmlns:a="http://schemas.openxmlformats.org/drawingml/2006/main" noGrp="1"/>
          </p:cNvSpPr>
          <p:nvPr/>
        </p:nvSpPr>
        <p:spPr>
          <a:xfrm xmlns:a="http://schemas.openxmlformats.org/drawingml/2006/main">
            <a:off x="6997414" y="1428750"/>
            <a:ext cx="713668"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مراحل</a:t>
            </a:r>
          </a:p>
        </p:txBody>
      </p:sp>
      <p:sp>
        <p:nvSpPr>
          <p:cNvPr id="19" name="text-1155">
            <a:extLst xmlns:a="http://schemas.openxmlformats.org/drawingml/2006/main">
              <a:ext uri="{FF2B5EF4-FFF2-40B4-BE49-F238E27FC236}">
                <a16:creationId xmlns:a16="http://schemas.microsoft.com/office/drawing/2014/main" id="{6FF2AEC6-2156-49B9-8C4D-5E66C2AAE2E0}"/>
              </a:ext>
            </a:extLst>
          </p:cNvPr>
          <p:cNvSpPr>
            <a:spLocks xmlns:a="http://schemas.openxmlformats.org/drawingml/2006/main" noGrp="1"/>
          </p:cNvSpPr>
          <p:nvPr/>
        </p:nvSpPr>
        <p:spPr>
          <a:xfrm xmlns:a="http://schemas.openxmlformats.org/drawingml/2006/main">
            <a:off x="6178060" y="1428750"/>
            <a:ext cx="758013"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التطوير</a:t>
            </a:r>
          </a:p>
        </p:txBody>
      </p:sp>
      <p:sp>
        <p:nvSpPr>
          <p:cNvPr id="20" name="text-1156">
            <a:extLst xmlns:a="http://schemas.openxmlformats.org/drawingml/2006/main">
              <a:ext uri="{FF2B5EF4-FFF2-40B4-BE49-F238E27FC236}">
                <a16:creationId xmlns:a16="http://schemas.microsoft.com/office/drawing/2014/main" id="{C496F9CD-EE0F-48FB-8A99-CCE57F9D05AE}"/>
              </a:ext>
            </a:extLst>
          </p:cNvPr>
          <p:cNvSpPr>
            <a:spLocks xmlns:a="http://schemas.openxmlformats.org/drawingml/2006/main" noGrp="1"/>
          </p:cNvSpPr>
          <p:nvPr/>
        </p:nvSpPr>
        <p:spPr>
          <a:xfrm xmlns:a="http://schemas.openxmlformats.org/drawingml/2006/main">
            <a:off x="4854532" y="1428750"/>
            <a:ext cx="1262187" cy="519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025" b="0">
                <a:solidFill>
                  <a:srgbClr val="F3F0E6"/>
                </a:solidFill>
                <a:latin typeface="Tahoma"/>
                <a:ea typeface="Tahoma"/>
                <a:cs typeface="Tahoma"/>
              </a:defRPr>
            </a:pPr>
            <a:r>
              <a:rPr sz="2025" b="0">
                <a:solidFill>
                  <a:srgbClr val="F3F0E6"/>
                </a:solidFill>
                <a:latin typeface="Tahoma"/>
                <a:ea typeface="Tahoma"/>
                <a:cs typeface="Tahoma"/>
              </a:rPr>
              <a:t>المستهدفة</a:t>
            </a:r>
          </a:p>
        </p:txBody>
      </p:sp>
      <p:sp>
        <p:nvSpPr>
          <p:cNvPr id="21" name="shape-1157">
            <a:extLst xmlns:a="http://schemas.openxmlformats.org/drawingml/2006/main">
              <a:ext uri="{FF2B5EF4-FFF2-40B4-BE49-F238E27FC236}">
                <a16:creationId xmlns:a16="http://schemas.microsoft.com/office/drawing/2014/main" id="{01B4875E-D0B3-4A7A-B9E4-A6FF76F9C074}"/>
              </a:ext>
            </a:extLst>
          </p:cNvPr>
          <p:cNvSpPr>
            <a:spLocks xmlns:a="http://schemas.openxmlformats.org/drawingml/2006/main" noGrp="1"/>
          </p:cNvSpPr>
          <p:nvPr/>
        </p:nvSpPr>
        <p:spPr>
          <a:xfrm xmlns:a="http://schemas.openxmlformats.org/drawingml/2006/main">
            <a:off x="609600" y="2219325"/>
            <a:ext cx="10972800" cy="81915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22" name="text-1158">
            <a:extLst xmlns:a="http://schemas.openxmlformats.org/drawingml/2006/main">
              <a:ext uri="{FF2B5EF4-FFF2-40B4-BE49-F238E27FC236}">
                <a16:creationId xmlns:a16="http://schemas.microsoft.com/office/drawing/2014/main" id="{9C7544C8-9D09-47FC-833F-7A976363C1F0}"/>
              </a:ext>
            </a:extLst>
          </p:cNvPr>
          <p:cNvSpPr>
            <a:spLocks xmlns:a="http://schemas.openxmlformats.org/drawingml/2006/main" noGrp="1"/>
          </p:cNvSpPr>
          <p:nvPr/>
        </p:nvSpPr>
        <p:spPr>
          <a:xfrm xmlns:a="http://schemas.openxmlformats.org/drawingml/2006/main">
            <a:off x="10397993" y="2409825"/>
            <a:ext cx="946282"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250" b="1">
                <a:solidFill>
                  <a:srgbClr val="DDC087"/>
                </a:solidFill>
                <a:latin typeface="Tahoma"/>
                <a:ea typeface="Tahoma"/>
                <a:cs typeface="Tahoma"/>
              </a:defRPr>
            </a:pPr>
            <a:r>
              <a:rPr sz="2250" b="1">
                <a:solidFill>
                  <a:srgbClr val="DDC087"/>
                </a:solidFill>
                <a:latin typeface="Tahoma"/>
                <a:ea typeface="Tahoma"/>
                <a:cs typeface="Tahoma"/>
              </a:rPr>
              <a:t>الشاب</a:t>
            </a:r>
          </a:p>
        </p:txBody>
      </p:sp>
      <p:sp>
        <p:nvSpPr>
          <p:cNvPr id="23" name="text-1159">
            <a:extLst xmlns:a="http://schemas.openxmlformats.org/drawingml/2006/main">
              <a:ext uri="{FF2B5EF4-FFF2-40B4-BE49-F238E27FC236}">
                <a16:creationId xmlns:a16="http://schemas.microsoft.com/office/drawing/2014/main" id="{2D0AE334-D7FA-4C13-9C9B-538EDB9A23E9}"/>
              </a:ext>
            </a:extLst>
          </p:cNvPr>
          <p:cNvSpPr>
            <a:spLocks xmlns:a="http://schemas.openxmlformats.org/drawingml/2006/main" noGrp="1"/>
          </p:cNvSpPr>
          <p:nvPr/>
        </p:nvSpPr>
        <p:spPr>
          <a:xfrm xmlns:a="http://schemas.openxmlformats.org/drawingml/2006/main">
            <a:off x="7362825" y="2390775"/>
            <a:ext cx="1428750"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2550" b="1">
                <a:solidFill>
                  <a:srgbClr val="A6DAB5"/>
                </a:solidFill>
                <a:latin typeface="Tahoma"/>
                <a:ea typeface="Tahoma"/>
                <a:cs typeface="Tahoma"/>
              </a:defRPr>
            </a:pPr>
            <a:r>
              <a:rPr sz="2550" b="1">
                <a:solidFill>
                  <a:srgbClr val="A6DAB5"/>
                </a:solidFill>
                <a:latin typeface="Tahoma"/>
                <a:ea typeface="Tahoma"/>
                <a:cs typeface="Tahoma"/>
              </a:rPr>
              <a:t>7B</a:t>
            </a:r>
          </a:p>
        </p:txBody>
      </p:sp>
      <p:sp>
        <p:nvSpPr>
          <p:cNvPr id="24" name="text-1160">
            <a:extLst xmlns:a="http://schemas.openxmlformats.org/drawingml/2006/main">
              <a:ext uri="{FF2B5EF4-FFF2-40B4-BE49-F238E27FC236}">
                <a16:creationId xmlns:a16="http://schemas.microsoft.com/office/drawing/2014/main" id="{FCC64A5D-D332-46C1-BF3B-9178782A0AE7}"/>
              </a:ext>
            </a:extLst>
          </p:cNvPr>
          <p:cNvSpPr>
            <a:spLocks xmlns:a="http://schemas.openxmlformats.org/drawingml/2006/main" noGrp="1"/>
          </p:cNvSpPr>
          <p:nvPr/>
        </p:nvSpPr>
        <p:spPr>
          <a:xfrm xmlns:a="http://schemas.openxmlformats.org/drawingml/2006/main">
            <a:off x="6544667" y="2457450"/>
            <a:ext cx="48478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بحث</a:t>
            </a:r>
          </a:p>
        </p:txBody>
      </p:sp>
      <p:sp>
        <p:nvSpPr>
          <p:cNvPr id="25" name="text-1161">
            <a:extLst xmlns:a="http://schemas.openxmlformats.org/drawingml/2006/main">
              <a:ext uri="{FF2B5EF4-FFF2-40B4-BE49-F238E27FC236}">
                <a16:creationId xmlns:a16="http://schemas.microsoft.com/office/drawing/2014/main" id="{F923B533-41D5-4581-B355-256A26C8FE80}"/>
              </a:ext>
            </a:extLst>
          </p:cNvPr>
          <p:cNvSpPr>
            <a:spLocks xmlns:a="http://schemas.openxmlformats.org/drawingml/2006/main" noGrp="1"/>
          </p:cNvSpPr>
          <p:nvPr/>
        </p:nvSpPr>
        <p:spPr>
          <a:xfrm xmlns:a="http://schemas.openxmlformats.org/drawingml/2006/main">
            <a:off x="5760755" y="2457450"/>
            <a:ext cx="731524"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جامعي</a:t>
            </a:r>
          </a:p>
        </p:txBody>
      </p:sp>
      <p:sp>
        <p:nvSpPr>
          <p:cNvPr id="26" name="text-1162">
            <a:extLst xmlns:a="http://schemas.openxmlformats.org/drawingml/2006/main">
              <a:ext uri="{FF2B5EF4-FFF2-40B4-BE49-F238E27FC236}">
                <a16:creationId xmlns:a16="http://schemas.microsoft.com/office/drawing/2014/main" id="{2E98F93E-0C10-4B78-9207-D6B59473335B}"/>
              </a:ext>
            </a:extLst>
          </p:cNvPr>
          <p:cNvSpPr>
            <a:spLocks xmlns:a="http://schemas.openxmlformats.org/drawingml/2006/main" noGrp="1"/>
          </p:cNvSpPr>
          <p:nvPr/>
        </p:nvSpPr>
        <p:spPr>
          <a:xfrm xmlns:a="http://schemas.openxmlformats.org/drawingml/2006/main">
            <a:off x="5115175" y="2457450"/>
            <a:ext cx="59319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متعدد</a:t>
            </a:r>
          </a:p>
        </p:txBody>
      </p:sp>
      <p:sp>
        <p:nvSpPr>
          <p:cNvPr id="27" name="text-1163">
            <a:extLst xmlns:a="http://schemas.openxmlformats.org/drawingml/2006/main">
              <a:ext uri="{FF2B5EF4-FFF2-40B4-BE49-F238E27FC236}">
                <a16:creationId xmlns:a16="http://schemas.microsoft.com/office/drawing/2014/main" id="{6EA5CE28-69BD-407C-93C7-B20B0A659C31}"/>
              </a:ext>
            </a:extLst>
          </p:cNvPr>
          <p:cNvSpPr>
            <a:spLocks xmlns:a="http://schemas.openxmlformats.org/drawingml/2006/main" noGrp="1"/>
          </p:cNvSpPr>
          <p:nvPr/>
        </p:nvSpPr>
        <p:spPr>
          <a:xfrm xmlns:a="http://schemas.openxmlformats.org/drawingml/2006/main">
            <a:off x="4313212" y="2457450"/>
            <a:ext cx="74957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المصادر</a:t>
            </a:r>
          </a:p>
        </p:txBody>
      </p:sp>
      <p:sp>
        <p:nvSpPr>
          <p:cNvPr id="28" name="text-1164">
            <a:extLst xmlns:a="http://schemas.openxmlformats.org/drawingml/2006/main">
              <a:ext uri="{FF2B5EF4-FFF2-40B4-BE49-F238E27FC236}">
                <a16:creationId xmlns:a16="http://schemas.microsoft.com/office/drawing/2014/main" id="{45968350-C451-43FC-8A5F-692D91D232DE}"/>
              </a:ext>
            </a:extLst>
          </p:cNvPr>
          <p:cNvSpPr>
            <a:spLocks xmlns:a="http://schemas.openxmlformats.org/drawingml/2006/main" noGrp="1"/>
          </p:cNvSpPr>
          <p:nvPr/>
        </p:nvSpPr>
        <p:spPr>
          <a:xfrm xmlns:a="http://schemas.openxmlformats.org/drawingml/2006/main">
            <a:off x="3529890" y="2457450"/>
            <a:ext cx="73093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ومقارنة</a:t>
            </a:r>
          </a:p>
        </p:txBody>
      </p:sp>
      <p:sp>
        <p:nvSpPr>
          <p:cNvPr id="29" name="text-1165">
            <a:extLst xmlns:a="http://schemas.openxmlformats.org/drawingml/2006/main">
              <a:ext uri="{FF2B5EF4-FFF2-40B4-BE49-F238E27FC236}">
                <a16:creationId xmlns:a16="http://schemas.microsoft.com/office/drawing/2014/main" id="{DC874045-EA9C-4836-B0BC-A641E95CD6BC}"/>
              </a:ext>
            </a:extLst>
          </p:cNvPr>
          <p:cNvSpPr>
            <a:spLocks xmlns:a="http://schemas.openxmlformats.org/drawingml/2006/main" noGrp="1"/>
          </p:cNvSpPr>
          <p:nvPr/>
        </p:nvSpPr>
        <p:spPr>
          <a:xfrm xmlns:a="http://schemas.openxmlformats.org/drawingml/2006/main">
            <a:off x="2895102" y="2457450"/>
            <a:ext cx="58240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موثّقة</a:t>
            </a:r>
          </a:p>
        </p:txBody>
      </p:sp>
      <p:sp>
        <p:nvSpPr>
          <p:cNvPr id="30" name="shape-1166">
            <a:extLst xmlns:a="http://schemas.openxmlformats.org/drawingml/2006/main">
              <a:ext uri="{FF2B5EF4-FFF2-40B4-BE49-F238E27FC236}">
                <a16:creationId xmlns:a16="http://schemas.microsoft.com/office/drawing/2014/main" id="{CE15CD56-033A-4AEC-9740-DAC2E1991E57}"/>
              </a:ext>
            </a:extLst>
          </p:cNvPr>
          <p:cNvSpPr>
            <a:spLocks xmlns:a="http://schemas.openxmlformats.org/drawingml/2006/main" noGrp="1"/>
          </p:cNvSpPr>
          <p:nvPr/>
        </p:nvSpPr>
        <p:spPr>
          <a:xfrm xmlns:a="http://schemas.openxmlformats.org/drawingml/2006/main">
            <a:off x="609600" y="3228975"/>
            <a:ext cx="10972800" cy="81915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31" name="text-1167">
            <a:extLst xmlns:a="http://schemas.openxmlformats.org/drawingml/2006/main">
              <a:ext uri="{FF2B5EF4-FFF2-40B4-BE49-F238E27FC236}">
                <a16:creationId xmlns:a16="http://schemas.microsoft.com/office/drawing/2014/main" id="{7CE34667-E539-412E-8ECB-4F42B141B1A3}"/>
              </a:ext>
            </a:extLst>
          </p:cNvPr>
          <p:cNvSpPr>
            <a:spLocks xmlns:a="http://schemas.openxmlformats.org/drawingml/2006/main" noGrp="1"/>
          </p:cNvSpPr>
          <p:nvPr/>
        </p:nvSpPr>
        <p:spPr>
          <a:xfrm xmlns:a="http://schemas.openxmlformats.org/drawingml/2006/main">
            <a:off x="10236723" y="3419475"/>
            <a:ext cx="1107552"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250" b="1">
                <a:solidFill>
                  <a:srgbClr val="DDC087"/>
                </a:solidFill>
                <a:latin typeface="Tahoma"/>
                <a:ea typeface="Tahoma"/>
                <a:cs typeface="Tahoma"/>
              </a:defRPr>
            </a:pPr>
            <a:r>
              <a:rPr sz="2250" b="1">
                <a:solidFill>
                  <a:srgbClr val="DDC087"/>
                </a:solidFill>
                <a:latin typeface="Tahoma"/>
                <a:ea typeface="Tahoma"/>
                <a:cs typeface="Tahoma"/>
              </a:rPr>
              <a:t>المجتهد</a:t>
            </a:r>
          </a:p>
        </p:txBody>
      </p:sp>
      <p:sp>
        <p:nvSpPr>
          <p:cNvPr id="32" name="text-1168">
            <a:extLst xmlns:a="http://schemas.openxmlformats.org/drawingml/2006/main">
              <a:ext uri="{FF2B5EF4-FFF2-40B4-BE49-F238E27FC236}">
                <a16:creationId xmlns:a16="http://schemas.microsoft.com/office/drawing/2014/main" id="{54C3FCCF-D960-473A-8589-4CB4582D8587}"/>
              </a:ext>
            </a:extLst>
          </p:cNvPr>
          <p:cNvSpPr>
            <a:spLocks xmlns:a="http://schemas.openxmlformats.org/drawingml/2006/main" noGrp="1"/>
          </p:cNvSpPr>
          <p:nvPr/>
        </p:nvSpPr>
        <p:spPr>
          <a:xfrm xmlns:a="http://schemas.openxmlformats.org/drawingml/2006/main">
            <a:off x="7362825" y="3400425"/>
            <a:ext cx="1428750"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2550" b="1">
                <a:solidFill>
                  <a:srgbClr val="A6DAB5"/>
                </a:solidFill>
                <a:latin typeface="Tahoma"/>
                <a:ea typeface="Tahoma"/>
                <a:cs typeface="Tahoma"/>
              </a:defRPr>
            </a:pPr>
            <a:r>
              <a:rPr sz="2550" b="1">
                <a:solidFill>
                  <a:srgbClr val="A6DAB5"/>
                </a:solidFill>
                <a:latin typeface="Tahoma"/>
                <a:ea typeface="Tahoma"/>
                <a:cs typeface="Tahoma"/>
              </a:rPr>
              <a:t>21B</a:t>
            </a:r>
          </a:p>
        </p:txBody>
      </p:sp>
      <p:sp>
        <p:nvSpPr>
          <p:cNvPr id="33" name="text-1169">
            <a:extLst xmlns:a="http://schemas.openxmlformats.org/drawingml/2006/main">
              <a:ext uri="{FF2B5EF4-FFF2-40B4-BE49-F238E27FC236}">
                <a16:creationId xmlns:a16="http://schemas.microsoft.com/office/drawing/2014/main" id="{E39B2D40-74A9-4402-BEF2-75033540F439}"/>
              </a:ext>
            </a:extLst>
          </p:cNvPr>
          <p:cNvSpPr>
            <a:spLocks xmlns:a="http://schemas.openxmlformats.org/drawingml/2006/main" noGrp="1"/>
          </p:cNvSpPr>
          <p:nvPr/>
        </p:nvSpPr>
        <p:spPr>
          <a:xfrm xmlns:a="http://schemas.openxmlformats.org/drawingml/2006/main">
            <a:off x="6354632" y="3467100"/>
            <a:ext cx="674818"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تحقيق</a:t>
            </a:r>
          </a:p>
        </p:txBody>
      </p:sp>
      <p:sp>
        <p:nvSpPr>
          <p:cNvPr id="34" name="text-1170">
            <a:extLst xmlns:a="http://schemas.openxmlformats.org/drawingml/2006/main">
              <a:ext uri="{FF2B5EF4-FFF2-40B4-BE49-F238E27FC236}">
                <a16:creationId xmlns:a16="http://schemas.microsoft.com/office/drawing/2014/main" id="{16175926-3EF7-46B7-AD67-32BBDBEAFC7F}"/>
              </a:ext>
            </a:extLst>
          </p:cNvPr>
          <p:cNvSpPr>
            <a:spLocks xmlns:a="http://schemas.openxmlformats.org/drawingml/2006/main" noGrp="1"/>
          </p:cNvSpPr>
          <p:nvPr/>
        </p:nvSpPr>
        <p:spPr>
          <a:xfrm xmlns:a="http://schemas.openxmlformats.org/drawingml/2006/main">
            <a:off x="5556495" y="3467100"/>
            <a:ext cx="74574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مساعد</a:t>
            </a:r>
          </a:p>
        </p:txBody>
      </p:sp>
      <p:sp>
        <p:nvSpPr>
          <p:cNvPr id="35" name="text-1171">
            <a:extLst xmlns:a="http://schemas.openxmlformats.org/drawingml/2006/main">
              <a:ext uri="{FF2B5EF4-FFF2-40B4-BE49-F238E27FC236}">
                <a16:creationId xmlns:a16="http://schemas.microsoft.com/office/drawing/2014/main" id="{81ED9D93-FD2C-4AE1-9C85-DAF2C0E37463}"/>
              </a:ext>
            </a:extLst>
          </p:cNvPr>
          <p:cNvSpPr>
            <a:spLocks xmlns:a="http://schemas.openxmlformats.org/drawingml/2006/main" noGrp="1"/>
          </p:cNvSpPr>
          <p:nvPr/>
        </p:nvSpPr>
        <p:spPr>
          <a:xfrm xmlns:a="http://schemas.openxmlformats.org/drawingml/2006/main">
            <a:off x="5051013" y="3467100"/>
            <a:ext cx="45309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وربط</a:t>
            </a:r>
          </a:p>
        </p:txBody>
      </p:sp>
      <p:sp>
        <p:nvSpPr>
          <p:cNvPr id="36" name="text-1172">
            <a:extLst xmlns:a="http://schemas.openxmlformats.org/drawingml/2006/main">
              <a:ext uri="{FF2B5EF4-FFF2-40B4-BE49-F238E27FC236}">
                <a16:creationId xmlns:a16="http://schemas.microsoft.com/office/drawing/2014/main" id="{574A9733-D889-44B1-BF56-0FB231B4BB32}"/>
              </a:ext>
            </a:extLst>
          </p:cNvPr>
          <p:cNvSpPr>
            <a:spLocks xmlns:a="http://schemas.openxmlformats.org/drawingml/2006/main" noGrp="1"/>
          </p:cNvSpPr>
          <p:nvPr/>
        </p:nvSpPr>
        <p:spPr>
          <a:xfrm xmlns:a="http://schemas.openxmlformats.org/drawingml/2006/main">
            <a:off x="4221286" y="3467100"/>
            <a:ext cx="77734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المعارف</a:t>
            </a:r>
          </a:p>
        </p:txBody>
      </p:sp>
      <p:sp>
        <p:nvSpPr>
          <p:cNvPr id="37" name="text-1173">
            <a:extLst xmlns:a="http://schemas.openxmlformats.org/drawingml/2006/main">
              <a:ext uri="{FF2B5EF4-FFF2-40B4-BE49-F238E27FC236}">
                <a16:creationId xmlns:a16="http://schemas.microsoft.com/office/drawing/2014/main" id="{95BE662F-24CB-4DD3-9D5D-7DB4C436AD5B}"/>
              </a:ext>
            </a:extLst>
          </p:cNvPr>
          <p:cNvSpPr>
            <a:spLocks xmlns:a="http://schemas.openxmlformats.org/drawingml/2006/main" noGrp="1"/>
          </p:cNvSpPr>
          <p:nvPr/>
        </p:nvSpPr>
        <p:spPr>
          <a:xfrm xmlns:a="http://schemas.openxmlformats.org/drawingml/2006/main">
            <a:off x="3404607" y="3467100"/>
            <a:ext cx="76429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بإشراف</a:t>
            </a:r>
          </a:p>
        </p:txBody>
      </p:sp>
      <p:sp>
        <p:nvSpPr>
          <p:cNvPr id="38" name="text-1174">
            <a:extLst xmlns:a="http://schemas.openxmlformats.org/drawingml/2006/main">
              <a:ext uri="{FF2B5EF4-FFF2-40B4-BE49-F238E27FC236}">
                <a16:creationId xmlns:a16="http://schemas.microsoft.com/office/drawing/2014/main" id="{9E0FAF82-4D53-457B-A5EA-D4E089B1EC61}"/>
              </a:ext>
            </a:extLst>
          </p:cNvPr>
          <p:cNvSpPr>
            <a:spLocks xmlns:a="http://schemas.openxmlformats.org/drawingml/2006/main" noGrp="1"/>
          </p:cNvSpPr>
          <p:nvPr/>
        </p:nvSpPr>
        <p:spPr>
          <a:xfrm xmlns:a="http://schemas.openxmlformats.org/drawingml/2006/main">
            <a:off x="2531417" y="3467100"/>
            <a:ext cx="82080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المختص</a:t>
            </a:r>
          </a:p>
        </p:txBody>
      </p:sp>
      <p:sp>
        <p:nvSpPr>
          <p:cNvPr id="39" name="shape-1175">
            <a:extLst xmlns:a="http://schemas.openxmlformats.org/drawingml/2006/main">
              <a:ext uri="{FF2B5EF4-FFF2-40B4-BE49-F238E27FC236}">
                <a16:creationId xmlns:a16="http://schemas.microsoft.com/office/drawing/2014/main" id="{343F3BDA-E723-4F6B-A1AD-ECBFB8B2F28E}"/>
              </a:ext>
            </a:extLst>
          </p:cNvPr>
          <p:cNvSpPr>
            <a:spLocks xmlns:a="http://schemas.openxmlformats.org/drawingml/2006/main" noGrp="1"/>
          </p:cNvSpPr>
          <p:nvPr/>
        </p:nvSpPr>
        <p:spPr>
          <a:xfrm xmlns:a="http://schemas.openxmlformats.org/drawingml/2006/main">
            <a:off x="609600" y="4238625"/>
            <a:ext cx="10972800" cy="819150"/>
          </a:xfrm>
          <a:prstGeom xmlns:a="http://schemas.openxmlformats.org/drawingml/2006/main" prst="rect">
            <a:avLst/>
          </a:prstGeom>
          <a:solidFill xmlns:a="http://schemas.openxmlformats.org/drawingml/2006/main">
            <a:srgbClr val="172922"/>
          </a:solidFill>
          <a:ln xmlns:a="http://schemas.openxmlformats.org/drawingml/2006/main" w="9525">
            <a:solidFill>
              <a:srgbClr val="365046"/>
            </a:solidFill>
          </a:ln>
        </p:spPr>
      </p:sp>
      <p:sp>
        <p:nvSpPr>
          <p:cNvPr id="40" name="text-1176">
            <a:extLst xmlns:a="http://schemas.openxmlformats.org/drawingml/2006/main">
              <a:ext uri="{FF2B5EF4-FFF2-40B4-BE49-F238E27FC236}">
                <a16:creationId xmlns:a16="http://schemas.microsoft.com/office/drawing/2014/main" id="{8A62A9DF-D70F-40DB-A33E-FD92A46F003D}"/>
              </a:ext>
            </a:extLst>
          </p:cNvPr>
          <p:cNvSpPr>
            <a:spLocks xmlns:a="http://schemas.openxmlformats.org/drawingml/2006/main" noGrp="1"/>
          </p:cNvSpPr>
          <p:nvPr/>
        </p:nvSpPr>
        <p:spPr>
          <a:xfrm xmlns:a="http://schemas.openxmlformats.org/drawingml/2006/main">
            <a:off x="10516766" y="4429125"/>
            <a:ext cx="827509"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250" b="1">
                <a:solidFill>
                  <a:srgbClr val="DDC087"/>
                </a:solidFill>
                <a:latin typeface="Tahoma"/>
                <a:ea typeface="Tahoma"/>
                <a:cs typeface="Tahoma"/>
              </a:defRPr>
            </a:pPr>
            <a:r>
              <a:rPr sz="2250" b="1">
                <a:solidFill>
                  <a:srgbClr val="DDC087"/>
                </a:solidFill>
                <a:latin typeface="Tahoma"/>
                <a:ea typeface="Tahoma"/>
                <a:cs typeface="Tahoma"/>
              </a:rPr>
              <a:t>العالِم</a:t>
            </a:r>
          </a:p>
        </p:txBody>
      </p:sp>
      <p:sp>
        <p:nvSpPr>
          <p:cNvPr id="41" name="text-1177">
            <a:extLst xmlns:a="http://schemas.openxmlformats.org/drawingml/2006/main">
              <a:ext uri="{FF2B5EF4-FFF2-40B4-BE49-F238E27FC236}">
                <a16:creationId xmlns:a16="http://schemas.microsoft.com/office/drawing/2014/main" id="{81B946C3-D026-463E-B62D-D57A9736AA1D}"/>
              </a:ext>
            </a:extLst>
          </p:cNvPr>
          <p:cNvSpPr>
            <a:spLocks xmlns:a="http://schemas.openxmlformats.org/drawingml/2006/main" noGrp="1"/>
          </p:cNvSpPr>
          <p:nvPr/>
        </p:nvSpPr>
        <p:spPr>
          <a:xfrm xmlns:a="http://schemas.openxmlformats.org/drawingml/2006/main">
            <a:off x="7362825" y="4410075"/>
            <a:ext cx="1428750" cy="629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2550" b="1">
                <a:solidFill>
                  <a:srgbClr val="A6DAB5"/>
                </a:solidFill>
                <a:latin typeface="Tahoma"/>
                <a:ea typeface="Tahoma"/>
                <a:cs typeface="Tahoma"/>
              </a:defRPr>
            </a:pPr>
            <a:r>
              <a:rPr sz="2550" b="1">
                <a:solidFill>
                  <a:srgbClr val="A6DAB5"/>
                </a:solidFill>
                <a:latin typeface="Tahoma"/>
                <a:ea typeface="Tahoma"/>
                <a:cs typeface="Tahoma"/>
              </a:rPr>
              <a:t>51B</a:t>
            </a:r>
          </a:p>
        </p:txBody>
      </p:sp>
      <p:sp>
        <p:nvSpPr>
          <p:cNvPr id="42" name="text-1178">
            <a:extLst xmlns:a="http://schemas.openxmlformats.org/drawingml/2006/main">
              <a:ext uri="{FF2B5EF4-FFF2-40B4-BE49-F238E27FC236}">
                <a16:creationId xmlns:a16="http://schemas.microsoft.com/office/drawing/2014/main" id="{149271A5-2344-4A0B-8271-9B21E7CD6C93}"/>
              </a:ext>
            </a:extLst>
          </p:cNvPr>
          <p:cNvSpPr>
            <a:spLocks xmlns:a="http://schemas.openxmlformats.org/drawingml/2006/main" noGrp="1"/>
          </p:cNvSpPr>
          <p:nvPr/>
        </p:nvSpPr>
        <p:spPr>
          <a:xfrm xmlns:a="http://schemas.openxmlformats.org/drawingml/2006/main">
            <a:off x="6544667" y="4476750"/>
            <a:ext cx="48478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بحث</a:t>
            </a:r>
          </a:p>
        </p:txBody>
      </p:sp>
      <p:sp>
        <p:nvSpPr>
          <p:cNvPr id="43" name="text-1179">
            <a:extLst xmlns:a="http://schemas.openxmlformats.org/drawingml/2006/main">
              <a:ext uri="{FF2B5EF4-FFF2-40B4-BE49-F238E27FC236}">
                <a16:creationId xmlns:a16="http://schemas.microsoft.com/office/drawing/2014/main" id="{B1AF8F27-62F0-46CD-97C4-1EF2CDD0832A}"/>
              </a:ext>
            </a:extLst>
          </p:cNvPr>
          <p:cNvSpPr>
            <a:spLocks xmlns:a="http://schemas.openxmlformats.org/drawingml/2006/main" noGrp="1"/>
          </p:cNvSpPr>
          <p:nvPr/>
        </p:nvSpPr>
        <p:spPr>
          <a:xfrm xmlns:a="http://schemas.openxmlformats.org/drawingml/2006/main">
            <a:off x="5899087" y="4476750"/>
            <a:ext cx="59319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متعدد</a:t>
            </a:r>
          </a:p>
        </p:txBody>
      </p:sp>
      <p:sp>
        <p:nvSpPr>
          <p:cNvPr id="44" name="text-1180">
            <a:extLst xmlns:a="http://schemas.openxmlformats.org/drawingml/2006/main">
              <a:ext uri="{FF2B5EF4-FFF2-40B4-BE49-F238E27FC236}">
                <a16:creationId xmlns:a16="http://schemas.microsoft.com/office/drawing/2014/main" id="{AADA42FB-2610-49DB-AB02-69B81E4BEF24}"/>
              </a:ext>
            </a:extLst>
          </p:cNvPr>
          <p:cNvSpPr>
            <a:spLocks xmlns:a="http://schemas.openxmlformats.org/drawingml/2006/main" noGrp="1"/>
          </p:cNvSpPr>
          <p:nvPr/>
        </p:nvSpPr>
        <p:spPr>
          <a:xfrm xmlns:a="http://schemas.openxmlformats.org/drawingml/2006/main">
            <a:off x="5245658" y="4476750"/>
            <a:ext cx="60104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العلوم</a:t>
            </a:r>
          </a:p>
        </p:txBody>
      </p:sp>
      <p:sp>
        <p:nvSpPr>
          <p:cNvPr id="45" name="text-1181">
            <a:extLst xmlns:a="http://schemas.openxmlformats.org/drawingml/2006/main">
              <a:ext uri="{FF2B5EF4-FFF2-40B4-BE49-F238E27FC236}">
                <a16:creationId xmlns:a16="http://schemas.microsoft.com/office/drawing/2014/main" id="{BFCB0E6F-6FC5-49B0-8B40-33E4C6358ED4}"/>
              </a:ext>
            </a:extLst>
          </p:cNvPr>
          <p:cNvSpPr>
            <a:spLocks xmlns:a="http://schemas.openxmlformats.org/drawingml/2006/main" noGrp="1"/>
          </p:cNvSpPr>
          <p:nvPr/>
        </p:nvSpPr>
        <p:spPr>
          <a:xfrm xmlns:a="http://schemas.openxmlformats.org/drawingml/2006/main">
            <a:off x="4462238" y="4476750"/>
            <a:ext cx="73103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وجسور</a:t>
            </a:r>
          </a:p>
        </p:txBody>
      </p:sp>
      <p:sp>
        <p:nvSpPr>
          <p:cNvPr id="46" name="text-1182">
            <a:extLst xmlns:a="http://schemas.openxmlformats.org/drawingml/2006/main">
              <a:ext uri="{FF2B5EF4-FFF2-40B4-BE49-F238E27FC236}">
                <a16:creationId xmlns:a16="http://schemas.microsoft.com/office/drawing/2014/main" id="{93C851EE-177E-4F59-859D-B2E1AE9C0391}"/>
              </a:ext>
            </a:extLst>
          </p:cNvPr>
          <p:cNvSpPr>
            <a:spLocks xmlns:a="http://schemas.openxmlformats.org/drawingml/2006/main" noGrp="1"/>
          </p:cNvSpPr>
          <p:nvPr/>
        </p:nvSpPr>
        <p:spPr>
          <a:xfrm xmlns:a="http://schemas.openxmlformats.org/drawingml/2006/main">
            <a:off x="4014050" y="4476750"/>
            <a:ext cx="39580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إلى</a:t>
            </a:r>
          </a:p>
        </p:txBody>
      </p:sp>
      <p:sp>
        <p:nvSpPr>
          <p:cNvPr id="47" name="text-1183">
            <a:extLst xmlns:a="http://schemas.openxmlformats.org/drawingml/2006/main">
              <a:ext uri="{FF2B5EF4-FFF2-40B4-BE49-F238E27FC236}">
                <a16:creationId xmlns:a16="http://schemas.microsoft.com/office/drawing/2014/main" id="{213202E5-9818-422D-9FE3-1D0751C04438}"/>
              </a:ext>
            </a:extLst>
          </p:cNvPr>
          <p:cNvSpPr>
            <a:spLocks xmlns:a="http://schemas.openxmlformats.org/drawingml/2006/main" noGrp="1"/>
          </p:cNvSpPr>
          <p:nvPr/>
        </p:nvSpPr>
        <p:spPr>
          <a:xfrm xmlns:a="http://schemas.openxmlformats.org/drawingml/2006/main">
            <a:off x="3484041" y="4476750"/>
            <a:ext cx="47762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لغات</a:t>
            </a:r>
          </a:p>
        </p:txBody>
      </p:sp>
      <p:sp>
        <p:nvSpPr>
          <p:cNvPr id="48" name="text-1184">
            <a:extLst xmlns:a="http://schemas.openxmlformats.org/drawingml/2006/main">
              <a:ext uri="{FF2B5EF4-FFF2-40B4-BE49-F238E27FC236}">
                <a16:creationId xmlns:a16="http://schemas.microsoft.com/office/drawing/2014/main" id="{776CFCF2-8C25-45D8-BF20-4F4AC9611111}"/>
              </a:ext>
            </a:extLst>
          </p:cNvPr>
          <p:cNvSpPr>
            <a:spLocks xmlns:a="http://schemas.openxmlformats.org/drawingml/2006/main" noGrp="1"/>
          </p:cNvSpPr>
          <p:nvPr/>
        </p:nvSpPr>
        <p:spPr>
          <a:xfrm xmlns:a="http://schemas.openxmlformats.org/drawingml/2006/main">
            <a:off x="2859358" y="4476750"/>
            <a:ext cx="57229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العالم</a:t>
            </a:r>
          </a:p>
        </p:txBody>
      </p:sp>
      <p:sp>
        <p:nvSpPr>
          <p:cNvPr id="49" name="text-1185">
            <a:extLst xmlns:a="http://schemas.openxmlformats.org/drawingml/2006/main">
              <a:ext uri="{FF2B5EF4-FFF2-40B4-BE49-F238E27FC236}">
                <a16:creationId xmlns:a16="http://schemas.microsoft.com/office/drawing/2014/main" id="{B3F36F9D-37BA-4102-9921-7D163E1B4F62}"/>
              </a:ext>
            </a:extLst>
          </p:cNvPr>
          <p:cNvSpPr>
            <a:spLocks xmlns:a="http://schemas.openxmlformats.org/drawingml/2006/main" noGrp="1"/>
          </p:cNvSpPr>
          <p:nvPr/>
        </p:nvSpPr>
        <p:spPr>
          <a:xfrm xmlns:a="http://schemas.openxmlformats.org/drawingml/2006/main">
            <a:off x="1815953" y="4476750"/>
            <a:ext cx="991018"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F3F0E6"/>
                </a:solidFill>
                <a:latin typeface="Tahoma"/>
                <a:ea typeface="Tahoma"/>
                <a:cs typeface="Tahoma"/>
              </a:defRPr>
            </a:pPr>
            <a:r>
              <a:rPr sz="1800" b="0">
                <a:solidFill>
                  <a:srgbClr val="F3F0E6"/>
                </a:solidFill>
                <a:latin typeface="Tahoma"/>
                <a:ea typeface="Tahoma"/>
                <a:cs typeface="Tahoma"/>
              </a:rPr>
              <a:t>الإسلامي</a:t>
            </a:r>
          </a:p>
        </p:txBody>
      </p:sp>
      <p:sp>
        <p:nvSpPr>
          <p:cNvPr id="50" name="text-1186">
            <a:extLst xmlns:a="http://schemas.openxmlformats.org/drawingml/2006/main">
              <a:ext uri="{FF2B5EF4-FFF2-40B4-BE49-F238E27FC236}">
                <a16:creationId xmlns:a16="http://schemas.microsoft.com/office/drawing/2014/main" id="{46D835D4-271F-44A7-9F2A-3B48575719C8}"/>
              </a:ext>
            </a:extLst>
          </p:cNvPr>
          <p:cNvSpPr>
            <a:spLocks xmlns:a="http://schemas.openxmlformats.org/drawingml/2006/main" noGrp="1"/>
          </p:cNvSpPr>
          <p:nvPr/>
        </p:nvSpPr>
        <p:spPr>
          <a:xfrm xmlns:a="http://schemas.openxmlformats.org/drawingml/2006/main">
            <a:off x="11088100" y="5391150"/>
            <a:ext cx="49430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خطة</a:t>
            </a:r>
          </a:p>
        </p:txBody>
      </p:sp>
      <p:sp>
        <p:nvSpPr>
          <p:cNvPr id="51" name="text-1187">
            <a:extLst xmlns:a="http://schemas.openxmlformats.org/drawingml/2006/main">
              <a:ext uri="{FF2B5EF4-FFF2-40B4-BE49-F238E27FC236}">
                <a16:creationId xmlns:a16="http://schemas.microsoft.com/office/drawing/2014/main" id="{A0872B25-024F-489E-A964-BB7B1F9296CC}"/>
              </a:ext>
            </a:extLst>
          </p:cNvPr>
          <p:cNvSpPr>
            <a:spLocks xmlns:a="http://schemas.openxmlformats.org/drawingml/2006/main" noGrp="1"/>
          </p:cNvSpPr>
          <p:nvPr/>
        </p:nvSpPr>
        <p:spPr>
          <a:xfrm xmlns:a="http://schemas.openxmlformats.org/drawingml/2006/main">
            <a:off x="10204315" y="5391150"/>
            <a:ext cx="83139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مقترحة؛</a:t>
            </a:r>
          </a:p>
        </p:txBody>
      </p:sp>
      <p:sp>
        <p:nvSpPr>
          <p:cNvPr id="52" name="text-1188">
            <a:extLst xmlns:a="http://schemas.openxmlformats.org/drawingml/2006/main">
              <a:ext uri="{FF2B5EF4-FFF2-40B4-BE49-F238E27FC236}">
                <a16:creationId xmlns:a16="http://schemas.microsoft.com/office/drawing/2014/main" id="{918B87E5-7C00-4C03-8CB0-59B0A17094E8}"/>
              </a:ext>
            </a:extLst>
          </p:cNvPr>
          <p:cNvSpPr>
            <a:spLocks xmlns:a="http://schemas.openxmlformats.org/drawingml/2006/main" noGrp="1"/>
          </p:cNvSpPr>
          <p:nvPr/>
        </p:nvSpPr>
        <p:spPr>
          <a:xfrm xmlns:a="http://schemas.openxmlformats.org/drawingml/2006/main">
            <a:off x="9830493" y="5391150"/>
            <a:ext cx="321434"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كل</a:t>
            </a:r>
          </a:p>
        </p:txBody>
      </p:sp>
      <p:sp>
        <p:nvSpPr>
          <p:cNvPr id="53" name="text-1189">
            <a:extLst xmlns:a="http://schemas.openxmlformats.org/drawingml/2006/main">
              <a:ext uri="{FF2B5EF4-FFF2-40B4-BE49-F238E27FC236}">
                <a16:creationId xmlns:a16="http://schemas.microsoft.com/office/drawing/2014/main" id="{7328133A-A345-45DC-81BF-B887200612F2}"/>
              </a:ext>
            </a:extLst>
          </p:cNvPr>
          <p:cNvSpPr>
            <a:spLocks xmlns:a="http://schemas.openxmlformats.org/drawingml/2006/main" noGrp="1"/>
          </p:cNvSpPr>
          <p:nvPr/>
        </p:nvSpPr>
        <p:spPr>
          <a:xfrm xmlns:a="http://schemas.openxmlformats.org/drawingml/2006/main">
            <a:off x="9148712" y="5391150"/>
            <a:ext cx="629394"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مرحلة</a:t>
            </a:r>
          </a:p>
        </p:txBody>
      </p:sp>
      <p:sp>
        <p:nvSpPr>
          <p:cNvPr id="54" name="text-1190">
            <a:extLst xmlns:a="http://schemas.openxmlformats.org/drawingml/2006/main">
              <a:ext uri="{FF2B5EF4-FFF2-40B4-BE49-F238E27FC236}">
                <a16:creationId xmlns:a16="http://schemas.microsoft.com/office/drawing/2014/main" id="{BEB589A0-956F-4AAD-8416-860E9BB2CFF2}"/>
              </a:ext>
            </a:extLst>
          </p:cNvPr>
          <p:cNvSpPr>
            <a:spLocks xmlns:a="http://schemas.openxmlformats.org/drawingml/2006/main" noGrp="1"/>
          </p:cNvSpPr>
          <p:nvPr/>
        </p:nvSpPr>
        <p:spPr>
          <a:xfrm xmlns:a="http://schemas.openxmlformats.org/drawingml/2006/main">
            <a:off x="8524520" y="5391150"/>
            <a:ext cx="571805"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تُعتمد</a:t>
            </a:r>
          </a:p>
        </p:txBody>
      </p:sp>
      <p:sp>
        <p:nvSpPr>
          <p:cNvPr id="55" name="text-1191">
            <a:extLst xmlns:a="http://schemas.openxmlformats.org/drawingml/2006/main">
              <a:ext uri="{FF2B5EF4-FFF2-40B4-BE49-F238E27FC236}">
                <a16:creationId xmlns:a16="http://schemas.microsoft.com/office/drawing/2014/main" id="{EA4B67D5-244A-4F16-B1FA-369A46214ABF}"/>
              </a:ext>
            </a:extLst>
          </p:cNvPr>
          <p:cNvSpPr>
            <a:spLocks xmlns:a="http://schemas.openxmlformats.org/drawingml/2006/main" noGrp="1"/>
          </p:cNvSpPr>
          <p:nvPr/>
        </p:nvSpPr>
        <p:spPr>
          <a:xfrm xmlns:a="http://schemas.openxmlformats.org/drawingml/2006/main">
            <a:off x="8125877" y="5391150"/>
            <a:ext cx="34625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بعد</a:t>
            </a:r>
          </a:p>
        </p:txBody>
      </p:sp>
      <p:sp>
        <p:nvSpPr>
          <p:cNvPr id="56" name="text-1192">
            <a:extLst xmlns:a="http://schemas.openxmlformats.org/drawingml/2006/main">
              <a:ext uri="{FF2B5EF4-FFF2-40B4-BE49-F238E27FC236}">
                <a16:creationId xmlns:a16="http://schemas.microsoft.com/office/drawing/2014/main" id="{E16203C3-E708-4F63-AB2A-B5EF2242AA12}"/>
              </a:ext>
            </a:extLst>
          </p:cNvPr>
          <p:cNvSpPr>
            <a:spLocks xmlns:a="http://schemas.openxmlformats.org/drawingml/2006/main" noGrp="1"/>
          </p:cNvSpPr>
          <p:nvPr/>
        </p:nvSpPr>
        <p:spPr>
          <a:xfrm xmlns:a="http://schemas.openxmlformats.org/drawingml/2006/main">
            <a:off x="7501586" y="5391150"/>
            <a:ext cx="57190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قياس</a:t>
            </a:r>
          </a:p>
        </p:txBody>
      </p:sp>
      <p:sp>
        <p:nvSpPr>
          <p:cNvPr id="57" name="text-1193">
            <a:extLst xmlns:a="http://schemas.openxmlformats.org/drawingml/2006/main">
              <a:ext uri="{FF2B5EF4-FFF2-40B4-BE49-F238E27FC236}">
                <a16:creationId xmlns:a16="http://schemas.microsoft.com/office/drawing/2014/main" id="{5991C433-465B-4178-B249-9AB06DB852E8}"/>
              </a:ext>
            </a:extLst>
          </p:cNvPr>
          <p:cNvSpPr>
            <a:spLocks xmlns:a="http://schemas.openxmlformats.org/drawingml/2006/main" noGrp="1"/>
          </p:cNvSpPr>
          <p:nvPr/>
        </p:nvSpPr>
        <p:spPr>
          <a:xfrm xmlns:a="http://schemas.openxmlformats.org/drawingml/2006/main">
            <a:off x="6802440" y="5391150"/>
            <a:ext cx="64675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الجودة</a:t>
            </a:r>
          </a:p>
        </p:txBody>
      </p:sp>
      <p:sp>
        <p:nvSpPr>
          <p:cNvPr id="58" name="text-1194">
            <a:extLst xmlns:a="http://schemas.openxmlformats.org/drawingml/2006/main">
              <a:ext uri="{FF2B5EF4-FFF2-40B4-BE49-F238E27FC236}">
                <a16:creationId xmlns:a16="http://schemas.microsoft.com/office/drawing/2014/main" id="{072DA5DE-9966-4C04-9E13-8C5FFC0CA108}"/>
              </a:ext>
            </a:extLst>
          </p:cNvPr>
          <p:cNvSpPr>
            <a:spLocks xmlns:a="http://schemas.openxmlformats.org/drawingml/2006/main" noGrp="1"/>
          </p:cNvSpPr>
          <p:nvPr/>
        </p:nvSpPr>
        <p:spPr>
          <a:xfrm xmlns:a="http://schemas.openxmlformats.org/drawingml/2006/main">
            <a:off x="6249572" y="5391150"/>
            <a:ext cx="50048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800" b="0">
                <a:solidFill>
                  <a:srgbClr val="A5B9AB"/>
                </a:solidFill>
                <a:latin typeface="Tahoma"/>
                <a:ea typeface="Tahoma"/>
                <a:cs typeface="Tahoma"/>
              </a:defRPr>
            </a:pPr>
            <a:r>
              <a:rPr sz="1800" b="0">
                <a:solidFill>
                  <a:srgbClr val="A5B9AB"/>
                </a:solidFill>
                <a:latin typeface="Tahoma"/>
                <a:ea typeface="Tahoma"/>
                <a:cs typeface="Tahoma"/>
              </a:rPr>
              <a:t>والأثر</a:t>
            </a:r>
          </a:p>
        </p:txBody>
      </p:sp>
      <p:sp>
        <p:nvSpPr>
          <p:cNvPr id="59" name="text-1195">
            <a:extLst xmlns:a="http://schemas.openxmlformats.org/drawingml/2006/main">
              <a:ext uri="{FF2B5EF4-FFF2-40B4-BE49-F238E27FC236}">
                <a16:creationId xmlns:a16="http://schemas.microsoft.com/office/drawing/2014/main" id="{CBFE1B3A-B7C5-4D39-89F1-FE02E6865F82}"/>
              </a:ext>
            </a:extLst>
          </p:cNvPr>
          <p:cNvSpPr>
            <a:spLocks xmlns:a="http://schemas.openxmlformats.org/drawingml/2006/main" noGrp="1"/>
          </p:cNvSpPr>
          <p:nvPr/>
        </p:nvSpPr>
        <p:spPr>
          <a:xfrm xmlns:a="http://schemas.openxmlformats.org/drawingml/2006/main">
            <a:off x="11066222" y="5810250"/>
            <a:ext cx="516178"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425" b="0">
                <a:solidFill>
                  <a:srgbClr val="A6DAB5"/>
                </a:solidFill>
                <a:latin typeface="Tahoma"/>
                <a:ea typeface="Tahoma"/>
                <a:cs typeface="Tahoma"/>
              </a:defRPr>
            </a:pPr>
            <a:r>
              <a:rPr sz="1425" b="0">
                <a:solidFill>
                  <a:srgbClr val="A6DAB5"/>
                </a:solidFill>
                <a:latin typeface="Tahoma"/>
                <a:ea typeface="Tahoma"/>
                <a:cs typeface="Tahoma"/>
              </a:rPr>
              <a:t>خارطة</a:t>
            </a:r>
          </a:p>
        </p:txBody>
      </p:sp>
      <p:sp>
        <p:nvSpPr>
          <p:cNvPr id="60" name="text-1196">
            <a:extLst xmlns:a="http://schemas.openxmlformats.org/drawingml/2006/main">
              <a:ext uri="{FF2B5EF4-FFF2-40B4-BE49-F238E27FC236}">
                <a16:creationId xmlns:a16="http://schemas.microsoft.com/office/drawing/2014/main" id="{C42CAA27-442D-4FAD-8453-7CCE953B12D5}"/>
              </a:ext>
            </a:extLst>
          </p:cNvPr>
          <p:cNvSpPr>
            <a:spLocks xmlns:a="http://schemas.openxmlformats.org/drawingml/2006/main" noGrp="1"/>
          </p:cNvSpPr>
          <p:nvPr/>
        </p:nvSpPr>
        <p:spPr>
          <a:xfrm xmlns:a="http://schemas.openxmlformats.org/drawingml/2006/main">
            <a:off x="10698528" y="5810250"/>
            <a:ext cx="330166"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425" b="0">
                <a:solidFill>
                  <a:srgbClr val="A6DAB5"/>
                </a:solidFill>
                <a:latin typeface="Tahoma"/>
                <a:ea typeface="Tahoma"/>
                <a:cs typeface="Tahoma"/>
              </a:defRPr>
            </a:pPr>
            <a:r>
              <a:rPr sz="1425" b="0">
                <a:solidFill>
                  <a:srgbClr val="A6DAB5"/>
                </a:solidFill>
                <a:latin typeface="Tahoma"/>
                <a:ea typeface="Tahoma"/>
                <a:cs typeface="Tahoma"/>
              </a:rPr>
              <a:t>برق</a:t>
            </a:r>
          </a:p>
        </p:txBody>
      </p:sp>
      <p:sp>
        <p:nvSpPr>
          <p:cNvPr id="61" name="text-1197">
            <a:extLst xmlns:a="http://schemas.openxmlformats.org/drawingml/2006/main">
              <a:ext uri="{FF2B5EF4-FFF2-40B4-BE49-F238E27FC236}">
                <a16:creationId xmlns:a16="http://schemas.microsoft.com/office/drawing/2014/main" id="{D9C111DC-AA9F-47AE-BD56-E32100042A52}"/>
              </a:ext>
            </a:extLst>
          </p:cNvPr>
          <p:cNvSpPr>
            <a:spLocks xmlns:a="http://schemas.openxmlformats.org/drawingml/2006/main" noGrp="1"/>
          </p:cNvSpPr>
          <p:nvPr/>
        </p:nvSpPr>
        <p:spPr>
          <a:xfrm xmlns:a="http://schemas.openxmlformats.org/drawingml/2006/main">
            <a:off x="10178374" y="5810250"/>
            <a:ext cx="482625"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425" b="0">
                <a:solidFill>
                  <a:srgbClr val="A6DAB5"/>
                </a:solidFill>
                <a:latin typeface="Tahoma"/>
                <a:ea typeface="Tahoma"/>
                <a:cs typeface="Tahoma"/>
              </a:defRPr>
            </a:pPr>
            <a:r>
              <a:rPr sz="1425" b="0">
                <a:solidFill>
                  <a:srgbClr val="A6DAB5"/>
                </a:solidFill>
                <a:latin typeface="Tahoma"/>
                <a:ea typeface="Tahoma"/>
                <a:cs typeface="Tahoma"/>
              </a:rPr>
              <a:t>العامة</a:t>
            </a:r>
          </a:p>
        </p:txBody>
      </p:sp>
      <p:sp>
        <p:nvSpPr>
          <p:cNvPr id="62" name="text-1198">
            <a:extLst xmlns:a="http://schemas.openxmlformats.org/drawingml/2006/main">
              <a:ext uri="{FF2B5EF4-FFF2-40B4-BE49-F238E27FC236}">
                <a16:creationId xmlns:a16="http://schemas.microsoft.com/office/drawing/2014/main" id="{6CF07722-104A-4920-BF8E-07488DCC1C54}"/>
              </a:ext>
            </a:extLst>
          </p:cNvPr>
          <p:cNvSpPr>
            <a:spLocks xmlns:a="http://schemas.openxmlformats.org/drawingml/2006/main" noGrp="1"/>
          </p:cNvSpPr>
          <p:nvPr/>
        </p:nvSpPr>
        <p:spPr>
          <a:xfrm xmlns:a="http://schemas.openxmlformats.org/drawingml/2006/main">
            <a:off x="10036817" y="5810250"/>
            <a:ext cx="104028"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425" b="0">
                <a:solidFill>
                  <a:srgbClr val="A6DAB5"/>
                </a:solidFill>
                <a:latin typeface="Tahoma"/>
                <a:ea typeface="Tahoma"/>
                <a:cs typeface="Tahoma"/>
              </a:defRPr>
            </a:pPr>
            <a:r>
              <a:rPr sz="1425" b="0">
                <a:solidFill>
                  <a:srgbClr val="A6DAB5"/>
                </a:solidFill>
                <a:latin typeface="Tahoma"/>
                <a:ea typeface="Tahoma"/>
                <a:cs typeface="Tahoma"/>
              </a:rPr>
              <a:t>·</a:t>
            </a:r>
          </a:p>
        </p:txBody>
      </p:sp>
      <p:sp>
        <p:nvSpPr>
          <p:cNvPr id="63" name="text-1199">
            <a:extLst xmlns:a="http://schemas.openxmlformats.org/drawingml/2006/main">
              <a:ext uri="{FF2B5EF4-FFF2-40B4-BE49-F238E27FC236}">
                <a16:creationId xmlns:a16="http://schemas.microsoft.com/office/drawing/2014/main" id="{05FC794D-5E89-4FF0-8633-54682EB3F87D}"/>
              </a:ext>
            </a:extLst>
          </p:cNvPr>
          <p:cNvSpPr>
            <a:spLocks xmlns:a="http://schemas.openxmlformats.org/drawingml/2006/main" noGrp="1"/>
          </p:cNvSpPr>
          <p:nvPr/>
        </p:nvSpPr>
        <p:spPr>
          <a:xfrm xmlns:a="http://schemas.openxmlformats.org/drawingml/2006/main">
            <a:off x="9525395" y="5810250"/>
            <a:ext cx="473893"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425" b="0">
                <a:solidFill>
                  <a:srgbClr val="A6DAB5"/>
                </a:solidFill>
                <a:latin typeface="Tahoma"/>
                <a:ea typeface="Tahoma"/>
                <a:cs typeface="Tahoma"/>
              </a:defRPr>
            </a:pPr>
            <a:r>
              <a:rPr sz="1425" b="0">
                <a:solidFill>
                  <a:srgbClr val="A6DAB5"/>
                </a:solidFill>
                <a:latin typeface="Tahoma"/>
                <a:ea typeface="Tahoma"/>
                <a:cs typeface="Tahoma"/>
              </a:rPr>
              <a:t>الأدوار</a:t>
            </a:r>
          </a:p>
        </p:txBody>
      </p:sp>
      <p:sp>
        <p:nvSpPr>
          <p:cNvPr id="64" name="text-1200">
            <a:extLst xmlns:a="http://schemas.openxmlformats.org/drawingml/2006/main">
              <a:ext uri="{FF2B5EF4-FFF2-40B4-BE49-F238E27FC236}">
                <a16:creationId xmlns:a16="http://schemas.microsoft.com/office/drawing/2014/main" id="{9BB77D13-2A01-44F2-B744-6B58218031BA}"/>
              </a:ext>
            </a:extLst>
          </p:cNvPr>
          <p:cNvSpPr>
            <a:spLocks xmlns:a="http://schemas.openxmlformats.org/drawingml/2006/main" noGrp="1"/>
          </p:cNvSpPr>
          <p:nvPr/>
        </p:nvSpPr>
        <p:spPr>
          <a:xfrm xmlns:a="http://schemas.openxmlformats.org/drawingml/2006/main">
            <a:off x="8956679" y="5810250"/>
            <a:ext cx="531188"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425" b="0">
                <a:solidFill>
                  <a:srgbClr val="A6DAB5"/>
                </a:solidFill>
                <a:latin typeface="Tahoma"/>
                <a:ea typeface="Tahoma"/>
                <a:cs typeface="Tahoma"/>
              </a:defRPr>
            </a:pPr>
            <a:r>
              <a:rPr sz="1425" b="0">
                <a:solidFill>
                  <a:srgbClr val="A6DAB5"/>
                </a:solidFill>
                <a:latin typeface="Tahoma"/>
                <a:ea typeface="Tahoma"/>
                <a:cs typeface="Tahoma"/>
              </a:rPr>
              <a:t>ومسار</a:t>
            </a:r>
          </a:p>
        </p:txBody>
      </p:sp>
      <p:sp>
        <p:nvSpPr>
          <p:cNvPr id="65" name="text-1201">
            <a:extLst xmlns:a="http://schemas.openxmlformats.org/drawingml/2006/main">
              <a:ext uri="{FF2B5EF4-FFF2-40B4-BE49-F238E27FC236}">
                <a16:creationId xmlns:a16="http://schemas.microsoft.com/office/drawing/2014/main" id="{6EADC55C-A196-4278-B771-99F511D7B2D1}"/>
              </a:ext>
            </a:extLst>
          </p:cNvPr>
          <p:cNvSpPr>
            <a:spLocks xmlns:a="http://schemas.openxmlformats.org/drawingml/2006/main" noGrp="1"/>
          </p:cNvSpPr>
          <p:nvPr/>
        </p:nvSpPr>
        <p:spPr>
          <a:xfrm xmlns:a="http://schemas.openxmlformats.org/drawingml/2006/main">
            <a:off x="8343715" y="5810250"/>
            <a:ext cx="575435"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425" b="0">
                <a:solidFill>
                  <a:srgbClr val="A6DAB5"/>
                </a:solidFill>
                <a:latin typeface="Tahoma"/>
                <a:ea typeface="Tahoma"/>
                <a:cs typeface="Tahoma"/>
              </a:defRPr>
            </a:pPr>
            <a:r>
              <a:rPr sz="1425" b="0">
                <a:solidFill>
                  <a:srgbClr val="A6DAB5"/>
                </a:solidFill>
                <a:latin typeface="Tahoma"/>
                <a:ea typeface="Tahoma"/>
                <a:cs typeface="Tahoma"/>
              </a:rPr>
              <a:t>التوسع</a:t>
            </a:r>
          </a:p>
        </p:txBody>
      </p:sp>
    </p:spTree>
    <p:extLst>
      <p:ext uri="{BB962C8B-B14F-4D97-AF65-F5344CB8AC3E}">
        <p14:creationId xmlns:p14="http://schemas.microsoft.com/office/powerpoint/2010/main" val="470621116"/>
      </p:ext>
    </p:extLst>
  </p:cSld>
</p:sld>
</file>

<file path=ppt/slides/slide21.xml><?xml version="1.0" encoding="utf-8"?>
<p:sld xmlns:p="http://schemas.openxmlformats.org/presentationml/2006/main">
  <p:cSld>
    <p:bg>
      <p:bgPr>
        <a:solidFill xmlns:a="http://schemas.openxmlformats.org/drawingml/2006/main">
          <a:srgbClr val="0D1815"/>
        </a:solidFill>
      </p:bgPr>
    </p:bg>
    <p:spTree>
      <p:nvGrpSpPr>
        <p:cNvPr id="1" name=""/>
        <p:cNvGrpSpPr/>
        <p:nvPr/>
      </p:nvGrpSpPr>
      <p:grpSpPr>
        <a:xfrm xmlns:a="http://schemas.openxmlformats.org/drawingml/2006/main"/>
      </p:grpSpPr>
      <p:sp>
        <p:nvSpPr>
          <p:cNvPr id="29" name="text-1202">
            <a:extLst xmlns:a="http://schemas.openxmlformats.org/drawingml/2006/main">
              <a:ext uri="{FF2B5EF4-FFF2-40B4-BE49-F238E27FC236}">
                <a16:creationId xmlns:a16="http://schemas.microsoft.com/office/drawing/2014/main" id="{216B0DEF-C23E-4D68-8703-61D5CCC7548E}"/>
              </a:ext>
            </a:extLst>
          </p:cNvPr>
          <p:cNvSpPr>
            <a:spLocks xmlns:a="http://schemas.openxmlformats.org/drawingml/2006/main" noGrp="1"/>
          </p:cNvSpPr>
          <p:nvPr/>
        </p:nvSpPr>
        <p:spPr>
          <a:xfrm xmlns:a="http://schemas.openxmlformats.org/drawingml/2006/main">
            <a:off x="10612344" y="457200"/>
            <a:ext cx="97005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جرّب</a:t>
            </a:r>
          </a:p>
        </p:txBody>
      </p:sp>
      <p:sp>
        <p:nvSpPr>
          <p:cNvPr id="2" name="text-1203">
            <a:extLst xmlns:a="http://schemas.openxmlformats.org/drawingml/2006/main">
              <a:ext uri="{FF2B5EF4-FFF2-40B4-BE49-F238E27FC236}">
                <a16:creationId xmlns:a16="http://schemas.microsoft.com/office/drawing/2014/main" id="{D366FAA2-62DB-4767-B4D6-FB0AAEF99D8D}"/>
              </a:ext>
            </a:extLst>
          </p:cNvPr>
          <p:cNvSpPr>
            <a:spLocks xmlns:a="http://schemas.openxmlformats.org/drawingml/2006/main" noGrp="1"/>
          </p:cNvSpPr>
          <p:nvPr/>
        </p:nvSpPr>
        <p:spPr>
          <a:xfrm xmlns:a="http://schemas.openxmlformats.org/drawingml/2006/main">
            <a:off x="9385303" y="457200"/>
            <a:ext cx="1126076"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وافتح</a:t>
            </a:r>
          </a:p>
        </p:txBody>
      </p:sp>
      <p:sp>
        <p:nvSpPr>
          <p:cNvPr id="3" name="text-1204">
            <a:extLst xmlns:a="http://schemas.openxmlformats.org/drawingml/2006/main">
              <a:ext uri="{FF2B5EF4-FFF2-40B4-BE49-F238E27FC236}">
                <a16:creationId xmlns:a16="http://schemas.microsoft.com/office/drawing/2014/main" id="{221D5835-C7AA-45BC-84B9-02B45FAEA8C6}"/>
              </a:ext>
            </a:extLst>
          </p:cNvPr>
          <p:cNvSpPr>
            <a:spLocks xmlns:a="http://schemas.openxmlformats.org/drawingml/2006/main" noGrp="1"/>
          </p:cNvSpPr>
          <p:nvPr/>
        </p:nvSpPr>
        <p:spPr>
          <a:xfrm xmlns:a="http://schemas.openxmlformats.org/drawingml/2006/main">
            <a:off x="8067126" y="457200"/>
            <a:ext cx="121721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الدليل</a:t>
            </a:r>
          </a:p>
        </p:txBody>
      </p:sp>
      <p:sp>
        <p:nvSpPr>
          <p:cNvPr id="4" name="text-1205">
            <a:extLst xmlns:a="http://schemas.openxmlformats.org/drawingml/2006/main">
              <a:ext uri="{FF2B5EF4-FFF2-40B4-BE49-F238E27FC236}">
                <a16:creationId xmlns:a16="http://schemas.microsoft.com/office/drawing/2014/main" id="{B31E3121-4836-4132-8033-18EB653B6C3E}"/>
              </a:ext>
            </a:extLst>
          </p:cNvPr>
          <p:cNvSpPr>
            <a:spLocks xmlns:a="http://schemas.openxmlformats.org/drawingml/2006/main" noGrp="1"/>
          </p:cNvSpPr>
          <p:nvPr/>
        </p:nvSpPr>
        <p:spPr>
          <a:xfrm xmlns:a="http://schemas.openxmlformats.org/drawingml/2006/main">
            <a:off x="7038106" y="457200"/>
            <a:ext cx="928055"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وأعد</a:t>
            </a:r>
          </a:p>
        </p:txBody>
      </p:sp>
      <p:sp>
        <p:nvSpPr>
          <p:cNvPr id="5" name="text-1206">
            <a:extLst xmlns:a="http://schemas.openxmlformats.org/drawingml/2006/main">
              <a:ext uri="{FF2B5EF4-FFF2-40B4-BE49-F238E27FC236}">
                <a16:creationId xmlns:a16="http://schemas.microsoft.com/office/drawing/2014/main" id="{CABF9A98-7F9D-42CE-A13B-F5B55E62198F}"/>
              </a:ext>
            </a:extLst>
          </p:cNvPr>
          <p:cNvSpPr>
            <a:spLocks xmlns:a="http://schemas.openxmlformats.org/drawingml/2006/main" noGrp="1"/>
          </p:cNvSpPr>
          <p:nvPr/>
        </p:nvSpPr>
        <p:spPr>
          <a:xfrm xmlns:a="http://schemas.openxmlformats.org/drawingml/2006/main">
            <a:off x="5485950" y="457200"/>
            <a:ext cx="1451191" cy="7710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3225" b="1">
                <a:solidFill>
                  <a:srgbClr val="DDC087"/>
                </a:solidFill>
                <a:latin typeface="Tahoma"/>
                <a:ea typeface="Tahoma"/>
                <a:cs typeface="Tahoma"/>
              </a:defRPr>
            </a:pPr>
            <a:r>
              <a:rPr sz="3225" b="1">
                <a:solidFill>
                  <a:srgbClr val="DDC087"/>
                </a:solidFill>
                <a:latin typeface="Tahoma"/>
                <a:ea typeface="Tahoma"/>
                <a:cs typeface="Tahoma"/>
              </a:rPr>
              <a:t>الاختبار</a:t>
            </a:r>
          </a:p>
        </p:txBody>
      </p:sp>
      <p:sp>
        <p:nvSpPr>
          <p:cNvPr id="6" name="shape-1207">
            <a:extLst xmlns:a="http://schemas.openxmlformats.org/drawingml/2006/main">
              <a:ext uri="{FF2B5EF4-FFF2-40B4-BE49-F238E27FC236}">
                <a16:creationId xmlns:a16="http://schemas.microsoft.com/office/drawing/2014/main" id="{81C1F7E6-88AC-4796-B768-1BCCBFA72528}"/>
              </a:ext>
            </a:extLst>
          </p:cNvPr>
          <p:cNvSpPr>
            <a:spLocks xmlns:a="http://schemas.openxmlformats.org/drawingml/2006/main" noGrp="1"/>
          </p:cNvSpPr>
          <p:nvPr/>
        </p:nvSpPr>
        <p:spPr>
          <a:xfrm xmlns:a="http://schemas.openxmlformats.org/drawingml/2006/main">
            <a:off x="609600" y="6153150"/>
            <a:ext cx="10972800" cy="9525"/>
          </a:xfrm>
          <a:prstGeom xmlns:a="http://schemas.openxmlformats.org/drawingml/2006/main" prst="rect">
            <a:avLst/>
          </a:prstGeom>
          <a:solidFill xmlns:a="http://schemas.openxmlformats.org/drawingml/2006/main">
            <a:srgbClr val="365046"/>
          </a:solidFill>
          <a:ln xmlns:a="http://schemas.openxmlformats.org/drawingml/2006/main" w="9525">
            <a:noFill/>
          </a:ln>
        </p:spPr>
      </p:sp>
      <p:sp>
        <p:nvSpPr>
          <p:cNvPr id="7" name="text-1208">
            <a:extLst xmlns:a="http://schemas.openxmlformats.org/drawingml/2006/main">
              <a:ext uri="{FF2B5EF4-FFF2-40B4-BE49-F238E27FC236}">
                <a16:creationId xmlns:a16="http://schemas.microsoft.com/office/drawing/2014/main" id="{B868FD10-AEA0-499C-9C40-2F27082B3BDA}"/>
              </a:ext>
            </a:extLst>
          </p:cNvPr>
          <p:cNvSpPr>
            <a:spLocks xmlns:a="http://schemas.openxmlformats.org/drawingml/2006/main" noGrp="1"/>
          </p:cNvSpPr>
          <p:nvPr/>
        </p:nvSpPr>
        <p:spPr>
          <a:xfrm xmlns:a="http://schemas.openxmlformats.org/drawingml/2006/main">
            <a:off x="10907582" y="6324600"/>
            <a:ext cx="674818"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سلسبيل</a:t>
            </a:r>
          </a:p>
        </p:txBody>
      </p:sp>
      <p:sp>
        <p:nvSpPr>
          <p:cNvPr id="8" name="text-1209">
            <a:extLst xmlns:a="http://schemas.openxmlformats.org/drawingml/2006/main">
              <a:ext uri="{FF2B5EF4-FFF2-40B4-BE49-F238E27FC236}">
                <a16:creationId xmlns:a16="http://schemas.microsoft.com/office/drawing/2014/main" id="{A136CF3D-680F-410A-B0CA-F0492519676E}"/>
              </a:ext>
            </a:extLst>
          </p:cNvPr>
          <p:cNvSpPr>
            <a:spLocks xmlns:a="http://schemas.openxmlformats.org/drawingml/2006/main" noGrp="1"/>
          </p:cNvSpPr>
          <p:nvPr/>
        </p:nvSpPr>
        <p:spPr>
          <a:xfrm xmlns:a="http://schemas.openxmlformats.org/drawingml/2006/main">
            <a:off x="10778992" y="6324600"/>
            <a:ext cx="97063"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a:t>
            </a:r>
          </a:p>
        </p:txBody>
      </p:sp>
      <p:sp>
        <p:nvSpPr>
          <p:cNvPr id="9" name="text-1210">
            <a:extLst xmlns:a="http://schemas.openxmlformats.org/drawingml/2006/main">
              <a:ext uri="{FF2B5EF4-FFF2-40B4-BE49-F238E27FC236}">
                <a16:creationId xmlns:a16="http://schemas.microsoft.com/office/drawing/2014/main" id="{3B32F98F-A8AC-4B57-B6C8-FE5E4C83DBF6}"/>
              </a:ext>
            </a:extLst>
          </p:cNvPr>
          <p:cNvSpPr>
            <a:spLocks xmlns:a="http://schemas.openxmlformats.org/drawingml/2006/main" noGrp="1"/>
          </p:cNvSpPr>
          <p:nvPr/>
        </p:nvSpPr>
        <p:spPr>
          <a:xfrm xmlns:a="http://schemas.openxmlformats.org/drawingml/2006/main">
            <a:off x="10254047" y="6324600"/>
            <a:ext cx="493417"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تسليم</a:t>
            </a:r>
          </a:p>
        </p:txBody>
      </p:sp>
      <p:sp>
        <p:nvSpPr>
          <p:cNvPr id="10" name="text-1211">
            <a:extLst xmlns:a="http://schemas.openxmlformats.org/drawingml/2006/main">
              <a:ext uri="{FF2B5EF4-FFF2-40B4-BE49-F238E27FC236}">
                <a16:creationId xmlns:a16="http://schemas.microsoft.com/office/drawing/2014/main" id="{67D58670-563E-46E7-AC26-20F565027502}"/>
              </a:ext>
            </a:extLst>
          </p:cNvPr>
          <p:cNvSpPr>
            <a:spLocks xmlns:a="http://schemas.openxmlformats.org/drawingml/2006/main" noGrp="1"/>
          </p:cNvSpPr>
          <p:nvPr/>
        </p:nvSpPr>
        <p:spPr>
          <a:xfrm xmlns:a="http://schemas.openxmlformats.org/drawingml/2006/main">
            <a:off x="10089059" y="6324600"/>
            <a:ext cx="13346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٦</a:t>
            </a:r>
          </a:p>
        </p:txBody>
      </p:sp>
      <p:sp>
        <p:nvSpPr>
          <p:cNvPr id="11" name="text-1212">
            <a:extLst xmlns:a="http://schemas.openxmlformats.org/drawingml/2006/main">
              <a:ext uri="{FF2B5EF4-FFF2-40B4-BE49-F238E27FC236}">
                <a16:creationId xmlns:a16="http://schemas.microsoft.com/office/drawing/2014/main" id="{A2DA0182-1539-48B6-B457-BC1F920F933E}"/>
              </a:ext>
            </a:extLst>
          </p:cNvPr>
          <p:cNvSpPr>
            <a:spLocks xmlns:a="http://schemas.openxmlformats.org/drawingml/2006/main" noGrp="1"/>
          </p:cNvSpPr>
          <p:nvPr/>
        </p:nvSpPr>
        <p:spPr>
          <a:xfrm xmlns:a="http://schemas.openxmlformats.org/drawingml/2006/main">
            <a:off x="9650351" y="6324600"/>
            <a:ext cx="407180"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أكتوبر</a:t>
            </a:r>
          </a:p>
        </p:txBody>
      </p:sp>
      <p:sp>
        <p:nvSpPr>
          <p:cNvPr id="12" name="text-1213">
            <a:extLst xmlns:a="http://schemas.openxmlformats.org/drawingml/2006/main">
              <a:ext uri="{FF2B5EF4-FFF2-40B4-BE49-F238E27FC236}">
                <a16:creationId xmlns:a16="http://schemas.microsoft.com/office/drawing/2014/main" id="{D67A745B-CE39-49EC-B6E6-FE2F93E6733E}"/>
              </a:ext>
            </a:extLst>
          </p:cNvPr>
          <p:cNvSpPr>
            <a:spLocks xmlns:a="http://schemas.openxmlformats.org/drawingml/2006/main" noGrp="1"/>
          </p:cNvSpPr>
          <p:nvPr/>
        </p:nvSpPr>
        <p:spPr>
          <a:xfrm xmlns:a="http://schemas.openxmlformats.org/drawingml/2006/main">
            <a:off x="9199281" y="6324600"/>
            <a:ext cx="419542" cy="3624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A5B9AB"/>
                </a:solidFill>
                <a:latin typeface="Tahoma"/>
                <a:ea typeface="Tahoma"/>
                <a:cs typeface="Tahoma"/>
              </a:defRPr>
            </a:pPr>
            <a:r>
              <a:rPr sz="1275" b="0">
                <a:solidFill>
                  <a:srgbClr val="A5B9AB"/>
                </a:solidFill>
                <a:latin typeface="Tahoma"/>
                <a:ea typeface="Tahoma"/>
                <a:cs typeface="Tahoma"/>
              </a:rPr>
              <a:t>٢٠٢٦</a:t>
            </a:r>
          </a:p>
        </p:txBody>
      </p:sp>
      <p:sp>
        <p:nvSpPr>
          <p:cNvPr id="13" name="text-1214">
            <a:extLst xmlns:a="http://schemas.openxmlformats.org/drawingml/2006/main">
              <a:ext uri="{FF2B5EF4-FFF2-40B4-BE49-F238E27FC236}">
                <a16:creationId xmlns:a16="http://schemas.microsoft.com/office/drawing/2014/main" id="{A5B568D5-C42D-449A-A829-A096FE6CD7A3}"/>
              </a:ext>
            </a:extLst>
          </p:cNvPr>
          <p:cNvSpPr>
            <a:spLocks xmlns:a="http://schemas.openxmlformats.org/drawingml/2006/main" noGrp="1"/>
          </p:cNvSpPr>
          <p:nvPr/>
        </p:nvSpPr>
        <p:spPr>
          <a:xfrm xmlns:a="http://schemas.openxmlformats.org/drawingml/2006/main">
            <a:off x="609600" y="6305550"/>
            <a:ext cx="571500" cy="393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25" b="0">
                <a:solidFill>
                  <a:srgbClr val="A5B9AB"/>
                </a:solidFill>
                <a:latin typeface="Tahoma"/>
                <a:ea typeface="Tahoma"/>
                <a:cs typeface="Tahoma"/>
              </a:defRPr>
            </a:pPr>
            <a:r>
              <a:rPr sz="1425" b="0">
                <a:solidFill>
                  <a:srgbClr val="A5B9AB"/>
                </a:solidFill>
                <a:latin typeface="Tahoma"/>
                <a:ea typeface="Tahoma"/>
                <a:cs typeface="Tahoma"/>
              </a:rPr>
              <a:t>21</a:t>
            </a:r>
          </a:p>
        </p:txBody>
      </p:sp>
      <p:sp>
        <p:nvSpPr>
          <p:cNvPr id="14" name="text-1215">
            <a:extLst xmlns:a="http://schemas.openxmlformats.org/drawingml/2006/main">
              <a:ext uri="{FF2B5EF4-FFF2-40B4-BE49-F238E27FC236}">
                <a16:creationId xmlns:a16="http://schemas.microsoft.com/office/drawing/2014/main" id="{974F0C8B-18B3-4699-AAA3-00E81A9776FF}"/>
              </a:ext>
            </a:extLst>
          </p:cNvPr>
          <p:cNvSpPr>
            <a:spLocks xmlns:a="http://schemas.openxmlformats.org/drawingml/2006/main" noGrp="1"/>
          </p:cNvSpPr>
          <p:nvPr/>
        </p:nvSpPr>
        <p:spPr>
          <a:xfrm xmlns:a="http://schemas.openxmlformats.org/drawingml/2006/main">
            <a:off x="609600" y="1752600"/>
            <a:ext cx="10972800" cy="943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4050" b="1">
                <a:solidFill>
                  <a:srgbClr val="DDC087"/>
                </a:solidFill>
                <a:latin typeface="Tahoma"/>
                <a:ea typeface="Tahoma"/>
                <a:cs typeface="Tahoma"/>
              </a:defRPr>
            </a:pPr>
            <a:r>
              <a:rPr sz="4050" b="1">
                <a:solidFill>
                  <a:srgbClr val="DDC087"/>
                </a:solidFill>
                <a:latin typeface="Tahoma"/>
                <a:ea typeface="Tahoma"/>
                <a:cs typeface="Tahoma"/>
              </a:rPr>
              <a:t>islamicaich.salsabeel.ai</a:t>
            </a:r>
          </a:p>
        </p:txBody>
      </p:sp>
      <p:sp>
        <p:nvSpPr>
          <p:cNvPr id="15" name="text-1216">
            <a:extLst xmlns:a="http://schemas.openxmlformats.org/drawingml/2006/main">
              <a:ext uri="{FF2B5EF4-FFF2-40B4-BE49-F238E27FC236}">
                <a16:creationId xmlns:a16="http://schemas.microsoft.com/office/drawing/2014/main" id="{0C978BE3-DE26-4794-8CE5-FBD66A6B458A}"/>
              </a:ext>
            </a:extLst>
          </p:cNvPr>
          <p:cNvSpPr>
            <a:spLocks xmlns:a="http://schemas.openxmlformats.org/drawingml/2006/main" noGrp="1"/>
          </p:cNvSpPr>
          <p:nvPr/>
        </p:nvSpPr>
        <p:spPr>
          <a:xfrm xmlns:a="http://schemas.openxmlformats.org/drawingml/2006/main">
            <a:off x="7180580" y="2828925"/>
            <a:ext cx="1156722"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0">
                <a:solidFill>
                  <a:srgbClr val="F3F0E6"/>
                </a:solidFill>
                <a:latin typeface="Tahoma"/>
                <a:ea typeface="Tahoma"/>
                <a:cs typeface="Tahoma"/>
              </a:defRPr>
            </a:pPr>
            <a:r>
              <a:rPr sz="2475" b="0">
                <a:solidFill>
                  <a:srgbClr val="F3F0E6"/>
                </a:solidFill>
                <a:latin typeface="Tahoma"/>
                <a:ea typeface="Tahoma"/>
                <a:cs typeface="Tahoma"/>
              </a:rPr>
              <a:t>المجلس</a:t>
            </a:r>
          </a:p>
        </p:txBody>
      </p:sp>
      <p:sp>
        <p:nvSpPr>
          <p:cNvPr id="16" name="text-1217">
            <a:extLst xmlns:a="http://schemas.openxmlformats.org/drawingml/2006/main">
              <a:ext uri="{FF2B5EF4-FFF2-40B4-BE49-F238E27FC236}">
                <a16:creationId xmlns:a16="http://schemas.microsoft.com/office/drawing/2014/main" id="{4907B6D8-8AA7-476E-B247-4B56B591417A}"/>
              </a:ext>
            </a:extLst>
          </p:cNvPr>
          <p:cNvSpPr>
            <a:spLocks xmlns:a="http://schemas.openxmlformats.org/drawingml/2006/main" noGrp="1"/>
          </p:cNvSpPr>
          <p:nvPr/>
        </p:nvSpPr>
        <p:spPr>
          <a:xfrm xmlns:a="http://schemas.openxmlformats.org/drawingml/2006/main">
            <a:off x="6948836" y="2828925"/>
            <a:ext cx="152591"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0">
                <a:solidFill>
                  <a:srgbClr val="F3F0E6"/>
                </a:solidFill>
                <a:latin typeface="Tahoma"/>
                <a:ea typeface="Tahoma"/>
                <a:cs typeface="Tahoma"/>
              </a:defRPr>
            </a:pPr>
            <a:r>
              <a:rPr sz="2475" b="0">
                <a:solidFill>
                  <a:srgbClr val="F3F0E6"/>
                </a:solidFill>
                <a:latin typeface="Tahoma"/>
                <a:ea typeface="Tahoma"/>
                <a:cs typeface="Tahoma"/>
              </a:rPr>
              <a:t>·</a:t>
            </a:r>
          </a:p>
        </p:txBody>
      </p:sp>
      <p:sp>
        <p:nvSpPr>
          <p:cNvPr id="17" name="text-1218">
            <a:extLst xmlns:a="http://schemas.openxmlformats.org/drawingml/2006/main">
              <a:ext uri="{FF2B5EF4-FFF2-40B4-BE49-F238E27FC236}">
                <a16:creationId xmlns:a16="http://schemas.microsoft.com/office/drawing/2014/main" id="{2E97B0C8-64A6-4EDA-B1B1-14CAC23B90E5}"/>
              </a:ext>
            </a:extLst>
          </p:cNvPr>
          <p:cNvSpPr>
            <a:spLocks xmlns:a="http://schemas.openxmlformats.org/drawingml/2006/main" noGrp="1"/>
          </p:cNvSpPr>
          <p:nvPr/>
        </p:nvSpPr>
        <p:spPr>
          <a:xfrm xmlns:a="http://schemas.openxmlformats.org/drawingml/2006/main">
            <a:off x="6241466" y="2828925"/>
            <a:ext cx="628217"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0">
                <a:solidFill>
                  <a:srgbClr val="F3F0E6"/>
                </a:solidFill>
                <a:latin typeface="Tahoma"/>
                <a:ea typeface="Tahoma"/>
                <a:cs typeface="Tahoma"/>
              </a:defRPr>
            </a:pPr>
            <a:r>
              <a:rPr sz="2475" b="0">
                <a:solidFill>
                  <a:srgbClr val="F3F0E6"/>
                </a:solidFill>
                <a:latin typeface="Tahoma"/>
                <a:ea typeface="Tahoma"/>
                <a:cs typeface="Tahoma"/>
              </a:rPr>
              <a:t>دليل</a:t>
            </a:r>
          </a:p>
        </p:txBody>
      </p:sp>
      <p:sp>
        <p:nvSpPr>
          <p:cNvPr id="18" name="text-1219">
            <a:extLst xmlns:a="http://schemas.openxmlformats.org/drawingml/2006/main">
              <a:ext uri="{FF2B5EF4-FFF2-40B4-BE49-F238E27FC236}">
                <a16:creationId xmlns:a16="http://schemas.microsoft.com/office/drawing/2014/main" id="{387630A5-39E1-4088-B8DA-4FF6D0C4A18F}"/>
              </a:ext>
            </a:extLst>
          </p:cNvPr>
          <p:cNvSpPr>
            <a:spLocks xmlns:a="http://schemas.openxmlformats.org/drawingml/2006/main" noGrp="1"/>
          </p:cNvSpPr>
          <p:nvPr/>
        </p:nvSpPr>
        <p:spPr>
          <a:xfrm xmlns:a="http://schemas.openxmlformats.org/drawingml/2006/main">
            <a:off x="5143825" y="2828925"/>
            <a:ext cx="1018488"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0">
                <a:solidFill>
                  <a:srgbClr val="F3F0E6"/>
                </a:solidFill>
                <a:latin typeface="Tahoma"/>
                <a:ea typeface="Tahoma"/>
                <a:cs typeface="Tahoma"/>
              </a:defRPr>
            </a:pPr>
            <a:r>
              <a:rPr sz="2475" b="0">
                <a:solidFill>
                  <a:srgbClr val="F3F0E6"/>
                </a:solidFill>
                <a:latin typeface="Tahoma"/>
                <a:ea typeface="Tahoma"/>
                <a:cs typeface="Tahoma"/>
              </a:rPr>
              <a:t>المحكّم</a:t>
            </a:r>
          </a:p>
        </p:txBody>
      </p:sp>
      <p:sp>
        <p:nvSpPr>
          <p:cNvPr id="19" name="text-1220">
            <a:extLst xmlns:a="http://schemas.openxmlformats.org/drawingml/2006/main">
              <a:ext uri="{FF2B5EF4-FFF2-40B4-BE49-F238E27FC236}">
                <a16:creationId xmlns:a16="http://schemas.microsoft.com/office/drawing/2014/main" id="{E9D190F9-8398-4187-9912-A3C815CC7CA5}"/>
              </a:ext>
            </a:extLst>
          </p:cNvPr>
          <p:cNvSpPr>
            <a:spLocks xmlns:a="http://schemas.openxmlformats.org/drawingml/2006/main" noGrp="1"/>
          </p:cNvSpPr>
          <p:nvPr/>
        </p:nvSpPr>
        <p:spPr>
          <a:xfrm xmlns:a="http://schemas.openxmlformats.org/drawingml/2006/main">
            <a:off x="4912081" y="2828925"/>
            <a:ext cx="152591"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0">
                <a:solidFill>
                  <a:srgbClr val="F3F0E6"/>
                </a:solidFill>
                <a:latin typeface="Tahoma"/>
                <a:ea typeface="Tahoma"/>
                <a:cs typeface="Tahoma"/>
              </a:defRPr>
            </a:pPr>
            <a:r>
              <a:rPr sz="2475" b="0">
                <a:solidFill>
                  <a:srgbClr val="F3F0E6"/>
                </a:solidFill>
                <a:latin typeface="Tahoma"/>
                <a:ea typeface="Tahoma"/>
                <a:cs typeface="Tahoma"/>
              </a:rPr>
              <a:t>·</a:t>
            </a:r>
          </a:p>
        </p:txBody>
      </p:sp>
      <p:sp>
        <p:nvSpPr>
          <p:cNvPr id="20" name="text-1221">
            <a:extLst xmlns:a="http://schemas.openxmlformats.org/drawingml/2006/main">
              <a:ext uri="{FF2B5EF4-FFF2-40B4-BE49-F238E27FC236}">
                <a16:creationId xmlns:a16="http://schemas.microsoft.com/office/drawing/2014/main" id="{FE3A4AF4-B0EB-42C3-955F-3C1B34492B00}"/>
              </a:ext>
            </a:extLst>
          </p:cNvPr>
          <p:cNvSpPr>
            <a:spLocks xmlns:a="http://schemas.openxmlformats.org/drawingml/2006/main" noGrp="1"/>
          </p:cNvSpPr>
          <p:nvPr/>
        </p:nvSpPr>
        <p:spPr>
          <a:xfrm xmlns:a="http://schemas.openxmlformats.org/drawingml/2006/main">
            <a:off x="3816598" y="2828925"/>
            <a:ext cx="1016330" cy="613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475" b="0">
                <a:solidFill>
                  <a:srgbClr val="F3F0E6"/>
                </a:solidFill>
                <a:latin typeface="Tahoma"/>
                <a:ea typeface="Tahoma"/>
                <a:cs typeface="Tahoma"/>
              </a:defRPr>
            </a:pPr>
            <a:r>
              <a:rPr sz="2475" b="0">
                <a:solidFill>
                  <a:srgbClr val="F3F0E6"/>
                </a:solidFill>
                <a:latin typeface="Tahoma"/>
                <a:ea typeface="Tahoma"/>
                <a:cs typeface="Tahoma"/>
              </a:rPr>
              <a:t>المصادر</a:t>
            </a:r>
          </a:p>
        </p:txBody>
      </p:sp>
      <p:sp>
        <p:nvSpPr>
          <p:cNvPr id="21" name="text-1222">
            <a:extLst xmlns:a="http://schemas.openxmlformats.org/drawingml/2006/main">
              <a:ext uri="{FF2B5EF4-FFF2-40B4-BE49-F238E27FC236}">
                <a16:creationId xmlns:a16="http://schemas.microsoft.com/office/drawing/2014/main" id="{AB2FEC7C-25DB-4BA1-B598-BAACDB2896DE}"/>
              </a:ext>
            </a:extLst>
          </p:cNvPr>
          <p:cNvSpPr>
            <a:spLocks xmlns:a="http://schemas.openxmlformats.org/drawingml/2006/main" noGrp="1"/>
          </p:cNvSpPr>
          <p:nvPr/>
        </p:nvSpPr>
        <p:spPr>
          <a:xfrm xmlns:a="http://schemas.openxmlformats.org/drawingml/2006/main">
            <a:off x="609600" y="3876675"/>
            <a:ext cx="10972800" cy="661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2700" b="0">
                <a:solidFill>
                  <a:srgbClr val="A6DAB5"/>
                </a:solidFill>
                <a:latin typeface="Tahoma"/>
                <a:ea typeface="Tahoma"/>
                <a:cs typeface="Tahoma"/>
              </a:defRPr>
            </a:pPr>
            <a:r>
              <a:rPr sz="2700" b="0">
                <a:solidFill>
                  <a:srgbClr val="A6DAB5"/>
                </a:solidFill>
                <a:latin typeface="Tahoma"/>
                <a:ea typeface="Tahoma"/>
                <a:cs typeface="Tahoma"/>
              </a:rPr>
              <a:t>github.com/Salsabeel-AI/islamicaich</a:t>
            </a:r>
          </a:p>
        </p:txBody>
      </p:sp>
      <p:sp>
        <p:nvSpPr>
          <p:cNvPr id="22" name="text-1223">
            <a:extLst xmlns:a="http://schemas.openxmlformats.org/drawingml/2006/main">
              <a:ext uri="{FF2B5EF4-FFF2-40B4-BE49-F238E27FC236}">
                <a16:creationId xmlns:a16="http://schemas.microsoft.com/office/drawing/2014/main" id="{FCB950DA-791D-4CC7-8E07-32FF65CE27CE}"/>
              </a:ext>
            </a:extLst>
          </p:cNvPr>
          <p:cNvSpPr>
            <a:spLocks xmlns:a="http://schemas.openxmlformats.org/drawingml/2006/main" noGrp="1"/>
          </p:cNvSpPr>
          <p:nvPr/>
        </p:nvSpPr>
        <p:spPr>
          <a:xfrm xmlns:a="http://schemas.openxmlformats.org/drawingml/2006/main">
            <a:off x="8342417" y="4829175"/>
            <a:ext cx="597411"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الكود</a:t>
            </a:r>
          </a:p>
        </p:txBody>
      </p:sp>
      <p:sp>
        <p:nvSpPr>
          <p:cNvPr id="23" name="text-1224">
            <a:extLst xmlns:a="http://schemas.openxmlformats.org/drawingml/2006/main">
              <a:ext uri="{FF2B5EF4-FFF2-40B4-BE49-F238E27FC236}">
                <a16:creationId xmlns:a16="http://schemas.microsoft.com/office/drawing/2014/main" id="{523D8F90-8FB5-4422-BEAC-F3BACC2BEAC2}"/>
              </a:ext>
            </a:extLst>
          </p:cNvPr>
          <p:cNvSpPr>
            <a:spLocks xmlns:a="http://schemas.openxmlformats.org/drawingml/2006/main" noGrp="1"/>
          </p:cNvSpPr>
          <p:nvPr/>
        </p:nvSpPr>
        <p:spPr>
          <a:xfrm xmlns:a="http://schemas.openxmlformats.org/drawingml/2006/main">
            <a:off x="7057034" y="4829175"/>
            <a:ext cx="1218137"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والمعمارية</a:t>
            </a:r>
          </a:p>
        </p:txBody>
      </p:sp>
      <p:sp>
        <p:nvSpPr>
          <p:cNvPr id="24" name="text-1225">
            <a:extLst xmlns:a="http://schemas.openxmlformats.org/drawingml/2006/main">
              <a:ext uri="{FF2B5EF4-FFF2-40B4-BE49-F238E27FC236}">
                <a16:creationId xmlns:a16="http://schemas.microsoft.com/office/drawing/2014/main" id="{096068CB-0ECB-4C2D-A3D9-D856012CC4DE}"/>
              </a:ext>
            </a:extLst>
          </p:cNvPr>
          <p:cNvSpPr>
            <a:spLocks xmlns:a="http://schemas.openxmlformats.org/drawingml/2006/main" noGrp="1"/>
          </p:cNvSpPr>
          <p:nvPr/>
        </p:nvSpPr>
        <p:spPr>
          <a:xfrm xmlns:a="http://schemas.openxmlformats.org/drawingml/2006/main">
            <a:off x="6214802" y="4829175"/>
            <a:ext cx="774985"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والأدلة</a:t>
            </a:r>
          </a:p>
        </p:txBody>
      </p:sp>
      <p:sp>
        <p:nvSpPr>
          <p:cNvPr id="25" name="text-1226">
            <a:extLst xmlns:a="http://schemas.openxmlformats.org/drawingml/2006/main">
              <a:ext uri="{FF2B5EF4-FFF2-40B4-BE49-F238E27FC236}">
                <a16:creationId xmlns:a16="http://schemas.microsoft.com/office/drawing/2014/main" id="{6B1AC918-A5C4-4890-BBA0-1E0C98AEEEF0}"/>
              </a:ext>
            </a:extLst>
          </p:cNvPr>
          <p:cNvSpPr>
            <a:spLocks xmlns:a="http://schemas.openxmlformats.org/drawingml/2006/main" noGrp="1"/>
          </p:cNvSpPr>
          <p:nvPr/>
        </p:nvSpPr>
        <p:spPr>
          <a:xfrm xmlns:a="http://schemas.openxmlformats.org/drawingml/2006/main">
            <a:off x="5602926" y="4829175"/>
            <a:ext cx="544629"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وخط</a:t>
            </a:r>
          </a:p>
        </p:txBody>
      </p:sp>
      <p:sp>
        <p:nvSpPr>
          <p:cNvPr id="26" name="text-1227">
            <a:extLst xmlns:a="http://schemas.openxmlformats.org/drawingml/2006/main">
              <a:ext uri="{FF2B5EF4-FFF2-40B4-BE49-F238E27FC236}">
                <a16:creationId xmlns:a16="http://schemas.microsoft.com/office/drawing/2014/main" id="{52A71E88-F65A-4475-B3A6-948D1F3644E0}"/>
              </a:ext>
            </a:extLst>
          </p:cNvPr>
          <p:cNvSpPr>
            <a:spLocks xmlns:a="http://schemas.openxmlformats.org/drawingml/2006/main" noGrp="1"/>
          </p:cNvSpPr>
          <p:nvPr/>
        </p:nvSpPr>
        <p:spPr>
          <a:xfrm xmlns:a="http://schemas.openxmlformats.org/drawingml/2006/main">
            <a:off x="4548488" y="4829175"/>
            <a:ext cx="987192"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الأساس</a:t>
            </a:r>
          </a:p>
        </p:txBody>
      </p:sp>
      <p:sp>
        <p:nvSpPr>
          <p:cNvPr id="27" name="text-1228">
            <a:extLst xmlns:a="http://schemas.openxmlformats.org/drawingml/2006/main">
              <a:ext uri="{FF2B5EF4-FFF2-40B4-BE49-F238E27FC236}">
                <a16:creationId xmlns:a16="http://schemas.microsoft.com/office/drawing/2014/main" id="{A344B400-1363-4E1A-BC3E-14B563D405F2}"/>
              </a:ext>
            </a:extLst>
          </p:cNvPr>
          <p:cNvSpPr>
            <a:spLocks xmlns:a="http://schemas.openxmlformats.org/drawingml/2006/main" noGrp="1"/>
          </p:cNvSpPr>
          <p:nvPr/>
        </p:nvSpPr>
        <p:spPr>
          <a:xfrm xmlns:a="http://schemas.openxmlformats.org/drawingml/2006/main">
            <a:off x="4049436" y="4829175"/>
            <a:ext cx="431805"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بين</a:t>
            </a:r>
          </a:p>
        </p:txBody>
      </p:sp>
      <p:sp>
        <p:nvSpPr>
          <p:cNvPr id="28" name="text-1229">
            <a:extLst xmlns:a="http://schemas.openxmlformats.org/drawingml/2006/main">
              <a:ext uri="{FF2B5EF4-FFF2-40B4-BE49-F238E27FC236}">
                <a16:creationId xmlns:a16="http://schemas.microsoft.com/office/drawing/2014/main" id="{0C975FE4-35EA-4C7B-9DBA-BC38BC3FA35A}"/>
              </a:ext>
            </a:extLst>
          </p:cNvPr>
          <p:cNvSpPr>
            <a:spLocks xmlns:a="http://schemas.openxmlformats.org/drawingml/2006/main" noGrp="1"/>
          </p:cNvSpPr>
          <p:nvPr/>
        </p:nvSpPr>
        <p:spPr>
          <a:xfrm xmlns:a="http://schemas.openxmlformats.org/drawingml/2006/main">
            <a:off x="3214072" y="4829175"/>
            <a:ext cx="768118" cy="5510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2175" b="0">
                <a:solidFill>
                  <a:srgbClr val="A5B9AB"/>
                </a:solidFill>
                <a:latin typeface="Tahoma"/>
                <a:ea typeface="Tahoma"/>
                <a:cs typeface="Tahoma"/>
              </a:defRPr>
            </a:pPr>
            <a:r>
              <a:rPr sz="2175" b="0">
                <a:solidFill>
                  <a:srgbClr val="A5B9AB"/>
                </a:solidFill>
                <a:latin typeface="Tahoma"/>
                <a:ea typeface="Tahoma"/>
                <a:cs typeface="Tahoma"/>
              </a:rPr>
              <a:t>أيديكم</a:t>
            </a:r>
          </a:p>
        </p:txBody>
      </p:sp>
    </p:spTree>
    <p:extLst>
      <p:ext uri="{BB962C8B-B14F-4D97-AF65-F5344CB8AC3E}">
        <p14:creationId xmlns:p14="http://schemas.microsoft.com/office/powerpoint/2010/main" val="17323352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2026-10-06T19:55:29.7970000Z</dcterms:created>
  <dcterms:modified xsi:type="dcterms:W3CDTF">2026-10-06T19:55:29.7970000Z</dcterms:modified>
</coreProperties>
</file>